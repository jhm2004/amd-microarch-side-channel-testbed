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5"/>
  </p:notesMasterIdLst>
  <p:sldIdLst>
    <p:sldId id="260" r:id="rId4"/>
    <p:sldId id="279" r:id="rId6"/>
    <p:sldId id="261" r:id="rId7"/>
    <p:sldId id="283" r:id="rId8"/>
    <p:sldId id="282" r:id="rId9"/>
    <p:sldId id="290" r:id="rId10"/>
    <p:sldId id="295" r:id="rId11"/>
    <p:sldId id="296" r:id="rId12"/>
    <p:sldId id="291" r:id="rId13"/>
    <p:sldId id="292" r:id="rId14"/>
    <p:sldId id="293" r:id="rId15"/>
    <p:sldId id="294" r:id="rId16"/>
    <p:sldId id="277" r:id="rId1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作者" initials="A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9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1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D3943C8-ABEB-4C3D-A350-F7B6C35431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D3943C8-ABEB-4C3D-A350-F7B6C35431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D3943C8-ABEB-4C3D-A350-F7B6C35431A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6.xml"/><Relationship Id="rId7" Type="http://schemas.openxmlformats.org/officeDocument/2006/relationships/image" Target="../media/image1.png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7" Type="http://schemas.openxmlformats.org/officeDocument/2006/relationships/tags" Target="../tags/tag13.xml"/><Relationship Id="rId16" Type="http://schemas.openxmlformats.org/officeDocument/2006/relationships/tags" Target="../tags/tag12.xml"/><Relationship Id="rId15" Type="http://schemas.openxmlformats.org/officeDocument/2006/relationships/tags" Target="../tags/tag11.xml"/><Relationship Id="rId14" Type="http://schemas.openxmlformats.org/officeDocument/2006/relationships/tags" Target="../tags/tag10.xml"/><Relationship Id="rId13" Type="http://schemas.openxmlformats.org/officeDocument/2006/relationships/tags" Target="../tags/tag9.xml"/><Relationship Id="rId12" Type="http://schemas.openxmlformats.org/officeDocument/2006/relationships/tags" Target="../tags/tag8.xml"/><Relationship Id="rId11" Type="http://schemas.openxmlformats.org/officeDocument/2006/relationships/image" Target="../media/image3.png"/><Relationship Id="rId10" Type="http://schemas.openxmlformats.org/officeDocument/2006/relationships/tags" Target="../tags/tag7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19.xml"/><Relationship Id="rId7" Type="http://schemas.openxmlformats.org/officeDocument/2006/relationships/image" Target="../media/image1.png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2" Type="http://schemas.openxmlformats.org/officeDocument/2006/relationships/tags" Target="../tags/tag31.xml"/><Relationship Id="rId21" Type="http://schemas.openxmlformats.org/officeDocument/2006/relationships/tags" Target="../tags/tag30.xml"/><Relationship Id="rId20" Type="http://schemas.openxmlformats.org/officeDocument/2006/relationships/tags" Target="../tags/tag29.xml"/><Relationship Id="rId2" Type="http://schemas.openxmlformats.org/officeDocument/2006/relationships/tags" Target="../tags/tag14.xml"/><Relationship Id="rId19" Type="http://schemas.openxmlformats.org/officeDocument/2006/relationships/tags" Target="../tags/tag28.xml"/><Relationship Id="rId18" Type="http://schemas.openxmlformats.org/officeDocument/2006/relationships/tags" Target="../tags/tag27.xml"/><Relationship Id="rId17" Type="http://schemas.openxmlformats.org/officeDocument/2006/relationships/tags" Target="../tags/tag26.xml"/><Relationship Id="rId16" Type="http://schemas.openxmlformats.org/officeDocument/2006/relationships/tags" Target="../tags/tag25.xml"/><Relationship Id="rId15" Type="http://schemas.openxmlformats.org/officeDocument/2006/relationships/tags" Target="../tags/tag24.xml"/><Relationship Id="rId14" Type="http://schemas.openxmlformats.org/officeDocument/2006/relationships/tags" Target="../tags/tag23.xml"/><Relationship Id="rId13" Type="http://schemas.openxmlformats.org/officeDocument/2006/relationships/tags" Target="../tags/tag22.xml"/><Relationship Id="rId12" Type="http://schemas.openxmlformats.org/officeDocument/2006/relationships/tags" Target="../tags/tag21.xml"/><Relationship Id="rId11" Type="http://schemas.openxmlformats.org/officeDocument/2006/relationships/image" Target="../media/image3.png"/><Relationship Id="rId10" Type="http://schemas.openxmlformats.org/officeDocument/2006/relationships/tags" Target="../tags/tag20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37.xml"/><Relationship Id="rId7" Type="http://schemas.openxmlformats.org/officeDocument/2006/relationships/image" Target="../media/image1.png"/><Relationship Id="rId6" Type="http://schemas.openxmlformats.org/officeDocument/2006/relationships/tags" Target="../tags/tag36.xml"/><Relationship Id="rId5" Type="http://schemas.openxmlformats.org/officeDocument/2006/relationships/tags" Target="../tags/tag35.xml"/><Relationship Id="rId4" Type="http://schemas.openxmlformats.org/officeDocument/2006/relationships/tags" Target="../tags/tag34.xml"/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9" Type="http://schemas.openxmlformats.org/officeDocument/2006/relationships/tags" Target="../tags/tag46.xml"/><Relationship Id="rId18" Type="http://schemas.openxmlformats.org/officeDocument/2006/relationships/tags" Target="../tags/tag45.xml"/><Relationship Id="rId17" Type="http://schemas.openxmlformats.org/officeDocument/2006/relationships/tags" Target="../tags/tag44.xml"/><Relationship Id="rId16" Type="http://schemas.openxmlformats.org/officeDocument/2006/relationships/tags" Target="../tags/tag43.xml"/><Relationship Id="rId15" Type="http://schemas.openxmlformats.org/officeDocument/2006/relationships/tags" Target="../tags/tag42.xml"/><Relationship Id="rId14" Type="http://schemas.openxmlformats.org/officeDocument/2006/relationships/tags" Target="../tags/tag41.xml"/><Relationship Id="rId13" Type="http://schemas.openxmlformats.org/officeDocument/2006/relationships/tags" Target="../tags/tag40.xml"/><Relationship Id="rId12" Type="http://schemas.openxmlformats.org/officeDocument/2006/relationships/tags" Target="../tags/tag39.xml"/><Relationship Id="rId11" Type="http://schemas.openxmlformats.org/officeDocument/2006/relationships/image" Target="../media/image3.png"/><Relationship Id="rId10" Type="http://schemas.openxmlformats.org/officeDocument/2006/relationships/tags" Target="../tags/tag38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52.xml"/><Relationship Id="rId7" Type="http://schemas.openxmlformats.org/officeDocument/2006/relationships/image" Target="../media/image1.png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5" Type="http://schemas.openxmlformats.org/officeDocument/2006/relationships/tags" Target="../tags/tag57.xml"/><Relationship Id="rId14" Type="http://schemas.openxmlformats.org/officeDocument/2006/relationships/tags" Target="../tags/tag56.xml"/><Relationship Id="rId13" Type="http://schemas.openxmlformats.org/officeDocument/2006/relationships/tags" Target="../tags/tag55.xml"/><Relationship Id="rId12" Type="http://schemas.openxmlformats.org/officeDocument/2006/relationships/tags" Target="../tags/tag54.xml"/><Relationship Id="rId11" Type="http://schemas.openxmlformats.org/officeDocument/2006/relationships/image" Target="../media/image3.png"/><Relationship Id="rId10" Type="http://schemas.openxmlformats.org/officeDocument/2006/relationships/tags" Target="../tags/tag5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63.xml"/><Relationship Id="rId7" Type="http://schemas.openxmlformats.org/officeDocument/2006/relationships/image" Target="../media/image1.png"/><Relationship Id="rId6" Type="http://schemas.openxmlformats.org/officeDocument/2006/relationships/tags" Target="../tags/tag62.xml"/><Relationship Id="rId5" Type="http://schemas.openxmlformats.org/officeDocument/2006/relationships/tags" Target="../tags/tag61.xml"/><Relationship Id="rId4" Type="http://schemas.openxmlformats.org/officeDocument/2006/relationships/tags" Target="../tags/tag60.xml"/><Relationship Id="rId3" Type="http://schemas.openxmlformats.org/officeDocument/2006/relationships/tags" Target="../tags/tag59.xml"/><Relationship Id="rId23" Type="http://schemas.openxmlformats.org/officeDocument/2006/relationships/tags" Target="../tags/tag76.xml"/><Relationship Id="rId22" Type="http://schemas.openxmlformats.org/officeDocument/2006/relationships/tags" Target="../tags/tag75.xml"/><Relationship Id="rId21" Type="http://schemas.openxmlformats.org/officeDocument/2006/relationships/tags" Target="../tags/tag74.xml"/><Relationship Id="rId20" Type="http://schemas.openxmlformats.org/officeDocument/2006/relationships/tags" Target="../tags/tag73.xml"/><Relationship Id="rId2" Type="http://schemas.openxmlformats.org/officeDocument/2006/relationships/tags" Target="../tags/tag58.xml"/><Relationship Id="rId19" Type="http://schemas.openxmlformats.org/officeDocument/2006/relationships/tags" Target="../tags/tag72.xml"/><Relationship Id="rId18" Type="http://schemas.openxmlformats.org/officeDocument/2006/relationships/tags" Target="../tags/tag71.xml"/><Relationship Id="rId17" Type="http://schemas.openxmlformats.org/officeDocument/2006/relationships/tags" Target="../tags/tag70.xml"/><Relationship Id="rId16" Type="http://schemas.openxmlformats.org/officeDocument/2006/relationships/tags" Target="../tags/tag69.xml"/><Relationship Id="rId15" Type="http://schemas.openxmlformats.org/officeDocument/2006/relationships/tags" Target="../tags/tag68.xml"/><Relationship Id="rId14" Type="http://schemas.openxmlformats.org/officeDocument/2006/relationships/tags" Target="../tags/tag67.xml"/><Relationship Id="rId13" Type="http://schemas.openxmlformats.org/officeDocument/2006/relationships/tags" Target="../tags/tag66.xml"/><Relationship Id="rId12" Type="http://schemas.openxmlformats.org/officeDocument/2006/relationships/tags" Target="../tags/tag65.xml"/><Relationship Id="rId11" Type="http://schemas.openxmlformats.org/officeDocument/2006/relationships/image" Target="../media/image3.png"/><Relationship Id="rId10" Type="http://schemas.openxmlformats.org/officeDocument/2006/relationships/tags" Target="../tags/tag64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82.xml"/><Relationship Id="rId7" Type="http://schemas.openxmlformats.org/officeDocument/2006/relationships/image" Target="../media/image1.png"/><Relationship Id="rId6" Type="http://schemas.openxmlformats.org/officeDocument/2006/relationships/tags" Target="../tags/tag81.xml"/><Relationship Id="rId5" Type="http://schemas.openxmlformats.org/officeDocument/2006/relationships/tags" Target="../tags/tag80.xml"/><Relationship Id="rId4" Type="http://schemas.openxmlformats.org/officeDocument/2006/relationships/tags" Target="../tags/tag79.xml"/><Relationship Id="rId3" Type="http://schemas.openxmlformats.org/officeDocument/2006/relationships/tags" Target="../tags/tag78.xml"/><Relationship Id="rId23" Type="http://schemas.openxmlformats.org/officeDocument/2006/relationships/tags" Target="../tags/tag95.xml"/><Relationship Id="rId22" Type="http://schemas.openxmlformats.org/officeDocument/2006/relationships/tags" Target="../tags/tag94.xml"/><Relationship Id="rId21" Type="http://schemas.openxmlformats.org/officeDocument/2006/relationships/tags" Target="../tags/tag93.xml"/><Relationship Id="rId20" Type="http://schemas.openxmlformats.org/officeDocument/2006/relationships/tags" Target="../tags/tag92.xml"/><Relationship Id="rId2" Type="http://schemas.openxmlformats.org/officeDocument/2006/relationships/tags" Target="../tags/tag77.xml"/><Relationship Id="rId19" Type="http://schemas.openxmlformats.org/officeDocument/2006/relationships/tags" Target="../tags/tag91.xml"/><Relationship Id="rId18" Type="http://schemas.openxmlformats.org/officeDocument/2006/relationships/tags" Target="../tags/tag90.xml"/><Relationship Id="rId17" Type="http://schemas.openxmlformats.org/officeDocument/2006/relationships/tags" Target="../tags/tag89.xml"/><Relationship Id="rId16" Type="http://schemas.openxmlformats.org/officeDocument/2006/relationships/tags" Target="../tags/tag88.xml"/><Relationship Id="rId15" Type="http://schemas.openxmlformats.org/officeDocument/2006/relationships/tags" Target="../tags/tag87.xml"/><Relationship Id="rId14" Type="http://schemas.openxmlformats.org/officeDocument/2006/relationships/tags" Target="../tags/tag86.xml"/><Relationship Id="rId13" Type="http://schemas.openxmlformats.org/officeDocument/2006/relationships/tags" Target="../tags/tag85.xml"/><Relationship Id="rId12" Type="http://schemas.openxmlformats.org/officeDocument/2006/relationships/tags" Target="../tags/tag84.xml"/><Relationship Id="rId11" Type="http://schemas.openxmlformats.org/officeDocument/2006/relationships/image" Target="../media/image3.png"/><Relationship Id="rId10" Type="http://schemas.openxmlformats.org/officeDocument/2006/relationships/tags" Target="../tags/tag83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101.xml"/><Relationship Id="rId7" Type="http://schemas.openxmlformats.org/officeDocument/2006/relationships/image" Target="../media/image1.png"/><Relationship Id="rId6" Type="http://schemas.openxmlformats.org/officeDocument/2006/relationships/tags" Target="../tags/tag100.xml"/><Relationship Id="rId5" Type="http://schemas.openxmlformats.org/officeDocument/2006/relationships/tags" Target="../tags/tag99.xml"/><Relationship Id="rId4" Type="http://schemas.openxmlformats.org/officeDocument/2006/relationships/tags" Target="../tags/tag98.xml"/><Relationship Id="rId3" Type="http://schemas.openxmlformats.org/officeDocument/2006/relationships/tags" Target="../tags/tag97.xml"/><Relationship Id="rId21" Type="http://schemas.openxmlformats.org/officeDocument/2006/relationships/tags" Target="../tags/tag112.xml"/><Relationship Id="rId20" Type="http://schemas.openxmlformats.org/officeDocument/2006/relationships/tags" Target="../tags/tag111.xml"/><Relationship Id="rId2" Type="http://schemas.openxmlformats.org/officeDocument/2006/relationships/tags" Target="../tags/tag96.xml"/><Relationship Id="rId19" Type="http://schemas.openxmlformats.org/officeDocument/2006/relationships/tags" Target="../tags/tag110.xml"/><Relationship Id="rId18" Type="http://schemas.openxmlformats.org/officeDocument/2006/relationships/tags" Target="../tags/tag109.xml"/><Relationship Id="rId17" Type="http://schemas.openxmlformats.org/officeDocument/2006/relationships/tags" Target="../tags/tag108.xml"/><Relationship Id="rId16" Type="http://schemas.openxmlformats.org/officeDocument/2006/relationships/tags" Target="../tags/tag107.xml"/><Relationship Id="rId15" Type="http://schemas.openxmlformats.org/officeDocument/2006/relationships/tags" Target="../tags/tag106.xml"/><Relationship Id="rId14" Type="http://schemas.openxmlformats.org/officeDocument/2006/relationships/tags" Target="../tags/tag105.xml"/><Relationship Id="rId13" Type="http://schemas.openxmlformats.org/officeDocument/2006/relationships/tags" Target="../tags/tag104.xml"/><Relationship Id="rId12" Type="http://schemas.openxmlformats.org/officeDocument/2006/relationships/tags" Target="../tags/tag103.xml"/><Relationship Id="rId11" Type="http://schemas.openxmlformats.org/officeDocument/2006/relationships/image" Target="../media/image3.png"/><Relationship Id="rId10" Type="http://schemas.openxmlformats.org/officeDocument/2006/relationships/tags" Target="../tags/tag102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99" Type="http://schemas.openxmlformats.org/officeDocument/2006/relationships/tags" Target="../tags/tag210.xml"/><Relationship Id="rId98" Type="http://schemas.openxmlformats.org/officeDocument/2006/relationships/tags" Target="../tags/tag209.xml"/><Relationship Id="rId97" Type="http://schemas.openxmlformats.org/officeDocument/2006/relationships/tags" Target="../tags/tag208.xml"/><Relationship Id="rId96" Type="http://schemas.openxmlformats.org/officeDocument/2006/relationships/tags" Target="../tags/tag207.xml"/><Relationship Id="rId95" Type="http://schemas.openxmlformats.org/officeDocument/2006/relationships/tags" Target="../tags/tag206.xml"/><Relationship Id="rId94" Type="http://schemas.openxmlformats.org/officeDocument/2006/relationships/tags" Target="../tags/tag205.xml"/><Relationship Id="rId93" Type="http://schemas.openxmlformats.org/officeDocument/2006/relationships/tags" Target="../tags/tag204.xml"/><Relationship Id="rId92" Type="http://schemas.openxmlformats.org/officeDocument/2006/relationships/tags" Target="../tags/tag203.xml"/><Relationship Id="rId91" Type="http://schemas.openxmlformats.org/officeDocument/2006/relationships/tags" Target="../tags/tag202.xml"/><Relationship Id="rId90" Type="http://schemas.openxmlformats.org/officeDocument/2006/relationships/tags" Target="../tags/tag201.xml"/><Relationship Id="rId9" Type="http://schemas.openxmlformats.org/officeDocument/2006/relationships/tags" Target="../tags/tag120.xml"/><Relationship Id="rId89" Type="http://schemas.openxmlformats.org/officeDocument/2006/relationships/tags" Target="../tags/tag200.xml"/><Relationship Id="rId88" Type="http://schemas.openxmlformats.org/officeDocument/2006/relationships/tags" Target="../tags/tag199.xml"/><Relationship Id="rId87" Type="http://schemas.openxmlformats.org/officeDocument/2006/relationships/tags" Target="../tags/tag198.xml"/><Relationship Id="rId86" Type="http://schemas.openxmlformats.org/officeDocument/2006/relationships/tags" Target="../tags/tag197.xml"/><Relationship Id="rId85" Type="http://schemas.openxmlformats.org/officeDocument/2006/relationships/tags" Target="../tags/tag196.xml"/><Relationship Id="rId84" Type="http://schemas.openxmlformats.org/officeDocument/2006/relationships/tags" Target="../tags/tag195.xml"/><Relationship Id="rId83" Type="http://schemas.openxmlformats.org/officeDocument/2006/relationships/tags" Target="../tags/tag194.xml"/><Relationship Id="rId82" Type="http://schemas.openxmlformats.org/officeDocument/2006/relationships/tags" Target="../tags/tag193.xml"/><Relationship Id="rId81" Type="http://schemas.openxmlformats.org/officeDocument/2006/relationships/tags" Target="../tags/tag192.xml"/><Relationship Id="rId80" Type="http://schemas.openxmlformats.org/officeDocument/2006/relationships/tags" Target="../tags/tag191.xml"/><Relationship Id="rId8" Type="http://schemas.openxmlformats.org/officeDocument/2006/relationships/tags" Target="../tags/tag119.xml"/><Relationship Id="rId79" Type="http://schemas.openxmlformats.org/officeDocument/2006/relationships/tags" Target="../tags/tag190.xml"/><Relationship Id="rId78" Type="http://schemas.openxmlformats.org/officeDocument/2006/relationships/tags" Target="../tags/tag189.xml"/><Relationship Id="rId77" Type="http://schemas.openxmlformats.org/officeDocument/2006/relationships/tags" Target="../tags/tag188.xml"/><Relationship Id="rId76" Type="http://schemas.openxmlformats.org/officeDocument/2006/relationships/tags" Target="../tags/tag187.xml"/><Relationship Id="rId75" Type="http://schemas.openxmlformats.org/officeDocument/2006/relationships/tags" Target="../tags/tag186.xml"/><Relationship Id="rId74" Type="http://schemas.openxmlformats.org/officeDocument/2006/relationships/tags" Target="../tags/tag185.xml"/><Relationship Id="rId73" Type="http://schemas.openxmlformats.org/officeDocument/2006/relationships/tags" Target="../tags/tag184.xml"/><Relationship Id="rId72" Type="http://schemas.openxmlformats.org/officeDocument/2006/relationships/tags" Target="../tags/tag183.xml"/><Relationship Id="rId71" Type="http://schemas.openxmlformats.org/officeDocument/2006/relationships/tags" Target="../tags/tag182.xml"/><Relationship Id="rId70" Type="http://schemas.openxmlformats.org/officeDocument/2006/relationships/tags" Target="../tags/tag181.xml"/><Relationship Id="rId7" Type="http://schemas.openxmlformats.org/officeDocument/2006/relationships/tags" Target="../tags/tag118.xml"/><Relationship Id="rId69" Type="http://schemas.openxmlformats.org/officeDocument/2006/relationships/tags" Target="../tags/tag180.xml"/><Relationship Id="rId68" Type="http://schemas.openxmlformats.org/officeDocument/2006/relationships/tags" Target="../tags/tag179.xml"/><Relationship Id="rId67" Type="http://schemas.openxmlformats.org/officeDocument/2006/relationships/tags" Target="../tags/tag178.xml"/><Relationship Id="rId66" Type="http://schemas.openxmlformats.org/officeDocument/2006/relationships/tags" Target="../tags/tag177.xml"/><Relationship Id="rId65" Type="http://schemas.openxmlformats.org/officeDocument/2006/relationships/tags" Target="../tags/tag176.xml"/><Relationship Id="rId64" Type="http://schemas.openxmlformats.org/officeDocument/2006/relationships/tags" Target="../tags/tag175.xml"/><Relationship Id="rId63" Type="http://schemas.openxmlformats.org/officeDocument/2006/relationships/tags" Target="../tags/tag174.xml"/><Relationship Id="rId62" Type="http://schemas.openxmlformats.org/officeDocument/2006/relationships/tags" Target="../tags/tag173.xml"/><Relationship Id="rId61" Type="http://schemas.openxmlformats.org/officeDocument/2006/relationships/tags" Target="../tags/tag172.xml"/><Relationship Id="rId60" Type="http://schemas.openxmlformats.org/officeDocument/2006/relationships/tags" Target="../tags/tag171.xml"/><Relationship Id="rId6" Type="http://schemas.openxmlformats.org/officeDocument/2006/relationships/tags" Target="../tags/tag117.xml"/><Relationship Id="rId59" Type="http://schemas.openxmlformats.org/officeDocument/2006/relationships/tags" Target="../tags/tag170.xml"/><Relationship Id="rId58" Type="http://schemas.openxmlformats.org/officeDocument/2006/relationships/tags" Target="../tags/tag169.xml"/><Relationship Id="rId57" Type="http://schemas.openxmlformats.org/officeDocument/2006/relationships/tags" Target="../tags/tag168.xml"/><Relationship Id="rId56" Type="http://schemas.openxmlformats.org/officeDocument/2006/relationships/tags" Target="../tags/tag167.xml"/><Relationship Id="rId55" Type="http://schemas.openxmlformats.org/officeDocument/2006/relationships/tags" Target="../tags/tag166.xml"/><Relationship Id="rId54" Type="http://schemas.openxmlformats.org/officeDocument/2006/relationships/tags" Target="../tags/tag165.xml"/><Relationship Id="rId53" Type="http://schemas.openxmlformats.org/officeDocument/2006/relationships/tags" Target="../tags/tag164.xml"/><Relationship Id="rId52" Type="http://schemas.openxmlformats.org/officeDocument/2006/relationships/tags" Target="../tags/tag163.xml"/><Relationship Id="rId51" Type="http://schemas.openxmlformats.org/officeDocument/2006/relationships/tags" Target="../tags/tag162.xml"/><Relationship Id="rId50" Type="http://schemas.openxmlformats.org/officeDocument/2006/relationships/tags" Target="../tags/tag161.xml"/><Relationship Id="rId5" Type="http://schemas.openxmlformats.org/officeDocument/2006/relationships/tags" Target="../tags/tag116.xml"/><Relationship Id="rId49" Type="http://schemas.openxmlformats.org/officeDocument/2006/relationships/tags" Target="../tags/tag160.xml"/><Relationship Id="rId48" Type="http://schemas.openxmlformats.org/officeDocument/2006/relationships/tags" Target="../tags/tag159.xml"/><Relationship Id="rId47" Type="http://schemas.openxmlformats.org/officeDocument/2006/relationships/tags" Target="../tags/tag158.xml"/><Relationship Id="rId46" Type="http://schemas.openxmlformats.org/officeDocument/2006/relationships/tags" Target="../tags/tag157.xml"/><Relationship Id="rId45" Type="http://schemas.openxmlformats.org/officeDocument/2006/relationships/tags" Target="../tags/tag156.xml"/><Relationship Id="rId44" Type="http://schemas.openxmlformats.org/officeDocument/2006/relationships/tags" Target="../tags/tag155.xml"/><Relationship Id="rId43" Type="http://schemas.openxmlformats.org/officeDocument/2006/relationships/tags" Target="../tags/tag154.xml"/><Relationship Id="rId42" Type="http://schemas.openxmlformats.org/officeDocument/2006/relationships/tags" Target="../tags/tag153.xml"/><Relationship Id="rId41" Type="http://schemas.openxmlformats.org/officeDocument/2006/relationships/tags" Target="../tags/tag152.xml"/><Relationship Id="rId40" Type="http://schemas.openxmlformats.org/officeDocument/2006/relationships/tags" Target="../tags/tag151.xml"/><Relationship Id="rId4" Type="http://schemas.openxmlformats.org/officeDocument/2006/relationships/tags" Target="../tags/tag115.xml"/><Relationship Id="rId39" Type="http://schemas.openxmlformats.org/officeDocument/2006/relationships/tags" Target="../tags/tag150.xml"/><Relationship Id="rId38" Type="http://schemas.openxmlformats.org/officeDocument/2006/relationships/tags" Target="../tags/tag149.xml"/><Relationship Id="rId37" Type="http://schemas.openxmlformats.org/officeDocument/2006/relationships/tags" Target="../tags/tag148.xml"/><Relationship Id="rId36" Type="http://schemas.openxmlformats.org/officeDocument/2006/relationships/tags" Target="../tags/tag147.xml"/><Relationship Id="rId35" Type="http://schemas.openxmlformats.org/officeDocument/2006/relationships/tags" Target="../tags/tag146.xml"/><Relationship Id="rId34" Type="http://schemas.openxmlformats.org/officeDocument/2006/relationships/tags" Target="../tags/tag145.xml"/><Relationship Id="rId33" Type="http://schemas.openxmlformats.org/officeDocument/2006/relationships/tags" Target="../tags/tag144.xml"/><Relationship Id="rId32" Type="http://schemas.openxmlformats.org/officeDocument/2006/relationships/tags" Target="../tags/tag143.xml"/><Relationship Id="rId31" Type="http://schemas.openxmlformats.org/officeDocument/2006/relationships/tags" Target="../tags/tag142.xml"/><Relationship Id="rId30" Type="http://schemas.openxmlformats.org/officeDocument/2006/relationships/tags" Target="../tags/tag141.xml"/><Relationship Id="rId3" Type="http://schemas.openxmlformats.org/officeDocument/2006/relationships/tags" Target="../tags/tag114.xml"/><Relationship Id="rId29" Type="http://schemas.openxmlformats.org/officeDocument/2006/relationships/tags" Target="../tags/tag140.xml"/><Relationship Id="rId28" Type="http://schemas.openxmlformats.org/officeDocument/2006/relationships/tags" Target="../tags/tag139.xml"/><Relationship Id="rId27" Type="http://schemas.openxmlformats.org/officeDocument/2006/relationships/tags" Target="../tags/tag138.xml"/><Relationship Id="rId26" Type="http://schemas.openxmlformats.org/officeDocument/2006/relationships/tags" Target="../tags/tag137.xml"/><Relationship Id="rId25" Type="http://schemas.openxmlformats.org/officeDocument/2006/relationships/tags" Target="../tags/tag136.xml"/><Relationship Id="rId24" Type="http://schemas.openxmlformats.org/officeDocument/2006/relationships/tags" Target="../tags/tag135.xml"/><Relationship Id="rId23" Type="http://schemas.openxmlformats.org/officeDocument/2006/relationships/tags" Target="../tags/tag134.xml"/><Relationship Id="rId22" Type="http://schemas.openxmlformats.org/officeDocument/2006/relationships/tags" Target="../tags/tag133.xml"/><Relationship Id="rId21" Type="http://schemas.openxmlformats.org/officeDocument/2006/relationships/tags" Target="../tags/tag132.xml"/><Relationship Id="rId20" Type="http://schemas.openxmlformats.org/officeDocument/2006/relationships/tags" Target="../tags/tag131.xml"/><Relationship Id="rId2" Type="http://schemas.openxmlformats.org/officeDocument/2006/relationships/tags" Target="../tags/tag113.xml"/><Relationship Id="rId193" Type="http://schemas.openxmlformats.org/officeDocument/2006/relationships/tags" Target="../tags/tag304.xml"/><Relationship Id="rId192" Type="http://schemas.openxmlformats.org/officeDocument/2006/relationships/tags" Target="../tags/tag303.xml"/><Relationship Id="rId191" Type="http://schemas.openxmlformats.org/officeDocument/2006/relationships/tags" Target="../tags/tag302.xml"/><Relationship Id="rId190" Type="http://schemas.openxmlformats.org/officeDocument/2006/relationships/tags" Target="../tags/tag301.xml"/><Relationship Id="rId19" Type="http://schemas.openxmlformats.org/officeDocument/2006/relationships/tags" Target="../tags/tag130.xml"/><Relationship Id="rId189" Type="http://schemas.openxmlformats.org/officeDocument/2006/relationships/tags" Target="../tags/tag300.xml"/><Relationship Id="rId188" Type="http://schemas.openxmlformats.org/officeDocument/2006/relationships/tags" Target="../tags/tag299.xml"/><Relationship Id="rId187" Type="http://schemas.openxmlformats.org/officeDocument/2006/relationships/tags" Target="../tags/tag298.xml"/><Relationship Id="rId186" Type="http://schemas.openxmlformats.org/officeDocument/2006/relationships/tags" Target="../tags/tag297.xml"/><Relationship Id="rId185" Type="http://schemas.openxmlformats.org/officeDocument/2006/relationships/tags" Target="../tags/tag296.xml"/><Relationship Id="rId184" Type="http://schemas.openxmlformats.org/officeDocument/2006/relationships/tags" Target="../tags/tag295.xml"/><Relationship Id="rId183" Type="http://schemas.openxmlformats.org/officeDocument/2006/relationships/tags" Target="../tags/tag294.xml"/><Relationship Id="rId182" Type="http://schemas.openxmlformats.org/officeDocument/2006/relationships/tags" Target="../tags/tag293.xml"/><Relationship Id="rId181" Type="http://schemas.openxmlformats.org/officeDocument/2006/relationships/tags" Target="../tags/tag292.xml"/><Relationship Id="rId180" Type="http://schemas.openxmlformats.org/officeDocument/2006/relationships/tags" Target="../tags/tag291.xml"/><Relationship Id="rId18" Type="http://schemas.openxmlformats.org/officeDocument/2006/relationships/tags" Target="../tags/tag129.xml"/><Relationship Id="rId179" Type="http://schemas.openxmlformats.org/officeDocument/2006/relationships/tags" Target="../tags/tag290.xml"/><Relationship Id="rId178" Type="http://schemas.openxmlformats.org/officeDocument/2006/relationships/tags" Target="../tags/tag289.xml"/><Relationship Id="rId177" Type="http://schemas.openxmlformats.org/officeDocument/2006/relationships/tags" Target="../tags/tag288.xml"/><Relationship Id="rId176" Type="http://schemas.openxmlformats.org/officeDocument/2006/relationships/tags" Target="../tags/tag287.xml"/><Relationship Id="rId175" Type="http://schemas.openxmlformats.org/officeDocument/2006/relationships/tags" Target="../tags/tag286.xml"/><Relationship Id="rId174" Type="http://schemas.openxmlformats.org/officeDocument/2006/relationships/tags" Target="../tags/tag285.xml"/><Relationship Id="rId173" Type="http://schemas.openxmlformats.org/officeDocument/2006/relationships/tags" Target="../tags/tag284.xml"/><Relationship Id="rId172" Type="http://schemas.openxmlformats.org/officeDocument/2006/relationships/tags" Target="../tags/tag283.xml"/><Relationship Id="rId171" Type="http://schemas.openxmlformats.org/officeDocument/2006/relationships/tags" Target="../tags/tag282.xml"/><Relationship Id="rId170" Type="http://schemas.openxmlformats.org/officeDocument/2006/relationships/tags" Target="../tags/tag281.xml"/><Relationship Id="rId17" Type="http://schemas.openxmlformats.org/officeDocument/2006/relationships/tags" Target="../tags/tag128.xml"/><Relationship Id="rId169" Type="http://schemas.openxmlformats.org/officeDocument/2006/relationships/tags" Target="../tags/tag280.xml"/><Relationship Id="rId168" Type="http://schemas.openxmlformats.org/officeDocument/2006/relationships/tags" Target="../tags/tag279.xml"/><Relationship Id="rId167" Type="http://schemas.openxmlformats.org/officeDocument/2006/relationships/tags" Target="../tags/tag278.xml"/><Relationship Id="rId166" Type="http://schemas.openxmlformats.org/officeDocument/2006/relationships/tags" Target="../tags/tag277.xml"/><Relationship Id="rId165" Type="http://schemas.openxmlformats.org/officeDocument/2006/relationships/tags" Target="../tags/tag276.xml"/><Relationship Id="rId164" Type="http://schemas.openxmlformats.org/officeDocument/2006/relationships/tags" Target="../tags/tag275.xml"/><Relationship Id="rId163" Type="http://schemas.openxmlformats.org/officeDocument/2006/relationships/tags" Target="../tags/tag274.xml"/><Relationship Id="rId162" Type="http://schemas.openxmlformats.org/officeDocument/2006/relationships/tags" Target="../tags/tag273.xml"/><Relationship Id="rId161" Type="http://schemas.openxmlformats.org/officeDocument/2006/relationships/tags" Target="../tags/tag272.xml"/><Relationship Id="rId160" Type="http://schemas.openxmlformats.org/officeDocument/2006/relationships/tags" Target="../tags/tag271.xml"/><Relationship Id="rId16" Type="http://schemas.openxmlformats.org/officeDocument/2006/relationships/tags" Target="../tags/tag127.xml"/><Relationship Id="rId159" Type="http://schemas.openxmlformats.org/officeDocument/2006/relationships/tags" Target="../tags/tag270.xml"/><Relationship Id="rId158" Type="http://schemas.openxmlformats.org/officeDocument/2006/relationships/tags" Target="../tags/tag269.xml"/><Relationship Id="rId157" Type="http://schemas.openxmlformats.org/officeDocument/2006/relationships/tags" Target="../tags/tag268.xml"/><Relationship Id="rId156" Type="http://schemas.openxmlformats.org/officeDocument/2006/relationships/tags" Target="../tags/tag267.xml"/><Relationship Id="rId155" Type="http://schemas.openxmlformats.org/officeDocument/2006/relationships/tags" Target="../tags/tag266.xml"/><Relationship Id="rId154" Type="http://schemas.openxmlformats.org/officeDocument/2006/relationships/tags" Target="../tags/tag265.xml"/><Relationship Id="rId153" Type="http://schemas.openxmlformats.org/officeDocument/2006/relationships/tags" Target="../tags/tag264.xml"/><Relationship Id="rId152" Type="http://schemas.openxmlformats.org/officeDocument/2006/relationships/tags" Target="../tags/tag263.xml"/><Relationship Id="rId151" Type="http://schemas.openxmlformats.org/officeDocument/2006/relationships/tags" Target="../tags/tag262.xml"/><Relationship Id="rId150" Type="http://schemas.openxmlformats.org/officeDocument/2006/relationships/tags" Target="../tags/tag261.xml"/><Relationship Id="rId15" Type="http://schemas.openxmlformats.org/officeDocument/2006/relationships/tags" Target="../tags/tag126.xml"/><Relationship Id="rId149" Type="http://schemas.openxmlformats.org/officeDocument/2006/relationships/tags" Target="../tags/tag260.xml"/><Relationship Id="rId148" Type="http://schemas.openxmlformats.org/officeDocument/2006/relationships/tags" Target="../tags/tag259.xml"/><Relationship Id="rId147" Type="http://schemas.openxmlformats.org/officeDocument/2006/relationships/tags" Target="../tags/tag258.xml"/><Relationship Id="rId146" Type="http://schemas.openxmlformats.org/officeDocument/2006/relationships/tags" Target="../tags/tag257.xml"/><Relationship Id="rId145" Type="http://schemas.openxmlformats.org/officeDocument/2006/relationships/tags" Target="../tags/tag256.xml"/><Relationship Id="rId144" Type="http://schemas.openxmlformats.org/officeDocument/2006/relationships/tags" Target="../tags/tag255.xml"/><Relationship Id="rId143" Type="http://schemas.openxmlformats.org/officeDocument/2006/relationships/tags" Target="../tags/tag254.xml"/><Relationship Id="rId142" Type="http://schemas.openxmlformats.org/officeDocument/2006/relationships/tags" Target="../tags/tag253.xml"/><Relationship Id="rId141" Type="http://schemas.openxmlformats.org/officeDocument/2006/relationships/tags" Target="../tags/tag252.xml"/><Relationship Id="rId140" Type="http://schemas.openxmlformats.org/officeDocument/2006/relationships/tags" Target="../tags/tag251.xml"/><Relationship Id="rId14" Type="http://schemas.openxmlformats.org/officeDocument/2006/relationships/tags" Target="../tags/tag125.xml"/><Relationship Id="rId139" Type="http://schemas.openxmlformats.org/officeDocument/2006/relationships/tags" Target="../tags/tag250.xml"/><Relationship Id="rId138" Type="http://schemas.openxmlformats.org/officeDocument/2006/relationships/tags" Target="../tags/tag249.xml"/><Relationship Id="rId137" Type="http://schemas.openxmlformats.org/officeDocument/2006/relationships/tags" Target="../tags/tag248.xml"/><Relationship Id="rId136" Type="http://schemas.openxmlformats.org/officeDocument/2006/relationships/tags" Target="../tags/tag247.xml"/><Relationship Id="rId135" Type="http://schemas.openxmlformats.org/officeDocument/2006/relationships/tags" Target="../tags/tag246.xml"/><Relationship Id="rId134" Type="http://schemas.openxmlformats.org/officeDocument/2006/relationships/tags" Target="../tags/tag245.xml"/><Relationship Id="rId133" Type="http://schemas.openxmlformats.org/officeDocument/2006/relationships/tags" Target="../tags/tag244.xml"/><Relationship Id="rId132" Type="http://schemas.openxmlformats.org/officeDocument/2006/relationships/tags" Target="../tags/tag243.xml"/><Relationship Id="rId131" Type="http://schemas.openxmlformats.org/officeDocument/2006/relationships/tags" Target="../tags/tag242.xml"/><Relationship Id="rId130" Type="http://schemas.openxmlformats.org/officeDocument/2006/relationships/tags" Target="../tags/tag241.xml"/><Relationship Id="rId13" Type="http://schemas.openxmlformats.org/officeDocument/2006/relationships/tags" Target="../tags/tag124.xml"/><Relationship Id="rId129" Type="http://schemas.openxmlformats.org/officeDocument/2006/relationships/tags" Target="../tags/tag240.xml"/><Relationship Id="rId128" Type="http://schemas.openxmlformats.org/officeDocument/2006/relationships/tags" Target="../tags/tag239.xml"/><Relationship Id="rId127" Type="http://schemas.openxmlformats.org/officeDocument/2006/relationships/tags" Target="../tags/tag238.xml"/><Relationship Id="rId126" Type="http://schemas.openxmlformats.org/officeDocument/2006/relationships/tags" Target="../tags/tag237.xml"/><Relationship Id="rId125" Type="http://schemas.openxmlformats.org/officeDocument/2006/relationships/tags" Target="../tags/tag236.xml"/><Relationship Id="rId124" Type="http://schemas.openxmlformats.org/officeDocument/2006/relationships/tags" Target="../tags/tag235.xml"/><Relationship Id="rId123" Type="http://schemas.openxmlformats.org/officeDocument/2006/relationships/tags" Target="../tags/tag234.xml"/><Relationship Id="rId122" Type="http://schemas.openxmlformats.org/officeDocument/2006/relationships/tags" Target="../tags/tag233.xml"/><Relationship Id="rId121" Type="http://schemas.openxmlformats.org/officeDocument/2006/relationships/tags" Target="../tags/tag232.xml"/><Relationship Id="rId120" Type="http://schemas.openxmlformats.org/officeDocument/2006/relationships/tags" Target="../tags/tag231.xml"/><Relationship Id="rId12" Type="http://schemas.openxmlformats.org/officeDocument/2006/relationships/tags" Target="../tags/tag123.xml"/><Relationship Id="rId119" Type="http://schemas.openxmlformats.org/officeDocument/2006/relationships/tags" Target="../tags/tag230.xml"/><Relationship Id="rId118" Type="http://schemas.openxmlformats.org/officeDocument/2006/relationships/tags" Target="../tags/tag229.xml"/><Relationship Id="rId117" Type="http://schemas.openxmlformats.org/officeDocument/2006/relationships/tags" Target="../tags/tag228.xml"/><Relationship Id="rId116" Type="http://schemas.openxmlformats.org/officeDocument/2006/relationships/tags" Target="../tags/tag227.xml"/><Relationship Id="rId115" Type="http://schemas.openxmlformats.org/officeDocument/2006/relationships/tags" Target="../tags/tag226.xml"/><Relationship Id="rId114" Type="http://schemas.openxmlformats.org/officeDocument/2006/relationships/tags" Target="../tags/tag225.xml"/><Relationship Id="rId113" Type="http://schemas.openxmlformats.org/officeDocument/2006/relationships/tags" Target="../tags/tag224.xml"/><Relationship Id="rId112" Type="http://schemas.openxmlformats.org/officeDocument/2006/relationships/tags" Target="../tags/tag223.xml"/><Relationship Id="rId111" Type="http://schemas.openxmlformats.org/officeDocument/2006/relationships/tags" Target="../tags/tag222.xml"/><Relationship Id="rId110" Type="http://schemas.openxmlformats.org/officeDocument/2006/relationships/tags" Target="../tags/tag221.xml"/><Relationship Id="rId11" Type="http://schemas.openxmlformats.org/officeDocument/2006/relationships/tags" Target="../tags/tag122.xml"/><Relationship Id="rId109" Type="http://schemas.openxmlformats.org/officeDocument/2006/relationships/tags" Target="../tags/tag220.xml"/><Relationship Id="rId108" Type="http://schemas.openxmlformats.org/officeDocument/2006/relationships/tags" Target="../tags/tag219.xml"/><Relationship Id="rId107" Type="http://schemas.openxmlformats.org/officeDocument/2006/relationships/tags" Target="../tags/tag218.xml"/><Relationship Id="rId106" Type="http://schemas.openxmlformats.org/officeDocument/2006/relationships/tags" Target="../tags/tag217.xml"/><Relationship Id="rId105" Type="http://schemas.openxmlformats.org/officeDocument/2006/relationships/tags" Target="../tags/tag216.xml"/><Relationship Id="rId104" Type="http://schemas.openxmlformats.org/officeDocument/2006/relationships/tags" Target="../tags/tag215.xml"/><Relationship Id="rId103" Type="http://schemas.openxmlformats.org/officeDocument/2006/relationships/tags" Target="../tags/tag214.xml"/><Relationship Id="rId102" Type="http://schemas.openxmlformats.org/officeDocument/2006/relationships/tags" Target="../tags/tag213.xml"/><Relationship Id="rId101" Type="http://schemas.openxmlformats.org/officeDocument/2006/relationships/tags" Target="../tags/tag212.xml"/><Relationship Id="rId100" Type="http://schemas.openxmlformats.org/officeDocument/2006/relationships/tags" Target="../tags/tag211.xml"/><Relationship Id="rId10" Type="http://schemas.openxmlformats.org/officeDocument/2006/relationships/tags" Target="../tags/tag12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4" Type="http://schemas.openxmlformats.org/officeDocument/2006/relationships/tags" Target="../tags/tag307.xml"/><Relationship Id="rId3" Type="http://schemas.openxmlformats.org/officeDocument/2006/relationships/tags" Target="../tags/tag306.xml"/><Relationship Id="rId2" Type="http://schemas.openxmlformats.org/officeDocument/2006/relationships/tags" Target="../tags/tag30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9" Type="http://schemas.openxmlformats.org/officeDocument/2006/relationships/tags" Target="../tags/tag314.xml"/><Relationship Id="rId8" Type="http://schemas.openxmlformats.org/officeDocument/2006/relationships/image" Target="../media/image1.png"/><Relationship Id="rId7" Type="http://schemas.openxmlformats.org/officeDocument/2006/relationships/tags" Target="../tags/tag313.xml"/><Relationship Id="rId6" Type="http://schemas.openxmlformats.org/officeDocument/2006/relationships/tags" Target="../tags/tag312.xml"/><Relationship Id="rId5" Type="http://schemas.openxmlformats.org/officeDocument/2006/relationships/tags" Target="../tags/tag311.xml"/><Relationship Id="rId4" Type="http://schemas.openxmlformats.org/officeDocument/2006/relationships/tags" Target="../tags/tag310.xml"/><Relationship Id="rId3" Type="http://schemas.openxmlformats.org/officeDocument/2006/relationships/tags" Target="../tags/tag309.xml"/><Relationship Id="rId2" Type="http://schemas.openxmlformats.org/officeDocument/2006/relationships/tags" Target="../tags/tag308.xml"/><Relationship Id="rId13" Type="http://schemas.openxmlformats.org/officeDocument/2006/relationships/tags" Target="../tags/tag316.xml"/><Relationship Id="rId12" Type="http://schemas.openxmlformats.org/officeDocument/2006/relationships/image" Target="../media/image3.png"/><Relationship Id="rId11" Type="http://schemas.openxmlformats.org/officeDocument/2006/relationships/tags" Target="../tags/tag315.xml"/><Relationship Id="rId10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5" Type="http://schemas.openxmlformats.org/officeDocument/2006/relationships/tags" Target="../tags/tag320.xml"/><Relationship Id="rId4" Type="http://schemas.openxmlformats.org/officeDocument/2006/relationships/tags" Target="../tags/tag319.xml"/><Relationship Id="rId3" Type="http://schemas.openxmlformats.org/officeDocument/2006/relationships/tags" Target="../tags/tag318.xml"/><Relationship Id="rId2" Type="http://schemas.openxmlformats.org/officeDocument/2006/relationships/tags" Target="../tags/tag317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3968" y="136131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3968" y="384098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184" y="1983597"/>
            <a:ext cx="10515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523097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184" y="1983597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039" y="516256"/>
            <a:ext cx="10515890" cy="132434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039" y="1935192"/>
            <a:ext cx="5163349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8039" y="2818085"/>
            <a:ext cx="5163349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66931" y="1935192"/>
            <a:ext cx="5186998" cy="8277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66931" y="2818085"/>
            <a:ext cx="5186998" cy="352369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184" y="723122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1584" y="723123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8184" y="2323322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884" y="523097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184" y="523097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838184" y="523097"/>
            <a:ext cx="10515600" cy="58118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7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109728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idx="16386" hasCustomPrompt="1"/>
            <p:custDataLst>
              <p:tags r:id="rId14"/>
            </p:custDataLst>
          </p:nvPr>
        </p:nvSpPr>
        <p:spPr>
          <a:xfrm>
            <a:off x="609600" y="2997200"/>
            <a:ext cx="51816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7" hasCustomPrompt="1"/>
            <p:custDataLst>
              <p:tags r:id="rId15"/>
            </p:custDataLst>
          </p:nvPr>
        </p:nvSpPr>
        <p:spPr>
          <a:xfrm>
            <a:off x="609600" y="3556000"/>
            <a:ext cx="51816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8" hasCustomPrompt="1"/>
            <p:custDataLst>
              <p:tags r:id="rId16"/>
            </p:custDataLst>
          </p:nvPr>
        </p:nvSpPr>
        <p:spPr>
          <a:xfrm>
            <a:off x="6400800" y="2997200"/>
            <a:ext cx="51816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9" hasCustomPrompt="1"/>
            <p:custDataLst>
              <p:tags r:id="rId17"/>
            </p:custDataLst>
          </p:nvPr>
        </p:nvSpPr>
        <p:spPr>
          <a:xfrm>
            <a:off x="6400800" y="3556000"/>
            <a:ext cx="51816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109728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t>单击此处添加标题</a:t>
            </a:r>
          </a:p>
        </p:txBody>
      </p:sp>
      <p:sp>
        <p:nvSpPr>
          <p:cNvPr id="16" name="文本占位符 15"/>
          <p:cNvSpPr>
            <a:spLocks noGrp="1"/>
          </p:cNvSpPr>
          <p:nvPr>
            <p:ph type="body" idx="16386" hasCustomPrompt="1"/>
            <p:custDataLst>
              <p:tags r:id="rId14"/>
            </p:custDataLst>
          </p:nvPr>
        </p:nvSpPr>
        <p:spPr>
          <a:xfrm>
            <a:off x="609600" y="1524000"/>
            <a:ext cx="345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2" hasCustomPrompt="1"/>
            <p:custDataLst>
              <p:tags r:id="rId15"/>
            </p:custDataLst>
          </p:nvPr>
        </p:nvSpPr>
        <p:spPr>
          <a:xfrm>
            <a:off x="609600" y="2082800"/>
            <a:ext cx="3454400" cy="4165600"/>
          </a:xfrm>
          <a:custGeom>
            <a:avLst/>
            <a:gdLst>
              <a:gd name="connisteX0" fmla="*/ 0 w 3454400"/>
              <a:gd name="connsiteY0" fmla="*/ 203200 h 4165600"/>
              <a:gd name="connisteX1" fmla="*/ 203200 w 3454400"/>
              <a:gd name="connsiteY1" fmla="*/ 0 h 4165600"/>
              <a:gd name="connisteX2" fmla="*/ 3251200 w 3454400"/>
              <a:gd name="connsiteY2" fmla="*/ 0 h 4165600"/>
              <a:gd name="connisteX3" fmla="*/ 3454400 w 3454400"/>
              <a:gd name="connsiteY3" fmla="*/ 203200 h 4165600"/>
              <a:gd name="connisteX4" fmla="*/ 3454400 w 3454400"/>
              <a:gd name="connsiteY4" fmla="*/ 3962400 h 4165600"/>
              <a:gd name="connisteX5" fmla="*/ 3251200 w 3454400"/>
              <a:gd name="connsiteY5" fmla="*/ 4165600 h 4165600"/>
              <a:gd name="connisteX6" fmla="*/ 203200 w 3454400"/>
              <a:gd name="connsiteY6" fmla="*/ 4165600 h 4165600"/>
              <a:gd name="connisteX7" fmla="*/ 0 w 3454400"/>
              <a:gd name="connsiteY7" fmla="*/ 3962400 h 4165600"/>
              <a:gd name="connisteX8" fmla="*/ 0 w 34544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962400"/>
                </a:lnTo>
                <a:cubicBezTo>
                  <a:pt x="3454400" y="4074624"/>
                  <a:pt x="3363424" y="4165600"/>
                  <a:pt x="32512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7" hasCustomPrompt="1"/>
            <p:custDataLst>
              <p:tags r:id="rId16"/>
            </p:custDataLst>
          </p:nvPr>
        </p:nvSpPr>
        <p:spPr>
          <a:xfrm>
            <a:off x="914400" y="2336800"/>
            <a:ext cx="2844800" cy="3657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8" hasCustomPrompt="1"/>
            <p:custDataLst>
              <p:tags r:id="rId17"/>
            </p:custDataLst>
          </p:nvPr>
        </p:nvSpPr>
        <p:spPr>
          <a:xfrm>
            <a:off x="4368800" y="1524000"/>
            <a:ext cx="345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3" hasCustomPrompt="1"/>
            <p:custDataLst>
              <p:tags r:id="rId18"/>
            </p:custDataLst>
          </p:nvPr>
        </p:nvSpPr>
        <p:spPr>
          <a:xfrm>
            <a:off x="4368800" y="2082800"/>
            <a:ext cx="3454400" cy="4165600"/>
          </a:xfrm>
          <a:custGeom>
            <a:avLst/>
            <a:gdLst>
              <a:gd name="connisteX0" fmla="*/ 0 w 3454400"/>
              <a:gd name="connsiteY0" fmla="*/ 203200 h 4165600"/>
              <a:gd name="connisteX1" fmla="*/ 203200 w 3454400"/>
              <a:gd name="connsiteY1" fmla="*/ 0 h 4165600"/>
              <a:gd name="connisteX2" fmla="*/ 3251200 w 3454400"/>
              <a:gd name="connsiteY2" fmla="*/ 0 h 4165600"/>
              <a:gd name="connisteX3" fmla="*/ 3454400 w 3454400"/>
              <a:gd name="connsiteY3" fmla="*/ 203200 h 4165600"/>
              <a:gd name="connisteX4" fmla="*/ 3454400 w 3454400"/>
              <a:gd name="connsiteY4" fmla="*/ 3962400 h 4165600"/>
              <a:gd name="connisteX5" fmla="*/ 3251200 w 3454400"/>
              <a:gd name="connsiteY5" fmla="*/ 4165600 h 4165600"/>
              <a:gd name="connisteX6" fmla="*/ 203200 w 3454400"/>
              <a:gd name="connsiteY6" fmla="*/ 4165600 h 4165600"/>
              <a:gd name="connisteX7" fmla="*/ 0 w 3454400"/>
              <a:gd name="connsiteY7" fmla="*/ 3962400 h 4165600"/>
              <a:gd name="connisteX8" fmla="*/ 0 w 34544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962400"/>
                </a:lnTo>
                <a:cubicBezTo>
                  <a:pt x="3454400" y="4074624"/>
                  <a:pt x="3363424" y="4165600"/>
                  <a:pt x="32512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89" hasCustomPrompt="1"/>
            <p:custDataLst>
              <p:tags r:id="rId19"/>
            </p:custDataLst>
          </p:nvPr>
        </p:nvSpPr>
        <p:spPr>
          <a:xfrm>
            <a:off x="4673600" y="2336800"/>
            <a:ext cx="2844800" cy="3657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90" hasCustomPrompt="1"/>
            <p:custDataLst>
              <p:tags r:id="rId20"/>
            </p:custDataLst>
          </p:nvPr>
        </p:nvSpPr>
        <p:spPr>
          <a:xfrm>
            <a:off x="8128000" y="1524000"/>
            <a:ext cx="345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16394" hasCustomPrompt="1"/>
            <p:custDataLst>
              <p:tags r:id="rId21"/>
            </p:custDataLst>
          </p:nvPr>
        </p:nvSpPr>
        <p:spPr>
          <a:xfrm>
            <a:off x="8128000" y="2082800"/>
            <a:ext cx="3454400" cy="4165600"/>
          </a:xfrm>
          <a:custGeom>
            <a:avLst/>
            <a:gdLst>
              <a:gd name="connisteX0" fmla="*/ 0 w 3454400"/>
              <a:gd name="connsiteY0" fmla="*/ 203200 h 4165600"/>
              <a:gd name="connisteX1" fmla="*/ 203200 w 3454400"/>
              <a:gd name="connsiteY1" fmla="*/ 0 h 4165600"/>
              <a:gd name="connisteX2" fmla="*/ 3251200 w 3454400"/>
              <a:gd name="connsiteY2" fmla="*/ 0 h 4165600"/>
              <a:gd name="connisteX3" fmla="*/ 3454400 w 3454400"/>
              <a:gd name="connsiteY3" fmla="*/ 203200 h 4165600"/>
              <a:gd name="connisteX4" fmla="*/ 3454400 w 3454400"/>
              <a:gd name="connsiteY4" fmla="*/ 3962400 h 4165600"/>
              <a:gd name="connisteX5" fmla="*/ 3251200 w 3454400"/>
              <a:gd name="connsiteY5" fmla="*/ 4165600 h 4165600"/>
              <a:gd name="connisteX6" fmla="*/ 203200 w 3454400"/>
              <a:gd name="connsiteY6" fmla="*/ 4165600 h 4165600"/>
              <a:gd name="connisteX7" fmla="*/ 0 w 3454400"/>
              <a:gd name="connsiteY7" fmla="*/ 3962400 h 4165600"/>
              <a:gd name="connisteX8" fmla="*/ 0 w 3454400"/>
              <a:gd name="connsiteY8" fmla="*/ 203200 h 4165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165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3962400"/>
                </a:lnTo>
                <a:cubicBezTo>
                  <a:pt x="3454400" y="4074624"/>
                  <a:pt x="3363424" y="4165600"/>
                  <a:pt x="3251200" y="4165600"/>
                </a:cubicBezTo>
                <a:lnTo>
                  <a:pt x="203200" y="4165600"/>
                </a:lnTo>
                <a:cubicBezTo>
                  <a:pt x="90976" y="4165600"/>
                  <a:pt x="0" y="4074624"/>
                  <a:pt x="0" y="39624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391" hasCustomPrompt="1"/>
            <p:custDataLst>
              <p:tags r:id="rId22"/>
            </p:custDataLst>
          </p:nvPr>
        </p:nvSpPr>
        <p:spPr>
          <a:xfrm>
            <a:off x="8432800" y="2336800"/>
            <a:ext cx="2844800" cy="3657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4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109728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装饰  5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609600" y="2133600"/>
            <a:ext cx="5334000" cy="3505200"/>
          </a:xfrm>
          <a:custGeom>
            <a:avLst/>
            <a:gdLst>
              <a:gd name="connisteX0" fmla="*/ 0 w 5334000"/>
              <a:gd name="connsiteY0" fmla="*/ 203200 h 3505200"/>
              <a:gd name="connisteX1" fmla="*/ 203200 w 5334000"/>
              <a:gd name="connsiteY1" fmla="*/ 0 h 3505200"/>
              <a:gd name="connisteX2" fmla="*/ 5130800 w 5334000"/>
              <a:gd name="connsiteY2" fmla="*/ 0 h 3505200"/>
              <a:gd name="connisteX3" fmla="*/ 5334000 w 5334000"/>
              <a:gd name="connsiteY3" fmla="*/ 203200 h 3505200"/>
              <a:gd name="connisteX4" fmla="*/ 5334000 w 5334000"/>
              <a:gd name="connsiteY4" fmla="*/ 3302000 h 3505200"/>
              <a:gd name="connisteX5" fmla="*/ 5130800 w 5334000"/>
              <a:gd name="connsiteY5" fmla="*/ 3505200 h 3505200"/>
              <a:gd name="connisteX6" fmla="*/ 203200 w 5334000"/>
              <a:gd name="connsiteY6" fmla="*/ 3505200 h 3505200"/>
              <a:gd name="connisteX7" fmla="*/ 0 w 5334000"/>
              <a:gd name="connsiteY7" fmla="*/ 3302000 h 3505200"/>
              <a:gd name="connisteX8" fmla="*/ 0 w 5334000"/>
              <a:gd name="connsiteY8" fmla="*/ 203200 h 3505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3505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3302000"/>
                </a:lnTo>
                <a:cubicBezTo>
                  <a:pt x="5334000" y="3414224"/>
                  <a:pt x="5243024" y="3505200"/>
                  <a:pt x="5130800" y="3505200"/>
                </a:cubicBezTo>
                <a:lnTo>
                  <a:pt x="203200" y="3505200"/>
                </a:lnTo>
                <a:cubicBezTo>
                  <a:pt x="90976" y="3505200"/>
                  <a:pt x="0" y="3414224"/>
                  <a:pt x="0" y="3302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6" hasCustomPrompt="1"/>
            <p:custDataLst>
              <p:tags r:id="rId15"/>
            </p:custDataLst>
          </p:nvPr>
        </p:nvSpPr>
        <p:spPr>
          <a:xfrm>
            <a:off x="914400" y="29972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7" hasCustomPrompt="1"/>
            <p:custDataLst>
              <p:tags r:id="rId16"/>
            </p:custDataLst>
          </p:nvPr>
        </p:nvSpPr>
        <p:spPr>
          <a:xfrm>
            <a:off x="914400" y="3556000"/>
            <a:ext cx="47244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9" name="装饰  8"/>
          <p:cNvSpPr>
            <a:spLocks noGrp="1"/>
          </p:cNvSpPr>
          <p:nvPr>
            <p:ph type="body" idx="16391" hasCustomPrompt="1"/>
            <p:custDataLst>
              <p:tags r:id="rId17"/>
            </p:custDataLst>
          </p:nvPr>
        </p:nvSpPr>
        <p:spPr>
          <a:xfrm>
            <a:off x="6248400" y="2133600"/>
            <a:ext cx="5334000" cy="3505200"/>
          </a:xfrm>
          <a:custGeom>
            <a:avLst/>
            <a:gdLst>
              <a:gd name="connisteX0" fmla="*/ 0 w 5334000"/>
              <a:gd name="connsiteY0" fmla="*/ 203200 h 3505200"/>
              <a:gd name="connisteX1" fmla="*/ 203200 w 5334000"/>
              <a:gd name="connsiteY1" fmla="*/ 0 h 3505200"/>
              <a:gd name="connisteX2" fmla="*/ 5130800 w 5334000"/>
              <a:gd name="connsiteY2" fmla="*/ 0 h 3505200"/>
              <a:gd name="connisteX3" fmla="*/ 5334000 w 5334000"/>
              <a:gd name="connsiteY3" fmla="*/ 203200 h 3505200"/>
              <a:gd name="connisteX4" fmla="*/ 5334000 w 5334000"/>
              <a:gd name="connsiteY4" fmla="*/ 3302000 h 3505200"/>
              <a:gd name="connisteX5" fmla="*/ 5130800 w 5334000"/>
              <a:gd name="connsiteY5" fmla="*/ 3505200 h 3505200"/>
              <a:gd name="connisteX6" fmla="*/ 203200 w 5334000"/>
              <a:gd name="connsiteY6" fmla="*/ 3505200 h 3505200"/>
              <a:gd name="connisteX7" fmla="*/ 0 w 5334000"/>
              <a:gd name="connsiteY7" fmla="*/ 3302000 h 3505200"/>
              <a:gd name="connisteX8" fmla="*/ 0 w 5334000"/>
              <a:gd name="connsiteY8" fmla="*/ 203200 h 3505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334000" h="3505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130800" y="0"/>
                </a:lnTo>
                <a:cubicBezTo>
                  <a:pt x="5243024" y="0"/>
                  <a:pt x="5334000" y="90976"/>
                  <a:pt x="5334000" y="203200"/>
                </a:cubicBezTo>
                <a:lnTo>
                  <a:pt x="5334000" y="3302000"/>
                </a:lnTo>
                <a:cubicBezTo>
                  <a:pt x="5334000" y="3414224"/>
                  <a:pt x="5243024" y="3505200"/>
                  <a:pt x="5130800" y="3505200"/>
                </a:cubicBezTo>
                <a:lnTo>
                  <a:pt x="203200" y="3505200"/>
                </a:lnTo>
                <a:cubicBezTo>
                  <a:pt x="90976" y="3505200"/>
                  <a:pt x="0" y="3414224"/>
                  <a:pt x="0" y="3302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0" name="文本占位符 19"/>
          <p:cNvSpPr>
            <a:spLocks noGrp="1"/>
          </p:cNvSpPr>
          <p:nvPr>
            <p:ph type="body" idx="16388" hasCustomPrompt="1"/>
            <p:custDataLst>
              <p:tags r:id="rId18"/>
            </p:custDataLst>
          </p:nvPr>
        </p:nvSpPr>
        <p:spPr>
          <a:xfrm>
            <a:off x="6553200" y="29972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89" hasCustomPrompt="1"/>
            <p:custDataLst>
              <p:tags r:id="rId19"/>
            </p:custDataLst>
          </p:nvPr>
        </p:nvSpPr>
        <p:spPr>
          <a:xfrm>
            <a:off x="6553200" y="3556000"/>
            <a:ext cx="47244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4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3429000" cy="548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装饰  5"/>
          <p:cNvSpPr>
            <a:spLocks noGrp="1"/>
          </p:cNvSpPr>
          <p:nvPr>
            <p:ph type="body" idx="16387" hasCustomPrompt="1"/>
            <p:custDataLst>
              <p:tags r:id="rId14"/>
            </p:custDataLst>
          </p:nvPr>
        </p:nvSpPr>
        <p:spPr>
          <a:xfrm>
            <a:off x="4648200" y="609600"/>
            <a:ext cx="6934200" cy="5638800"/>
          </a:xfrm>
          <a:custGeom>
            <a:avLst/>
            <a:gdLst>
              <a:gd name="connisteX0" fmla="*/ 0 w 6934200"/>
              <a:gd name="connsiteY0" fmla="*/ 203200 h 5638800"/>
              <a:gd name="connisteX1" fmla="*/ 203200 w 6934200"/>
              <a:gd name="connsiteY1" fmla="*/ 0 h 5638800"/>
              <a:gd name="connisteX2" fmla="*/ 6731000 w 6934200"/>
              <a:gd name="connsiteY2" fmla="*/ 0 h 5638800"/>
              <a:gd name="connisteX3" fmla="*/ 6934200 w 6934200"/>
              <a:gd name="connsiteY3" fmla="*/ 203200 h 5638800"/>
              <a:gd name="connisteX4" fmla="*/ 6934200 w 6934200"/>
              <a:gd name="connsiteY4" fmla="*/ 5435600 h 5638800"/>
              <a:gd name="connisteX5" fmla="*/ 6731000 w 6934200"/>
              <a:gd name="connsiteY5" fmla="*/ 5638800 h 5638800"/>
              <a:gd name="connisteX6" fmla="*/ 203200 w 6934200"/>
              <a:gd name="connsiteY6" fmla="*/ 5638800 h 5638800"/>
              <a:gd name="connisteX7" fmla="*/ 0 w 6934200"/>
              <a:gd name="connsiteY7" fmla="*/ 5435600 h 5638800"/>
              <a:gd name="connisteX8" fmla="*/ 0 w 69342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69342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6731000" y="0"/>
                </a:lnTo>
                <a:cubicBezTo>
                  <a:pt x="6843224" y="0"/>
                  <a:pt x="6934200" y="90976"/>
                  <a:pt x="6934200" y="203200"/>
                </a:cubicBezTo>
                <a:lnTo>
                  <a:pt x="6934200" y="5435600"/>
                </a:lnTo>
                <a:cubicBezTo>
                  <a:pt x="6934200" y="5547824"/>
                  <a:pt x="6843224" y="5638800"/>
                  <a:pt x="67310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文本占位符 16"/>
          <p:cNvSpPr>
            <a:spLocks noGrp="1"/>
          </p:cNvSpPr>
          <p:nvPr>
            <p:ph type="body" idx="16386" hasCustomPrompt="1"/>
            <p:custDataLst>
              <p:tags r:id="rId15"/>
            </p:custDataLst>
          </p:nvPr>
        </p:nvSpPr>
        <p:spPr>
          <a:xfrm>
            <a:off x="5054600" y="1143000"/>
            <a:ext cx="6121400" cy="45720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705600" y="533400"/>
            <a:ext cx="48768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内容占位符 15"/>
          <p:cNvSpPr>
            <a:spLocks noGrp="1"/>
          </p:cNvSpPr>
          <p:nvPr>
            <p:ph idx="16392" hasCustomPrompt="1"/>
            <p:custDataLst>
              <p:tags r:id="rId14"/>
            </p:custDataLst>
          </p:nvPr>
        </p:nvSpPr>
        <p:spPr>
          <a:xfrm>
            <a:off x="609600" y="609600"/>
            <a:ext cx="5486400" cy="5638800"/>
          </a:xfrm>
          <a:custGeom>
            <a:avLst/>
            <a:gdLst>
              <a:gd name="connisteX0" fmla="*/ 0 w 5486400"/>
              <a:gd name="connsiteY0" fmla="*/ 203200 h 5638800"/>
              <a:gd name="connisteX1" fmla="*/ 203200 w 5486400"/>
              <a:gd name="connsiteY1" fmla="*/ 0 h 5638800"/>
              <a:gd name="connisteX2" fmla="*/ 5283200 w 5486400"/>
              <a:gd name="connsiteY2" fmla="*/ 0 h 5638800"/>
              <a:gd name="connisteX3" fmla="*/ 5486400 w 5486400"/>
              <a:gd name="connsiteY3" fmla="*/ 203200 h 5638800"/>
              <a:gd name="connisteX4" fmla="*/ 5486400 w 5486400"/>
              <a:gd name="connsiteY4" fmla="*/ 5435600 h 5638800"/>
              <a:gd name="connisteX5" fmla="*/ 5283200 w 5486400"/>
              <a:gd name="connsiteY5" fmla="*/ 5638800 h 5638800"/>
              <a:gd name="connisteX6" fmla="*/ 203200 w 5486400"/>
              <a:gd name="connsiteY6" fmla="*/ 5638800 h 5638800"/>
              <a:gd name="connisteX7" fmla="*/ 0 w 5486400"/>
              <a:gd name="connsiteY7" fmla="*/ 5435600 h 5638800"/>
              <a:gd name="connisteX8" fmla="*/ 0 w 54864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5435600"/>
                </a:lnTo>
                <a:cubicBezTo>
                  <a:pt x="5486400" y="5547824"/>
                  <a:pt x="5395424" y="5638800"/>
                  <a:pt x="52832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3" hasCustomPrompt="1"/>
            <p:custDataLst>
              <p:tags r:id="rId15"/>
            </p:custDataLst>
          </p:nvPr>
        </p:nvSpPr>
        <p:spPr>
          <a:xfrm>
            <a:off x="6705600" y="22860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6" hasCustomPrompt="1"/>
            <p:custDataLst>
              <p:tags r:id="rId16"/>
            </p:custDataLst>
          </p:nvPr>
        </p:nvSpPr>
        <p:spPr>
          <a:xfrm>
            <a:off x="6858000" y="22860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7" hasCustomPrompt="1"/>
            <p:custDataLst>
              <p:tags r:id="rId17"/>
            </p:custDataLst>
          </p:nvPr>
        </p:nvSpPr>
        <p:spPr>
          <a:xfrm>
            <a:off x="6858000" y="27940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4" hasCustomPrompt="1"/>
            <p:custDataLst>
              <p:tags r:id="rId18"/>
            </p:custDataLst>
          </p:nvPr>
        </p:nvSpPr>
        <p:spPr>
          <a:xfrm>
            <a:off x="6705600" y="3708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88" hasCustomPrompt="1"/>
            <p:custDataLst>
              <p:tags r:id="rId19"/>
            </p:custDataLst>
          </p:nvPr>
        </p:nvSpPr>
        <p:spPr>
          <a:xfrm>
            <a:off x="6858000" y="37084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89" hasCustomPrompt="1"/>
            <p:custDataLst>
              <p:tags r:id="rId20"/>
            </p:custDataLst>
          </p:nvPr>
        </p:nvSpPr>
        <p:spPr>
          <a:xfrm>
            <a:off x="6858000" y="42164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16395" hasCustomPrompt="1"/>
            <p:custDataLst>
              <p:tags r:id="rId21"/>
            </p:custDataLst>
          </p:nvPr>
        </p:nvSpPr>
        <p:spPr>
          <a:xfrm>
            <a:off x="67056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390" hasCustomPrompt="1"/>
            <p:custDataLst>
              <p:tags r:id="rId22"/>
            </p:custDataLst>
          </p:nvPr>
        </p:nvSpPr>
        <p:spPr>
          <a:xfrm>
            <a:off x="6858000" y="51308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buNone/>
              <a:defRPr sz="24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5" name="文本占位符 24"/>
          <p:cNvSpPr>
            <a:spLocks noGrp="1"/>
          </p:cNvSpPr>
          <p:nvPr>
            <p:ph type="body" idx="16391" hasCustomPrompt="1"/>
            <p:custDataLst>
              <p:tags r:id="rId23"/>
            </p:custDataLst>
          </p:nvPr>
        </p:nvSpPr>
        <p:spPr>
          <a:xfrm>
            <a:off x="6858000" y="56388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6_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4876800" cy="12192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内容占位符 15"/>
          <p:cNvSpPr>
            <a:spLocks noGrp="1"/>
          </p:cNvSpPr>
          <p:nvPr>
            <p:ph idx="16392" hasCustomPrompt="1"/>
            <p:custDataLst>
              <p:tags r:id="rId14"/>
            </p:custDataLst>
          </p:nvPr>
        </p:nvSpPr>
        <p:spPr>
          <a:xfrm>
            <a:off x="6096000" y="609600"/>
            <a:ext cx="5486400" cy="5638800"/>
          </a:xfrm>
          <a:custGeom>
            <a:avLst/>
            <a:gdLst>
              <a:gd name="connisteX0" fmla="*/ 0 w 5486400"/>
              <a:gd name="connsiteY0" fmla="*/ 0 h 5638800"/>
              <a:gd name="connisteX1" fmla="*/ 5486400 w 5486400"/>
              <a:gd name="connsiteY1" fmla="*/ 0 h 5638800"/>
              <a:gd name="connisteX2" fmla="*/ 5486400 w 5486400"/>
              <a:gd name="connsiteY2" fmla="*/ 5638800 h 5638800"/>
              <a:gd name="connisteX3" fmla="*/ 0 w 5486400"/>
              <a:gd name="connsiteY3" fmla="*/ 5638800 h 5638800"/>
              <a:gd name="connisteX4" fmla="*/ 0 w 54864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5486400" h="5638800">
                <a:moveTo>
                  <a:pt x="0" y="0"/>
                </a:moveTo>
                <a:lnTo>
                  <a:pt x="5486400" y="0"/>
                </a:lnTo>
                <a:lnTo>
                  <a:pt x="54864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装饰  6"/>
          <p:cNvSpPr>
            <a:spLocks noGrp="1"/>
          </p:cNvSpPr>
          <p:nvPr>
            <p:ph type="body" idx="16393" hasCustomPrompt="1"/>
            <p:custDataLst>
              <p:tags r:id="rId15"/>
            </p:custDataLst>
          </p:nvPr>
        </p:nvSpPr>
        <p:spPr>
          <a:xfrm>
            <a:off x="609600" y="22860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6" hasCustomPrompt="1"/>
            <p:custDataLst>
              <p:tags r:id="rId16"/>
            </p:custDataLst>
          </p:nvPr>
        </p:nvSpPr>
        <p:spPr>
          <a:xfrm>
            <a:off x="762000" y="22860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7" hasCustomPrompt="1"/>
            <p:custDataLst>
              <p:tags r:id="rId17"/>
            </p:custDataLst>
          </p:nvPr>
        </p:nvSpPr>
        <p:spPr>
          <a:xfrm>
            <a:off x="762000" y="27940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4" hasCustomPrompt="1"/>
            <p:custDataLst>
              <p:tags r:id="rId18"/>
            </p:custDataLst>
          </p:nvPr>
        </p:nvSpPr>
        <p:spPr>
          <a:xfrm>
            <a:off x="609600" y="37084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文本占位符 20"/>
          <p:cNvSpPr>
            <a:spLocks noGrp="1"/>
          </p:cNvSpPr>
          <p:nvPr>
            <p:ph type="body" idx="16388" hasCustomPrompt="1"/>
            <p:custDataLst>
              <p:tags r:id="rId19"/>
            </p:custDataLst>
          </p:nvPr>
        </p:nvSpPr>
        <p:spPr>
          <a:xfrm>
            <a:off x="762000" y="37084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2" name="文本占位符 21"/>
          <p:cNvSpPr>
            <a:spLocks noGrp="1"/>
          </p:cNvSpPr>
          <p:nvPr>
            <p:ph type="body" idx="16389" hasCustomPrompt="1"/>
            <p:custDataLst>
              <p:tags r:id="rId20"/>
            </p:custDataLst>
          </p:nvPr>
        </p:nvSpPr>
        <p:spPr>
          <a:xfrm>
            <a:off x="762000" y="42164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3" name="装饰  2"/>
          <p:cNvSpPr>
            <a:spLocks noGrp="1"/>
          </p:cNvSpPr>
          <p:nvPr>
            <p:ph type="body" idx="16395" hasCustomPrompt="1"/>
            <p:custDataLst>
              <p:tags r:id="rId21"/>
            </p:custDataLst>
          </p:nvPr>
        </p:nvSpPr>
        <p:spPr>
          <a:xfrm>
            <a:off x="609600" y="5130800"/>
            <a:ext cx="50800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4" name="文本占位符 23"/>
          <p:cNvSpPr>
            <a:spLocks noGrp="1"/>
          </p:cNvSpPr>
          <p:nvPr>
            <p:ph type="body" idx="16390" hasCustomPrompt="1"/>
            <p:custDataLst>
              <p:tags r:id="rId22"/>
            </p:custDataLst>
          </p:nvPr>
        </p:nvSpPr>
        <p:spPr>
          <a:xfrm>
            <a:off x="762000" y="5130800"/>
            <a:ext cx="47244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5" name="文本占位符 24"/>
          <p:cNvSpPr>
            <a:spLocks noGrp="1"/>
          </p:cNvSpPr>
          <p:nvPr>
            <p:ph type="body" idx="16391" hasCustomPrompt="1"/>
            <p:custDataLst>
              <p:tags r:id="rId23"/>
            </p:custDataLst>
          </p:nvPr>
        </p:nvSpPr>
        <p:spPr>
          <a:xfrm>
            <a:off x="762000" y="5638800"/>
            <a:ext cx="47244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26_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11" name="图形 8" descr="书籍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2" name="矩形 11"/>
          <p:cNvSpPr/>
          <p:nvPr userDrawn="1">
            <p:custDataLst>
              <p:tags r:id="rId8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9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 descr="logo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>
            <p:custDataLst>
              <p:tags r:id="rId12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  <p:sp>
        <p:nvSpPr>
          <p:cNvPr id="15" name="标题 14"/>
          <p:cNvSpPr>
            <a:spLocks noGrp="1"/>
          </p:cNvSpPr>
          <p:nvPr>
            <p:ph type="ctrTitle" idx="16385" hasCustomPrompt="1"/>
            <p:custDataLst>
              <p:tags r:id="rId13"/>
            </p:custDataLst>
          </p:nvPr>
        </p:nvSpPr>
        <p:spPr>
          <a:xfrm>
            <a:off x="609600" y="533400"/>
            <a:ext cx="10972800" cy="6096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16" name="装饰  5"/>
          <p:cNvSpPr>
            <a:spLocks noGrp="1"/>
          </p:cNvSpPr>
          <p:nvPr>
            <p:ph type="body" idx="16390" hasCustomPrompt="1"/>
            <p:custDataLst>
              <p:tags r:id="rId14"/>
            </p:custDataLst>
          </p:nvPr>
        </p:nvSpPr>
        <p:spPr>
          <a:xfrm>
            <a:off x="609600" y="1524000"/>
            <a:ext cx="7416800" cy="2209800"/>
          </a:xfrm>
          <a:custGeom>
            <a:avLst/>
            <a:gdLst>
              <a:gd name="connisteX0" fmla="*/ 0 w 7416800"/>
              <a:gd name="connsiteY0" fmla="*/ 203200 h 2209800"/>
              <a:gd name="connisteX1" fmla="*/ 203200 w 7416800"/>
              <a:gd name="connsiteY1" fmla="*/ 0 h 2209800"/>
              <a:gd name="connisteX2" fmla="*/ 7416800 w 7416800"/>
              <a:gd name="connsiteY2" fmla="*/ 0 h 2209800"/>
              <a:gd name="connisteX3" fmla="*/ 7416800 w 7416800"/>
              <a:gd name="connsiteY3" fmla="*/ 2209800 h 2209800"/>
              <a:gd name="connisteX4" fmla="*/ 203200 w 7416800"/>
              <a:gd name="connsiteY4" fmla="*/ 2209800 h 2209800"/>
              <a:gd name="connisteX5" fmla="*/ 0 w 7416800"/>
              <a:gd name="connsiteY5" fmla="*/ 2006600 h 2209800"/>
              <a:gd name="connisteX6" fmla="*/ 0 w 74168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74168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7416800" y="0"/>
                </a:lnTo>
                <a:lnTo>
                  <a:pt x="74168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7" name="图片占位符 16"/>
          <p:cNvSpPr>
            <a:spLocks noGrp="1"/>
          </p:cNvSpPr>
          <p:nvPr>
            <p:ph type="pic" idx="16391" hasCustomPrompt="1"/>
            <p:custDataLst>
              <p:tags r:id="rId15"/>
            </p:custDataLst>
          </p:nvPr>
        </p:nvSpPr>
        <p:spPr>
          <a:xfrm>
            <a:off x="8026400" y="1524000"/>
            <a:ext cx="3556000" cy="2209800"/>
          </a:xfrm>
          <a:custGeom>
            <a:avLst/>
            <a:gdLst>
              <a:gd name="connisteX0" fmla="*/ 0 w 3556000"/>
              <a:gd name="connsiteY0" fmla="*/ 0 h 2209800"/>
              <a:gd name="connisteX1" fmla="*/ 3352800 w 3556000"/>
              <a:gd name="connsiteY1" fmla="*/ 0 h 2209800"/>
              <a:gd name="connisteX2" fmla="*/ 3556000 w 3556000"/>
              <a:gd name="connsiteY2" fmla="*/ 203200 h 2209800"/>
              <a:gd name="connisteX3" fmla="*/ 3556000 w 3556000"/>
              <a:gd name="connsiteY3" fmla="*/ 2006600 h 2209800"/>
              <a:gd name="connisteX4" fmla="*/ 3352800 w 3556000"/>
              <a:gd name="connsiteY4" fmla="*/ 2209800 h 2209800"/>
              <a:gd name="connisteX5" fmla="*/ 0 w 3556000"/>
              <a:gd name="connsiteY5" fmla="*/ 2209800 h 2209800"/>
              <a:gd name="connisteX6" fmla="*/ 0 w 35560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556000" h="2209800">
                <a:moveTo>
                  <a:pt x="0" y="0"/>
                </a:moveTo>
                <a:lnTo>
                  <a:pt x="3352800" y="0"/>
                </a:lnTo>
                <a:cubicBezTo>
                  <a:pt x="3465024" y="0"/>
                  <a:pt x="3556000" y="90976"/>
                  <a:pt x="3556000" y="203200"/>
                </a:cubicBezTo>
                <a:lnTo>
                  <a:pt x="3556000" y="2006600"/>
                </a:lnTo>
                <a:cubicBezTo>
                  <a:pt x="3556000" y="2118824"/>
                  <a:pt x="3465024" y="2209800"/>
                  <a:pt x="33528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8" name="文本占位符 17"/>
          <p:cNvSpPr>
            <a:spLocks noGrp="1"/>
          </p:cNvSpPr>
          <p:nvPr>
            <p:ph type="body" idx="16386" hasCustomPrompt="1"/>
            <p:custDataLst>
              <p:tags r:id="rId16"/>
            </p:custDataLst>
          </p:nvPr>
        </p:nvSpPr>
        <p:spPr>
          <a:xfrm>
            <a:off x="914400" y="1892300"/>
            <a:ext cx="68072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9" name="文本占位符 18"/>
          <p:cNvSpPr>
            <a:spLocks noGrp="1"/>
          </p:cNvSpPr>
          <p:nvPr>
            <p:ph type="body" idx="16387" hasCustomPrompt="1"/>
            <p:custDataLst>
              <p:tags r:id="rId17"/>
            </p:custDataLst>
          </p:nvPr>
        </p:nvSpPr>
        <p:spPr>
          <a:xfrm>
            <a:off x="914400" y="2451100"/>
            <a:ext cx="6807200" cy="914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20" name="装饰  9"/>
          <p:cNvSpPr>
            <a:spLocks noGrp="1"/>
          </p:cNvSpPr>
          <p:nvPr>
            <p:ph type="body" idx="16392" hasCustomPrompt="1"/>
            <p:custDataLst>
              <p:tags r:id="rId18"/>
            </p:custDataLst>
          </p:nvPr>
        </p:nvSpPr>
        <p:spPr>
          <a:xfrm>
            <a:off x="4165600" y="4038600"/>
            <a:ext cx="7416800" cy="2209800"/>
          </a:xfrm>
          <a:custGeom>
            <a:avLst/>
            <a:gdLst>
              <a:gd name="connisteX0" fmla="*/ 0 w 7416800"/>
              <a:gd name="connsiteY0" fmla="*/ 0 h 2209800"/>
              <a:gd name="connisteX1" fmla="*/ 7213600 w 7416800"/>
              <a:gd name="connsiteY1" fmla="*/ 0 h 2209800"/>
              <a:gd name="connisteX2" fmla="*/ 7416800 w 7416800"/>
              <a:gd name="connsiteY2" fmla="*/ 203200 h 2209800"/>
              <a:gd name="connisteX3" fmla="*/ 7416800 w 7416800"/>
              <a:gd name="connsiteY3" fmla="*/ 2006600 h 2209800"/>
              <a:gd name="connisteX4" fmla="*/ 7213600 w 7416800"/>
              <a:gd name="connsiteY4" fmla="*/ 2209800 h 2209800"/>
              <a:gd name="connisteX5" fmla="*/ 0 w 7416800"/>
              <a:gd name="connsiteY5" fmla="*/ 2209800 h 2209800"/>
              <a:gd name="connisteX6" fmla="*/ 0 w 7416800"/>
              <a:gd name="connsiteY6" fmla="*/ 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7416800" h="2209800">
                <a:moveTo>
                  <a:pt x="0" y="0"/>
                </a:moveTo>
                <a:lnTo>
                  <a:pt x="7213600" y="0"/>
                </a:lnTo>
                <a:cubicBezTo>
                  <a:pt x="7325824" y="0"/>
                  <a:pt x="7416800" y="90976"/>
                  <a:pt x="7416800" y="203200"/>
                </a:cubicBezTo>
                <a:lnTo>
                  <a:pt x="7416800" y="2006600"/>
                </a:lnTo>
                <a:cubicBezTo>
                  <a:pt x="7416800" y="2118824"/>
                  <a:pt x="7325824" y="2209800"/>
                  <a:pt x="7213600" y="2209800"/>
                </a:cubicBezTo>
                <a:lnTo>
                  <a:pt x="0" y="22098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21" name="图片占位符 20"/>
          <p:cNvSpPr>
            <a:spLocks noGrp="1"/>
          </p:cNvSpPr>
          <p:nvPr>
            <p:ph type="pic" idx="16393" hasCustomPrompt="1"/>
            <p:custDataLst>
              <p:tags r:id="rId19"/>
            </p:custDataLst>
          </p:nvPr>
        </p:nvSpPr>
        <p:spPr>
          <a:xfrm>
            <a:off x="609600" y="4038600"/>
            <a:ext cx="3556000" cy="2209800"/>
          </a:xfrm>
          <a:custGeom>
            <a:avLst/>
            <a:gdLst>
              <a:gd name="connisteX0" fmla="*/ 0 w 3556000"/>
              <a:gd name="connsiteY0" fmla="*/ 203200 h 2209800"/>
              <a:gd name="connisteX1" fmla="*/ 203200 w 3556000"/>
              <a:gd name="connsiteY1" fmla="*/ 0 h 2209800"/>
              <a:gd name="connisteX2" fmla="*/ 3556000 w 3556000"/>
              <a:gd name="connsiteY2" fmla="*/ 0 h 2209800"/>
              <a:gd name="connisteX3" fmla="*/ 3556000 w 3556000"/>
              <a:gd name="connsiteY3" fmla="*/ 2209800 h 2209800"/>
              <a:gd name="connisteX4" fmla="*/ 203200 w 3556000"/>
              <a:gd name="connsiteY4" fmla="*/ 2209800 h 2209800"/>
              <a:gd name="connisteX5" fmla="*/ 0 w 3556000"/>
              <a:gd name="connsiteY5" fmla="*/ 2006600 h 2209800"/>
              <a:gd name="connisteX6" fmla="*/ 0 w 3556000"/>
              <a:gd name="connsiteY6" fmla="*/ 203200 h 2209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556000" h="2209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556000" y="0"/>
                </a:lnTo>
                <a:lnTo>
                  <a:pt x="3556000" y="2209800"/>
                </a:lnTo>
                <a:lnTo>
                  <a:pt x="203200" y="2209800"/>
                </a:lnTo>
                <a:cubicBezTo>
                  <a:pt x="90976" y="2209800"/>
                  <a:pt x="0" y="2118824"/>
                  <a:pt x="0" y="20066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22" name="文本占位符 21"/>
          <p:cNvSpPr>
            <a:spLocks noGrp="1"/>
          </p:cNvSpPr>
          <p:nvPr>
            <p:ph type="body" idx="16388" hasCustomPrompt="1"/>
            <p:custDataLst>
              <p:tags r:id="rId20"/>
            </p:custDataLst>
          </p:nvPr>
        </p:nvSpPr>
        <p:spPr>
          <a:xfrm>
            <a:off x="4470400" y="4406900"/>
            <a:ext cx="6807200" cy="406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23" name="文本占位符 22"/>
          <p:cNvSpPr>
            <a:spLocks noGrp="1"/>
          </p:cNvSpPr>
          <p:nvPr>
            <p:ph type="body" idx="16389" hasCustomPrompt="1"/>
            <p:custDataLst>
              <p:tags r:id="rId21"/>
            </p:custDataLst>
          </p:nvPr>
        </p:nvSpPr>
        <p:spPr>
          <a:xfrm>
            <a:off x="4470400" y="4965700"/>
            <a:ext cx="6807200" cy="914400"/>
          </a:xfrm>
          <a:prstGeom prst="rect">
            <a:avLst/>
          </a:prstGeo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 235"/>
          <p:cNvGrpSpPr/>
          <p:nvPr userDrawn="1"/>
        </p:nvGrpSpPr>
        <p:grpSpPr>
          <a:xfrm>
            <a:off x="-1087482" y="-1169336"/>
            <a:ext cx="14366963" cy="9196672"/>
            <a:chOff x="-1517189" y="-871840"/>
            <a:chExt cx="14366963" cy="9196672"/>
          </a:xfrm>
          <a:solidFill>
            <a:schemeClr val="bg1">
              <a:alpha val="10000"/>
            </a:schemeClr>
          </a:solidFill>
        </p:grpSpPr>
        <p:sp>
          <p:nvSpPr>
            <p:cNvPr id="8" name="Freeform 7"/>
            <p:cNvSpPr>
              <a:spLocks noEditPoints="1"/>
            </p:cNvSpPr>
            <p:nvPr userDrawn="1">
              <p:custDataLst>
                <p:tags r:id="rId7"/>
              </p:custDataLst>
            </p:nvPr>
          </p:nvSpPr>
          <p:spPr bwMode="auto">
            <a:xfrm rot="20132266">
              <a:off x="3204672" y="5259246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9" name="Freeform 9"/>
            <p:cNvSpPr>
              <a:spLocks noEditPoints="1"/>
            </p:cNvSpPr>
            <p:nvPr userDrawn="1">
              <p:custDataLst>
                <p:tags r:id="rId8"/>
              </p:custDataLst>
            </p:nvPr>
          </p:nvSpPr>
          <p:spPr bwMode="auto">
            <a:xfrm>
              <a:off x="3276077" y="3086935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10" name="组 18"/>
            <p:cNvGrpSpPr/>
            <p:nvPr userDrawn="1"/>
          </p:nvGrpSpPr>
          <p:grpSpPr>
            <a:xfrm rot="1396810">
              <a:off x="5439148" y="3364452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227" name="Freeform 13"/>
              <p:cNvSpPr>
                <a:spLocks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130130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8" name="Freeform 14"/>
              <p:cNvSpPr/>
              <p:nvPr userDrawn="1">
                <p:custDataLst>
                  <p:tags r:id="rId10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9" name="Freeform 15"/>
              <p:cNvSpPr/>
              <p:nvPr userDrawn="1">
                <p:custDataLst>
                  <p:tags r:id="rId11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30" name="Freeform 17"/>
              <p:cNvSpPr>
                <a:spLocks noEditPoints="1"/>
              </p:cNvSpPr>
              <p:nvPr userDrawn="1">
                <p:custDataLst>
                  <p:tags r:id="rId12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11" name="Freeform 19"/>
            <p:cNvSpPr>
              <a:spLocks noEditPoints="1"/>
            </p:cNvSpPr>
            <p:nvPr userDrawn="1">
              <p:custDataLst>
                <p:tags r:id="rId13"/>
              </p:custDataLst>
            </p:nvPr>
          </p:nvSpPr>
          <p:spPr bwMode="auto">
            <a:xfrm rot="1363540">
              <a:off x="8673100" y="723488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2" name="Freeform 20"/>
            <p:cNvSpPr/>
            <p:nvPr userDrawn="1">
              <p:custDataLst>
                <p:tags r:id="rId14"/>
              </p:custDataLst>
            </p:nvPr>
          </p:nvSpPr>
          <p:spPr bwMode="auto">
            <a:xfrm rot="20253209">
              <a:off x="4644944" y="4409600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13" name="组合 12"/>
            <p:cNvGrpSpPr/>
            <p:nvPr userDrawn="1"/>
          </p:nvGrpSpPr>
          <p:grpSpPr>
            <a:xfrm rot="2116298">
              <a:off x="5097308" y="5328957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222" name="Freeform 5"/>
              <p:cNvSpPr/>
              <p:nvPr userDrawn="1">
                <p:custDataLst>
                  <p:tags r:id="rId15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3" name="Freeform 6"/>
              <p:cNvSpPr/>
              <p:nvPr userDrawn="1">
                <p:custDataLst>
                  <p:tags r:id="rId16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4" name="Freeform 7"/>
              <p:cNvSpPr/>
              <p:nvPr userDrawn="1">
                <p:custDataLst>
                  <p:tags r:id="rId17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5" name="Freeform 8"/>
              <p:cNvSpPr/>
              <p:nvPr userDrawn="1">
                <p:custDataLst>
                  <p:tags r:id="rId18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6" name="Freeform 9"/>
              <p:cNvSpPr/>
              <p:nvPr userDrawn="1">
                <p:custDataLst>
                  <p:tags r:id="rId19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14" name="组合 13"/>
            <p:cNvGrpSpPr/>
            <p:nvPr userDrawn="1"/>
          </p:nvGrpSpPr>
          <p:grpSpPr>
            <a:xfrm rot="19680185">
              <a:off x="2669841" y="4499503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220" name="Freeform 26"/>
              <p:cNvSpPr>
                <a:spLocks noEditPoints="1"/>
              </p:cNvSpPr>
              <p:nvPr userDrawn="1">
                <p:custDataLst>
                  <p:tags r:id="rId20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21" name="Freeform 27"/>
              <p:cNvSpPr/>
              <p:nvPr userDrawn="1">
                <p:custDataLst>
                  <p:tags r:id="rId21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15" name="Freeform 29"/>
            <p:cNvSpPr>
              <a:spLocks noEditPoints="1"/>
            </p:cNvSpPr>
            <p:nvPr userDrawn="1">
              <p:custDataLst>
                <p:tags r:id="rId22"/>
              </p:custDataLst>
            </p:nvPr>
          </p:nvSpPr>
          <p:spPr bwMode="auto">
            <a:xfrm>
              <a:off x="4567724" y="3130391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16" name="Freeform 5"/>
            <p:cNvSpPr>
              <a:spLocks noEditPoints="1"/>
            </p:cNvSpPr>
            <p:nvPr userDrawn="1">
              <p:custDataLst>
                <p:tags r:id="rId23"/>
              </p:custDataLst>
            </p:nvPr>
          </p:nvSpPr>
          <p:spPr bwMode="auto">
            <a:xfrm rot="1264384">
              <a:off x="3800465" y="6382321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17" name="组合 16"/>
            <p:cNvGrpSpPr/>
            <p:nvPr userDrawn="1"/>
          </p:nvGrpSpPr>
          <p:grpSpPr>
            <a:xfrm rot="1013132">
              <a:off x="2506793" y="6413812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213" name="Freeform 12"/>
              <p:cNvSpPr>
                <a:spLocks noEditPoints="1"/>
              </p:cNvSpPr>
              <p:nvPr userDrawn="1">
                <p:custDataLst>
                  <p:tags r:id="rId24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4" name="Freeform 13"/>
              <p:cNvSpPr/>
              <p:nvPr userDrawn="1">
                <p:custDataLst>
                  <p:tags r:id="rId25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5" name="Freeform 14"/>
              <p:cNvSpPr/>
              <p:nvPr userDrawn="1">
                <p:custDataLst>
                  <p:tags r:id="rId26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6" name="Freeform 15"/>
              <p:cNvSpPr/>
              <p:nvPr userDrawn="1">
                <p:custDataLst>
                  <p:tags r:id="rId27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7" name="Freeform 16"/>
              <p:cNvSpPr/>
              <p:nvPr userDrawn="1">
                <p:custDataLst>
                  <p:tags r:id="rId28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8" name="Freeform 17"/>
              <p:cNvSpPr/>
              <p:nvPr userDrawn="1">
                <p:custDataLst>
                  <p:tags r:id="rId29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9" name="Freeform 18"/>
              <p:cNvSpPr/>
              <p:nvPr userDrawn="1">
                <p:custDataLst>
                  <p:tags r:id="rId30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18" name="组合 17"/>
            <p:cNvGrpSpPr/>
            <p:nvPr userDrawn="1"/>
          </p:nvGrpSpPr>
          <p:grpSpPr>
            <a:xfrm>
              <a:off x="6063218" y="3624642"/>
              <a:ext cx="1301704" cy="1299270"/>
              <a:chOff x="6262690" y="5170488"/>
              <a:chExt cx="1697038" cy="1693863"/>
            </a:xfrm>
            <a:grpFill/>
          </p:grpSpPr>
          <p:sp>
            <p:nvSpPr>
              <p:cNvPr id="211" name="Freeform 19"/>
              <p:cNvSpPr>
                <a:spLocks noEditPoints="1"/>
              </p:cNvSpPr>
              <p:nvPr userDrawn="1">
                <p:custDataLst>
                  <p:tags r:id="rId31"/>
                </p:custDataLst>
              </p:nvPr>
            </p:nvSpPr>
            <p:spPr bwMode="auto">
              <a:xfrm>
                <a:off x="6262690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2" name="Freeform 20"/>
              <p:cNvSpPr/>
              <p:nvPr userDrawn="1">
                <p:custDataLst>
                  <p:tags r:id="rId32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19" name="Freeform 7"/>
            <p:cNvSpPr>
              <a:spLocks noEditPoints="1"/>
            </p:cNvSpPr>
            <p:nvPr userDrawn="1">
              <p:custDataLst>
                <p:tags r:id="rId33"/>
              </p:custDataLst>
            </p:nvPr>
          </p:nvSpPr>
          <p:spPr bwMode="auto">
            <a:xfrm rot="20132266">
              <a:off x="-1257123" y="4798205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0" name="Freeform 9"/>
            <p:cNvSpPr>
              <a:spLocks noEditPoints="1"/>
            </p:cNvSpPr>
            <p:nvPr userDrawn="1">
              <p:custDataLst>
                <p:tags r:id="rId34"/>
              </p:custDataLst>
            </p:nvPr>
          </p:nvSpPr>
          <p:spPr bwMode="auto">
            <a:xfrm>
              <a:off x="-491355" y="2831662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21" name="组 45"/>
            <p:cNvGrpSpPr/>
            <p:nvPr userDrawn="1"/>
          </p:nvGrpSpPr>
          <p:grpSpPr>
            <a:xfrm rot="1396810">
              <a:off x="998952" y="3722131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207" name="Freeform 13"/>
              <p:cNvSpPr>
                <a:spLocks noEditPoints="1"/>
              </p:cNvSpPr>
              <p:nvPr userDrawn="1">
                <p:custDataLst>
                  <p:tags r:id="rId35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8" name="Freeform 14"/>
              <p:cNvSpPr/>
              <p:nvPr userDrawn="1">
                <p:custDataLst>
                  <p:tags r:id="rId36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9" name="Freeform 15"/>
              <p:cNvSpPr/>
              <p:nvPr userDrawn="1">
                <p:custDataLst>
                  <p:tags r:id="rId37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10" name="Freeform 17"/>
              <p:cNvSpPr>
                <a:spLocks noEditPoints="1"/>
              </p:cNvSpPr>
              <p:nvPr userDrawn="1">
                <p:custDataLst>
                  <p:tags r:id="rId38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22" name="Freeform 19"/>
            <p:cNvSpPr>
              <a:spLocks noEditPoints="1"/>
            </p:cNvSpPr>
            <p:nvPr userDrawn="1">
              <p:custDataLst>
                <p:tags r:id="rId39"/>
              </p:custDataLst>
            </p:nvPr>
          </p:nvSpPr>
          <p:spPr bwMode="auto">
            <a:xfrm rot="1363540">
              <a:off x="337564" y="5792830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3" name="Freeform 20"/>
            <p:cNvSpPr/>
            <p:nvPr userDrawn="1">
              <p:custDataLst>
                <p:tags r:id="rId40"/>
              </p:custDataLst>
            </p:nvPr>
          </p:nvSpPr>
          <p:spPr bwMode="auto">
            <a:xfrm rot="20253209">
              <a:off x="158920" y="4485610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24" name="组合 23"/>
            <p:cNvGrpSpPr/>
            <p:nvPr userDrawn="1"/>
          </p:nvGrpSpPr>
          <p:grpSpPr>
            <a:xfrm rot="2116298">
              <a:off x="1231243" y="5128617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202" name="Freeform 5"/>
              <p:cNvSpPr/>
              <p:nvPr userDrawn="1">
                <p:custDataLst>
                  <p:tags r:id="rId41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3" name="Freeform 6"/>
              <p:cNvSpPr/>
              <p:nvPr userDrawn="1">
                <p:custDataLst>
                  <p:tags r:id="rId42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4" name="Freeform 7"/>
              <p:cNvSpPr/>
              <p:nvPr userDrawn="1">
                <p:custDataLst>
                  <p:tags r:id="rId43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5" name="Freeform 8"/>
              <p:cNvSpPr/>
              <p:nvPr userDrawn="1">
                <p:custDataLst>
                  <p:tags r:id="rId44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6" name="Freeform 9"/>
              <p:cNvSpPr/>
              <p:nvPr userDrawn="1">
                <p:custDataLst>
                  <p:tags r:id="rId45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25" name="组合 24"/>
            <p:cNvGrpSpPr/>
            <p:nvPr userDrawn="1"/>
          </p:nvGrpSpPr>
          <p:grpSpPr>
            <a:xfrm rot="19680185">
              <a:off x="-1517189" y="3803033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200" name="Freeform 26"/>
              <p:cNvSpPr>
                <a:spLocks noEditPoints="1"/>
              </p:cNvSpPr>
              <p:nvPr userDrawn="1">
                <p:custDataLst>
                  <p:tags r:id="rId46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201" name="Freeform 27"/>
              <p:cNvSpPr/>
              <p:nvPr userDrawn="1">
                <p:custDataLst>
                  <p:tags r:id="rId47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26" name="Freeform 29"/>
            <p:cNvSpPr>
              <a:spLocks noEditPoints="1"/>
            </p:cNvSpPr>
            <p:nvPr userDrawn="1">
              <p:custDataLst>
                <p:tags r:id="rId48"/>
              </p:custDataLst>
            </p:nvPr>
          </p:nvSpPr>
          <p:spPr bwMode="auto">
            <a:xfrm>
              <a:off x="760976" y="2751525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27" name="Freeform 5"/>
            <p:cNvSpPr>
              <a:spLocks noEditPoints="1"/>
            </p:cNvSpPr>
            <p:nvPr userDrawn="1">
              <p:custDataLst>
                <p:tags r:id="rId49"/>
              </p:custDataLst>
            </p:nvPr>
          </p:nvSpPr>
          <p:spPr bwMode="auto">
            <a:xfrm rot="1264384">
              <a:off x="1983280" y="5686214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28" name="组合 27"/>
            <p:cNvGrpSpPr/>
            <p:nvPr userDrawn="1"/>
          </p:nvGrpSpPr>
          <p:grpSpPr>
            <a:xfrm rot="1013132">
              <a:off x="1601368" y="4438604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93" name="Freeform 12"/>
              <p:cNvSpPr>
                <a:spLocks noEditPoints="1"/>
              </p:cNvSpPr>
              <p:nvPr userDrawn="1">
                <p:custDataLst>
                  <p:tags r:id="rId50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4" name="Freeform 13"/>
              <p:cNvSpPr/>
              <p:nvPr userDrawn="1">
                <p:custDataLst>
                  <p:tags r:id="rId51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5" name="Freeform 14"/>
              <p:cNvSpPr/>
              <p:nvPr userDrawn="1">
                <p:custDataLst>
                  <p:tags r:id="rId52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6" name="Freeform 15"/>
              <p:cNvSpPr/>
              <p:nvPr userDrawn="1">
                <p:custDataLst>
                  <p:tags r:id="rId53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7" name="Freeform 16"/>
              <p:cNvSpPr/>
              <p:nvPr userDrawn="1">
                <p:custDataLst>
                  <p:tags r:id="rId54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8" name="Freeform 17"/>
              <p:cNvSpPr/>
              <p:nvPr userDrawn="1">
                <p:custDataLst>
                  <p:tags r:id="rId55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9" name="Freeform 18"/>
              <p:cNvSpPr/>
              <p:nvPr userDrawn="1">
                <p:custDataLst>
                  <p:tags r:id="rId56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29" name="组合 28"/>
            <p:cNvGrpSpPr/>
            <p:nvPr userDrawn="1"/>
          </p:nvGrpSpPr>
          <p:grpSpPr>
            <a:xfrm>
              <a:off x="1798258" y="2947826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91" name="Freeform 19"/>
              <p:cNvSpPr>
                <a:spLocks noEditPoints="1"/>
              </p:cNvSpPr>
              <p:nvPr userDrawn="1">
                <p:custDataLst>
                  <p:tags r:id="rId57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2" name="Freeform 20"/>
              <p:cNvSpPr/>
              <p:nvPr userDrawn="1">
                <p:custDataLst>
                  <p:tags r:id="rId58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30" name="Freeform 7"/>
            <p:cNvSpPr>
              <a:spLocks noEditPoints="1"/>
            </p:cNvSpPr>
            <p:nvPr userDrawn="1">
              <p:custDataLst>
                <p:tags r:id="rId59"/>
              </p:custDataLst>
            </p:nvPr>
          </p:nvSpPr>
          <p:spPr bwMode="auto">
            <a:xfrm rot="21538996">
              <a:off x="7150383" y="5764310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31" name="Freeform 9"/>
            <p:cNvSpPr>
              <a:spLocks noEditPoints="1"/>
            </p:cNvSpPr>
            <p:nvPr userDrawn="1">
              <p:custDataLst>
                <p:tags r:id="rId60"/>
              </p:custDataLst>
            </p:nvPr>
          </p:nvSpPr>
          <p:spPr bwMode="auto">
            <a:xfrm rot="1406730">
              <a:off x="8537771" y="4215104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32" name="组 77"/>
            <p:cNvGrpSpPr/>
            <p:nvPr userDrawn="1"/>
          </p:nvGrpSpPr>
          <p:grpSpPr>
            <a:xfrm rot="2803540">
              <a:off x="9511163" y="5451183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187" name="Freeform 13"/>
              <p:cNvSpPr>
                <a:spLocks noEditPoints="1"/>
              </p:cNvSpPr>
              <p:nvPr userDrawn="1">
                <p:custDataLst>
                  <p:tags r:id="rId61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8" name="Freeform 14"/>
              <p:cNvSpPr/>
              <p:nvPr userDrawn="1">
                <p:custDataLst>
                  <p:tags r:id="rId62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9" name="Freeform 15"/>
              <p:cNvSpPr/>
              <p:nvPr userDrawn="1">
                <p:custDataLst>
                  <p:tags r:id="rId63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90" name="Freeform 17"/>
              <p:cNvSpPr>
                <a:spLocks noEditPoints="1"/>
              </p:cNvSpPr>
              <p:nvPr userDrawn="1">
                <p:custDataLst>
                  <p:tags r:id="rId64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33" name="Freeform 19"/>
            <p:cNvSpPr>
              <a:spLocks noEditPoints="1"/>
            </p:cNvSpPr>
            <p:nvPr userDrawn="1">
              <p:custDataLst>
                <p:tags r:id="rId65"/>
              </p:custDataLst>
            </p:nvPr>
          </p:nvSpPr>
          <p:spPr bwMode="auto">
            <a:xfrm rot="2770270">
              <a:off x="8355392" y="7325895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34" name="Freeform 20"/>
            <p:cNvSpPr/>
            <p:nvPr userDrawn="1">
              <p:custDataLst>
                <p:tags r:id="rId66"/>
              </p:custDataLst>
            </p:nvPr>
          </p:nvSpPr>
          <p:spPr bwMode="auto">
            <a:xfrm rot="59939">
              <a:off x="8625447" y="5843013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35" name="组合 34"/>
            <p:cNvGrpSpPr/>
            <p:nvPr userDrawn="1"/>
          </p:nvGrpSpPr>
          <p:grpSpPr>
            <a:xfrm rot="3523028">
              <a:off x="9384746" y="6959689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182" name="Freeform 5"/>
              <p:cNvSpPr/>
              <p:nvPr userDrawn="1">
                <p:custDataLst>
                  <p:tags r:id="rId67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3" name="Freeform 6"/>
              <p:cNvSpPr/>
              <p:nvPr userDrawn="1">
                <p:custDataLst>
                  <p:tags r:id="rId68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4" name="Freeform 7"/>
              <p:cNvSpPr/>
              <p:nvPr userDrawn="1">
                <p:custDataLst>
                  <p:tags r:id="rId69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5" name="Freeform 8"/>
              <p:cNvSpPr/>
              <p:nvPr userDrawn="1">
                <p:custDataLst>
                  <p:tags r:id="rId70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6" name="Freeform 9"/>
              <p:cNvSpPr/>
              <p:nvPr userDrawn="1">
                <p:custDataLst>
                  <p:tags r:id="rId71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36" name="组合 35"/>
            <p:cNvGrpSpPr/>
            <p:nvPr userDrawn="1"/>
          </p:nvGrpSpPr>
          <p:grpSpPr>
            <a:xfrm rot="21086915">
              <a:off x="7366693" y="4686026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180" name="Freeform 26"/>
              <p:cNvSpPr>
                <a:spLocks noEditPoints="1"/>
              </p:cNvSpPr>
              <p:nvPr userDrawn="1">
                <p:custDataLst>
                  <p:tags r:id="rId72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81" name="Freeform 27"/>
              <p:cNvSpPr/>
              <p:nvPr userDrawn="1">
                <p:custDataLst>
                  <p:tags r:id="rId73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37" name="Freeform 29"/>
            <p:cNvSpPr>
              <a:spLocks noEditPoints="1"/>
            </p:cNvSpPr>
            <p:nvPr userDrawn="1">
              <p:custDataLst>
                <p:tags r:id="rId74"/>
              </p:custDataLst>
            </p:nvPr>
          </p:nvSpPr>
          <p:spPr bwMode="auto">
            <a:xfrm rot="1406730">
              <a:off x="9836343" y="4616570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38" name="Freeform 5"/>
            <p:cNvSpPr>
              <a:spLocks noEditPoints="1"/>
            </p:cNvSpPr>
            <p:nvPr userDrawn="1">
              <p:custDataLst>
                <p:tags r:id="rId75"/>
              </p:custDataLst>
            </p:nvPr>
          </p:nvSpPr>
          <p:spPr bwMode="auto">
            <a:xfrm rot="2671114">
              <a:off x="9574736" y="7895511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39" name="组合 38"/>
            <p:cNvGrpSpPr/>
            <p:nvPr userDrawn="1"/>
          </p:nvGrpSpPr>
          <p:grpSpPr>
            <a:xfrm rot="2419862">
              <a:off x="9997017" y="6488458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73" name="Freeform 12"/>
              <p:cNvSpPr>
                <a:spLocks noEditPoints="1"/>
              </p:cNvSpPr>
              <p:nvPr userDrawn="1">
                <p:custDataLst>
                  <p:tags r:id="rId76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4" name="Freeform 13"/>
              <p:cNvSpPr/>
              <p:nvPr userDrawn="1">
                <p:custDataLst>
                  <p:tags r:id="rId77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5" name="Freeform 14"/>
              <p:cNvSpPr/>
              <p:nvPr userDrawn="1">
                <p:custDataLst>
                  <p:tags r:id="rId78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6" name="Freeform 15"/>
              <p:cNvSpPr/>
              <p:nvPr userDrawn="1">
                <p:custDataLst>
                  <p:tags r:id="rId79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7" name="Freeform 16"/>
              <p:cNvSpPr/>
              <p:nvPr userDrawn="1">
                <p:custDataLst>
                  <p:tags r:id="rId80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8" name="Freeform 17"/>
              <p:cNvSpPr/>
              <p:nvPr userDrawn="1">
                <p:custDataLst>
                  <p:tags r:id="rId81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9" name="Freeform 18"/>
              <p:cNvSpPr/>
              <p:nvPr userDrawn="1">
                <p:custDataLst>
                  <p:tags r:id="rId82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40" name="组合 39"/>
            <p:cNvGrpSpPr/>
            <p:nvPr userDrawn="1"/>
          </p:nvGrpSpPr>
          <p:grpSpPr>
            <a:xfrm rot="1406730">
              <a:off x="11173870" y="-871840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71" name="Freeform 19"/>
              <p:cNvSpPr>
                <a:spLocks noEditPoints="1"/>
              </p:cNvSpPr>
              <p:nvPr userDrawn="1">
                <p:custDataLst>
                  <p:tags r:id="rId83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2" name="Freeform 20"/>
              <p:cNvSpPr/>
              <p:nvPr userDrawn="1">
                <p:custDataLst>
                  <p:tags r:id="rId84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41" name="Freeform 7"/>
            <p:cNvSpPr>
              <a:spLocks noEditPoints="1"/>
            </p:cNvSpPr>
            <p:nvPr userDrawn="1">
              <p:custDataLst>
                <p:tags r:id="rId85"/>
              </p:custDataLst>
            </p:nvPr>
          </p:nvSpPr>
          <p:spPr bwMode="auto">
            <a:xfrm rot="20132266">
              <a:off x="-3210" y="1374612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Freeform 9"/>
            <p:cNvSpPr>
              <a:spLocks noEditPoints="1"/>
            </p:cNvSpPr>
            <p:nvPr userDrawn="1">
              <p:custDataLst>
                <p:tags r:id="rId86"/>
              </p:custDataLst>
            </p:nvPr>
          </p:nvSpPr>
          <p:spPr bwMode="auto">
            <a:xfrm>
              <a:off x="762558" y="-591931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43" name="组 109"/>
            <p:cNvGrpSpPr/>
            <p:nvPr userDrawn="1"/>
          </p:nvGrpSpPr>
          <p:grpSpPr>
            <a:xfrm rot="1396810">
              <a:off x="2252833" y="298531"/>
              <a:ext cx="337162" cy="1816149"/>
              <a:chOff x="6099175" y="2627313"/>
              <a:chExt cx="411163" cy="2214761"/>
            </a:xfrm>
            <a:grpFill/>
          </p:grpSpPr>
          <p:sp>
            <p:nvSpPr>
              <p:cNvPr id="165" name="Freeform 13"/>
              <p:cNvSpPr>
                <a:spLocks noEditPoints="1"/>
              </p:cNvSpPr>
              <p:nvPr userDrawn="1">
                <p:custDataLst>
                  <p:tags r:id="rId87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6" name="Freeform 14"/>
              <p:cNvSpPr/>
              <p:nvPr userDrawn="1">
                <p:custDataLst>
                  <p:tags r:id="rId88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7" name="Freeform 15"/>
              <p:cNvSpPr/>
              <p:nvPr userDrawn="1">
                <p:custDataLst>
                  <p:tags r:id="rId89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8" name="Freeform 17"/>
              <p:cNvSpPr>
                <a:spLocks noEditPoints="1"/>
              </p:cNvSpPr>
              <p:nvPr userDrawn="1">
                <p:custDataLst>
                  <p:tags r:id="rId90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9" name="Freeform 13"/>
              <p:cNvSpPr>
                <a:spLocks noEditPoints="1"/>
              </p:cNvSpPr>
              <p:nvPr userDrawn="1">
                <p:custDataLst>
                  <p:tags r:id="rId91"/>
                </p:custDataLst>
              </p:nvPr>
            </p:nvSpPr>
            <p:spPr bwMode="auto">
              <a:xfrm>
                <a:off x="6133588" y="3048199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solidFill>
                <a:schemeClr val="bg1">
                  <a:alpha val="10000"/>
                </a:schemeClr>
              </a:solidFill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70" name="Freeform 17"/>
              <p:cNvSpPr>
                <a:spLocks noEditPoints="1"/>
              </p:cNvSpPr>
              <p:nvPr userDrawn="1">
                <p:custDataLst>
                  <p:tags r:id="rId92"/>
                </p:custDataLst>
              </p:nvPr>
            </p:nvSpPr>
            <p:spPr bwMode="auto">
              <a:xfrm>
                <a:off x="6132001" y="4310261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solidFill>
                <a:schemeClr val="bg1">
                  <a:alpha val="10000"/>
                </a:schemeClr>
              </a:solidFill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44" name="Freeform 19"/>
            <p:cNvSpPr>
              <a:spLocks noEditPoints="1"/>
            </p:cNvSpPr>
            <p:nvPr userDrawn="1">
              <p:custDataLst>
                <p:tags r:id="rId93"/>
              </p:custDataLst>
            </p:nvPr>
          </p:nvSpPr>
          <p:spPr bwMode="auto">
            <a:xfrm rot="1363540">
              <a:off x="1591477" y="2369237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5" name="Freeform 20"/>
            <p:cNvSpPr/>
            <p:nvPr userDrawn="1">
              <p:custDataLst>
                <p:tags r:id="rId94"/>
              </p:custDataLst>
            </p:nvPr>
          </p:nvSpPr>
          <p:spPr bwMode="auto">
            <a:xfrm rot="20253209">
              <a:off x="1412833" y="1062017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46" name="组合 45"/>
            <p:cNvGrpSpPr/>
            <p:nvPr userDrawn="1"/>
          </p:nvGrpSpPr>
          <p:grpSpPr>
            <a:xfrm rot="2116298">
              <a:off x="2485156" y="1705024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159" name="Freeform 5"/>
              <p:cNvSpPr/>
              <p:nvPr userDrawn="1">
                <p:custDataLst>
                  <p:tags r:id="rId95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0" name="Freeform 6"/>
              <p:cNvSpPr/>
              <p:nvPr userDrawn="1">
                <p:custDataLst>
                  <p:tags r:id="rId96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1" name="Freeform 7"/>
              <p:cNvSpPr/>
              <p:nvPr userDrawn="1">
                <p:custDataLst>
                  <p:tags r:id="rId97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2" name="Freeform 8"/>
              <p:cNvSpPr/>
              <p:nvPr userDrawn="1">
                <p:custDataLst>
                  <p:tags r:id="rId98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3" name="Freeform 9"/>
              <p:cNvSpPr/>
              <p:nvPr userDrawn="1">
                <p:custDataLst>
                  <p:tags r:id="rId99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64" name="Freeform 6"/>
              <p:cNvSpPr/>
              <p:nvPr userDrawn="1">
                <p:custDataLst>
                  <p:tags r:id="rId100"/>
                </p:custDataLst>
              </p:nvPr>
            </p:nvSpPr>
            <p:spPr bwMode="auto">
              <a:xfrm>
                <a:off x="733276" y="3957829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solidFill>
                <a:schemeClr val="bg1">
                  <a:alpha val="10000"/>
                </a:schemeClr>
              </a:solidFill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47" name="组合 46"/>
            <p:cNvGrpSpPr/>
            <p:nvPr userDrawn="1"/>
          </p:nvGrpSpPr>
          <p:grpSpPr>
            <a:xfrm rot="19680185">
              <a:off x="-263276" y="379440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157" name="Freeform 26"/>
              <p:cNvSpPr>
                <a:spLocks noEditPoints="1"/>
              </p:cNvSpPr>
              <p:nvPr userDrawn="1">
                <p:custDataLst>
                  <p:tags r:id="rId101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8" name="Freeform 27"/>
              <p:cNvSpPr/>
              <p:nvPr userDrawn="1">
                <p:custDataLst>
                  <p:tags r:id="rId102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48" name="Freeform 29"/>
            <p:cNvSpPr>
              <a:spLocks noEditPoints="1"/>
            </p:cNvSpPr>
            <p:nvPr userDrawn="1">
              <p:custDataLst>
                <p:tags r:id="rId103"/>
              </p:custDataLst>
            </p:nvPr>
          </p:nvSpPr>
          <p:spPr bwMode="auto">
            <a:xfrm>
              <a:off x="2014889" y="-672068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49" name="Freeform 5"/>
            <p:cNvSpPr>
              <a:spLocks noEditPoints="1"/>
            </p:cNvSpPr>
            <p:nvPr userDrawn="1">
              <p:custDataLst>
                <p:tags r:id="rId104"/>
              </p:custDataLst>
            </p:nvPr>
          </p:nvSpPr>
          <p:spPr bwMode="auto">
            <a:xfrm rot="1264384">
              <a:off x="2980490" y="2441065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50" name="组合 49"/>
            <p:cNvGrpSpPr/>
            <p:nvPr userDrawn="1"/>
          </p:nvGrpSpPr>
          <p:grpSpPr>
            <a:xfrm rot="1013132">
              <a:off x="2855281" y="1015011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50" name="Freeform 12"/>
              <p:cNvSpPr>
                <a:spLocks noEditPoints="1"/>
              </p:cNvSpPr>
              <p:nvPr userDrawn="1">
                <p:custDataLst>
                  <p:tags r:id="rId105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1" name="Freeform 13"/>
              <p:cNvSpPr/>
              <p:nvPr userDrawn="1">
                <p:custDataLst>
                  <p:tags r:id="rId106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2" name="Freeform 14"/>
              <p:cNvSpPr/>
              <p:nvPr userDrawn="1">
                <p:custDataLst>
                  <p:tags r:id="rId107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3" name="Freeform 15"/>
              <p:cNvSpPr/>
              <p:nvPr userDrawn="1">
                <p:custDataLst>
                  <p:tags r:id="rId108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4" name="Freeform 16"/>
              <p:cNvSpPr/>
              <p:nvPr userDrawn="1">
                <p:custDataLst>
                  <p:tags r:id="rId109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5" name="Freeform 17"/>
              <p:cNvSpPr/>
              <p:nvPr userDrawn="1">
                <p:custDataLst>
                  <p:tags r:id="rId110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56" name="Freeform 18"/>
              <p:cNvSpPr/>
              <p:nvPr userDrawn="1">
                <p:custDataLst>
                  <p:tags r:id="rId111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51" name="组合 50"/>
            <p:cNvGrpSpPr/>
            <p:nvPr userDrawn="1"/>
          </p:nvGrpSpPr>
          <p:grpSpPr>
            <a:xfrm>
              <a:off x="3052171" y="-475767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48" name="Freeform 19"/>
              <p:cNvSpPr>
                <a:spLocks noEditPoints="1"/>
              </p:cNvSpPr>
              <p:nvPr userDrawn="1">
                <p:custDataLst>
                  <p:tags r:id="rId112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9" name="Freeform 20"/>
              <p:cNvSpPr/>
              <p:nvPr userDrawn="1">
                <p:custDataLst>
                  <p:tags r:id="rId113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52" name="Freeform 7"/>
            <p:cNvSpPr>
              <a:spLocks noEditPoints="1"/>
            </p:cNvSpPr>
            <p:nvPr userDrawn="1">
              <p:custDataLst>
                <p:tags r:id="rId114"/>
              </p:custDataLst>
            </p:nvPr>
          </p:nvSpPr>
          <p:spPr bwMode="auto">
            <a:xfrm rot="20132266">
              <a:off x="4165316" y="1969665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3" name="Freeform 9"/>
            <p:cNvSpPr>
              <a:spLocks noEditPoints="1"/>
            </p:cNvSpPr>
            <p:nvPr userDrawn="1">
              <p:custDataLst>
                <p:tags r:id="rId115"/>
              </p:custDataLst>
            </p:nvPr>
          </p:nvSpPr>
          <p:spPr bwMode="auto">
            <a:xfrm>
              <a:off x="4931084" y="3122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54" name="组 141"/>
            <p:cNvGrpSpPr/>
            <p:nvPr userDrawn="1"/>
          </p:nvGrpSpPr>
          <p:grpSpPr>
            <a:xfrm rot="1396810">
              <a:off x="6421391" y="893591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144" name="Freeform 13"/>
              <p:cNvSpPr>
                <a:spLocks noEditPoints="1"/>
              </p:cNvSpPr>
              <p:nvPr userDrawn="1">
                <p:custDataLst>
                  <p:tags r:id="rId116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5" name="Freeform 14"/>
              <p:cNvSpPr/>
              <p:nvPr userDrawn="1">
                <p:custDataLst>
                  <p:tags r:id="rId117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6" name="Freeform 15"/>
              <p:cNvSpPr/>
              <p:nvPr userDrawn="1">
                <p:custDataLst>
                  <p:tags r:id="rId118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7" name="Freeform 17"/>
              <p:cNvSpPr>
                <a:spLocks noEditPoints="1"/>
              </p:cNvSpPr>
              <p:nvPr userDrawn="1">
                <p:custDataLst>
                  <p:tags r:id="rId119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55" name="Freeform 19"/>
            <p:cNvSpPr>
              <a:spLocks noEditPoints="1"/>
            </p:cNvSpPr>
            <p:nvPr userDrawn="1">
              <p:custDataLst>
                <p:tags r:id="rId120"/>
              </p:custDataLst>
            </p:nvPr>
          </p:nvSpPr>
          <p:spPr bwMode="auto">
            <a:xfrm rot="1363540">
              <a:off x="5760003" y="2964290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56" name="Freeform 20"/>
            <p:cNvSpPr/>
            <p:nvPr userDrawn="1">
              <p:custDataLst>
                <p:tags r:id="rId121"/>
              </p:custDataLst>
            </p:nvPr>
          </p:nvSpPr>
          <p:spPr bwMode="auto">
            <a:xfrm rot="20253209">
              <a:off x="5581359" y="1657070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57" name="组合 56"/>
            <p:cNvGrpSpPr/>
            <p:nvPr userDrawn="1"/>
          </p:nvGrpSpPr>
          <p:grpSpPr>
            <a:xfrm rot="2116298">
              <a:off x="6653682" y="2300077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139" name="Freeform 5"/>
              <p:cNvSpPr/>
              <p:nvPr userDrawn="1">
                <p:custDataLst>
                  <p:tags r:id="rId122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0" name="Freeform 6"/>
              <p:cNvSpPr/>
              <p:nvPr userDrawn="1">
                <p:custDataLst>
                  <p:tags r:id="rId123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1" name="Freeform 7"/>
              <p:cNvSpPr/>
              <p:nvPr userDrawn="1">
                <p:custDataLst>
                  <p:tags r:id="rId124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2" name="Freeform 8"/>
              <p:cNvSpPr/>
              <p:nvPr userDrawn="1">
                <p:custDataLst>
                  <p:tags r:id="rId125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43" name="Freeform 9"/>
              <p:cNvSpPr/>
              <p:nvPr userDrawn="1">
                <p:custDataLst>
                  <p:tags r:id="rId126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58" name="组合 57"/>
            <p:cNvGrpSpPr/>
            <p:nvPr userDrawn="1"/>
          </p:nvGrpSpPr>
          <p:grpSpPr>
            <a:xfrm rot="19680185">
              <a:off x="3905250" y="974493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137" name="Freeform 26"/>
              <p:cNvSpPr>
                <a:spLocks noEditPoints="1"/>
              </p:cNvSpPr>
              <p:nvPr userDrawn="1">
                <p:custDataLst>
                  <p:tags r:id="rId127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8" name="Freeform 27"/>
              <p:cNvSpPr/>
              <p:nvPr userDrawn="1">
                <p:custDataLst>
                  <p:tags r:id="rId128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59" name="Freeform 29"/>
            <p:cNvSpPr>
              <a:spLocks noEditPoints="1"/>
            </p:cNvSpPr>
            <p:nvPr userDrawn="1">
              <p:custDataLst>
                <p:tags r:id="rId129"/>
              </p:custDataLst>
            </p:nvPr>
          </p:nvSpPr>
          <p:spPr bwMode="auto">
            <a:xfrm>
              <a:off x="6183415" y="-77015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60" name="Freeform 5"/>
            <p:cNvSpPr>
              <a:spLocks noEditPoints="1"/>
            </p:cNvSpPr>
            <p:nvPr userDrawn="1">
              <p:custDataLst>
                <p:tags r:id="rId130"/>
              </p:custDataLst>
            </p:nvPr>
          </p:nvSpPr>
          <p:spPr bwMode="auto">
            <a:xfrm rot="1264384">
              <a:off x="7128415" y="3155329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61" name="组合 60"/>
            <p:cNvGrpSpPr/>
            <p:nvPr userDrawn="1"/>
          </p:nvGrpSpPr>
          <p:grpSpPr>
            <a:xfrm rot="1013132">
              <a:off x="7023807" y="1610064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30" name="Freeform 12"/>
              <p:cNvSpPr>
                <a:spLocks noEditPoints="1"/>
              </p:cNvSpPr>
              <p:nvPr userDrawn="1">
                <p:custDataLst>
                  <p:tags r:id="rId131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1" name="Freeform 13"/>
              <p:cNvSpPr/>
              <p:nvPr userDrawn="1">
                <p:custDataLst>
                  <p:tags r:id="rId132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2" name="Freeform 14"/>
              <p:cNvSpPr/>
              <p:nvPr userDrawn="1">
                <p:custDataLst>
                  <p:tags r:id="rId133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3" name="Freeform 15"/>
              <p:cNvSpPr/>
              <p:nvPr userDrawn="1">
                <p:custDataLst>
                  <p:tags r:id="rId134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4" name="Freeform 16"/>
              <p:cNvSpPr/>
              <p:nvPr userDrawn="1">
                <p:custDataLst>
                  <p:tags r:id="rId135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5" name="Freeform 17"/>
              <p:cNvSpPr/>
              <p:nvPr userDrawn="1">
                <p:custDataLst>
                  <p:tags r:id="rId136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36" name="Freeform 18"/>
              <p:cNvSpPr/>
              <p:nvPr userDrawn="1">
                <p:custDataLst>
                  <p:tags r:id="rId137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62" name="组合 61"/>
            <p:cNvGrpSpPr/>
            <p:nvPr userDrawn="1"/>
          </p:nvGrpSpPr>
          <p:grpSpPr>
            <a:xfrm>
              <a:off x="7220697" y="119286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28" name="Freeform 19"/>
              <p:cNvSpPr>
                <a:spLocks noEditPoints="1"/>
              </p:cNvSpPr>
              <p:nvPr userDrawn="1">
                <p:custDataLst>
                  <p:tags r:id="rId138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9" name="Freeform 20"/>
              <p:cNvSpPr/>
              <p:nvPr userDrawn="1">
                <p:custDataLst>
                  <p:tags r:id="rId139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63" name="Freeform 7"/>
            <p:cNvSpPr>
              <a:spLocks noEditPoints="1"/>
            </p:cNvSpPr>
            <p:nvPr userDrawn="1">
              <p:custDataLst>
                <p:tags r:id="rId140"/>
              </p:custDataLst>
            </p:nvPr>
          </p:nvSpPr>
          <p:spPr bwMode="auto">
            <a:xfrm rot="20132266">
              <a:off x="7996220" y="3333169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64" name="Freeform 9"/>
            <p:cNvSpPr>
              <a:spLocks noEditPoints="1"/>
            </p:cNvSpPr>
            <p:nvPr userDrawn="1">
              <p:custDataLst>
                <p:tags r:id="rId141"/>
              </p:custDataLst>
            </p:nvPr>
          </p:nvSpPr>
          <p:spPr bwMode="auto">
            <a:xfrm>
              <a:off x="8803483" y="1209043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65" name="组 173"/>
            <p:cNvGrpSpPr/>
            <p:nvPr userDrawn="1"/>
          </p:nvGrpSpPr>
          <p:grpSpPr>
            <a:xfrm rot="1396810">
              <a:off x="10293790" y="2099512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124" name="Freeform 13"/>
              <p:cNvSpPr>
                <a:spLocks noEditPoints="1"/>
              </p:cNvSpPr>
              <p:nvPr userDrawn="1">
                <p:custDataLst>
                  <p:tags r:id="rId142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5" name="Freeform 14"/>
              <p:cNvSpPr/>
              <p:nvPr userDrawn="1">
                <p:custDataLst>
                  <p:tags r:id="rId143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6" name="Freeform 15"/>
              <p:cNvSpPr/>
              <p:nvPr userDrawn="1">
                <p:custDataLst>
                  <p:tags r:id="rId144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7" name="Freeform 17"/>
              <p:cNvSpPr>
                <a:spLocks noEditPoints="1"/>
              </p:cNvSpPr>
              <p:nvPr userDrawn="1">
                <p:custDataLst>
                  <p:tags r:id="rId145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66" name="Freeform 19"/>
            <p:cNvSpPr>
              <a:spLocks noEditPoints="1"/>
            </p:cNvSpPr>
            <p:nvPr userDrawn="1">
              <p:custDataLst>
                <p:tags r:id="rId146"/>
              </p:custDataLst>
            </p:nvPr>
          </p:nvSpPr>
          <p:spPr bwMode="auto">
            <a:xfrm rot="1363540">
              <a:off x="9632402" y="4170211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67" name="Freeform 20"/>
            <p:cNvSpPr/>
            <p:nvPr userDrawn="1">
              <p:custDataLst>
                <p:tags r:id="rId147"/>
              </p:custDataLst>
            </p:nvPr>
          </p:nvSpPr>
          <p:spPr bwMode="auto">
            <a:xfrm rot="20253209">
              <a:off x="9453758" y="2862991"/>
              <a:ext cx="271863" cy="880837"/>
            </a:xfrm>
            <a:custGeom>
              <a:avLst/>
              <a:gdLst>
                <a:gd name="T0" fmla="*/ 772 w 831"/>
                <a:gd name="T1" fmla="*/ 279 h 2682"/>
                <a:gd name="T2" fmla="*/ 772 w 831"/>
                <a:gd name="T3" fmla="*/ 279 h 2682"/>
                <a:gd name="T4" fmla="*/ 772 w 831"/>
                <a:gd name="T5" fmla="*/ 0 h 2682"/>
                <a:gd name="T6" fmla="*/ 622 w 831"/>
                <a:gd name="T7" fmla="*/ 0 h 2682"/>
                <a:gd name="T8" fmla="*/ 622 w 831"/>
                <a:gd name="T9" fmla="*/ 279 h 2682"/>
                <a:gd name="T10" fmla="*/ 557 w 831"/>
                <a:gd name="T11" fmla="*/ 279 h 2682"/>
                <a:gd name="T12" fmla="*/ 557 w 831"/>
                <a:gd name="T13" fmla="*/ 900 h 2682"/>
                <a:gd name="T14" fmla="*/ 606 w 831"/>
                <a:gd name="T15" fmla="*/ 900 h 2682"/>
                <a:gd name="T16" fmla="*/ 102 w 831"/>
                <a:gd name="T17" fmla="*/ 2121 h 2682"/>
                <a:gd name="T18" fmla="*/ 130 w 831"/>
                <a:gd name="T19" fmla="*/ 2133 h 2682"/>
                <a:gd name="T20" fmla="*/ 40 w 831"/>
                <a:gd name="T21" fmla="*/ 2350 h 2682"/>
                <a:gd name="T22" fmla="*/ 62 w 831"/>
                <a:gd name="T23" fmla="*/ 2359 h 2682"/>
                <a:gd name="T24" fmla="*/ 0 w 831"/>
                <a:gd name="T25" fmla="*/ 2510 h 2682"/>
                <a:gd name="T26" fmla="*/ 24 w 831"/>
                <a:gd name="T27" fmla="*/ 2519 h 2682"/>
                <a:gd name="T28" fmla="*/ 86 w 831"/>
                <a:gd name="T29" fmla="*/ 2369 h 2682"/>
                <a:gd name="T30" fmla="*/ 108 w 831"/>
                <a:gd name="T31" fmla="*/ 2378 h 2682"/>
                <a:gd name="T32" fmla="*/ 198 w 831"/>
                <a:gd name="T33" fmla="*/ 2161 h 2682"/>
                <a:gd name="T34" fmla="*/ 226 w 831"/>
                <a:gd name="T35" fmla="*/ 2172 h 2682"/>
                <a:gd name="T36" fmla="*/ 630 w 831"/>
                <a:gd name="T37" fmla="*/ 1191 h 2682"/>
                <a:gd name="T38" fmla="*/ 630 w 831"/>
                <a:gd name="T39" fmla="*/ 2284 h 2682"/>
                <a:gd name="T40" fmla="*/ 660 w 831"/>
                <a:gd name="T41" fmla="*/ 2284 h 2682"/>
                <a:gd name="T42" fmla="*/ 660 w 831"/>
                <a:gd name="T43" fmla="*/ 2519 h 2682"/>
                <a:gd name="T44" fmla="*/ 684 w 831"/>
                <a:gd name="T45" fmla="*/ 2519 h 2682"/>
                <a:gd name="T46" fmla="*/ 684 w 831"/>
                <a:gd name="T47" fmla="*/ 2682 h 2682"/>
                <a:gd name="T48" fmla="*/ 710 w 831"/>
                <a:gd name="T49" fmla="*/ 2682 h 2682"/>
                <a:gd name="T50" fmla="*/ 710 w 831"/>
                <a:gd name="T51" fmla="*/ 2519 h 2682"/>
                <a:gd name="T52" fmla="*/ 734 w 831"/>
                <a:gd name="T53" fmla="*/ 2519 h 2682"/>
                <a:gd name="T54" fmla="*/ 734 w 831"/>
                <a:gd name="T55" fmla="*/ 2284 h 2682"/>
                <a:gd name="T56" fmla="*/ 764 w 831"/>
                <a:gd name="T57" fmla="*/ 2284 h 2682"/>
                <a:gd name="T58" fmla="*/ 764 w 831"/>
                <a:gd name="T59" fmla="*/ 900 h 2682"/>
                <a:gd name="T60" fmla="*/ 831 w 831"/>
                <a:gd name="T61" fmla="*/ 900 h 2682"/>
                <a:gd name="T62" fmla="*/ 831 w 831"/>
                <a:gd name="T63" fmla="*/ 279 h 2682"/>
                <a:gd name="T64" fmla="*/ 772 w 831"/>
                <a:gd name="T65" fmla="*/ 279 h 26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831" h="2682">
                  <a:moveTo>
                    <a:pt x="772" y="279"/>
                  </a:moveTo>
                  <a:lnTo>
                    <a:pt x="772" y="279"/>
                  </a:lnTo>
                  <a:lnTo>
                    <a:pt x="772" y="0"/>
                  </a:lnTo>
                  <a:lnTo>
                    <a:pt x="622" y="0"/>
                  </a:lnTo>
                  <a:lnTo>
                    <a:pt x="622" y="279"/>
                  </a:lnTo>
                  <a:lnTo>
                    <a:pt x="557" y="279"/>
                  </a:lnTo>
                  <a:lnTo>
                    <a:pt x="557" y="900"/>
                  </a:lnTo>
                  <a:lnTo>
                    <a:pt x="606" y="900"/>
                  </a:lnTo>
                  <a:lnTo>
                    <a:pt x="102" y="2121"/>
                  </a:lnTo>
                  <a:lnTo>
                    <a:pt x="130" y="2133"/>
                  </a:lnTo>
                  <a:lnTo>
                    <a:pt x="40" y="2350"/>
                  </a:lnTo>
                  <a:lnTo>
                    <a:pt x="62" y="2359"/>
                  </a:lnTo>
                  <a:lnTo>
                    <a:pt x="0" y="2510"/>
                  </a:lnTo>
                  <a:lnTo>
                    <a:pt x="24" y="2519"/>
                  </a:lnTo>
                  <a:lnTo>
                    <a:pt x="86" y="2369"/>
                  </a:lnTo>
                  <a:lnTo>
                    <a:pt x="108" y="2378"/>
                  </a:lnTo>
                  <a:lnTo>
                    <a:pt x="198" y="2161"/>
                  </a:lnTo>
                  <a:lnTo>
                    <a:pt x="226" y="2172"/>
                  </a:lnTo>
                  <a:lnTo>
                    <a:pt x="630" y="1191"/>
                  </a:lnTo>
                  <a:lnTo>
                    <a:pt x="630" y="2284"/>
                  </a:lnTo>
                  <a:lnTo>
                    <a:pt x="660" y="2284"/>
                  </a:lnTo>
                  <a:lnTo>
                    <a:pt x="660" y="2519"/>
                  </a:lnTo>
                  <a:lnTo>
                    <a:pt x="684" y="2519"/>
                  </a:lnTo>
                  <a:lnTo>
                    <a:pt x="684" y="2682"/>
                  </a:lnTo>
                  <a:lnTo>
                    <a:pt x="710" y="2682"/>
                  </a:lnTo>
                  <a:lnTo>
                    <a:pt x="710" y="2519"/>
                  </a:lnTo>
                  <a:lnTo>
                    <a:pt x="734" y="2519"/>
                  </a:lnTo>
                  <a:lnTo>
                    <a:pt x="734" y="2284"/>
                  </a:lnTo>
                  <a:lnTo>
                    <a:pt x="764" y="2284"/>
                  </a:lnTo>
                  <a:lnTo>
                    <a:pt x="764" y="900"/>
                  </a:lnTo>
                  <a:lnTo>
                    <a:pt x="831" y="900"/>
                  </a:lnTo>
                  <a:lnTo>
                    <a:pt x="831" y="279"/>
                  </a:lnTo>
                  <a:lnTo>
                    <a:pt x="772" y="279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68" name="组合 67"/>
            <p:cNvGrpSpPr/>
            <p:nvPr userDrawn="1"/>
          </p:nvGrpSpPr>
          <p:grpSpPr>
            <a:xfrm rot="2116298">
              <a:off x="10526081" y="3505998"/>
              <a:ext cx="722933" cy="629672"/>
              <a:chOff x="501650" y="3292475"/>
              <a:chExt cx="1735138" cy="1511300"/>
            </a:xfrm>
            <a:grpFill/>
          </p:grpSpPr>
          <p:sp>
            <p:nvSpPr>
              <p:cNvPr id="119" name="Freeform 5"/>
              <p:cNvSpPr/>
              <p:nvPr userDrawn="1">
                <p:custDataLst>
                  <p:tags r:id="rId148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0" name="Freeform 6"/>
              <p:cNvSpPr/>
              <p:nvPr userDrawn="1">
                <p:custDataLst>
                  <p:tags r:id="rId149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1" name="Freeform 7"/>
              <p:cNvSpPr/>
              <p:nvPr userDrawn="1">
                <p:custDataLst>
                  <p:tags r:id="rId150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2" name="Freeform 8"/>
              <p:cNvSpPr/>
              <p:nvPr userDrawn="1">
                <p:custDataLst>
                  <p:tags r:id="rId151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23" name="Freeform 9"/>
              <p:cNvSpPr/>
              <p:nvPr userDrawn="1">
                <p:custDataLst>
                  <p:tags r:id="rId152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69" name="组合 68"/>
            <p:cNvGrpSpPr/>
            <p:nvPr userDrawn="1"/>
          </p:nvGrpSpPr>
          <p:grpSpPr>
            <a:xfrm rot="19680185">
              <a:off x="7879804" y="2119955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117" name="Freeform 26"/>
              <p:cNvSpPr>
                <a:spLocks noEditPoints="1"/>
              </p:cNvSpPr>
              <p:nvPr userDrawn="1">
                <p:custDataLst>
                  <p:tags r:id="rId153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8" name="Freeform 27"/>
              <p:cNvSpPr/>
              <p:nvPr userDrawn="1">
                <p:custDataLst>
                  <p:tags r:id="rId154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70" name="Freeform 29"/>
            <p:cNvSpPr>
              <a:spLocks noEditPoints="1"/>
            </p:cNvSpPr>
            <p:nvPr userDrawn="1">
              <p:custDataLst>
                <p:tags r:id="rId155"/>
              </p:custDataLst>
            </p:nvPr>
          </p:nvSpPr>
          <p:spPr bwMode="auto">
            <a:xfrm>
              <a:off x="10055814" y="1128906"/>
              <a:ext cx="905329" cy="907255"/>
            </a:xfrm>
            <a:custGeom>
              <a:avLst/>
              <a:gdLst>
                <a:gd name="T0" fmla="*/ 578 w 811"/>
                <a:gd name="T1" fmla="*/ 436 h 811"/>
                <a:gd name="T2" fmla="*/ 578 w 811"/>
                <a:gd name="T3" fmla="*/ 436 h 811"/>
                <a:gd name="T4" fmla="*/ 531 w 811"/>
                <a:gd name="T5" fmla="*/ 269 h 811"/>
                <a:gd name="T6" fmla="*/ 698 w 811"/>
                <a:gd name="T7" fmla="*/ 222 h 811"/>
                <a:gd name="T8" fmla="*/ 745 w 811"/>
                <a:gd name="T9" fmla="*/ 389 h 811"/>
                <a:gd name="T10" fmla="*/ 578 w 811"/>
                <a:gd name="T11" fmla="*/ 436 h 811"/>
                <a:gd name="T12" fmla="*/ 656 w 811"/>
                <a:gd name="T13" fmla="*/ 663 h 811"/>
                <a:gd name="T14" fmla="*/ 656 w 811"/>
                <a:gd name="T15" fmla="*/ 663 h 811"/>
                <a:gd name="T16" fmla="*/ 489 w 811"/>
                <a:gd name="T17" fmla="*/ 710 h 811"/>
                <a:gd name="T18" fmla="*/ 441 w 811"/>
                <a:gd name="T19" fmla="*/ 543 h 811"/>
                <a:gd name="T20" fmla="*/ 609 w 811"/>
                <a:gd name="T21" fmla="*/ 495 h 811"/>
                <a:gd name="T22" fmla="*/ 656 w 811"/>
                <a:gd name="T23" fmla="*/ 663 h 811"/>
                <a:gd name="T24" fmla="*/ 366 w 811"/>
                <a:gd name="T25" fmla="*/ 405 h 811"/>
                <a:gd name="T26" fmla="*/ 366 w 811"/>
                <a:gd name="T27" fmla="*/ 405 h 811"/>
                <a:gd name="T28" fmla="*/ 405 w 811"/>
                <a:gd name="T29" fmla="*/ 366 h 811"/>
                <a:gd name="T30" fmla="*/ 444 w 811"/>
                <a:gd name="T31" fmla="*/ 405 h 811"/>
                <a:gd name="T32" fmla="*/ 405 w 811"/>
                <a:gd name="T33" fmla="*/ 444 h 811"/>
                <a:gd name="T34" fmla="*/ 366 w 811"/>
                <a:gd name="T35" fmla="*/ 405 h 811"/>
                <a:gd name="T36" fmla="*/ 369 w 811"/>
                <a:gd name="T37" fmla="*/ 663 h 811"/>
                <a:gd name="T38" fmla="*/ 369 w 811"/>
                <a:gd name="T39" fmla="*/ 663 h 811"/>
                <a:gd name="T40" fmla="*/ 201 w 811"/>
                <a:gd name="T41" fmla="*/ 710 h 811"/>
                <a:gd name="T42" fmla="*/ 154 w 811"/>
                <a:gd name="T43" fmla="*/ 543 h 811"/>
                <a:gd name="T44" fmla="*/ 321 w 811"/>
                <a:gd name="T45" fmla="*/ 495 h 811"/>
                <a:gd name="T46" fmla="*/ 369 w 811"/>
                <a:gd name="T47" fmla="*/ 663 h 811"/>
                <a:gd name="T48" fmla="*/ 112 w 811"/>
                <a:gd name="T49" fmla="*/ 436 h 811"/>
                <a:gd name="T50" fmla="*/ 112 w 811"/>
                <a:gd name="T51" fmla="*/ 436 h 811"/>
                <a:gd name="T52" fmla="*/ 65 w 811"/>
                <a:gd name="T53" fmla="*/ 269 h 811"/>
                <a:gd name="T54" fmla="*/ 232 w 811"/>
                <a:gd name="T55" fmla="*/ 222 h 811"/>
                <a:gd name="T56" fmla="*/ 280 w 811"/>
                <a:gd name="T57" fmla="*/ 389 h 811"/>
                <a:gd name="T58" fmla="*/ 112 w 811"/>
                <a:gd name="T59" fmla="*/ 436 h 811"/>
                <a:gd name="T60" fmla="*/ 298 w 811"/>
                <a:gd name="T61" fmla="*/ 100 h 811"/>
                <a:gd name="T62" fmla="*/ 298 w 811"/>
                <a:gd name="T63" fmla="*/ 100 h 811"/>
                <a:gd name="T64" fmla="*/ 465 w 811"/>
                <a:gd name="T65" fmla="*/ 52 h 811"/>
                <a:gd name="T66" fmla="*/ 513 w 811"/>
                <a:gd name="T67" fmla="*/ 220 h 811"/>
                <a:gd name="T68" fmla="*/ 345 w 811"/>
                <a:gd name="T69" fmla="*/ 267 h 811"/>
                <a:gd name="T70" fmla="*/ 298 w 811"/>
                <a:gd name="T71" fmla="*/ 100 h 811"/>
                <a:gd name="T72" fmla="*/ 405 w 811"/>
                <a:gd name="T73" fmla="*/ 0 h 811"/>
                <a:gd name="T74" fmla="*/ 405 w 811"/>
                <a:gd name="T75" fmla="*/ 0 h 811"/>
                <a:gd name="T76" fmla="*/ 0 w 811"/>
                <a:gd name="T77" fmla="*/ 405 h 811"/>
                <a:gd name="T78" fmla="*/ 405 w 811"/>
                <a:gd name="T79" fmla="*/ 811 h 811"/>
                <a:gd name="T80" fmla="*/ 811 w 811"/>
                <a:gd name="T81" fmla="*/ 405 h 811"/>
                <a:gd name="T82" fmla="*/ 405 w 811"/>
                <a:gd name="T83" fmla="*/ 0 h 8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811" h="811">
                  <a:moveTo>
                    <a:pt x="578" y="436"/>
                  </a:moveTo>
                  <a:lnTo>
                    <a:pt x="578" y="436"/>
                  </a:lnTo>
                  <a:cubicBezTo>
                    <a:pt x="519" y="403"/>
                    <a:pt x="497" y="329"/>
                    <a:pt x="531" y="269"/>
                  </a:cubicBezTo>
                  <a:cubicBezTo>
                    <a:pt x="564" y="210"/>
                    <a:pt x="638" y="188"/>
                    <a:pt x="698" y="222"/>
                  </a:cubicBezTo>
                  <a:cubicBezTo>
                    <a:pt x="757" y="255"/>
                    <a:pt x="778" y="329"/>
                    <a:pt x="745" y="389"/>
                  </a:cubicBezTo>
                  <a:cubicBezTo>
                    <a:pt x="712" y="448"/>
                    <a:pt x="637" y="469"/>
                    <a:pt x="578" y="436"/>
                  </a:cubicBezTo>
                  <a:close/>
                  <a:moveTo>
                    <a:pt x="656" y="663"/>
                  </a:moveTo>
                  <a:lnTo>
                    <a:pt x="656" y="663"/>
                  </a:lnTo>
                  <a:cubicBezTo>
                    <a:pt x="623" y="722"/>
                    <a:pt x="548" y="743"/>
                    <a:pt x="489" y="710"/>
                  </a:cubicBezTo>
                  <a:cubicBezTo>
                    <a:pt x="430" y="677"/>
                    <a:pt x="408" y="602"/>
                    <a:pt x="441" y="543"/>
                  </a:cubicBezTo>
                  <a:cubicBezTo>
                    <a:pt x="474" y="484"/>
                    <a:pt x="549" y="462"/>
                    <a:pt x="609" y="495"/>
                  </a:cubicBezTo>
                  <a:cubicBezTo>
                    <a:pt x="668" y="528"/>
                    <a:pt x="689" y="603"/>
                    <a:pt x="656" y="663"/>
                  </a:cubicBezTo>
                  <a:close/>
                  <a:moveTo>
                    <a:pt x="366" y="405"/>
                  </a:moveTo>
                  <a:lnTo>
                    <a:pt x="366" y="405"/>
                  </a:lnTo>
                  <a:cubicBezTo>
                    <a:pt x="366" y="384"/>
                    <a:pt x="384" y="366"/>
                    <a:pt x="405" y="366"/>
                  </a:cubicBezTo>
                  <a:cubicBezTo>
                    <a:pt x="427" y="366"/>
                    <a:pt x="444" y="384"/>
                    <a:pt x="444" y="405"/>
                  </a:cubicBezTo>
                  <a:cubicBezTo>
                    <a:pt x="444" y="427"/>
                    <a:pt x="427" y="444"/>
                    <a:pt x="405" y="444"/>
                  </a:cubicBezTo>
                  <a:cubicBezTo>
                    <a:pt x="384" y="444"/>
                    <a:pt x="366" y="427"/>
                    <a:pt x="366" y="405"/>
                  </a:cubicBezTo>
                  <a:close/>
                  <a:moveTo>
                    <a:pt x="369" y="663"/>
                  </a:moveTo>
                  <a:lnTo>
                    <a:pt x="369" y="663"/>
                  </a:lnTo>
                  <a:cubicBezTo>
                    <a:pt x="336" y="722"/>
                    <a:pt x="261" y="743"/>
                    <a:pt x="201" y="710"/>
                  </a:cubicBezTo>
                  <a:cubicBezTo>
                    <a:pt x="142" y="677"/>
                    <a:pt x="121" y="602"/>
                    <a:pt x="154" y="543"/>
                  </a:cubicBezTo>
                  <a:cubicBezTo>
                    <a:pt x="187" y="484"/>
                    <a:pt x="262" y="462"/>
                    <a:pt x="321" y="495"/>
                  </a:cubicBezTo>
                  <a:cubicBezTo>
                    <a:pt x="381" y="528"/>
                    <a:pt x="402" y="603"/>
                    <a:pt x="369" y="663"/>
                  </a:cubicBezTo>
                  <a:close/>
                  <a:moveTo>
                    <a:pt x="112" y="436"/>
                  </a:moveTo>
                  <a:lnTo>
                    <a:pt x="112" y="436"/>
                  </a:lnTo>
                  <a:cubicBezTo>
                    <a:pt x="53" y="403"/>
                    <a:pt x="32" y="329"/>
                    <a:pt x="65" y="269"/>
                  </a:cubicBezTo>
                  <a:cubicBezTo>
                    <a:pt x="98" y="210"/>
                    <a:pt x="173" y="188"/>
                    <a:pt x="232" y="222"/>
                  </a:cubicBezTo>
                  <a:cubicBezTo>
                    <a:pt x="291" y="255"/>
                    <a:pt x="313" y="329"/>
                    <a:pt x="280" y="389"/>
                  </a:cubicBezTo>
                  <a:cubicBezTo>
                    <a:pt x="247" y="448"/>
                    <a:pt x="172" y="469"/>
                    <a:pt x="112" y="436"/>
                  </a:cubicBezTo>
                  <a:close/>
                  <a:moveTo>
                    <a:pt x="298" y="100"/>
                  </a:moveTo>
                  <a:lnTo>
                    <a:pt x="298" y="100"/>
                  </a:lnTo>
                  <a:cubicBezTo>
                    <a:pt x="331" y="41"/>
                    <a:pt x="406" y="19"/>
                    <a:pt x="465" y="52"/>
                  </a:cubicBezTo>
                  <a:cubicBezTo>
                    <a:pt x="524" y="85"/>
                    <a:pt x="546" y="160"/>
                    <a:pt x="513" y="220"/>
                  </a:cubicBezTo>
                  <a:cubicBezTo>
                    <a:pt x="480" y="279"/>
                    <a:pt x="405" y="300"/>
                    <a:pt x="345" y="267"/>
                  </a:cubicBezTo>
                  <a:cubicBezTo>
                    <a:pt x="286" y="234"/>
                    <a:pt x="265" y="159"/>
                    <a:pt x="298" y="100"/>
                  </a:cubicBezTo>
                  <a:close/>
                  <a:moveTo>
                    <a:pt x="405" y="0"/>
                  </a:moveTo>
                  <a:lnTo>
                    <a:pt x="405" y="0"/>
                  </a:lnTo>
                  <a:cubicBezTo>
                    <a:pt x="181" y="0"/>
                    <a:pt x="0" y="181"/>
                    <a:pt x="0" y="405"/>
                  </a:cubicBezTo>
                  <a:cubicBezTo>
                    <a:pt x="0" y="629"/>
                    <a:pt x="181" y="811"/>
                    <a:pt x="405" y="811"/>
                  </a:cubicBezTo>
                  <a:cubicBezTo>
                    <a:pt x="629" y="811"/>
                    <a:pt x="811" y="629"/>
                    <a:pt x="811" y="405"/>
                  </a:cubicBezTo>
                  <a:cubicBezTo>
                    <a:pt x="811" y="181"/>
                    <a:pt x="629" y="0"/>
                    <a:pt x="40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71" name="Freeform 5"/>
            <p:cNvSpPr>
              <a:spLocks noEditPoints="1"/>
            </p:cNvSpPr>
            <p:nvPr userDrawn="1">
              <p:custDataLst>
                <p:tags r:id="rId156"/>
              </p:custDataLst>
            </p:nvPr>
          </p:nvSpPr>
          <p:spPr bwMode="auto">
            <a:xfrm rot="1264384">
              <a:off x="11021415" y="4242039"/>
              <a:ext cx="1000393" cy="429321"/>
            </a:xfrm>
            <a:custGeom>
              <a:avLst/>
              <a:gdLst>
                <a:gd name="T0" fmla="*/ 1727 w 3152"/>
                <a:gd name="T1" fmla="*/ 1223 h 1356"/>
                <a:gd name="T2" fmla="*/ 1727 w 3152"/>
                <a:gd name="T3" fmla="*/ 421 h 1356"/>
                <a:gd name="T4" fmla="*/ 1727 w 3152"/>
                <a:gd name="T5" fmla="*/ 1223 h 1356"/>
                <a:gd name="T6" fmla="*/ 534 w 3152"/>
                <a:gd name="T7" fmla="*/ 1223 h 1356"/>
                <a:gd name="T8" fmla="*/ 522 w 3152"/>
                <a:gd name="T9" fmla="*/ 422 h 1356"/>
                <a:gd name="T10" fmla="*/ 550 w 3152"/>
                <a:gd name="T11" fmla="*/ 422 h 1356"/>
                <a:gd name="T12" fmla="*/ 534 w 3152"/>
                <a:gd name="T13" fmla="*/ 1223 h 1356"/>
                <a:gd name="T14" fmla="*/ 2965 w 3152"/>
                <a:gd name="T15" fmla="*/ 30 h 1356"/>
                <a:gd name="T16" fmla="*/ 2960 w 3152"/>
                <a:gd name="T17" fmla="*/ 24 h 1356"/>
                <a:gd name="T18" fmla="*/ 2955 w 3152"/>
                <a:gd name="T19" fmla="*/ 19 h 1356"/>
                <a:gd name="T20" fmla="*/ 2945 w 3152"/>
                <a:gd name="T21" fmla="*/ 11 h 1356"/>
                <a:gd name="T22" fmla="*/ 2934 w 3152"/>
                <a:gd name="T23" fmla="*/ 5 h 1356"/>
                <a:gd name="T24" fmla="*/ 2921 w 3152"/>
                <a:gd name="T25" fmla="*/ 2 h 1356"/>
                <a:gd name="T26" fmla="*/ 2908 w 3152"/>
                <a:gd name="T27" fmla="*/ 1 h 1356"/>
                <a:gd name="T28" fmla="*/ 2896 w 3152"/>
                <a:gd name="T29" fmla="*/ 2 h 1356"/>
                <a:gd name="T30" fmla="*/ 2883 w 3152"/>
                <a:gd name="T31" fmla="*/ 6 h 1356"/>
                <a:gd name="T32" fmla="*/ 2872 w 3152"/>
                <a:gd name="T33" fmla="*/ 12 h 1356"/>
                <a:gd name="T34" fmla="*/ 2867 w 3152"/>
                <a:gd name="T35" fmla="*/ 17 h 1356"/>
                <a:gd name="T36" fmla="*/ 2861 w 3152"/>
                <a:gd name="T37" fmla="*/ 21 h 1356"/>
                <a:gd name="T38" fmla="*/ 1727 w 3152"/>
                <a:gd name="T39" fmla="*/ 288 h 1356"/>
                <a:gd name="T40" fmla="*/ 1064 w 3152"/>
                <a:gd name="T41" fmla="*/ 756 h 1356"/>
                <a:gd name="T42" fmla="*/ 799 w 3152"/>
                <a:gd name="T43" fmla="*/ 173 h 1356"/>
                <a:gd name="T44" fmla="*/ 975 w 3152"/>
                <a:gd name="T45" fmla="*/ 380 h 1356"/>
                <a:gd name="T46" fmla="*/ 1030 w 3152"/>
                <a:gd name="T47" fmla="*/ 275 h 1356"/>
                <a:gd name="T48" fmla="*/ 863 w 3152"/>
                <a:gd name="T49" fmla="*/ 29 h 1356"/>
                <a:gd name="T50" fmla="*/ 854 w 3152"/>
                <a:gd name="T51" fmla="*/ 19 h 1356"/>
                <a:gd name="T52" fmla="*/ 850 w 3152"/>
                <a:gd name="T53" fmla="*/ 16 h 1356"/>
                <a:gd name="T54" fmla="*/ 838 w 3152"/>
                <a:gd name="T55" fmla="*/ 8 h 1356"/>
                <a:gd name="T56" fmla="*/ 825 w 3152"/>
                <a:gd name="T57" fmla="*/ 3 h 1356"/>
                <a:gd name="T58" fmla="*/ 813 w 3152"/>
                <a:gd name="T59" fmla="*/ 1 h 1356"/>
                <a:gd name="T60" fmla="*/ 800 w 3152"/>
                <a:gd name="T61" fmla="*/ 1 h 1356"/>
                <a:gd name="T62" fmla="*/ 787 w 3152"/>
                <a:gd name="T63" fmla="*/ 4 h 1356"/>
                <a:gd name="T64" fmla="*/ 774 w 3152"/>
                <a:gd name="T65" fmla="*/ 10 h 1356"/>
                <a:gd name="T66" fmla="*/ 770 w 3152"/>
                <a:gd name="T67" fmla="*/ 12 h 1356"/>
                <a:gd name="T68" fmla="*/ 760 w 3152"/>
                <a:gd name="T69" fmla="*/ 21 h 1356"/>
                <a:gd name="T70" fmla="*/ 508 w 3152"/>
                <a:gd name="T71" fmla="*/ 289 h 1356"/>
                <a:gd name="T72" fmla="*/ 534 w 3152"/>
                <a:gd name="T73" fmla="*/ 1356 h 1356"/>
                <a:gd name="T74" fmla="*/ 1197 w 3152"/>
                <a:gd name="T75" fmla="*/ 889 h 1356"/>
                <a:gd name="T76" fmla="*/ 2260 w 3152"/>
                <a:gd name="T77" fmla="*/ 856 h 1356"/>
                <a:gd name="T78" fmla="*/ 3021 w 3152"/>
                <a:gd name="T79" fmla="*/ 350 h 1356"/>
                <a:gd name="T80" fmla="*/ 3114 w 3152"/>
                <a:gd name="T81" fmla="*/ 368 h 1356"/>
                <a:gd name="T82" fmla="*/ 2965 w 3152"/>
                <a:gd name="T83" fmla="*/ 30 h 13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3152" h="1356">
                  <a:moveTo>
                    <a:pt x="1727" y="1223"/>
                  </a:moveTo>
                  <a:lnTo>
                    <a:pt x="1727" y="1223"/>
                  </a:lnTo>
                  <a:cubicBezTo>
                    <a:pt x="1506" y="1223"/>
                    <a:pt x="1326" y="1043"/>
                    <a:pt x="1326" y="822"/>
                  </a:cubicBezTo>
                  <a:cubicBezTo>
                    <a:pt x="1326" y="601"/>
                    <a:pt x="1506" y="421"/>
                    <a:pt x="1727" y="421"/>
                  </a:cubicBezTo>
                  <a:cubicBezTo>
                    <a:pt x="1948" y="421"/>
                    <a:pt x="2128" y="601"/>
                    <a:pt x="2128" y="822"/>
                  </a:cubicBezTo>
                  <a:cubicBezTo>
                    <a:pt x="2128" y="1043"/>
                    <a:pt x="1948" y="1223"/>
                    <a:pt x="1727" y="1223"/>
                  </a:cubicBezTo>
                  <a:close/>
                  <a:moveTo>
                    <a:pt x="534" y="1223"/>
                  </a:moveTo>
                  <a:lnTo>
                    <a:pt x="534" y="1223"/>
                  </a:lnTo>
                  <a:cubicBezTo>
                    <a:pt x="313" y="1223"/>
                    <a:pt x="133" y="1043"/>
                    <a:pt x="133" y="822"/>
                  </a:cubicBezTo>
                  <a:cubicBezTo>
                    <a:pt x="133" y="605"/>
                    <a:pt x="306" y="428"/>
                    <a:pt x="522" y="422"/>
                  </a:cubicBezTo>
                  <a:cubicBezTo>
                    <a:pt x="526" y="423"/>
                    <a:pt x="531" y="423"/>
                    <a:pt x="536" y="423"/>
                  </a:cubicBezTo>
                  <a:cubicBezTo>
                    <a:pt x="540" y="423"/>
                    <a:pt x="545" y="423"/>
                    <a:pt x="550" y="422"/>
                  </a:cubicBezTo>
                  <a:cubicBezTo>
                    <a:pt x="763" y="430"/>
                    <a:pt x="935" y="607"/>
                    <a:pt x="935" y="822"/>
                  </a:cubicBezTo>
                  <a:cubicBezTo>
                    <a:pt x="935" y="1043"/>
                    <a:pt x="755" y="1223"/>
                    <a:pt x="534" y="1223"/>
                  </a:cubicBezTo>
                  <a:close/>
                  <a:moveTo>
                    <a:pt x="2965" y="30"/>
                  </a:moveTo>
                  <a:lnTo>
                    <a:pt x="2965" y="30"/>
                  </a:lnTo>
                  <a:cubicBezTo>
                    <a:pt x="2965" y="30"/>
                    <a:pt x="2965" y="29"/>
                    <a:pt x="2965" y="29"/>
                  </a:cubicBezTo>
                  <a:cubicBezTo>
                    <a:pt x="2963" y="27"/>
                    <a:pt x="2962" y="26"/>
                    <a:pt x="2960" y="24"/>
                  </a:cubicBezTo>
                  <a:cubicBezTo>
                    <a:pt x="2959" y="22"/>
                    <a:pt x="2957" y="20"/>
                    <a:pt x="2956" y="19"/>
                  </a:cubicBezTo>
                  <a:cubicBezTo>
                    <a:pt x="2956" y="19"/>
                    <a:pt x="2955" y="19"/>
                    <a:pt x="2955" y="19"/>
                  </a:cubicBezTo>
                  <a:cubicBezTo>
                    <a:pt x="2954" y="17"/>
                    <a:pt x="2953" y="17"/>
                    <a:pt x="2952" y="16"/>
                  </a:cubicBezTo>
                  <a:cubicBezTo>
                    <a:pt x="2950" y="14"/>
                    <a:pt x="2948" y="12"/>
                    <a:pt x="2945" y="11"/>
                  </a:cubicBezTo>
                  <a:cubicBezTo>
                    <a:pt x="2944" y="10"/>
                    <a:pt x="2942" y="9"/>
                    <a:pt x="2940" y="8"/>
                  </a:cubicBezTo>
                  <a:cubicBezTo>
                    <a:pt x="2938" y="7"/>
                    <a:pt x="2936" y="6"/>
                    <a:pt x="2934" y="5"/>
                  </a:cubicBezTo>
                  <a:cubicBezTo>
                    <a:pt x="2932" y="4"/>
                    <a:pt x="2930" y="4"/>
                    <a:pt x="2928" y="3"/>
                  </a:cubicBezTo>
                  <a:cubicBezTo>
                    <a:pt x="2925" y="3"/>
                    <a:pt x="2923" y="2"/>
                    <a:pt x="2921" y="2"/>
                  </a:cubicBezTo>
                  <a:cubicBezTo>
                    <a:pt x="2919" y="1"/>
                    <a:pt x="2917" y="1"/>
                    <a:pt x="2915" y="1"/>
                  </a:cubicBezTo>
                  <a:cubicBezTo>
                    <a:pt x="2913" y="1"/>
                    <a:pt x="2911" y="0"/>
                    <a:pt x="2908" y="1"/>
                  </a:cubicBezTo>
                  <a:cubicBezTo>
                    <a:pt x="2907" y="1"/>
                    <a:pt x="2905" y="1"/>
                    <a:pt x="2903" y="1"/>
                  </a:cubicBezTo>
                  <a:cubicBezTo>
                    <a:pt x="2900" y="1"/>
                    <a:pt x="2898" y="2"/>
                    <a:pt x="2896" y="2"/>
                  </a:cubicBezTo>
                  <a:cubicBezTo>
                    <a:pt x="2894" y="2"/>
                    <a:pt x="2892" y="3"/>
                    <a:pt x="2890" y="4"/>
                  </a:cubicBezTo>
                  <a:cubicBezTo>
                    <a:pt x="2887" y="5"/>
                    <a:pt x="2885" y="5"/>
                    <a:pt x="2883" y="6"/>
                  </a:cubicBezTo>
                  <a:cubicBezTo>
                    <a:pt x="2881" y="7"/>
                    <a:pt x="2879" y="8"/>
                    <a:pt x="2876" y="10"/>
                  </a:cubicBezTo>
                  <a:cubicBezTo>
                    <a:pt x="2875" y="11"/>
                    <a:pt x="2874" y="11"/>
                    <a:pt x="2872" y="12"/>
                  </a:cubicBezTo>
                  <a:cubicBezTo>
                    <a:pt x="2872" y="12"/>
                    <a:pt x="2872" y="12"/>
                    <a:pt x="2872" y="12"/>
                  </a:cubicBezTo>
                  <a:cubicBezTo>
                    <a:pt x="2870" y="14"/>
                    <a:pt x="2868" y="15"/>
                    <a:pt x="2867" y="17"/>
                  </a:cubicBezTo>
                  <a:cubicBezTo>
                    <a:pt x="2865" y="18"/>
                    <a:pt x="2863" y="20"/>
                    <a:pt x="2861" y="21"/>
                  </a:cubicBezTo>
                  <a:cubicBezTo>
                    <a:pt x="2861" y="21"/>
                    <a:pt x="2861" y="21"/>
                    <a:pt x="2861" y="21"/>
                  </a:cubicBezTo>
                  <a:lnTo>
                    <a:pt x="2242" y="680"/>
                  </a:lnTo>
                  <a:cubicBezTo>
                    <a:pt x="2180" y="454"/>
                    <a:pt x="1973" y="288"/>
                    <a:pt x="1727" y="288"/>
                  </a:cubicBezTo>
                  <a:cubicBezTo>
                    <a:pt x="1455" y="288"/>
                    <a:pt x="1230" y="492"/>
                    <a:pt x="1197" y="756"/>
                  </a:cubicBezTo>
                  <a:lnTo>
                    <a:pt x="1064" y="756"/>
                  </a:lnTo>
                  <a:cubicBezTo>
                    <a:pt x="1037" y="539"/>
                    <a:pt x="880" y="363"/>
                    <a:pt x="674" y="307"/>
                  </a:cubicBezTo>
                  <a:lnTo>
                    <a:pt x="799" y="173"/>
                  </a:lnTo>
                  <a:lnTo>
                    <a:pt x="919" y="350"/>
                  </a:lnTo>
                  <a:cubicBezTo>
                    <a:pt x="932" y="369"/>
                    <a:pt x="953" y="380"/>
                    <a:pt x="975" y="380"/>
                  </a:cubicBezTo>
                  <a:cubicBezTo>
                    <a:pt x="988" y="380"/>
                    <a:pt x="1001" y="376"/>
                    <a:pt x="1012" y="368"/>
                  </a:cubicBezTo>
                  <a:cubicBezTo>
                    <a:pt x="1042" y="347"/>
                    <a:pt x="1050" y="306"/>
                    <a:pt x="1030" y="275"/>
                  </a:cubicBezTo>
                  <a:lnTo>
                    <a:pt x="863" y="30"/>
                  </a:lnTo>
                  <a:cubicBezTo>
                    <a:pt x="863" y="30"/>
                    <a:pt x="863" y="29"/>
                    <a:pt x="863" y="29"/>
                  </a:cubicBezTo>
                  <a:cubicBezTo>
                    <a:pt x="861" y="27"/>
                    <a:pt x="860" y="26"/>
                    <a:pt x="858" y="24"/>
                  </a:cubicBezTo>
                  <a:cubicBezTo>
                    <a:pt x="857" y="22"/>
                    <a:pt x="855" y="20"/>
                    <a:pt x="854" y="19"/>
                  </a:cubicBezTo>
                  <a:cubicBezTo>
                    <a:pt x="854" y="19"/>
                    <a:pt x="854" y="19"/>
                    <a:pt x="853" y="19"/>
                  </a:cubicBezTo>
                  <a:cubicBezTo>
                    <a:pt x="852" y="17"/>
                    <a:pt x="851" y="17"/>
                    <a:pt x="850" y="16"/>
                  </a:cubicBezTo>
                  <a:cubicBezTo>
                    <a:pt x="848" y="14"/>
                    <a:pt x="846" y="12"/>
                    <a:pt x="843" y="11"/>
                  </a:cubicBezTo>
                  <a:cubicBezTo>
                    <a:pt x="842" y="10"/>
                    <a:pt x="840" y="9"/>
                    <a:pt x="838" y="8"/>
                  </a:cubicBezTo>
                  <a:cubicBezTo>
                    <a:pt x="836" y="7"/>
                    <a:pt x="834" y="6"/>
                    <a:pt x="832" y="5"/>
                  </a:cubicBezTo>
                  <a:cubicBezTo>
                    <a:pt x="830" y="4"/>
                    <a:pt x="827" y="4"/>
                    <a:pt x="825" y="3"/>
                  </a:cubicBezTo>
                  <a:cubicBezTo>
                    <a:pt x="823" y="3"/>
                    <a:pt x="821" y="2"/>
                    <a:pt x="819" y="2"/>
                  </a:cubicBezTo>
                  <a:cubicBezTo>
                    <a:pt x="817" y="1"/>
                    <a:pt x="815" y="1"/>
                    <a:pt x="813" y="1"/>
                  </a:cubicBezTo>
                  <a:cubicBezTo>
                    <a:pt x="811" y="1"/>
                    <a:pt x="809" y="1"/>
                    <a:pt x="807" y="1"/>
                  </a:cubicBezTo>
                  <a:cubicBezTo>
                    <a:pt x="805" y="1"/>
                    <a:pt x="802" y="1"/>
                    <a:pt x="800" y="1"/>
                  </a:cubicBezTo>
                  <a:cubicBezTo>
                    <a:pt x="798" y="1"/>
                    <a:pt x="796" y="2"/>
                    <a:pt x="794" y="2"/>
                  </a:cubicBezTo>
                  <a:cubicBezTo>
                    <a:pt x="792" y="2"/>
                    <a:pt x="790" y="3"/>
                    <a:pt x="787" y="4"/>
                  </a:cubicBezTo>
                  <a:cubicBezTo>
                    <a:pt x="785" y="5"/>
                    <a:pt x="783" y="5"/>
                    <a:pt x="782" y="6"/>
                  </a:cubicBezTo>
                  <a:cubicBezTo>
                    <a:pt x="779" y="7"/>
                    <a:pt x="777" y="8"/>
                    <a:pt x="774" y="10"/>
                  </a:cubicBezTo>
                  <a:cubicBezTo>
                    <a:pt x="773" y="11"/>
                    <a:pt x="772" y="11"/>
                    <a:pt x="770" y="12"/>
                  </a:cubicBezTo>
                  <a:cubicBezTo>
                    <a:pt x="770" y="12"/>
                    <a:pt x="770" y="12"/>
                    <a:pt x="770" y="12"/>
                  </a:cubicBezTo>
                  <a:cubicBezTo>
                    <a:pt x="768" y="14"/>
                    <a:pt x="766" y="15"/>
                    <a:pt x="765" y="17"/>
                  </a:cubicBezTo>
                  <a:cubicBezTo>
                    <a:pt x="763" y="18"/>
                    <a:pt x="761" y="20"/>
                    <a:pt x="760" y="21"/>
                  </a:cubicBezTo>
                  <a:cubicBezTo>
                    <a:pt x="759" y="21"/>
                    <a:pt x="759" y="21"/>
                    <a:pt x="759" y="21"/>
                  </a:cubicBezTo>
                  <a:lnTo>
                    <a:pt x="508" y="289"/>
                  </a:lnTo>
                  <a:cubicBezTo>
                    <a:pt x="225" y="302"/>
                    <a:pt x="0" y="536"/>
                    <a:pt x="0" y="822"/>
                  </a:cubicBezTo>
                  <a:cubicBezTo>
                    <a:pt x="0" y="1117"/>
                    <a:pt x="239" y="1356"/>
                    <a:pt x="534" y="1356"/>
                  </a:cubicBezTo>
                  <a:cubicBezTo>
                    <a:pt x="806" y="1356"/>
                    <a:pt x="1031" y="1152"/>
                    <a:pt x="1064" y="889"/>
                  </a:cubicBezTo>
                  <a:lnTo>
                    <a:pt x="1197" y="889"/>
                  </a:lnTo>
                  <a:cubicBezTo>
                    <a:pt x="1230" y="1152"/>
                    <a:pt x="1455" y="1356"/>
                    <a:pt x="1727" y="1356"/>
                  </a:cubicBezTo>
                  <a:cubicBezTo>
                    <a:pt x="2011" y="1356"/>
                    <a:pt x="2243" y="1135"/>
                    <a:pt x="2260" y="856"/>
                  </a:cubicBezTo>
                  <a:lnTo>
                    <a:pt x="2901" y="173"/>
                  </a:lnTo>
                  <a:lnTo>
                    <a:pt x="3021" y="350"/>
                  </a:lnTo>
                  <a:cubicBezTo>
                    <a:pt x="3034" y="369"/>
                    <a:pt x="3055" y="380"/>
                    <a:pt x="3077" y="380"/>
                  </a:cubicBezTo>
                  <a:cubicBezTo>
                    <a:pt x="3089" y="380"/>
                    <a:pt x="3103" y="376"/>
                    <a:pt x="3114" y="368"/>
                  </a:cubicBezTo>
                  <a:cubicBezTo>
                    <a:pt x="3144" y="347"/>
                    <a:pt x="3152" y="306"/>
                    <a:pt x="3132" y="275"/>
                  </a:cubicBezTo>
                  <a:lnTo>
                    <a:pt x="2965" y="3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72" name="组合 71"/>
            <p:cNvGrpSpPr/>
            <p:nvPr userDrawn="1"/>
          </p:nvGrpSpPr>
          <p:grpSpPr>
            <a:xfrm rot="1013132">
              <a:off x="10896206" y="2815985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10" name="Freeform 12"/>
              <p:cNvSpPr>
                <a:spLocks noEditPoints="1"/>
              </p:cNvSpPr>
              <p:nvPr userDrawn="1">
                <p:custDataLst>
                  <p:tags r:id="rId157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1" name="Freeform 13"/>
              <p:cNvSpPr/>
              <p:nvPr userDrawn="1">
                <p:custDataLst>
                  <p:tags r:id="rId158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2" name="Freeform 14"/>
              <p:cNvSpPr/>
              <p:nvPr userDrawn="1">
                <p:custDataLst>
                  <p:tags r:id="rId159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3" name="Freeform 15"/>
              <p:cNvSpPr/>
              <p:nvPr userDrawn="1">
                <p:custDataLst>
                  <p:tags r:id="rId160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4" name="Freeform 16"/>
              <p:cNvSpPr/>
              <p:nvPr userDrawn="1">
                <p:custDataLst>
                  <p:tags r:id="rId161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5" name="Freeform 17"/>
              <p:cNvSpPr/>
              <p:nvPr userDrawn="1">
                <p:custDataLst>
                  <p:tags r:id="rId162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16" name="Freeform 18"/>
              <p:cNvSpPr/>
              <p:nvPr userDrawn="1">
                <p:custDataLst>
                  <p:tags r:id="rId163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73" name="组合 72"/>
            <p:cNvGrpSpPr/>
            <p:nvPr userDrawn="1"/>
          </p:nvGrpSpPr>
          <p:grpSpPr>
            <a:xfrm>
              <a:off x="11093096" y="1325207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108" name="Freeform 19"/>
              <p:cNvSpPr>
                <a:spLocks noEditPoints="1"/>
              </p:cNvSpPr>
              <p:nvPr userDrawn="1">
                <p:custDataLst>
                  <p:tags r:id="rId164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9" name="Freeform 20"/>
              <p:cNvSpPr/>
              <p:nvPr userDrawn="1">
                <p:custDataLst>
                  <p:tags r:id="rId165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74" name="组合 73"/>
            <p:cNvGrpSpPr/>
            <p:nvPr userDrawn="1"/>
          </p:nvGrpSpPr>
          <p:grpSpPr>
            <a:xfrm rot="1013132">
              <a:off x="6176564" y="5290989"/>
              <a:ext cx="794889" cy="623974"/>
              <a:chOff x="3654425" y="5089525"/>
              <a:chExt cx="1860550" cy="1460500"/>
            </a:xfrm>
            <a:grpFill/>
          </p:grpSpPr>
          <p:sp>
            <p:nvSpPr>
              <p:cNvPr id="101" name="Freeform 12"/>
              <p:cNvSpPr>
                <a:spLocks noEditPoints="1"/>
              </p:cNvSpPr>
              <p:nvPr userDrawn="1">
                <p:custDataLst>
                  <p:tags r:id="rId166"/>
                </p:custDataLst>
              </p:nvPr>
            </p:nvSpPr>
            <p:spPr bwMode="auto">
              <a:xfrm>
                <a:off x="3654425" y="5089525"/>
                <a:ext cx="1860550" cy="1460500"/>
              </a:xfrm>
              <a:custGeom>
                <a:avLst/>
                <a:gdLst>
                  <a:gd name="T0" fmla="*/ 2372 w 2506"/>
                  <a:gd name="T1" fmla="*/ 1716 h 1970"/>
                  <a:gd name="T2" fmla="*/ 2372 w 2506"/>
                  <a:gd name="T3" fmla="*/ 1716 h 1970"/>
                  <a:gd name="T4" fmla="*/ 1858 w 2506"/>
                  <a:gd name="T5" fmla="*/ 1575 h 1970"/>
                  <a:gd name="T6" fmla="*/ 1818 w 2506"/>
                  <a:gd name="T7" fmla="*/ 1576 h 1970"/>
                  <a:gd name="T8" fmla="*/ 1323 w 2506"/>
                  <a:gd name="T9" fmla="*/ 1715 h 1970"/>
                  <a:gd name="T10" fmla="*/ 1323 w 2506"/>
                  <a:gd name="T11" fmla="*/ 308 h 1970"/>
                  <a:gd name="T12" fmla="*/ 1847 w 2506"/>
                  <a:gd name="T13" fmla="*/ 133 h 1970"/>
                  <a:gd name="T14" fmla="*/ 2372 w 2506"/>
                  <a:gd name="T15" fmla="*/ 310 h 1970"/>
                  <a:gd name="T16" fmla="*/ 2372 w 2506"/>
                  <a:gd name="T17" fmla="*/ 1716 h 1970"/>
                  <a:gd name="T18" fmla="*/ 1182 w 2506"/>
                  <a:gd name="T19" fmla="*/ 1715 h 1970"/>
                  <a:gd name="T20" fmla="*/ 1182 w 2506"/>
                  <a:gd name="T21" fmla="*/ 1715 h 1970"/>
                  <a:gd name="T22" fmla="*/ 688 w 2506"/>
                  <a:gd name="T23" fmla="*/ 1576 h 1970"/>
                  <a:gd name="T24" fmla="*/ 647 w 2506"/>
                  <a:gd name="T25" fmla="*/ 1575 h 1970"/>
                  <a:gd name="T26" fmla="*/ 133 w 2506"/>
                  <a:gd name="T27" fmla="*/ 1716 h 1970"/>
                  <a:gd name="T28" fmla="*/ 133 w 2506"/>
                  <a:gd name="T29" fmla="*/ 310 h 1970"/>
                  <a:gd name="T30" fmla="*/ 659 w 2506"/>
                  <a:gd name="T31" fmla="*/ 133 h 1970"/>
                  <a:gd name="T32" fmla="*/ 1182 w 2506"/>
                  <a:gd name="T33" fmla="*/ 308 h 1970"/>
                  <a:gd name="T34" fmla="*/ 1182 w 2506"/>
                  <a:gd name="T35" fmla="*/ 1715 h 1970"/>
                  <a:gd name="T36" fmla="*/ 1849 w 2506"/>
                  <a:gd name="T37" fmla="*/ 0 h 1970"/>
                  <a:gd name="T38" fmla="*/ 1849 w 2506"/>
                  <a:gd name="T39" fmla="*/ 0 h 1970"/>
                  <a:gd name="T40" fmla="*/ 1823 w 2506"/>
                  <a:gd name="T41" fmla="*/ 0 h 1970"/>
                  <a:gd name="T42" fmla="*/ 1253 w 2506"/>
                  <a:gd name="T43" fmla="*/ 184 h 1970"/>
                  <a:gd name="T44" fmla="*/ 683 w 2506"/>
                  <a:gd name="T45" fmla="*/ 0 h 1970"/>
                  <a:gd name="T46" fmla="*/ 657 w 2506"/>
                  <a:gd name="T47" fmla="*/ 0 h 1970"/>
                  <a:gd name="T48" fmla="*/ 5 w 2506"/>
                  <a:gd name="T49" fmla="*/ 267 h 1970"/>
                  <a:gd name="T50" fmla="*/ 0 w 2506"/>
                  <a:gd name="T51" fmla="*/ 279 h 1970"/>
                  <a:gd name="T52" fmla="*/ 0 w 2506"/>
                  <a:gd name="T53" fmla="*/ 1970 h 1970"/>
                  <a:gd name="T54" fmla="*/ 107 w 2506"/>
                  <a:gd name="T55" fmla="*/ 1889 h 1970"/>
                  <a:gd name="T56" fmla="*/ 682 w 2506"/>
                  <a:gd name="T57" fmla="*/ 1709 h 1970"/>
                  <a:gd name="T58" fmla="*/ 1190 w 2506"/>
                  <a:gd name="T59" fmla="*/ 1876 h 1970"/>
                  <a:gd name="T60" fmla="*/ 1208 w 2506"/>
                  <a:gd name="T61" fmla="*/ 1888 h 1970"/>
                  <a:gd name="T62" fmla="*/ 1253 w 2506"/>
                  <a:gd name="T63" fmla="*/ 1924 h 1970"/>
                  <a:gd name="T64" fmla="*/ 1298 w 2506"/>
                  <a:gd name="T65" fmla="*/ 1888 h 1970"/>
                  <a:gd name="T66" fmla="*/ 1316 w 2506"/>
                  <a:gd name="T67" fmla="*/ 1876 h 1970"/>
                  <a:gd name="T68" fmla="*/ 1824 w 2506"/>
                  <a:gd name="T69" fmla="*/ 1709 h 1970"/>
                  <a:gd name="T70" fmla="*/ 2399 w 2506"/>
                  <a:gd name="T71" fmla="*/ 1889 h 1970"/>
                  <a:gd name="T72" fmla="*/ 2506 w 2506"/>
                  <a:gd name="T73" fmla="*/ 1970 h 1970"/>
                  <a:gd name="T74" fmla="*/ 2506 w 2506"/>
                  <a:gd name="T75" fmla="*/ 279 h 1970"/>
                  <a:gd name="T76" fmla="*/ 2501 w 2506"/>
                  <a:gd name="T77" fmla="*/ 267 h 1970"/>
                  <a:gd name="T78" fmla="*/ 1849 w 2506"/>
                  <a:gd name="T79" fmla="*/ 0 h 19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</a:cxnLst>
                <a:rect l="0" t="0" r="r" b="b"/>
                <a:pathLst>
                  <a:path w="2506" h="1970">
                    <a:moveTo>
                      <a:pt x="2372" y="1716"/>
                    </a:moveTo>
                    <a:lnTo>
                      <a:pt x="2372" y="1716"/>
                    </a:lnTo>
                    <a:cubicBezTo>
                      <a:pt x="2261" y="1655"/>
                      <a:pt x="2075" y="1575"/>
                      <a:pt x="1858" y="1575"/>
                    </a:cubicBezTo>
                    <a:cubicBezTo>
                      <a:pt x="1845" y="1575"/>
                      <a:pt x="1831" y="1576"/>
                      <a:pt x="1818" y="1576"/>
                    </a:cubicBezTo>
                    <a:cubicBezTo>
                      <a:pt x="1599" y="1587"/>
                      <a:pt x="1427" y="1659"/>
                      <a:pt x="1323" y="1715"/>
                    </a:cubicBezTo>
                    <a:lnTo>
                      <a:pt x="1323" y="308"/>
                    </a:lnTo>
                    <a:cubicBezTo>
                      <a:pt x="1347" y="271"/>
                      <a:pt x="1462" y="127"/>
                      <a:pt x="1847" y="133"/>
                    </a:cubicBezTo>
                    <a:cubicBezTo>
                      <a:pt x="2229" y="140"/>
                      <a:pt x="2347" y="273"/>
                      <a:pt x="2372" y="310"/>
                    </a:cubicBezTo>
                    <a:lnTo>
                      <a:pt x="2372" y="1716"/>
                    </a:lnTo>
                    <a:close/>
                    <a:moveTo>
                      <a:pt x="1182" y="1715"/>
                    </a:moveTo>
                    <a:lnTo>
                      <a:pt x="1182" y="1715"/>
                    </a:lnTo>
                    <a:cubicBezTo>
                      <a:pt x="1079" y="1659"/>
                      <a:pt x="906" y="1587"/>
                      <a:pt x="688" y="1576"/>
                    </a:cubicBezTo>
                    <a:cubicBezTo>
                      <a:pt x="674" y="1576"/>
                      <a:pt x="661" y="1575"/>
                      <a:pt x="647" y="1575"/>
                    </a:cubicBezTo>
                    <a:cubicBezTo>
                      <a:pt x="431" y="1575"/>
                      <a:pt x="244" y="1655"/>
                      <a:pt x="133" y="1716"/>
                    </a:cubicBezTo>
                    <a:lnTo>
                      <a:pt x="133" y="310"/>
                    </a:lnTo>
                    <a:cubicBezTo>
                      <a:pt x="159" y="273"/>
                      <a:pt x="276" y="140"/>
                      <a:pt x="659" y="133"/>
                    </a:cubicBezTo>
                    <a:cubicBezTo>
                      <a:pt x="1044" y="127"/>
                      <a:pt x="1159" y="271"/>
                      <a:pt x="1182" y="308"/>
                    </a:cubicBezTo>
                    <a:lnTo>
                      <a:pt x="1182" y="1715"/>
                    </a:lnTo>
                    <a:close/>
                    <a:moveTo>
                      <a:pt x="1849" y="0"/>
                    </a:moveTo>
                    <a:lnTo>
                      <a:pt x="1849" y="0"/>
                    </a:lnTo>
                    <a:cubicBezTo>
                      <a:pt x="1840" y="0"/>
                      <a:pt x="1831" y="0"/>
                      <a:pt x="1823" y="0"/>
                    </a:cubicBezTo>
                    <a:cubicBezTo>
                      <a:pt x="1490" y="0"/>
                      <a:pt x="1328" y="105"/>
                      <a:pt x="1253" y="184"/>
                    </a:cubicBezTo>
                    <a:cubicBezTo>
                      <a:pt x="1178" y="105"/>
                      <a:pt x="1015" y="0"/>
                      <a:pt x="683" y="0"/>
                    </a:cubicBezTo>
                    <a:cubicBezTo>
                      <a:pt x="674" y="0"/>
                      <a:pt x="666" y="0"/>
                      <a:pt x="657" y="0"/>
                    </a:cubicBezTo>
                    <a:cubicBezTo>
                      <a:pt x="127" y="9"/>
                      <a:pt x="16" y="240"/>
                      <a:pt x="5" y="267"/>
                    </a:cubicBezTo>
                    <a:lnTo>
                      <a:pt x="0" y="279"/>
                    </a:lnTo>
                    <a:lnTo>
                      <a:pt x="0" y="1970"/>
                    </a:lnTo>
                    <a:lnTo>
                      <a:pt x="107" y="1889"/>
                    </a:lnTo>
                    <a:cubicBezTo>
                      <a:pt x="109" y="1887"/>
                      <a:pt x="369" y="1695"/>
                      <a:pt x="682" y="1709"/>
                    </a:cubicBezTo>
                    <a:cubicBezTo>
                      <a:pt x="943" y="1722"/>
                      <a:pt x="1133" y="1837"/>
                      <a:pt x="1190" y="1876"/>
                    </a:cubicBezTo>
                    <a:cubicBezTo>
                      <a:pt x="1201" y="1883"/>
                      <a:pt x="1207" y="1888"/>
                      <a:pt x="1208" y="1888"/>
                    </a:cubicBezTo>
                    <a:lnTo>
                      <a:pt x="1253" y="1924"/>
                    </a:lnTo>
                    <a:lnTo>
                      <a:pt x="1298" y="1888"/>
                    </a:lnTo>
                    <a:cubicBezTo>
                      <a:pt x="1298" y="1888"/>
                      <a:pt x="1304" y="1883"/>
                      <a:pt x="1316" y="1876"/>
                    </a:cubicBezTo>
                    <a:cubicBezTo>
                      <a:pt x="1373" y="1837"/>
                      <a:pt x="1563" y="1722"/>
                      <a:pt x="1824" y="1709"/>
                    </a:cubicBezTo>
                    <a:cubicBezTo>
                      <a:pt x="2135" y="1695"/>
                      <a:pt x="2396" y="1887"/>
                      <a:pt x="2399" y="1889"/>
                    </a:cubicBezTo>
                    <a:lnTo>
                      <a:pt x="2506" y="1970"/>
                    </a:lnTo>
                    <a:lnTo>
                      <a:pt x="2506" y="279"/>
                    </a:lnTo>
                    <a:lnTo>
                      <a:pt x="2501" y="267"/>
                    </a:lnTo>
                    <a:cubicBezTo>
                      <a:pt x="2490" y="240"/>
                      <a:pt x="2379" y="9"/>
                      <a:pt x="1849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2" name="Freeform 13"/>
              <p:cNvSpPr/>
              <p:nvPr userDrawn="1">
                <p:custDataLst>
                  <p:tags r:id="rId167"/>
                </p:custDataLst>
              </p:nvPr>
            </p:nvSpPr>
            <p:spPr bwMode="auto">
              <a:xfrm>
                <a:off x="3829050" y="53990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0 h 206"/>
                  <a:gd name="T12" fmla="*/ 68 w 844"/>
                  <a:gd name="T13" fmla="*/ 193 h 206"/>
                  <a:gd name="T14" fmla="*/ 437 w 844"/>
                  <a:gd name="T15" fmla="*/ 89 h 206"/>
                  <a:gd name="T16" fmla="*/ 775 w 844"/>
                  <a:gd name="T17" fmla="*/ 193 h 206"/>
                  <a:gd name="T18" fmla="*/ 831 w 844"/>
                  <a:gd name="T19" fmla="*/ 183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3"/>
                      <a:pt x="667" y="19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3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8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3" name="Freeform 14"/>
              <p:cNvSpPr/>
              <p:nvPr userDrawn="1">
                <p:custDataLst>
                  <p:tags r:id="rId168"/>
                </p:custDataLst>
              </p:nvPr>
            </p:nvSpPr>
            <p:spPr bwMode="auto">
              <a:xfrm>
                <a:off x="3829050" y="56784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4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3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3"/>
                      <a:pt x="775" y="194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4" name="Freeform 15"/>
              <p:cNvSpPr/>
              <p:nvPr userDrawn="1">
                <p:custDataLst>
                  <p:tags r:id="rId169"/>
                </p:custDataLst>
              </p:nvPr>
            </p:nvSpPr>
            <p:spPr bwMode="auto">
              <a:xfrm>
                <a:off x="3829050" y="5957888"/>
                <a:ext cx="627063" cy="153988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8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8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5" name="Freeform 16"/>
              <p:cNvSpPr/>
              <p:nvPr userDrawn="1">
                <p:custDataLst>
                  <p:tags r:id="rId170"/>
                </p:custDataLst>
              </p:nvPr>
            </p:nvSpPr>
            <p:spPr bwMode="auto">
              <a:xfrm>
                <a:off x="4713288" y="5437188"/>
                <a:ext cx="627063" cy="152400"/>
              </a:xfrm>
              <a:custGeom>
                <a:avLst/>
                <a:gdLst>
                  <a:gd name="T0" fmla="*/ 822 w 844"/>
                  <a:gd name="T1" fmla="*/ 127 h 205"/>
                  <a:gd name="T2" fmla="*/ 822 w 844"/>
                  <a:gd name="T3" fmla="*/ 127 h 205"/>
                  <a:gd name="T4" fmla="*/ 441 w 844"/>
                  <a:gd name="T5" fmla="*/ 9 h 205"/>
                  <a:gd name="T6" fmla="*/ 23 w 844"/>
                  <a:gd name="T7" fmla="*/ 127 h 205"/>
                  <a:gd name="T8" fmla="*/ 12 w 844"/>
                  <a:gd name="T9" fmla="*/ 182 h 205"/>
                  <a:gd name="T10" fmla="*/ 45 w 844"/>
                  <a:gd name="T11" fmla="*/ 200 h 205"/>
                  <a:gd name="T12" fmla="*/ 67 w 844"/>
                  <a:gd name="T13" fmla="*/ 193 h 205"/>
                  <a:gd name="T14" fmla="*/ 437 w 844"/>
                  <a:gd name="T15" fmla="*/ 89 h 205"/>
                  <a:gd name="T16" fmla="*/ 775 w 844"/>
                  <a:gd name="T17" fmla="*/ 193 h 205"/>
                  <a:gd name="T18" fmla="*/ 831 w 844"/>
                  <a:gd name="T19" fmla="*/ 183 h 205"/>
                  <a:gd name="T20" fmla="*/ 822 w 844"/>
                  <a:gd name="T21" fmla="*/ 127 h 2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5">
                    <a:moveTo>
                      <a:pt x="822" y="127"/>
                    </a:moveTo>
                    <a:lnTo>
                      <a:pt x="822" y="127"/>
                    </a:lnTo>
                    <a:cubicBezTo>
                      <a:pt x="815" y="123"/>
                      <a:pt x="667" y="19"/>
                      <a:pt x="441" y="9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39"/>
                      <a:pt x="0" y="164"/>
                      <a:pt x="12" y="182"/>
                    </a:cubicBezTo>
                    <a:cubicBezTo>
                      <a:pt x="20" y="194"/>
                      <a:pt x="32" y="200"/>
                      <a:pt x="45" y="200"/>
                    </a:cubicBezTo>
                    <a:cubicBezTo>
                      <a:pt x="53" y="200"/>
                      <a:pt x="61" y="198"/>
                      <a:pt x="67" y="193"/>
                    </a:cubicBezTo>
                    <a:cubicBezTo>
                      <a:pt x="69" y="192"/>
                      <a:pt x="236" y="81"/>
                      <a:pt x="437" y="89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5"/>
                      <a:pt x="818" y="201"/>
                      <a:pt x="831" y="183"/>
                    </a:cubicBezTo>
                    <a:cubicBezTo>
                      <a:pt x="844" y="165"/>
                      <a:pt x="840" y="140"/>
                      <a:pt x="822" y="12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6" name="Freeform 17"/>
              <p:cNvSpPr/>
              <p:nvPr userDrawn="1">
                <p:custDataLst>
                  <p:tags r:id="rId171"/>
                </p:custDataLst>
              </p:nvPr>
            </p:nvSpPr>
            <p:spPr bwMode="auto">
              <a:xfrm>
                <a:off x="4713288" y="5716588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8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8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5"/>
                      <a:pt x="32" y="201"/>
                      <a:pt x="45" y="201"/>
                    </a:cubicBezTo>
                    <a:cubicBezTo>
                      <a:pt x="53" y="201"/>
                      <a:pt x="61" y="199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9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7" name="Freeform 18"/>
              <p:cNvSpPr/>
              <p:nvPr userDrawn="1">
                <p:custDataLst>
                  <p:tags r:id="rId172"/>
                </p:custDataLst>
              </p:nvPr>
            </p:nvSpPr>
            <p:spPr bwMode="auto">
              <a:xfrm>
                <a:off x="4713288" y="5997575"/>
                <a:ext cx="627063" cy="152400"/>
              </a:xfrm>
              <a:custGeom>
                <a:avLst/>
                <a:gdLst>
                  <a:gd name="T0" fmla="*/ 822 w 844"/>
                  <a:gd name="T1" fmla="*/ 128 h 206"/>
                  <a:gd name="T2" fmla="*/ 822 w 844"/>
                  <a:gd name="T3" fmla="*/ 128 h 206"/>
                  <a:gd name="T4" fmla="*/ 441 w 844"/>
                  <a:gd name="T5" fmla="*/ 10 h 206"/>
                  <a:gd name="T6" fmla="*/ 23 w 844"/>
                  <a:gd name="T7" fmla="*/ 127 h 206"/>
                  <a:gd name="T8" fmla="*/ 12 w 844"/>
                  <a:gd name="T9" fmla="*/ 183 h 206"/>
                  <a:gd name="T10" fmla="*/ 45 w 844"/>
                  <a:gd name="T11" fmla="*/ 201 h 206"/>
                  <a:gd name="T12" fmla="*/ 67 w 844"/>
                  <a:gd name="T13" fmla="*/ 194 h 206"/>
                  <a:gd name="T14" fmla="*/ 437 w 844"/>
                  <a:gd name="T15" fmla="*/ 90 h 206"/>
                  <a:gd name="T16" fmla="*/ 775 w 844"/>
                  <a:gd name="T17" fmla="*/ 193 h 206"/>
                  <a:gd name="T18" fmla="*/ 831 w 844"/>
                  <a:gd name="T19" fmla="*/ 184 h 206"/>
                  <a:gd name="T20" fmla="*/ 822 w 844"/>
                  <a:gd name="T21" fmla="*/ 128 h 2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844" h="206">
                    <a:moveTo>
                      <a:pt x="822" y="128"/>
                    </a:moveTo>
                    <a:lnTo>
                      <a:pt x="822" y="128"/>
                    </a:lnTo>
                    <a:cubicBezTo>
                      <a:pt x="815" y="124"/>
                      <a:pt x="667" y="20"/>
                      <a:pt x="441" y="10"/>
                    </a:cubicBezTo>
                    <a:cubicBezTo>
                      <a:pt x="213" y="0"/>
                      <a:pt x="30" y="122"/>
                      <a:pt x="23" y="127"/>
                    </a:cubicBezTo>
                    <a:cubicBezTo>
                      <a:pt x="4" y="140"/>
                      <a:pt x="0" y="165"/>
                      <a:pt x="12" y="183"/>
                    </a:cubicBezTo>
                    <a:cubicBezTo>
                      <a:pt x="20" y="194"/>
                      <a:pt x="32" y="201"/>
                      <a:pt x="45" y="201"/>
                    </a:cubicBezTo>
                    <a:cubicBezTo>
                      <a:pt x="53" y="201"/>
                      <a:pt x="61" y="198"/>
                      <a:pt x="67" y="194"/>
                    </a:cubicBezTo>
                    <a:cubicBezTo>
                      <a:pt x="69" y="193"/>
                      <a:pt x="236" y="82"/>
                      <a:pt x="437" y="90"/>
                    </a:cubicBezTo>
                    <a:cubicBezTo>
                      <a:pt x="639" y="98"/>
                      <a:pt x="774" y="192"/>
                      <a:pt x="775" y="193"/>
                    </a:cubicBezTo>
                    <a:cubicBezTo>
                      <a:pt x="793" y="206"/>
                      <a:pt x="818" y="202"/>
                      <a:pt x="831" y="184"/>
                    </a:cubicBezTo>
                    <a:cubicBezTo>
                      <a:pt x="844" y="166"/>
                      <a:pt x="840" y="141"/>
                      <a:pt x="822" y="128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75" name="Freeform 19"/>
            <p:cNvSpPr>
              <a:spLocks noEditPoints="1"/>
            </p:cNvSpPr>
            <p:nvPr userDrawn="1">
              <p:custDataLst>
                <p:tags r:id="rId173"/>
              </p:custDataLst>
            </p:nvPr>
          </p:nvSpPr>
          <p:spPr bwMode="auto">
            <a:xfrm rot="3628785">
              <a:off x="4614671" y="6522288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76" name="Freeform 7"/>
            <p:cNvSpPr>
              <a:spLocks noEditPoints="1"/>
            </p:cNvSpPr>
            <p:nvPr userDrawn="1">
              <p:custDataLst>
                <p:tags r:id="rId174"/>
              </p:custDataLst>
            </p:nvPr>
          </p:nvSpPr>
          <p:spPr bwMode="auto">
            <a:xfrm rot="20132266">
              <a:off x="-807207" y="5977073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77" name="组合 76"/>
            <p:cNvGrpSpPr/>
            <p:nvPr userDrawn="1"/>
          </p:nvGrpSpPr>
          <p:grpSpPr>
            <a:xfrm rot="21086915">
              <a:off x="11056807" y="581802"/>
              <a:ext cx="920458" cy="709092"/>
              <a:chOff x="2486025" y="3619500"/>
              <a:chExt cx="1500188" cy="1155700"/>
            </a:xfrm>
            <a:grpFill/>
          </p:grpSpPr>
          <p:sp>
            <p:nvSpPr>
              <p:cNvPr id="99" name="Freeform 26"/>
              <p:cNvSpPr>
                <a:spLocks noEditPoints="1"/>
              </p:cNvSpPr>
              <p:nvPr userDrawn="1">
                <p:custDataLst>
                  <p:tags r:id="rId175"/>
                </p:custDataLst>
              </p:nvPr>
            </p:nvSpPr>
            <p:spPr bwMode="auto">
              <a:xfrm>
                <a:off x="2486025" y="3619500"/>
                <a:ext cx="1500188" cy="1155700"/>
              </a:xfrm>
              <a:custGeom>
                <a:avLst/>
                <a:gdLst>
                  <a:gd name="T0" fmla="*/ 408 w 815"/>
                  <a:gd name="T1" fmla="*/ 553 h 627"/>
                  <a:gd name="T2" fmla="*/ 408 w 815"/>
                  <a:gd name="T3" fmla="*/ 553 h 627"/>
                  <a:gd name="T4" fmla="*/ 207 w 815"/>
                  <a:gd name="T5" fmla="*/ 353 h 627"/>
                  <a:gd name="T6" fmla="*/ 408 w 815"/>
                  <a:gd name="T7" fmla="*/ 152 h 627"/>
                  <a:gd name="T8" fmla="*/ 608 w 815"/>
                  <a:gd name="T9" fmla="*/ 353 h 627"/>
                  <a:gd name="T10" fmla="*/ 408 w 815"/>
                  <a:gd name="T11" fmla="*/ 553 h 627"/>
                  <a:gd name="T12" fmla="*/ 156 w 815"/>
                  <a:gd name="T13" fmla="*/ 176 h 627"/>
                  <a:gd name="T14" fmla="*/ 156 w 815"/>
                  <a:gd name="T15" fmla="*/ 176 h 627"/>
                  <a:gd name="T16" fmla="*/ 54 w 815"/>
                  <a:gd name="T17" fmla="*/ 176 h 627"/>
                  <a:gd name="T18" fmla="*/ 54 w 815"/>
                  <a:gd name="T19" fmla="*/ 118 h 627"/>
                  <a:gd name="T20" fmla="*/ 156 w 815"/>
                  <a:gd name="T21" fmla="*/ 118 h 627"/>
                  <a:gd name="T22" fmla="*/ 156 w 815"/>
                  <a:gd name="T23" fmla="*/ 176 h 627"/>
                  <a:gd name="T24" fmla="*/ 601 w 815"/>
                  <a:gd name="T25" fmla="*/ 79 h 627"/>
                  <a:gd name="T26" fmla="*/ 601 w 815"/>
                  <a:gd name="T27" fmla="*/ 79 h 627"/>
                  <a:gd name="T28" fmla="*/ 530 w 815"/>
                  <a:gd name="T29" fmla="*/ 0 h 627"/>
                  <a:gd name="T30" fmla="*/ 285 w 815"/>
                  <a:gd name="T31" fmla="*/ 0 h 627"/>
                  <a:gd name="T32" fmla="*/ 214 w 815"/>
                  <a:gd name="T33" fmla="*/ 79 h 627"/>
                  <a:gd name="T34" fmla="*/ 0 w 815"/>
                  <a:gd name="T35" fmla="*/ 79 h 627"/>
                  <a:gd name="T36" fmla="*/ 0 w 815"/>
                  <a:gd name="T37" fmla="*/ 627 h 627"/>
                  <a:gd name="T38" fmla="*/ 815 w 815"/>
                  <a:gd name="T39" fmla="*/ 627 h 627"/>
                  <a:gd name="T40" fmla="*/ 815 w 815"/>
                  <a:gd name="T41" fmla="*/ 79 h 627"/>
                  <a:gd name="T42" fmla="*/ 601 w 815"/>
                  <a:gd name="T43" fmla="*/ 79 h 6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815" h="627">
                    <a:moveTo>
                      <a:pt x="408" y="553"/>
                    </a:moveTo>
                    <a:lnTo>
                      <a:pt x="408" y="553"/>
                    </a:lnTo>
                    <a:cubicBezTo>
                      <a:pt x="297" y="553"/>
                      <a:pt x="207" y="463"/>
                      <a:pt x="207" y="353"/>
                    </a:cubicBezTo>
                    <a:cubicBezTo>
                      <a:pt x="207" y="242"/>
                      <a:pt x="297" y="152"/>
                      <a:pt x="408" y="152"/>
                    </a:cubicBezTo>
                    <a:cubicBezTo>
                      <a:pt x="518" y="152"/>
                      <a:pt x="608" y="242"/>
                      <a:pt x="608" y="353"/>
                    </a:cubicBezTo>
                    <a:cubicBezTo>
                      <a:pt x="608" y="463"/>
                      <a:pt x="518" y="553"/>
                      <a:pt x="408" y="553"/>
                    </a:cubicBezTo>
                    <a:close/>
                    <a:moveTo>
                      <a:pt x="156" y="176"/>
                    </a:moveTo>
                    <a:lnTo>
                      <a:pt x="156" y="176"/>
                    </a:lnTo>
                    <a:lnTo>
                      <a:pt x="54" y="176"/>
                    </a:lnTo>
                    <a:lnTo>
                      <a:pt x="54" y="118"/>
                    </a:lnTo>
                    <a:lnTo>
                      <a:pt x="156" y="118"/>
                    </a:lnTo>
                    <a:lnTo>
                      <a:pt x="156" y="176"/>
                    </a:lnTo>
                    <a:close/>
                    <a:moveTo>
                      <a:pt x="601" y="79"/>
                    </a:moveTo>
                    <a:lnTo>
                      <a:pt x="601" y="79"/>
                    </a:lnTo>
                    <a:lnTo>
                      <a:pt x="530" y="0"/>
                    </a:lnTo>
                    <a:lnTo>
                      <a:pt x="285" y="0"/>
                    </a:lnTo>
                    <a:lnTo>
                      <a:pt x="214" y="79"/>
                    </a:lnTo>
                    <a:lnTo>
                      <a:pt x="0" y="79"/>
                    </a:lnTo>
                    <a:lnTo>
                      <a:pt x="0" y="627"/>
                    </a:lnTo>
                    <a:lnTo>
                      <a:pt x="815" y="627"/>
                    </a:lnTo>
                    <a:lnTo>
                      <a:pt x="815" y="79"/>
                    </a:lnTo>
                    <a:lnTo>
                      <a:pt x="601" y="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100" name="Freeform 27"/>
              <p:cNvSpPr/>
              <p:nvPr userDrawn="1">
                <p:custDataLst>
                  <p:tags r:id="rId176"/>
                </p:custDataLst>
              </p:nvPr>
            </p:nvSpPr>
            <p:spPr bwMode="auto">
              <a:xfrm>
                <a:off x="2955925" y="3987800"/>
                <a:ext cx="560388" cy="565150"/>
              </a:xfrm>
              <a:custGeom>
                <a:avLst/>
                <a:gdLst>
                  <a:gd name="T0" fmla="*/ 153 w 305"/>
                  <a:gd name="T1" fmla="*/ 0 h 306"/>
                  <a:gd name="T2" fmla="*/ 153 w 305"/>
                  <a:gd name="T3" fmla="*/ 0 h 306"/>
                  <a:gd name="T4" fmla="*/ 0 w 305"/>
                  <a:gd name="T5" fmla="*/ 153 h 306"/>
                  <a:gd name="T6" fmla="*/ 153 w 305"/>
                  <a:gd name="T7" fmla="*/ 306 h 306"/>
                  <a:gd name="T8" fmla="*/ 305 w 305"/>
                  <a:gd name="T9" fmla="*/ 153 h 306"/>
                  <a:gd name="T10" fmla="*/ 153 w 305"/>
                  <a:gd name="T11" fmla="*/ 0 h 3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05" h="306">
                    <a:moveTo>
                      <a:pt x="153" y="0"/>
                    </a:moveTo>
                    <a:lnTo>
                      <a:pt x="153" y="0"/>
                    </a:lnTo>
                    <a:cubicBezTo>
                      <a:pt x="68" y="0"/>
                      <a:pt x="0" y="68"/>
                      <a:pt x="0" y="153"/>
                    </a:cubicBezTo>
                    <a:cubicBezTo>
                      <a:pt x="0" y="237"/>
                      <a:pt x="68" y="306"/>
                      <a:pt x="153" y="306"/>
                    </a:cubicBezTo>
                    <a:cubicBezTo>
                      <a:pt x="237" y="306"/>
                      <a:pt x="305" y="237"/>
                      <a:pt x="305" y="153"/>
                    </a:cubicBezTo>
                    <a:cubicBezTo>
                      <a:pt x="305" y="68"/>
                      <a:pt x="237" y="0"/>
                      <a:pt x="153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78" name="组 215"/>
            <p:cNvGrpSpPr/>
            <p:nvPr userDrawn="1"/>
          </p:nvGrpSpPr>
          <p:grpSpPr>
            <a:xfrm rot="2803540">
              <a:off x="9225928" y="-1135170"/>
              <a:ext cx="337162" cy="1815987"/>
              <a:chOff x="6099175" y="2627313"/>
              <a:chExt cx="411163" cy="2214563"/>
            </a:xfrm>
            <a:grpFill/>
          </p:grpSpPr>
          <p:sp>
            <p:nvSpPr>
              <p:cNvPr id="95" name="Freeform 13"/>
              <p:cNvSpPr>
                <a:spLocks noEditPoints="1"/>
              </p:cNvSpPr>
              <p:nvPr userDrawn="1">
                <p:custDataLst>
                  <p:tags r:id="rId177"/>
                </p:custDataLst>
              </p:nvPr>
            </p:nvSpPr>
            <p:spPr bwMode="auto">
              <a:xfrm>
                <a:off x="6130131" y="3048001"/>
                <a:ext cx="349250" cy="1258888"/>
              </a:xfrm>
              <a:custGeom>
                <a:avLst/>
                <a:gdLst>
                  <a:gd name="T0" fmla="*/ 137 w 367"/>
                  <a:gd name="T1" fmla="*/ 40 h 1313"/>
                  <a:gd name="T2" fmla="*/ 137 w 367"/>
                  <a:gd name="T3" fmla="*/ 40 h 1313"/>
                  <a:gd name="T4" fmla="*/ 230 w 367"/>
                  <a:gd name="T5" fmla="*/ 40 h 1313"/>
                  <a:gd name="T6" fmla="*/ 230 w 367"/>
                  <a:gd name="T7" fmla="*/ 1273 h 1313"/>
                  <a:gd name="T8" fmla="*/ 137 w 367"/>
                  <a:gd name="T9" fmla="*/ 1273 h 1313"/>
                  <a:gd name="T10" fmla="*/ 137 w 367"/>
                  <a:gd name="T11" fmla="*/ 40 h 1313"/>
                  <a:gd name="T12" fmla="*/ 97 w 367"/>
                  <a:gd name="T13" fmla="*/ 1273 h 1313"/>
                  <a:gd name="T14" fmla="*/ 97 w 367"/>
                  <a:gd name="T15" fmla="*/ 1273 h 1313"/>
                  <a:gd name="T16" fmla="*/ 40 w 367"/>
                  <a:gd name="T17" fmla="*/ 1273 h 1313"/>
                  <a:gd name="T18" fmla="*/ 40 w 367"/>
                  <a:gd name="T19" fmla="*/ 40 h 1313"/>
                  <a:gd name="T20" fmla="*/ 97 w 367"/>
                  <a:gd name="T21" fmla="*/ 40 h 1313"/>
                  <a:gd name="T22" fmla="*/ 97 w 367"/>
                  <a:gd name="T23" fmla="*/ 1273 h 1313"/>
                  <a:gd name="T24" fmla="*/ 270 w 367"/>
                  <a:gd name="T25" fmla="*/ 40 h 1313"/>
                  <a:gd name="T26" fmla="*/ 270 w 367"/>
                  <a:gd name="T27" fmla="*/ 40 h 1313"/>
                  <a:gd name="T28" fmla="*/ 327 w 367"/>
                  <a:gd name="T29" fmla="*/ 40 h 1313"/>
                  <a:gd name="T30" fmla="*/ 327 w 367"/>
                  <a:gd name="T31" fmla="*/ 1273 h 1313"/>
                  <a:gd name="T32" fmla="*/ 270 w 367"/>
                  <a:gd name="T33" fmla="*/ 1273 h 1313"/>
                  <a:gd name="T34" fmla="*/ 270 w 367"/>
                  <a:gd name="T35" fmla="*/ 40 h 1313"/>
                  <a:gd name="T36" fmla="*/ 270 w 367"/>
                  <a:gd name="T37" fmla="*/ 1313 h 1313"/>
                  <a:gd name="T38" fmla="*/ 270 w 367"/>
                  <a:gd name="T39" fmla="*/ 1313 h 1313"/>
                  <a:gd name="T40" fmla="*/ 270 w 367"/>
                  <a:gd name="T41" fmla="*/ 1313 h 1313"/>
                  <a:gd name="T42" fmla="*/ 367 w 367"/>
                  <a:gd name="T43" fmla="*/ 1313 h 1313"/>
                  <a:gd name="T44" fmla="*/ 367 w 367"/>
                  <a:gd name="T45" fmla="*/ 0 h 1313"/>
                  <a:gd name="T46" fmla="*/ 0 w 367"/>
                  <a:gd name="T47" fmla="*/ 0 h 1313"/>
                  <a:gd name="T48" fmla="*/ 0 w 367"/>
                  <a:gd name="T49" fmla="*/ 1313 h 1313"/>
                  <a:gd name="T50" fmla="*/ 97 w 367"/>
                  <a:gd name="T51" fmla="*/ 1313 h 1313"/>
                  <a:gd name="T52" fmla="*/ 97 w 367"/>
                  <a:gd name="T53" fmla="*/ 1313 h 1313"/>
                  <a:gd name="T54" fmla="*/ 137 w 367"/>
                  <a:gd name="T55" fmla="*/ 1313 h 1313"/>
                  <a:gd name="T56" fmla="*/ 137 w 367"/>
                  <a:gd name="T57" fmla="*/ 1313 h 1313"/>
                  <a:gd name="T58" fmla="*/ 230 w 367"/>
                  <a:gd name="T59" fmla="*/ 1313 h 1313"/>
                  <a:gd name="T60" fmla="*/ 230 w 367"/>
                  <a:gd name="T61" fmla="*/ 1313 h 1313"/>
                  <a:gd name="T62" fmla="*/ 270 w 367"/>
                  <a:gd name="T63" fmla="*/ 1313 h 13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367" h="1313">
                    <a:moveTo>
                      <a:pt x="137" y="40"/>
                    </a:moveTo>
                    <a:lnTo>
                      <a:pt x="137" y="40"/>
                    </a:lnTo>
                    <a:lnTo>
                      <a:pt x="230" y="40"/>
                    </a:lnTo>
                    <a:lnTo>
                      <a:pt x="230" y="1273"/>
                    </a:lnTo>
                    <a:lnTo>
                      <a:pt x="137" y="1273"/>
                    </a:lnTo>
                    <a:lnTo>
                      <a:pt x="137" y="40"/>
                    </a:lnTo>
                    <a:close/>
                    <a:moveTo>
                      <a:pt x="97" y="1273"/>
                    </a:moveTo>
                    <a:lnTo>
                      <a:pt x="97" y="1273"/>
                    </a:lnTo>
                    <a:lnTo>
                      <a:pt x="40" y="1273"/>
                    </a:lnTo>
                    <a:lnTo>
                      <a:pt x="40" y="40"/>
                    </a:lnTo>
                    <a:lnTo>
                      <a:pt x="97" y="40"/>
                    </a:lnTo>
                    <a:lnTo>
                      <a:pt x="97" y="1273"/>
                    </a:lnTo>
                    <a:close/>
                    <a:moveTo>
                      <a:pt x="270" y="40"/>
                    </a:moveTo>
                    <a:lnTo>
                      <a:pt x="270" y="40"/>
                    </a:lnTo>
                    <a:lnTo>
                      <a:pt x="327" y="40"/>
                    </a:lnTo>
                    <a:lnTo>
                      <a:pt x="327" y="1273"/>
                    </a:lnTo>
                    <a:lnTo>
                      <a:pt x="270" y="1273"/>
                    </a:lnTo>
                    <a:lnTo>
                      <a:pt x="270" y="40"/>
                    </a:lnTo>
                    <a:close/>
                    <a:moveTo>
                      <a:pt x="270" y="1313"/>
                    </a:moveTo>
                    <a:lnTo>
                      <a:pt x="270" y="1313"/>
                    </a:lnTo>
                    <a:lnTo>
                      <a:pt x="270" y="1313"/>
                    </a:lnTo>
                    <a:lnTo>
                      <a:pt x="367" y="1313"/>
                    </a:lnTo>
                    <a:lnTo>
                      <a:pt x="367" y="0"/>
                    </a:lnTo>
                    <a:lnTo>
                      <a:pt x="0" y="0"/>
                    </a:lnTo>
                    <a:lnTo>
                      <a:pt x="0" y="1313"/>
                    </a:lnTo>
                    <a:lnTo>
                      <a:pt x="97" y="1313"/>
                    </a:lnTo>
                    <a:lnTo>
                      <a:pt x="97" y="1313"/>
                    </a:lnTo>
                    <a:lnTo>
                      <a:pt x="137" y="1313"/>
                    </a:lnTo>
                    <a:lnTo>
                      <a:pt x="137" y="1313"/>
                    </a:lnTo>
                    <a:lnTo>
                      <a:pt x="230" y="1313"/>
                    </a:lnTo>
                    <a:lnTo>
                      <a:pt x="230" y="1313"/>
                    </a:lnTo>
                    <a:lnTo>
                      <a:pt x="270" y="1313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6" name="Freeform 14"/>
              <p:cNvSpPr/>
              <p:nvPr userDrawn="1">
                <p:custDataLst>
                  <p:tags r:id="rId178"/>
                </p:custDataLst>
              </p:nvPr>
            </p:nvSpPr>
            <p:spPr bwMode="auto">
              <a:xfrm>
                <a:off x="6130131" y="2968626"/>
                <a:ext cx="349250" cy="63500"/>
              </a:xfrm>
              <a:custGeom>
                <a:avLst/>
                <a:gdLst>
                  <a:gd name="T0" fmla="*/ 367 w 367"/>
                  <a:gd name="T1" fmla="*/ 0 h 67"/>
                  <a:gd name="T2" fmla="*/ 367 w 367"/>
                  <a:gd name="T3" fmla="*/ 0 h 67"/>
                  <a:gd name="T4" fmla="*/ 0 w 367"/>
                  <a:gd name="T5" fmla="*/ 0 h 67"/>
                  <a:gd name="T6" fmla="*/ 0 w 367"/>
                  <a:gd name="T7" fmla="*/ 67 h 67"/>
                  <a:gd name="T8" fmla="*/ 367 w 367"/>
                  <a:gd name="T9" fmla="*/ 67 h 67"/>
                  <a:gd name="T10" fmla="*/ 367 w 367"/>
                  <a:gd name="T1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7" h="67">
                    <a:moveTo>
                      <a:pt x="367" y="0"/>
                    </a:moveTo>
                    <a:lnTo>
                      <a:pt x="367" y="0"/>
                    </a:lnTo>
                    <a:lnTo>
                      <a:pt x="0" y="0"/>
                    </a:lnTo>
                    <a:lnTo>
                      <a:pt x="0" y="67"/>
                    </a:lnTo>
                    <a:lnTo>
                      <a:pt x="367" y="67"/>
                    </a:lnTo>
                    <a:lnTo>
                      <a:pt x="367" y="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7" name="Freeform 15"/>
              <p:cNvSpPr/>
              <p:nvPr userDrawn="1">
                <p:custDataLst>
                  <p:tags r:id="rId179"/>
                </p:custDataLst>
              </p:nvPr>
            </p:nvSpPr>
            <p:spPr bwMode="auto">
              <a:xfrm>
                <a:off x="6099175" y="2627313"/>
                <a:ext cx="411163" cy="325438"/>
              </a:xfrm>
              <a:custGeom>
                <a:avLst/>
                <a:gdLst>
                  <a:gd name="T0" fmla="*/ 399 w 430"/>
                  <a:gd name="T1" fmla="*/ 340 h 340"/>
                  <a:gd name="T2" fmla="*/ 399 w 430"/>
                  <a:gd name="T3" fmla="*/ 340 h 340"/>
                  <a:gd name="T4" fmla="*/ 215 w 430"/>
                  <a:gd name="T5" fmla="*/ 0 h 340"/>
                  <a:gd name="T6" fmla="*/ 32 w 430"/>
                  <a:gd name="T7" fmla="*/ 340 h 340"/>
                  <a:gd name="T8" fmla="*/ 399 w 430"/>
                  <a:gd name="T9" fmla="*/ 340 h 3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30" h="340">
                    <a:moveTo>
                      <a:pt x="399" y="340"/>
                    </a:moveTo>
                    <a:lnTo>
                      <a:pt x="399" y="340"/>
                    </a:lnTo>
                    <a:cubicBezTo>
                      <a:pt x="399" y="340"/>
                      <a:pt x="430" y="0"/>
                      <a:pt x="215" y="0"/>
                    </a:cubicBezTo>
                    <a:cubicBezTo>
                      <a:pt x="0" y="0"/>
                      <a:pt x="32" y="340"/>
                      <a:pt x="32" y="340"/>
                    </a:cubicBezTo>
                    <a:lnTo>
                      <a:pt x="399" y="340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8" name="Freeform 17"/>
              <p:cNvSpPr>
                <a:spLocks noEditPoints="1"/>
              </p:cNvSpPr>
              <p:nvPr userDrawn="1">
                <p:custDataLst>
                  <p:tags r:id="rId180"/>
                </p:custDataLst>
              </p:nvPr>
            </p:nvSpPr>
            <p:spPr bwMode="auto">
              <a:xfrm>
                <a:off x="6128544" y="4310063"/>
                <a:ext cx="352425" cy="531813"/>
              </a:xfrm>
              <a:custGeom>
                <a:avLst/>
                <a:gdLst>
                  <a:gd name="T0" fmla="*/ 214 w 369"/>
                  <a:gd name="T1" fmla="*/ 338 h 554"/>
                  <a:gd name="T2" fmla="*/ 214 w 369"/>
                  <a:gd name="T3" fmla="*/ 338 h 554"/>
                  <a:gd name="T4" fmla="*/ 155 w 369"/>
                  <a:gd name="T5" fmla="*/ 338 h 554"/>
                  <a:gd name="T6" fmla="*/ 56 w 369"/>
                  <a:gd name="T7" fmla="*/ 40 h 554"/>
                  <a:gd name="T8" fmla="*/ 313 w 369"/>
                  <a:gd name="T9" fmla="*/ 40 h 554"/>
                  <a:gd name="T10" fmla="*/ 214 w 369"/>
                  <a:gd name="T11" fmla="*/ 338 h 554"/>
                  <a:gd name="T12" fmla="*/ 113 w 369"/>
                  <a:gd name="T13" fmla="*/ 338 h 554"/>
                  <a:gd name="T14" fmla="*/ 113 w 369"/>
                  <a:gd name="T15" fmla="*/ 338 h 554"/>
                  <a:gd name="T16" fmla="*/ 184 w 369"/>
                  <a:gd name="T17" fmla="*/ 554 h 554"/>
                  <a:gd name="T18" fmla="*/ 256 w 369"/>
                  <a:gd name="T19" fmla="*/ 338 h 554"/>
                  <a:gd name="T20" fmla="*/ 369 w 369"/>
                  <a:gd name="T21" fmla="*/ 0 h 554"/>
                  <a:gd name="T22" fmla="*/ 0 w 369"/>
                  <a:gd name="T23" fmla="*/ 0 h 554"/>
                  <a:gd name="T24" fmla="*/ 113 w 369"/>
                  <a:gd name="T25" fmla="*/ 338 h 5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69" h="554">
                    <a:moveTo>
                      <a:pt x="214" y="338"/>
                    </a:moveTo>
                    <a:lnTo>
                      <a:pt x="214" y="338"/>
                    </a:lnTo>
                    <a:lnTo>
                      <a:pt x="155" y="338"/>
                    </a:lnTo>
                    <a:lnTo>
                      <a:pt x="56" y="40"/>
                    </a:lnTo>
                    <a:lnTo>
                      <a:pt x="313" y="40"/>
                    </a:lnTo>
                    <a:lnTo>
                      <a:pt x="214" y="338"/>
                    </a:lnTo>
                    <a:close/>
                    <a:moveTo>
                      <a:pt x="113" y="338"/>
                    </a:moveTo>
                    <a:lnTo>
                      <a:pt x="113" y="338"/>
                    </a:lnTo>
                    <a:lnTo>
                      <a:pt x="184" y="554"/>
                    </a:lnTo>
                    <a:lnTo>
                      <a:pt x="256" y="338"/>
                    </a:lnTo>
                    <a:lnTo>
                      <a:pt x="369" y="0"/>
                    </a:lnTo>
                    <a:lnTo>
                      <a:pt x="0" y="0"/>
                    </a:lnTo>
                    <a:lnTo>
                      <a:pt x="113" y="338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grpSp>
          <p:nvGrpSpPr>
            <p:cNvPr id="79" name="组合 78"/>
            <p:cNvGrpSpPr/>
            <p:nvPr userDrawn="1"/>
          </p:nvGrpSpPr>
          <p:grpSpPr>
            <a:xfrm>
              <a:off x="5624277" y="6060101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93" name="Freeform 19"/>
              <p:cNvSpPr>
                <a:spLocks noEditPoints="1"/>
              </p:cNvSpPr>
              <p:nvPr userDrawn="1">
                <p:custDataLst>
                  <p:tags r:id="rId181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4" name="Freeform 20"/>
              <p:cNvSpPr/>
              <p:nvPr userDrawn="1">
                <p:custDataLst>
                  <p:tags r:id="rId182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80" name="Freeform 9"/>
            <p:cNvSpPr>
              <a:spLocks noEditPoints="1"/>
            </p:cNvSpPr>
            <p:nvPr userDrawn="1">
              <p:custDataLst>
                <p:tags r:id="rId183"/>
              </p:custDataLst>
            </p:nvPr>
          </p:nvSpPr>
          <p:spPr bwMode="auto">
            <a:xfrm>
              <a:off x="11714474" y="3298829"/>
              <a:ext cx="1135300" cy="1451430"/>
            </a:xfrm>
            <a:custGeom>
              <a:avLst/>
              <a:gdLst>
                <a:gd name="T0" fmla="*/ 449 w 1637"/>
                <a:gd name="T1" fmla="*/ 1301 h 2083"/>
                <a:gd name="T2" fmla="*/ 449 w 1637"/>
                <a:gd name="T3" fmla="*/ 1301 h 2083"/>
                <a:gd name="T4" fmla="*/ 350 w 1637"/>
                <a:gd name="T5" fmla="*/ 1276 h 2083"/>
                <a:gd name="T6" fmla="*/ 240 w 1637"/>
                <a:gd name="T7" fmla="*/ 1150 h 2083"/>
                <a:gd name="T8" fmla="*/ 273 w 1637"/>
                <a:gd name="T9" fmla="*/ 841 h 2083"/>
                <a:gd name="T10" fmla="*/ 770 w 1637"/>
                <a:gd name="T11" fmla="*/ 1055 h 2083"/>
                <a:gd name="T12" fmla="*/ 449 w 1637"/>
                <a:gd name="T13" fmla="*/ 1301 h 2083"/>
                <a:gd name="T14" fmla="*/ 1500 w 1637"/>
                <a:gd name="T15" fmla="*/ 1781 h 2083"/>
                <a:gd name="T16" fmla="*/ 1500 w 1637"/>
                <a:gd name="T17" fmla="*/ 1781 h 2083"/>
                <a:gd name="T18" fmla="*/ 1590 w 1637"/>
                <a:gd name="T19" fmla="*/ 1670 h 2083"/>
                <a:gd name="T20" fmla="*/ 1278 w 1637"/>
                <a:gd name="T21" fmla="*/ 1604 h 2083"/>
                <a:gd name="T22" fmla="*/ 1403 w 1637"/>
                <a:gd name="T23" fmla="*/ 1057 h 2083"/>
                <a:gd name="T24" fmla="*/ 1031 w 1637"/>
                <a:gd name="T25" fmla="*/ 383 h 2083"/>
                <a:gd name="T26" fmla="*/ 931 w 1637"/>
                <a:gd name="T27" fmla="*/ 92 h 2083"/>
                <a:gd name="T28" fmla="*/ 480 w 1637"/>
                <a:gd name="T29" fmla="*/ 430 h 2083"/>
                <a:gd name="T30" fmla="*/ 0 w 1637"/>
                <a:gd name="T31" fmla="*/ 723 h 2083"/>
                <a:gd name="T32" fmla="*/ 236 w 1637"/>
                <a:gd name="T33" fmla="*/ 825 h 2083"/>
                <a:gd name="T34" fmla="*/ 202 w 1637"/>
                <a:gd name="T35" fmla="*/ 1162 h 2083"/>
                <a:gd name="T36" fmla="*/ 332 w 1637"/>
                <a:gd name="T37" fmla="*/ 1312 h 2083"/>
                <a:gd name="T38" fmla="*/ 449 w 1637"/>
                <a:gd name="T39" fmla="*/ 1341 h 2083"/>
                <a:gd name="T40" fmla="*/ 807 w 1637"/>
                <a:gd name="T41" fmla="*/ 1071 h 2083"/>
                <a:gd name="T42" fmla="*/ 1003 w 1637"/>
                <a:gd name="T43" fmla="*/ 1156 h 2083"/>
                <a:gd name="T44" fmla="*/ 950 w 1637"/>
                <a:gd name="T45" fmla="*/ 626 h 2083"/>
                <a:gd name="T46" fmla="*/ 1001 w 1637"/>
                <a:gd name="T47" fmla="*/ 495 h 2083"/>
                <a:gd name="T48" fmla="*/ 1297 w 1637"/>
                <a:gd name="T49" fmla="*/ 1060 h 2083"/>
                <a:gd name="T50" fmla="*/ 1215 w 1637"/>
                <a:gd name="T51" fmla="*/ 1499 h 2083"/>
                <a:gd name="T52" fmla="*/ 1166 w 1637"/>
                <a:gd name="T53" fmla="*/ 1581 h 2083"/>
                <a:gd name="T54" fmla="*/ 920 w 1637"/>
                <a:gd name="T55" fmla="*/ 1530 h 2083"/>
                <a:gd name="T56" fmla="*/ 549 w 1637"/>
                <a:gd name="T57" fmla="*/ 1946 h 2083"/>
                <a:gd name="T58" fmla="*/ 1255 w 1637"/>
                <a:gd name="T59" fmla="*/ 2083 h 2083"/>
                <a:gd name="T60" fmla="*/ 1637 w 1637"/>
                <a:gd name="T61" fmla="*/ 1806 h 2083"/>
                <a:gd name="T62" fmla="*/ 1500 w 1637"/>
                <a:gd name="T63" fmla="*/ 1781 h 20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637" h="2083">
                  <a:moveTo>
                    <a:pt x="449" y="1301"/>
                  </a:moveTo>
                  <a:lnTo>
                    <a:pt x="449" y="1301"/>
                  </a:lnTo>
                  <a:cubicBezTo>
                    <a:pt x="416" y="1301"/>
                    <a:pt x="383" y="1292"/>
                    <a:pt x="350" y="1276"/>
                  </a:cubicBezTo>
                  <a:cubicBezTo>
                    <a:pt x="295" y="1248"/>
                    <a:pt x="258" y="1206"/>
                    <a:pt x="240" y="1150"/>
                  </a:cubicBezTo>
                  <a:cubicBezTo>
                    <a:pt x="207" y="1047"/>
                    <a:pt x="243" y="919"/>
                    <a:pt x="273" y="841"/>
                  </a:cubicBezTo>
                  <a:lnTo>
                    <a:pt x="770" y="1055"/>
                  </a:lnTo>
                  <a:cubicBezTo>
                    <a:pt x="719" y="1137"/>
                    <a:pt x="599" y="1301"/>
                    <a:pt x="449" y="1301"/>
                  </a:cubicBezTo>
                  <a:close/>
                  <a:moveTo>
                    <a:pt x="1500" y="1781"/>
                  </a:moveTo>
                  <a:lnTo>
                    <a:pt x="1500" y="1781"/>
                  </a:lnTo>
                  <a:lnTo>
                    <a:pt x="1590" y="1670"/>
                  </a:lnTo>
                  <a:lnTo>
                    <a:pt x="1278" y="1604"/>
                  </a:lnTo>
                  <a:cubicBezTo>
                    <a:pt x="1340" y="1504"/>
                    <a:pt x="1412" y="1329"/>
                    <a:pt x="1403" y="1057"/>
                  </a:cubicBezTo>
                  <a:cubicBezTo>
                    <a:pt x="1392" y="672"/>
                    <a:pt x="1130" y="453"/>
                    <a:pt x="1031" y="383"/>
                  </a:cubicBezTo>
                  <a:cubicBezTo>
                    <a:pt x="1053" y="263"/>
                    <a:pt x="1046" y="135"/>
                    <a:pt x="931" y="92"/>
                  </a:cubicBezTo>
                  <a:cubicBezTo>
                    <a:pt x="680" y="0"/>
                    <a:pt x="480" y="430"/>
                    <a:pt x="480" y="430"/>
                  </a:cubicBezTo>
                  <a:cubicBezTo>
                    <a:pt x="480" y="430"/>
                    <a:pt x="113" y="340"/>
                    <a:pt x="0" y="723"/>
                  </a:cubicBezTo>
                  <a:lnTo>
                    <a:pt x="236" y="825"/>
                  </a:lnTo>
                  <a:cubicBezTo>
                    <a:pt x="204" y="908"/>
                    <a:pt x="164" y="1046"/>
                    <a:pt x="202" y="1162"/>
                  </a:cubicBezTo>
                  <a:cubicBezTo>
                    <a:pt x="223" y="1229"/>
                    <a:pt x="267" y="1279"/>
                    <a:pt x="332" y="1312"/>
                  </a:cubicBezTo>
                  <a:cubicBezTo>
                    <a:pt x="370" y="1331"/>
                    <a:pt x="410" y="1341"/>
                    <a:pt x="449" y="1341"/>
                  </a:cubicBezTo>
                  <a:cubicBezTo>
                    <a:pt x="623" y="1341"/>
                    <a:pt x="755" y="1157"/>
                    <a:pt x="807" y="1071"/>
                  </a:cubicBezTo>
                  <a:lnTo>
                    <a:pt x="1003" y="1156"/>
                  </a:lnTo>
                  <a:cubicBezTo>
                    <a:pt x="1003" y="1156"/>
                    <a:pt x="1247" y="846"/>
                    <a:pt x="950" y="626"/>
                  </a:cubicBezTo>
                  <a:cubicBezTo>
                    <a:pt x="950" y="626"/>
                    <a:pt x="977" y="571"/>
                    <a:pt x="1001" y="495"/>
                  </a:cubicBezTo>
                  <a:cubicBezTo>
                    <a:pt x="1101" y="574"/>
                    <a:pt x="1288" y="762"/>
                    <a:pt x="1297" y="1060"/>
                  </a:cubicBezTo>
                  <a:cubicBezTo>
                    <a:pt x="1303" y="1273"/>
                    <a:pt x="1256" y="1416"/>
                    <a:pt x="1215" y="1499"/>
                  </a:cubicBezTo>
                  <a:cubicBezTo>
                    <a:pt x="1198" y="1534"/>
                    <a:pt x="1181" y="1561"/>
                    <a:pt x="1166" y="1581"/>
                  </a:cubicBezTo>
                  <a:lnTo>
                    <a:pt x="920" y="1530"/>
                  </a:lnTo>
                  <a:lnTo>
                    <a:pt x="549" y="1946"/>
                  </a:lnTo>
                  <a:lnTo>
                    <a:pt x="1255" y="2083"/>
                  </a:lnTo>
                  <a:lnTo>
                    <a:pt x="1637" y="1806"/>
                  </a:lnTo>
                  <a:lnTo>
                    <a:pt x="1500" y="178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81" name="组合 80"/>
            <p:cNvGrpSpPr/>
            <p:nvPr userDrawn="1"/>
          </p:nvGrpSpPr>
          <p:grpSpPr>
            <a:xfrm rot="2116298">
              <a:off x="718678" y="6474358"/>
              <a:ext cx="1228067" cy="1069643"/>
              <a:chOff x="501650" y="3292475"/>
              <a:chExt cx="1735138" cy="1511300"/>
            </a:xfrm>
            <a:grpFill/>
          </p:grpSpPr>
          <p:sp>
            <p:nvSpPr>
              <p:cNvPr id="88" name="Freeform 5"/>
              <p:cNvSpPr/>
              <p:nvPr userDrawn="1">
                <p:custDataLst>
                  <p:tags r:id="rId184"/>
                </p:custDataLst>
              </p:nvPr>
            </p:nvSpPr>
            <p:spPr bwMode="auto">
              <a:xfrm>
                <a:off x="501650" y="3292475"/>
                <a:ext cx="1735138" cy="893762"/>
              </a:xfrm>
              <a:custGeom>
                <a:avLst/>
                <a:gdLst>
                  <a:gd name="T0" fmla="*/ 0 w 943"/>
                  <a:gd name="T1" fmla="*/ 242 h 484"/>
                  <a:gd name="T2" fmla="*/ 0 w 943"/>
                  <a:gd name="T3" fmla="*/ 242 h 484"/>
                  <a:gd name="T4" fmla="*/ 471 w 943"/>
                  <a:gd name="T5" fmla="*/ 484 h 484"/>
                  <a:gd name="T6" fmla="*/ 943 w 943"/>
                  <a:gd name="T7" fmla="*/ 242 h 484"/>
                  <a:gd name="T8" fmla="*/ 471 w 943"/>
                  <a:gd name="T9" fmla="*/ 0 h 484"/>
                  <a:gd name="T10" fmla="*/ 0 w 943"/>
                  <a:gd name="T11" fmla="*/ 242 h 4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43" h="484">
                    <a:moveTo>
                      <a:pt x="0" y="242"/>
                    </a:moveTo>
                    <a:lnTo>
                      <a:pt x="0" y="242"/>
                    </a:lnTo>
                    <a:lnTo>
                      <a:pt x="471" y="484"/>
                    </a:lnTo>
                    <a:lnTo>
                      <a:pt x="943" y="242"/>
                    </a:lnTo>
                    <a:lnTo>
                      <a:pt x="471" y="0"/>
                    </a:lnTo>
                    <a:lnTo>
                      <a:pt x="0" y="242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89" name="Freeform 6"/>
              <p:cNvSpPr/>
              <p:nvPr userDrawn="1">
                <p:custDataLst>
                  <p:tags r:id="rId185"/>
                </p:custDataLst>
              </p:nvPr>
            </p:nvSpPr>
            <p:spPr bwMode="auto">
              <a:xfrm>
                <a:off x="728663" y="3959225"/>
                <a:ext cx="1285875" cy="758825"/>
              </a:xfrm>
              <a:custGeom>
                <a:avLst/>
                <a:gdLst>
                  <a:gd name="T0" fmla="*/ 349 w 699"/>
                  <a:gd name="T1" fmla="*/ 179 h 412"/>
                  <a:gd name="T2" fmla="*/ 349 w 699"/>
                  <a:gd name="T3" fmla="*/ 179 h 412"/>
                  <a:gd name="T4" fmla="*/ 0 w 699"/>
                  <a:gd name="T5" fmla="*/ 0 h 412"/>
                  <a:gd name="T6" fmla="*/ 0 w 699"/>
                  <a:gd name="T7" fmla="*/ 233 h 412"/>
                  <a:gd name="T8" fmla="*/ 349 w 699"/>
                  <a:gd name="T9" fmla="*/ 412 h 412"/>
                  <a:gd name="T10" fmla="*/ 699 w 699"/>
                  <a:gd name="T11" fmla="*/ 233 h 412"/>
                  <a:gd name="T12" fmla="*/ 699 w 699"/>
                  <a:gd name="T13" fmla="*/ 0 h 412"/>
                  <a:gd name="T14" fmla="*/ 349 w 699"/>
                  <a:gd name="T15" fmla="*/ 179 h 4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9" h="412">
                    <a:moveTo>
                      <a:pt x="349" y="179"/>
                    </a:moveTo>
                    <a:lnTo>
                      <a:pt x="349" y="179"/>
                    </a:lnTo>
                    <a:lnTo>
                      <a:pt x="0" y="0"/>
                    </a:lnTo>
                    <a:lnTo>
                      <a:pt x="0" y="233"/>
                    </a:lnTo>
                    <a:lnTo>
                      <a:pt x="349" y="412"/>
                    </a:lnTo>
                    <a:lnTo>
                      <a:pt x="699" y="233"/>
                    </a:lnTo>
                    <a:lnTo>
                      <a:pt x="699" y="0"/>
                    </a:lnTo>
                    <a:lnTo>
                      <a:pt x="349" y="179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0" name="Freeform 7"/>
              <p:cNvSpPr/>
              <p:nvPr userDrawn="1">
                <p:custDataLst>
                  <p:tags r:id="rId186"/>
                </p:custDataLst>
              </p:nvPr>
            </p:nvSpPr>
            <p:spPr bwMode="auto">
              <a:xfrm>
                <a:off x="514350" y="4095750"/>
                <a:ext cx="68263" cy="708025"/>
              </a:xfrm>
              <a:custGeom>
                <a:avLst/>
                <a:gdLst>
                  <a:gd name="T0" fmla="*/ 0 w 37"/>
                  <a:gd name="T1" fmla="*/ 384 h 384"/>
                  <a:gd name="T2" fmla="*/ 0 w 37"/>
                  <a:gd name="T3" fmla="*/ 384 h 384"/>
                  <a:gd name="T4" fmla="*/ 37 w 37"/>
                  <a:gd name="T5" fmla="*/ 384 h 384"/>
                  <a:gd name="T6" fmla="*/ 37 w 37"/>
                  <a:gd name="T7" fmla="*/ 0 h 384"/>
                  <a:gd name="T8" fmla="*/ 0 w 37"/>
                  <a:gd name="T9" fmla="*/ 0 h 384"/>
                  <a:gd name="T10" fmla="*/ 0 w 37"/>
                  <a:gd name="T11" fmla="*/ 384 h 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384">
                    <a:moveTo>
                      <a:pt x="0" y="384"/>
                    </a:moveTo>
                    <a:lnTo>
                      <a:pt x="0" y="384"/>
                    </a:lnTo>
                    <a:lnTo>
                      <a:pt x="37" y="384"/>
                    </a:lnTo>
                    <a:lnTo>
                      <a:pt x="37" y="0"/>
                    </a:lnTo>
                    <a:lnTo>
                      <a:pt x="0" y="0"/>
                    </a:lnTo>
                    <a:lnTo>
                      <a:pt x="0" y="384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1" name="Freeform 8"/>
              <p:cNvSpPr/>
              <p:nvPr userDrawn="1">
                <p:custDataLst>
                  <p:tags r:id="rId187"/>
                </p:custDataLst>
              </p:nvPr>
            </p:nvSpPr>
            <p:spPr bwMode="auto">
              <a:xfrm>
                <a:off x="511175" y="3986212"/>
                <a:ext cx="74613" cy="76200"/>
              </a:xfrm>
              <a:custGeom>
                <a:avLst/>
                <a:gdLst>
                  <a:gd name="T0" fmla="*/ 41 w 41"/>
                  <a:gd name="T1" fmla="*/ 21 h 41"/>
                  <a:gd name="T2" fmla="*/ 41 w 41"/>
                  <a:gd name="T3" fmla="*/ 21 h 41"/>
                  <a:gd name="T4" fmla="*/ 20 w 41"/>
                  <a:gd name="T5" fmla="*/ 41 h 41"/>
                  <a:gd name="T6" fmla="*/ 0 w 41"/>
                  <a:gd name="T7" fmla="*/ 21 h 41"/>
                  <a:gd name="T8" fmla="*/ 20 w 41"/>
                  <a:gd name="T9" fmla="*/ 0 h 41"/>
                  <a:gd name="T10" fmla="*/ 41 w 41"/>
                  <a:gd name="T11" fmla="*/ 21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1" h="41">
                    <a:moveTo>
                      <a:pt x="41" y="21"/>
                    </a:moveTo>
                    <a:lnTo>
                      <a:pt x="41" y="21"/>
                    </a:lnTo>
                    <a:cubicBezTo>
                      <a:pt x="41" y="32"/>
                      <a:pt x="32" y="41"/>
                      <a:pt x="20" y="41"/>
                    </a:cubicBezTo>
                    <a:cubicBezTo>
                      <a:pt x="9" y="41"/>
                      <a:pt x="0" y="32"/>
                      <a:pt x="0" y="21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2" y="0"/>
                      <a:pt x="41" y="9"/>
                      <a:pt x="41" y="21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92" name="Freeform 9"/>
              <p:cNvSpPr/>
              <p:nvPr userDrawn="1">
                <p:custDataLst>
                  <p:tags r:id="rId188"/>
                </p:custDataLst>
              </p:nvPr>
            </p:nvSpPr>
            <p:spPr bwMode="auto">
              <a:xfrm>
                <a:off x="541338" y="3738562"/>
                <a:ext cx="14288" cy="401637"/>
              </a:xfrm>
              <a:custGeom>
                <a:avLst/>
                <a:gdLst>
                  <a:gd name="T0" fmla="*/ 7 w 7"/>
                  <a:gd name="T1" fmla="*/ 217 h 217"/>
                  <a:gd name="T2" fmla="*/ 7 w 7"/>
                  <a:gd name="T3" fmla="*/ 217 h 217"/>
                  <a:gd name="T4" fmla="*/ 0 w 7"/>
                  <a:gd name="T5" fmla="*/ 217 h 217"/>
                  <a:gd name="T6" fmla="*/ 0 w 7"/>
                  <a:gd name="T7" fmla="*/ 0 h 217"/>
                  <a:gd name="T8" fmla="*/ 7 w 7"/>
                  <a:gd name="T9" fmla="*/ 0 h 217"/>
                  <a:gd name="T10" fmla="*/ 7 w 7"/>
                  <a:gd name="T11" fmla="*/ 217 h 2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217">
                    <a:moveTo>
                      <a:pt x="7" y="217"/>
                    </a:moveTo>
                    <a:lnTo>
                      <a:pt x="7" y="217"/>
                    </a:lnTo>
                    <a:lnTo>
                      <a:pt x="0" y="217"/>
                    </a:lnTo>
                    <a:lnTo>
                      <a:pt x="0" y="0"/>
                    </a:lnTo>
                    <a:lnTo>
                      <a:pt x="7" y="0"/>
                    </a:lnTo>
                    <a:lnTo>
                      <a:pt x="7" y="217"/>
                    </a:ln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82" name="Freeform 7"/>
            <p:cNvSpPr>
              <a:spLocks noEditPoints="1"/>
            </p:cNvSpPr>
            <p:nvPr userDrawn="1">
              <p:custDataLst>
                <p:tags r:id="rId189"/>
              </p:custDataLst>
            </p:nvPr>
          </p:nvSpPr>
          <p:spPr bwMode="auto">
            <a:xfrm rot="20132266">
              <a:off x="9763146" y="-248950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grpSp>
          <p:nvGrpSpPr>
            <p:cNvPr id="83" name="组合 82"/>
            <p:cNvGrpSpPr/>
            <p:nvPr userDrawn="1"/>
          </p:nvGrpSpPr>
          <p:grpSpPr>
            <a:xfrm rot="1406730">
              <a:off x="10767933" y="5424446"/>
              <a:ext cx="1301704" cy="1299270"/>
              <a:chOff x="6262688" y="5170488"/>
              <a:chExt cx="1697038" cy="1693863"/>
            </a:xfrm>
            <a:grpFill/>
          </p:grpSpPr>
          <p:sp>
            <p:nvSpPr>
              <p:cNvPr id="86" name="Freeform 19"/>
              <p:cNvSpPr>
                <a:spLocks noEditPoints="1"/>
              </p:cNvSpPr>
              <p:nvPr userDrawn="1">
                <p:custDataLst>
                  <p:tags r:id="rId190"/>
                </p:custDataLst>
              </p:nvPr>
            </p:nvSpPr>
            <p:spPr bwMode="auto">
              <a:xfrm>
                <a:off x="6262688" y="5170488"/>
                <a:ext cx="1697038" cy="1693863"/>
              </a:xfrm>
              <a:custGeom>
                <a:avLst/>
                <a:gdLst>
                  <a:gd name="T0" fmla="*/ 1760 w 2284"/>
                  <a:gd name="T1" fmla="*/ 1142 h 2284"/>
                  <a:gd name="T2" fmla="*/ 1919 w 2284"/>
                  <a:gd name="T3" fmla="*/ 1406 h 2284"/>
                  <a:gd name="T4" fmla="*/ 1756 w 2284"/>
                  <a:gd name="T5" fmla="*/ 1940 h 2284"/>
                  <a:gd name="T6" fmla="*/ 1878 w 2284"/>
                  <a:gd name="T7" fmla="*/ 1506 h 2284"/>
                  <a:gd name="T8" fmla="*/ 1433 w 2284"/>
                  <a:gd name="T9" fmla="*/ 1845 h 2284"/>
                  <a:gd name="T10" fmla="*/ 1496 w 2284"/>
                  <a:gd name="T11" fmla="*/ 1592 h 2284"/>
                  <a:gd name="T12" fmla="*/ 1142 w 2284"/>
                  <a:gd name="T13" fmla="*/ 2204 h 2284"/>
                  <a:gd name="T14" fmla="*/ 1405 w 2284"/>
                  <a:gd name="T15" fmla="*/ 1921 h 2284"/>
                  <a:gd name="T16" fmla="*/ 787 w 2284"/>
                  <a:gd name="T17" fmla="*/ 1592 h 2284"/>
                  <a:gd name="T18" fmla="*/ 850 w 2284"/>
                  <a:gd name="T19" fmla="*/ 1845 h 2284"/>
                  <a:gd name="T20" fmla="*/ 528 w 2284"/>
                  <a:gd name="T21" fmla="*/ 1940 h 2284"/>
                  <a:gd name="T22" fmla="*/ 704 w 2284"/>
                  <a:gd name="T23" fmla="*/ 1580 h 2284"/>
                  <a:gd name="T24" fmla="*/ 80 w 2284"/>
                  <a:gd name="T25" fmla="*/ 1143 h 2284"/>
                  <a:gd name="T26" fmla="*/ 523 w 2284"/>
                  <a:gd name="T27" fmla="*/ 1142 h 2284"/>
                  <a:gd name="T28" fmla="*/ 676 w 2284"/>
                  <a:gd name="T29" fmla="*/ 950 h 2284"/>
                  <a:gd name="T30" fmla="*/ 439 w 2284"/>
                  <a:gd name="T31" fmla="*/ 851 h 2284"/>
                  <a:gd name="T32" fmla="*/ 676 w 2284"/>
                  <a:gd name="T33" fmla="*/ 1335 h 2284"/>
                  <a:gd name="T34" fmla="*/ 438 w 2284"/>
                  <a:gd name="T35" fmla="*/ 1434 h 2284"/>
                  <a:gd name="T36" fmla="*/ 670 w 2284"/>
                  <a:gd name="T37" fmla="*/ 1204 h 2284"/>
                  <a:gd name="T38" fmla="*/ 670 w 2284"/>
                  <a:gd name="T39" fmla="*/ 1080 h 2284"/>
                  <a:gd name="T40" fmla="*/ 391 w 2284"/>
                  <a:gd name="T41" fmla="*/ 392 h 2284"/>
                  <a:gd name="T42" fmla="*/ 778 w 2284"/>
                  <a:gd name="T43" fmla="*/ 407 h 2284"/>
                  <a:gd name="T44" fmla="*/ 391 w 2284"/>
                  <a:gd name="T45" fmla="*/ 392 h 2284"/>
                  <a:gd name="T46" fmla="*/ 1074 w 2284"/>
                  <a:gd name="T47" fmla="*/ 574 h 2284"/>
                  <a:gd name="T48" fmla="*/ 850 w 2284"/>
                  <a:gd name="T49" fmla="*/ 440 h 2284"/>
                  <a:gd name="T50" fmla="*/ 1405 w 2284"/>
                  <a:gd name="T51" fmla="*/ 364 h 2284"/>
                  <a:gd name="T52" fmla="*/ 1142 w 2284"/>
                  <a:gd name="T53" fmla="*/ 80 h 2284"/>
                  <a:gd name="T54" fmla="*/ 1335 w 2284"/>
                  <a:gd name="T55" fmla="*/ 677 h 2284"/>
                  <a:gd name="T56" fmla="*/ 1496 w 2284"/>
                  <a:gd name="T57" fmla="*/ 693 h 2284"/>
                  <a:gd name="T58" fmla="*/ 1509 w 2284"/>
                  <a:gd name="T59" fmla="*/ 775 h 2284"/>
                  <a:gd name="T60" fmla="*/ 1431 w 2284"/>
                  <a:gd name="T61" fmla="*/ 765 h 2284"/>
                  <a:gd name="T62" fmla="*/ 1142 w 2284"/>
                  <a:gd name="T63" fmla="*/ 623 h 2284"/>
                  <a:gd name="T64" fmla="*/ 1081 w 2284"/>
                  <a:gd name="T65" fmla="*/ 671 h 2284"/>
                  <a:gd name="T66" fmla="*/ 774 w 2284"/>
                  <a:gd name="T67" fmla="*/ 775 h 2284"/>
                  <a:gd name="T68" fmla="*/ 764 w 2284"/>
                  <a:gd name="T69" fmla="*/ 853 h 2284"/>
                  <a:gd name="T70" fmla="*/ 774 w 2284"/>
                  <a:gd name="T71" fmla="*/ 1510 h 2284"/>
                  <a:gd name="T72" fmla="*/ 852 w 2284"/>
                  <a:gd name="T73" fmla="*/ 1520 h 2284"/>
                  <a:gd name="T74" fmla="*/ 1142 w 2284"/>
                  <a:gd name="T75" fmla="*/ 1662 h 2284"/>
                  <a:gd name="T76" fmla="*/ 1203 w 2284"/>
                  <a:gd name="T77" fmla="*/ 1614 h 2284"/>
                  <a:gd name="T78" fmla="*/ 1509 w 2284"/>
                  <a:gd name="T79" fmla="*/ 1510 h 2284"/>
                  <a:gd name="T80" fmla="*/ 1519 w 2284"/>
                  <a:gd name="T81" fmla="*/ 1432 h 2284"/>
                  <a:gd name="T82" fmla="*/ 1302 w 2284"/>
                  <a:gd name="T83" fmla="*/ 1530 h 2284"/>
                  <a:gd name="T84" fmla="*/ 864 w 2284"/>
                  <a:gd name="T85" fmla="*/ 1420 h 2284"/>
                  <a:gd name="T86" fmla="*/ 754 w 2284"/>
                  <a:gd name="T87" fmla="*/ 982 h 2284"/>
                  <a:gd name="T88" fmla="*/ 1142 w 2284"/>
                  <a:gd name="T89" fmla="*/ 750 h 2284"/>
                  <a:gd name="T90" fmla="*/ 1529 w 2284"/>
                  <a:gd name="T91" fmla="*/ 982 h 2284"/>
                  <a:gd name="T92" fmla="*/ 1419 w 2284"/>
                  <a:gd name="T93" fmla="*/ 1420 h 2284"/>
                  <a:gd name="T94" fmla="*/ 1607 w 2284"/>
                  <a:gd name="T95" fmla="*/ 950 h 2284"/>
                  <a:gd name="T96" fmla="*/ 1710 w 2284"/>
                  <a:gd name="T97" fmla="*/ 1075 h 2284"/>
                  <a:gd name="T98" fmla="*/ 1845 w 2284"/>
                  <a:gd name="T99" fmla="*/ 1434 h 2284"/>
                  <a:gd name="T100" fmla="*/ 1711 w 2284"/>
                  <a:gd name="T101" fmla="*/ 1210 h 2284"/>
                  <a:gd name="T102" fmla="*/ 1661 w 2284"/>
                  <a:gd name="T103" fmla="*/ 1142 h 2284"/>
                  <a:gd name="T104" fmla="*/ 1613 w 2284"/>
                  <a:gd name="T105" fmla="*/ 1080 h 2284"/>
                  <a:gd name="T106" fmla="*/ 1893 w 2284"/>
                  <a:gd name="T107" fmla="*/ 392 h 2284"/>
                  <a:gd name="T108" fmla="*/ 1505 w 2284"/>
                  <a:gd name="T109" fmla="*/ 407 h 2284"/>
                  <a:gd name="T110" fmla="*/ 1952 w 2284"/>
                  <a:gd name="T111" fmla="*/ 807 h 2284"/>
                  <a:gd name="T112" fmla="*/ 1477 w 2284"/>
                  <a:gd name="T113" fmla="*/ 332 h 2284"/>
                  <a:gd name="T114" fmla="*/ 528 w 2284"/>
                  <a:gd name="T115" fmla="*/ 265 h 2284"/>
                  <a:gd name="T116" fmla="*/ 0 w 2284"/>
                  <a:gd name="T117" fmla="*/ 1143 h 2284"/>
                  <a:gd name="T118" fmla="*/ 528 w 2284"/>
                  <a:gd name="T119" fmla="*/ 2020 h 2284"/>
                  <a:gd name="T120" fmla="*/ 1477 w 2284"/>
                  <a:gd name="T121" fmla="*/ 1953 h 2284"/>
                  <a:gd name="T122" fmla="*/ 1952 w 2284"/>
                  <a:gd name="T123" fmla="*/ 1478 h 22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  <a:cxn ang="0">
                    <a:pos x="T122" y="T123"/>
                  </a:cxn>
                </a:cxnLst>
                <a:rect l="0" t="0" r="r" b="b"/>
                <a:pathLst>
                  <a:path w="2284" h="2284">
                    <a:moveTo>
                      <a:pt x="1919" y="1406"/>
                    </a:moveTo>
                    <a:lnTo>
                      <a:pt x="1919" y="1406"/>
                    </a:lnTo>
                    <a:cubicBezTo>
                      <a:pt x="1878" y="1322"/>
                      <a:pt x="1825" y="1233"/>
                      <a:pt x="1760" y="1142"/>
                    </a:cubicBezTo>
                    <a:cubicBezTo>
                      <a:pt x="1824" y="1053"/>
                      <a:pt x="1878" y="965"/>
                      <a:pt x="1920" y="879"/>
                    </a:cubicBezTo>
                    <a:cubicBezTo>
                      <a:pt x="2100" y="953"/>
                      <a:pt x="2204" y="1049"/>
                      <a:pt x="2204" y="1143"/>
                    </a:cubicBezTo>
                    <a:cubicBezTo>
                      <a:pt x="2204" y="1236"/>
                      <a:pt x="2100" y="1332"/>
                      <a:pt x="1919" y="1406"/>
                    </a:cubicBezTo>
                    <a:close/>
                    <a:moveTo>
                      <a:pt x="1893" y="1893"/>
                    </a:moveTo>
                    <a:lnTo>
                      <a:pt x="1893" y="1893"/>
                    </a:lnTo>
                    <a:cubicBezTo>
                      <a:pt x="1862" y="1924"/>
                      <a:pt x="1816" y="1940"/>
                      <a:pt x="1756" y="1940"/>
                    </a:cubicBezTo>
                    <a:cubicBezTo>
                      <a:pt x="1684" y="1940"/>
                      <a:pt x="1599" y="1918"/>
                      <a:pt x="1505" y="1878"/>
                    </a:cubicBezTo>
                    <a:cubicBezTo>
                      <a:pt x="1536" y="1790"/>
                      <a:pt x="1561" y="1689"/>
                      <a:pt x="1579" y="1580"/>
                    </a:cubicBezTo>
                    <a:cubicBezTo>
                      <a:pt x="1689" y="1562"/>
                      <a:pt x="1789" y="1537"/>
                      <a:pt x="1878" y="1506"/>
                    </a:cubicBezTo>
                    <a:cubicBezTo>
                      <a:pt x="1954" y="1686"/>
                      <a:pt x="1959" y="1828"/>
                      <a:pt x="1893" y="1893"/>
                    </a:cubicBezTo>
                    <a:close/>
                    <a:moveTo>
                      <a:pt x="1433" y="1845"/>
                    </a:moveTo>
                    <a:lnTo>
                      <a:pt x="1433" y="1845"/>
                    </a:lnTo>
                    <a:cubicBezTo>
                      <a:pt x="1361" y="1809"/>
                      <a:pt x="1286" y="1764"/>
                      <a:pt x="1210" y="1711"/>
                    </a:cubicBezTo>
                    <a:cubicBezTo>
                      <a:pt x="1251" y="1679"/>
                      <a:pt x="1293" y="1644"/>
                      <a:pt x="1335" y="1608"/>
                    </a:cubicBezTo>
                    <a:cubicBezTo>
                      <a:pt x="1390" y="1604"/>
                      <a:pt x="1444" y="1599"/>
                      <a:pt x="1496" y="1592"/>
                    </a:cubicBezTo>
                    <a:cubicBezTo>
                      <a:pt x="1480" y="1686"/>
                      <a:pt x="1458" y="1771"/>
                      <a:pt x="1433" y="1845"/>
                    </a:cubicBezTo>
                    <a:close/>
                    <a:moveTo>
                      <a:pt x="1142" y="2204"/>
                    </a:moveTo>
                    <a:lnTo>
                      <a:pt x="1142" y="2204"/>
                    </a:lnTo>
                    <a:cubicBezTo>
                      <a:pt x="1049" y="2204"/>
                      <a:pt x="952" y="2101"/>
                      <a:pt x="878" y="1921"/>
                    </a:cubicBezTo>
                    <a:cubicBezTo>
                      <a:pt x="963" y="1879"/>
                      <a:pt x="1052" y="1825"/>
                      <a:pt x="1142" y="1761"/>
                    </a:cubicBezTo>
                    <a:cubicBezTo>
                      <a:pt x="1231" y="1825"/>
                      <a:pt x="1320" y="1879"/>
                      <a:pt x="1405" y="1921"/>
                    </a:cubicBezTo>
                    <a:cubicBezTo>
                      <a:pt x="1331" y="2101"/>
                      <a:pt x="1235" y="2204"/>
                      <a:pt x="1142" y="2204"/>
                    </a:cubicBezTo>
                    <a:close/>
                    <a:moveTo>
                      <a:pt x="787" y="1592"/>
                    </a:moveTo>
                    <a:lnTo>
                      <a:pt x="787" y="1592"/>
                    </a:lnTo>
                    <a:cubicBezTo>
                      <a:pt x="839" y="1599"/>
                      <a:pt x="893" y="1604"/>
                      <a:pt x="949" y="1608"/>
                    </a:cubicBezTo>
                    <a:cubicBezTo>
                      <a:pt x="990" y="1644"/>
                      <a:pt x="1032" y="1679"/>
                      <a:pt x="1074" y="1711"/>
                    </a:cubicBezTo>
                    <a:cubicBezTo>
                      <a:pt x="997" y="1764"/>
                      <a:pt x="922" y="1809"/>
                      <a:pt x="850" y="1845"/>
                    </a:cubicBezTo>
                    <a:cubicBezTo>
                      <a:pt x="825" y="1771"/>
                      <a:pt x="804" y="1686"/>
                      <a:pt x="787" y="1592"/>
                    </a:cubicBezTo>
                    <a:close/>
                    <a:moveTo>
                      <a:pt x="528" y="1940"/>
                    </a:moveTo>
                    <a:lnTo>
                      <a:pt x="528" y="1940"/>
                    </a:lnTo>
                    <a:cubicBezTo>
                      <a:pt x="468" y="1940"/>
                      <a:pt x="421" y="1924"/>
                      <a:pt x="391" y="1893"/>
                    </a:cubicBezTo>
                    <a:cubicBezTo>
                      <a:pt x="325" y="1828"/>
                      <a:pt x="330" y="1686"/>
                      <a:pt x="405" y="1506"/>
                    </a:cubicBezTo>
                    <a:cubicBezTo>
                      <a:pt x="494" y="1537"/>
                      <a:pt x="595" y="1562"/>
                      <a:pt x="704" y="1580"/>
                    </a:cubicBezTo>
                    <a:cubicBezTo>
                      <a:pt x="722" y="1689"/>
                      <a:pt x="747" y="1790"/>
                      <a:pt x="778" y="1878"/>
                    </a:cubicBezTo>
                    <a:cubicBezTo>
                      <a:pt x="685" y="1918"/>
                      <a:pt x="599" y="1940"/>
                      <a:pt x="528" y="1940"/>
                    </a:cubicBezTo>
                    <a:close/>
                    <a:moveTo>
                      <a:pt x="80" y="1143"/>
                    </a:moveTo>
                    <a:lnTo>
                      <a:pt x="80" y="1143"/>
                    </a:lnTo>
                    <a:cubicBezTo>
                      <a:pt x="80" y="1049"/>
                      <a:pt x="183" y="953"/>
                      <a:pt x="364" y="879"/>
                    </a:cubicBezTo>
                    <a:cubicBezTo>
                      <a:pt x="406" y="965"/>
                      <a:pt x="459" y="1053"/>
                      <a:pt x="523" y="1142"/>
                    </a:cubicBezTo>
                    <a:cubicBezTo>
                      <a:pt x="458" y="1233"/>
                      <a:pt x="405" y="1322"/>
                      <a:pt x="364" y="1406"/>
                    </a:cubicBezTo>
                    <a:cubicBezTo>
                      <a:pt x="183" y="1332"/>
                      <a:pt x="80" y="1236"/>
                      <a:pt x="80" y="1143"/>
                    </a:cubicBezTo>
                    <a:close/>
                    <a:moveTo>
                      <a:pt x="676" y="950"/>
                    </a:moveTo>
                    <a:lnTo>
                      <a:pt x="676" y="950"/>
                    </a:lnTo>
                    <a:cubicBezTo>
                      <a:pt x="639" y="991"/>
                      <a:pt x="605" y="1033"/>
                      <a:pt x="573" y="1075"/>
                    </a:cubicBezTo>
                    <a:cubicBezTo>
                      <a:pt x="520" y="999"/>
                      <a:pt x="475" y="924"/>
                      <a:pt x="439" y="851"/>
                    </a:cubicBezTo>
                    <a:cubicBezTo>
                      <a:pt x="514" y="826"/>
                      <a:pt x="598" y="804"/>
                      <a:pt x="692" y="788"/>
                    </a:cubicBezTo>
                    <a:cubicBezTo>
                      <a:pt x="685" y="840"/>
                      <a:pt x="680" y="894"/>
                      <a:pt x="676" y="950"/>
                    </a:cubicBezTo>
                    <a:close/>
                    <a:moveTo>
                      <a:pt x="676" y="1335"/>
                    </a:moveTo>
                    <a:lnTo>
                      <a:pt x="676" y="1335"/>
                    </a:lnTo>
                    <a:cubicBezTo>
                      <a:pt x="680" y="1391"/>
                      <a:pt x="685" y="1445"/>
                      <a:pt x="692" y="1497"/>
                    </a:cubicBezTo>
                    <a:cubicBezTo>
                      <a:pt x="598" y="1481"/>
                      <a:pt x="513" y="1459"/>
                      <a:pt x="438" y="1434"/>
                    </a:cubicBezTo>
                    <a:cubicBezTo>
                      <a:pt x="473" y="1363"/>
                      <a:pt x="518" y="1288"/>
                      <a:pt x="573" y="1210"/>
                    </a:cubicBezTo>
                    <a:cubicBezTo>
                      <a:pt x="605" y="1252"/>
                      <a:pt x="640" y="1294"/>
                      <a:pt x="676" y="1335"/>
                    </a:cubicBezTo>
                    <a:close/>
                    <a:moveTo>
                      <a:pt x="670" y="1204"/>
                    </a:moveTo>
                    <a:lnTo>
                      <a:pt x="670" y="1204"/>
                    </a:lnTo>
                    <a:cubicBezTo>
                      <a:pt x="654" y="1183"/>
                      <a:pt x="637" y="1163"/>
                      <a:pt x="622" y="1142"/>
                    </a:cubicBezTo>
                    <a:cubicBezTo>
                      <a:pt x="637" y="1122"/>
                      <a:pt x="653" y="1101"/>
                      <a:pt x="670" y="1080"/>
                    </a:cubicBezTo>
                    <a:cubicBezTo>
                      <a:pt x="670" y="1101"/>
                      <a:pt x="669" y="1122"/>
                      <a:pt x="669" y="1143"/>
                    </a:cubicBezTo>
                    <a:cubicBezTo>
                      <a:pt x="669" y="1163"/>
                      <a:pt x="670" y="1184"/>
                      <a:pt x="670" y="1204"/>
                    </a:cubicBezTo>
                    <a:close/>
                    <a:moveTo>
                      <a:pt x="391" y="392"/>
                    </a:moveTo>
                    <a:lnTo>
                      <a:pt x="391" y="392"/>
                    </a:lnTo>
                    <a:cubicBezTo>
                      <a:pt x="421" y="361"/>
                      <a:pt x="468" y="345"/>
                      <a:pt x="528" y="345"/>
                    </a:cubicBezTo>
                    <a:cubicBezTo>
                      <a:pt x="599" y="345"/>
                      <a:pt x="685" y="367"/>
                      <a:pt x="778" y="407"/>
                    </a:cubicBezTo>
                    <a:cubicBezTo>
                      <a:pt x="747" y="495"/>
                      <a:pt x="722" y="596"/>
                      <a:pt x="704" y="705"/>
                    </a:cubicBezTo>
                    <a:cubicBezTo>
                      <a:pt x="595" y="723"/>
                      <a:pt x="494" y="748"/>
                      <a:pt x="406" y="779"/>
                    </a:cubicBezTo>
                    <a:cubicBezTo>
                      <a:pt x="330" y="599"/>
                      <a:pt x="324" y="458"/>
                      <a:pt x="391" y="392"/>
                    </a:cubicBezTo>
                    <a:close/>
                    <a:moveTo>
                      <a:pt x="850" y="440"/>
                    </a:moveTo>
                    <a:lnTo>
                      <a:pt x="850" y="440"/>
                    </a:lnTo>
                    <a:cubicBezTo>
                      <a:pt x="922" y="476"/>
                      <a:pt x="997" y="521"/>
                      <a:pt x="1074" y="574"/>
                    </a:cubicBezTo>
                    <a:cubicBezTo>
                      <a:pt x="1032" y="606"/>
                      <a:pt x="990" y="641"/>
                      <a:pt x="949" y="677"/>
                    </a:cubicBezTo>
                    <a:cubicBezTo>
                      <a:pt x="893" y="681"/>
                      <a:pt x="839" y="686"/>
                      <a:pt x="787" y="693"/>
                    </a:cubicBezTo>
                    <a:cubicBezTo>
                      <a:pt x="804" y="599"/>
                      <a:pt x="825" y="514"/>
                      <a:pt x="850" y="440"/>
                    </a:cubicBezTo>
                    <a:close/>
                    <a:moveTo>
                      <a:pt x="1142" y="80"/>
                    </a:moveTo>
                    <a:lnTo>
                      <a:pt x="1142" y="80"/>
                    </a:lnTo>
                    <a:cubicBezTo>
                      <a:pt x="1235" y="80"/>
                      <a:pt x="1331" y="184"/>
                      <a:pt x="1405" y="364"/>
                    </a:cubicBezTo>
                    <a:cubicBezTo>
                      <a:pt x="1320" y="406"/>
                      <a:pt x="1231" y="460"/>
                      <a:pt x="1142" y="524"/>
                    </a:cubicBezTo>
                    <a:cubicBezTo>
                      <a:pt x="1052" y="460"/>
                      <a:pt x="963" y="406"/>
                      <a:pt x="878" y="364"/>
                    </a:cubicBezTo>
                    <a:cubicBezTo>
                      <a:pt x="952" y="184"/>
                      <a:pt x="1049" y="80"/>
                      <a:pt x="1142" y="80"/>
                    </a:cubicBezTo>
                    <a:close/>
                    <a:moveTo>
                      <a:pt x="1496" y="693"/>
                    </a:moveTo>
                    <a:lnTo>
                      <a:pt x="1496" y="693"/>
                    </a:lnTo>
                    <a:cubicBezTo>
                      <a:pt x="1444" y="686"/>
                      <a:pt x="1390" y="681"/>
                      <a:pt x="1335" y="677"/>
                    </a:cubicBezTo>
                    <a:cubicBezTo>
                      <a:pt x="1293" y="641"/>
                      <a:pt x="1251" y="606"/>
                      <a:pt x="1210" y="574"/>
                    </a:cubicBezTo>
                    <a:cubicBezTo>
                      <a:pt x="1286" y="521"/>
                      <a:pt x="1361" y="476"/>
                      <a:pt x="1433" y="440"/>
                    </a:cubicBezTo>
                    <a:cubicBezTo>
                      <a:pt x="1458" y="514"/>
                      <a:pt x="1480" y="599"/>
                      <a:pt x="1496" y="693"/>
                    </a:cubicBezTo>
                    <a:close/>
                    <a:moveTo>
                      <a:pt x="1431" y="765"/>
                    </a:moveTo>
                    <a:lnTo>
                      <a:pt x="1431" y="765"/>
                    </a:lnTo>
                    <a:cubicBezTo>
                      <a:pt x="1458" y="768"/>
                      <a:pt x="1484" y="771"/>
                      <a:pt x="1509" y="775"/>
                    </a:cubicBezTo>
                    <a:cubicBezTo>
                      <a:pt x="1513" y="800"/>
                      <a:pt x="1516" y="826"/>
                      <a:pt x="1519" y="853"/>
                    </a:cubicBezTo>
                    <a:cubicBezTo>
                      <a:pt x="1505" y="838"/>
                      <a:pt x="1490" y="823"/>
                      <a:pt x="1476" y="809"/>
                    </a:cubicBezTo>
                    <a:cubicBezTo>
                      <a:pt x="1461" y="794"/>
                      <a:pt x="1446" y="779"/>
                      <a:pt x="1431" y="765"/>
                    </a:cubicBezTo>
                    <a:close/>
                    <a:moveTo>
                      <a:pt x="1081" y="671"/>
                    </a:moveTo>
                    <a:lnTo>
                      <a:pt x="1081" y="671"/>
                    </a:lnTo>
                    <a:cubicBezTo>
                      <a:pt x="1101" y="655"/>
                      <a:pt x="1121" y="639"/>
                      <a:pt x="1142" y="623"/>
                    </a:cubicBezTo>
                    <a:cubicBezTo>
                      <a:pt x="1162" y="639"/>
                      <a:pt x="1182" y="655"/>
                      <a:pt x="1203" y="671"/>
                    </a:cubicBezTo>
                    <a:cubicBezTo>
                      <a:pt x="1182" y="670"/>
                      <a:pt x="1162" y="670"/>
                      <a:pt x="1142" y="670"/>
                    </a:cubicBezTo>
                    <a:cubicBezTo>
                      <a:pt x="1121" y="670"/>
                      <a:pt x="1101" y="670"/>
                      <a:pt x="1081" y="671"/>
                    </a:cubicBezTo>
                    <a:close/>
                    <a:moveTo>
                      <a:pt x="764" y="853"/>
                    </a:moveTo>
                    <a:lnTo>
                      <a:pt x="764" y="853"/>
                    </a:lnTo>
                    <a:cubicBezTo>
                      <a:pt x="767" y="826"/>
                      <a:pt x="770" y="800"/>
                      <a:pt x="774" y="775"/>
                    </a:cubicBezTo>
                    <a:cubicBezTo>
                      <a:pt x="799" y="771"/>
                      <a:pt x="826" y="768"/>
                      <a:pt x="852" y="765"/>
                    </a:cubicBezTo>
                    <a:cubicBezTo>
                      <a:pt x="837" y="779"/>
                      <a:pt x="822" y="794"/>
                      <a:pt x="808" y="809"/>
                    </a:cubicBezTo>
                    <a:cubicBezTo>
                      <a:pt x="793" y="823"/>
                      <a:pt x="779" y="838"/>
                      <a:pt x="764" y="853"/>
                    </a:cubicBezTo>
                    <a:close/>
                    <a:moveTo>
                      <a:pt x="852" y="1520"/>
                    </a:moveTo>
                    <a:lnTo>
                      <a:pt x="852" y="1520"/>
                    </a:lnTo>
                    <a:cubicBezTo>
                      <a:pt x="826" y="1517"/>
                      <a:pt x="799" y="1514"/>
                      <a:pt x="774" y="1510"/>
                    </a:cubicBezTo>
                    <a:cubicBezTo>
                      <a:pt x="770" y="1485"/>
                      <a:pt x="767" y="1459"/>
                      <a:pt x="764" y="1432"/>
                    </a:cubicBezTo>
                    <a:cubicBezTo>
                      <a:pt x="779" y="1447"/>
                      <a:pt x="793" y="1462"/>
                      <a:pt x="808" y="1476"/>
                    </a:cubicBezTo>
                    <a:cubicBezTo>
                      <a:pt x="822" y="1491"/>
                      <a:pt x="837" y="1506"/>
                      <a:pt x="852" y="1520"/>
                    </a:cubicBezTo>
                    <a:close/>
                    <a:moveTo>
                      <a:pt x="1203" y="1614"/>
                    </a:moveTo>
                    <a:lnTo>
                      <a:pt x="1203" y="1614"/>
                    </a:lnTo>
                    <a:cubicBezTo>
                      <a:pt x="1182" y="1630"/>
                      <a:pt x="1162" y="1646"/>
                      <a:pt x="1142" y="1662"/>
                    </a:cubicBezTo>
                    <a:cubicBezTo>
                      <a:pt x="1121" y="1646"/>
                      <a:pt x="1101" y="1630"/>
                      <a:pt x="1081" y="1614"/>
                    </a:cubicBezTo>
                    <a:cubicBezTo>
                      <a:pt x="1101" y="1615"/>
                      <a:pt x="1121" y="1615"/>
                      <a:pt x="1142" y="1615"/>
                    </a:cubicBezTo>
                    <a:cubicBezTo>
                      <a:pt x="1162" y="1615"/>
                      <a:pt x="1182" y="1615"/>
                      <a:pt x="1203" y="1614"/>
                    </a:cubicBezTo>
                    <a:close/>
                    <a:moveTo>
                      <a:pt x="1519" y="1432"/>
                    </a:moveTo>
                    <a:lnTo>
                      <a:pt x="1519" y="1432"/>
                    </a:lnTo>
                    <a:cubicBezTo>
                      <a:pt x="1516" y="1459"/>
                      <a:pt x="1513" y="1485"/>
                      <a:pt x="1509" y="1510"/>
                    </a:cubicBezTo>
                    <a:cubicBezTo>
                      <a:pt x="1484" y="1514"/>
                      <a:pt x="1458" y="1517"/>
                      <a:pt x="1431" y="1520"/>
                    </a:cubicBezTo>
                    <a:cubicBezTo>
                      <a:pt x="1446" y="1506"/>
                      <a:pt x="1461" y="1491"/>
                      <a:pt x="1476" y="1476"/>
                    </a:cubicBezTo>
                    <a:cubicBezTo>
                      <a:pt x="1490" y="1462"/>
                      <a:pt x="1505" y="1447"/>
                      <a:pt x="1519" y="1432"/>
                    </a:cubicBezTo>
                    <a:close/>
                    <a:moveTo>
                      <a:pt x="1419" y="1420"/>
                    </a:moveTo>
                    <a:lnTo>
                      <a:pt x="1419" y="1420"/>
                    </a:lnTo>
                    <a:cubicBezTo>
                      <a:pt x="1381" y="1458"/>
                      <a:pt x="1342" y="1495"/>
                      <a:pt x="1302" y="1530"/>
                    </a:cubicBezTo>
                    <a:cubicBezTo>
                      <a:pt x="1250" y="1533"/>
                      <a:pt x="1197" y="1535"/>
                      <a:pt x="1142" y="1535"/>
                    </a:cubicBezTo>
                    <a:cubicBezTo>
                      <a:pt x="1087" y="1535"/>
                      <a:pt x="1033" y="1533"/>
                      <a:pt x="981" y="1530"/>
                    </a:cubicBezTo>
                    <a:cubicBezTo>
                      <a:pt x="942" y="1495"/>
                      <a:pt x="903" y="1458"/>
                      <a:pt x="864" y="1420"/>
                    </a:cubicBezTo>
                    <a:cubicBezTo>
                      <a:pt x="826" y="1381"/>
                      <a:pt x="789" y="1342"/>
                      <a:pt x="754" y="1303"/>
                    </a:cubicBezTo>
                    <a:cubicBezTo>
                      <a:pt x="751" y="1251"/>
                      <a:pt x="749" y="1198"/>
                      <a:pt x="749" y="1143"/>
                    </a:cubicBezTo>
                    <a:cubicBezTo>
                      <a:pt x="749" y="1087"/>
                      <a:pt x="751" y="1034"/>
                      <a:pt x="754" y="982"/>
                    </a:cubicBezTo>
                    <a:cubicBezTo>
                      <a:pt x="789" y="943"/>
                      <a:pt x="825" y="904"/>
                      <a:pt x="864" y="865"/>
                    </a:cubicBezTo>
                    <a:cubicBezTo>
                      <a:pt x="903" y="827"/>
                      <a:pt x="942" y="790"/>
                      <a:pt x="981" y="755"/>
                    </a:cubicBezTo>
                    <a:cubicBezTo>
                      <a:pt x="1033" y="752"/>
                      <a:pt x="1087" y="750"/>
                      <a:pt x="1142" y="750"/>
                    </a:cubicBezTo>
                    <a:cubicBezTo>
                      <a:pt x="1197" y="750"/>
                      <a:pt x="1250" y="752"/>
                      <a:pt x="1302" y="755"/>
                    </a:cubicBezTo>
                    <a:cubicBezTo>
                      <a:pt x="1342" y="790"/>
                      <a:pt x="1381" y="827"/>
                      <a:pt x="1419" y="865"/>
                    </a:cubicBezTo>
                    <a:cubicBezTo>
                      <a:pt x="1458" y="904"/>
                      <a:pt x="1495" y="943"/>
                      <a:pt x="1529" y="982"/>
                    </a:cubicBezTo>
                    <a:cubicBezTo>
                      <a:pt x="1532" y="1034"/>
                      <a:pt x="1534" y="1087"/>
                      <a:pt x="1534" y="1143"/>
                    </a:cubicBezTo>
                    <a:cubicBezTo>
                      <a:pt x="1534" y="1198"/>
                      <a:pt x="1532" y="1251"/>
                      <a:pt x="1529" y="1303"/>
                    </a:cubicBezTo>
                    <a:cubicBezTo>
                      <a:pt x="1494" y="1342"/>
                      <a:pt x="1457" y="1381"/>
                      <a:pt x="1419" y="1420"/>
                    </a:cubicBezTo>
                    <a:close/>
                    <a:moveTo>
                      <a:pt x="1710" y="1075"/>
                    </a:moveTo>
                    <a:lnTo>
                      <a:pt x="1710" y="1075"/>
                    </a:lnTo>
                    <a:cubicBezTo>
                      <a:pt x="1678" y="1033"/>
                      <a:pt x="1644" y="991"/>
                      <a:pt x="1607" y="950"/>
                    </a:cubicBezTo>
                    <a:cubicBezTo>
                      <a:pt x="1604" y="894"/>
                      <a:pt x="1598" y="840"/>
                      <a:pt x="1591" y="788"/>
                    </a:cubicBezTo>
                    <a:cubicBezTo>
                      <a:pt x="1685" y="804"/>
                      <a:pt x="1770" y="826"/>
                      <a:pt x="1844" y="851"/>
                    </a:cubicBezTo>
                    <a:cubicBezTo>
                      <a:pt x="1808" y="924"/>
                      <a:pt x="1763" y="999"/>
                      <a:pt x="1710" y="1075"/>
                    </a:cubicBezTo>
                    <a:close/>
                    <a:moveTo>
                      <a:pt x="1711" y="1210"/>
                    </a:moveTo>
                    <a:lnTo>
                      <a:pt x="1711" y="1210"/>
                    </a:lnTo>
                    <a:cubicBezTo>
                      <a:pt x="1765" y="1288"/>
                      <a:pt x="1810" y="1363"/>
                      <a:pt x="1845" y="1434"/>
                    </a:cubicBezTo>
                    <a:cubicBezTo>
                      <a:pt x="1770" y="1459"/>
                      <a:pt x="1685" y="1481"/>
                      <a:pt x="1591" y="1497"/>
                    </a:cubicBezTo>
                    <a:cubicBezTo>
                      <a:pt x="1598" y="1445"/>
                      <a:pt x="1604" y="1391"/>
                      <a:pt x="1607" y="1335"/>
                    </a:cubicBezTo>
                    <a:cubicBezTo>
                      <a:pt x="1644" y="1294"/>
                      <a:pt x="1678" y="1252"/>
                      <a:pt x="1711" y="1210"/>
                    </a:cubicBezTo>
                    <a:close/>
                    <a:moveTo>
                      <a:pt x="1613" y="1080"/>
                    </a:moveTo>
                    <a:lnTo>
                      <a:pt x="1613" y="1080"/>
                    </a:lnTo>
                    <a:cubicBezTo>
                      <a:pt x="1630" y="1101"/>
                      <a:pt x="1646" y="1122"/>
                      <a:pt x="1661" y="1142"/>
                    </a:cubicBezTo>
                    <a:cubicBezTo>
                      <a:pt x="1646" y="1163"/>
                      <a:pt x="1630" y="1183"/>
                      <a:pt x="1613" y="1204"/>
                    </a:cubicBezTo>
                    <a:cubicBezTo>
                      <a:pt x="1614" y="1184"/>
                      <a:pt x="1614" y="1163"/>
                      <a:pt x="1614" y="1143"/>
                    </a:cubicBezTo>
                    <a:cubicBezTo>
                      <a:pt x="1614" y="1122"/>
                      <a:pt x="1614" y="1101"/>
                      <a:pt x="1613" y="1080"/>
                    </a:cubicBezTo>
                    <a:close/>
                    <a:moveTo>
                      <a:pt x="1756" y="345"/>
                    </a:moveTo>
                    <a:lnTo>
                      <a:pt x="1756" y="345"/>
                    </a:lnTo>
                    <a:cubicBezTo>
                      <a:pt x="1816" y="345"/>
                      <a:pt x="1862" y="361"/>
                      <a:pt x="1893" y="392"/>
                    </a:cubicBezTo>
                    <a:cubicBezTo>
                      <a:pt x="1959" y="458"/>
                      <a:pt x="1953" y="599"/>
                      <a:pt x="1878" y="779"/>
                    </a:cubicBezTo>
                    <a:cubicBezTo>
                      <a:pt x="1789" y="748"/>
                      <a:pt x="1689" y="723"/>
                      <a:pt x="1579" y="705"/>
                    </a:cubicBezTo>
                    <a:cubicBezTo>
                      <a:pt x="1561" y="596"/>
                      <a:pt x="1536" y="495"/>
                      <a:pt x="1505" y="407"/>
                    </a:cubicBezTo>
                    <a:cubicBezTo>
                      <a:pt x="1599" y="367"/>
                      <a:pt x="1684" y="345"/>
                      <a:pt x="1756" y="345"/>
                    </a:cubicBezTo>
                    <a:close/>
                    <a:moveTo>
                      <a:pt x="1952" y="807"/>
                    </a:moveTo>
                    <a:lnTo>
                      <a:pt x="1952" y="807"/>
                    </a:lnTo>
                    <a:cubicBezTo>
                      <a:pt x="2042" y="594"/>
                      <a:pt x="2041" y="427"/>
                      <a:pt x="1949" y="335"/>
                    </a:cubicBezTo>
                    <a:cubicBezTo>
                      <a:pt x="1903" y="289"/>
                      <a:pt x="1838" y="265"/>
                      <a:pt x="1756" y="265"/>
                    </a:cubicBezTo>
                    <a:cubicBezTo>
                      <a:pt x="1675" y="265"/>
                      <a:pt x="1580" y="289"/>
                      <a:pt x="1477" y="332"/>
                    </a:cubicBezTo>
                    <a:cubicBezTo>
                      <a:pt x="1392" y="126"/>
                      <a:pt x="1274" y="0"/>
                      <a:pt x="1142" y="0"/>
                    </a:cubicBezTo>
                    <a:cubicBezTo>
                      <a:pt x="1009" y="0"/>
                      <a:pt x="891" y="126"/>
                      <a:pt x="806" y="332"/>
                    </a:cubicBezTo>
                    <a:cubicBezTo>
                      <a:pt x="704" y="289"/>
                      <a:pt x="609" y="265"/>
                      <a:pt x="528" y="265"/>
                    </a:cubicBezTo>
                    <a:cubicBezTo>
                      <a:pt x="446" y="265"/>
                      <a:pt x="380" y="289"/>
                      <a:pt x="334" y="335"/>
                    </a:cubicBezTo>
                    <a:cubicBezTo>
                      <a:pt x="242" y="427"/>
                      <a:pt x="242" y="594"/>
                      <a:pt x="331" y="807"/>
                    </a:cubicBezTo>
                    <a:cubicBezTo>
                      <a:pt x="125" y="892"/>
                      <a:pt x="0" y="1010"/>
                      <a:pt x="0" y="1143"/>
                    </a:cubicBezTo>
                    <a:cubicBezTo>
                      <a:pt x="0" y="1275"/>
                      <a:pt x="125" y="1393"/>
                      <a:pt x="331" y="1478"/>
                    </a:cubicBezTo>
                    <a:cubicBezTo>
                      <a:pt x="246" y="1684"/>
                      <a:pt x="240" y="1856"/>
                      <a:pt x="334" y="1950"/>
                    </a:cubicBezTo>
                    <a:cubicBezTo>
                      <a:pt x="380" y="1996"/>
                      <a:pt x="446" y="2020"/>
                      <a:pt x="528" y="2020"/>
                    </a:cubicBezTo>
                    <a:cubicBezTo>
                      <a:pt x="609" y="2020"/>
                      <a:pt x="704" y="1996"/>
                      <a:pt x="806" y="1953"/>
                    </a:cubicBezTo>
                    <a:cubicBezTo>
                      <a:pt x="891" y="2159"/>
                      <a:pt x="1009" y="2284"/>
                      <a:pt x="1142" y="2284"/>
                    </a:cubicBezTo>
                    <a:cubicBezTo>
                      <a:pt x="1274" y="2284"/>
                      <a:pt x="1392" y="2159"/>
                      <a:pt x="1477" y="1953"/>
                    </a:cubicBezTo>
                    <a:cubicBezTo>
                      <a:pt x="1580" y="1996"/>
                      <a:pt x="1675" y="2020"/>
                      <a:pt x="1756" y="2020"/>
                    </a:cubicBezTo>
                    <a:cubicBezTo>
                      <a:pt x="1838" y="2020"/>
                      <a:pt x="1903" y="1996"/>
                      <a:pt x="1949" y="1950"/>
                    </a:cubicBezTo>
                    <a:cubicBezTo>
                      <a:pt x="2043" y="1856"/>
                      <a:pt x="2038" y="1684"/>
                      <a:pt x="1952" y="1478"/>
                    </a:cubicBezTo>
                    <a:cubicBezTo>
                      <a:pt x="2158" y="1393"/>
                      <a:pt x="2284" y="1275"/>
                      <a:pt x="2284" y="1143"/>
                    </a:cubicBezTo>
                    <a:cubicBezTo>
                      <a:pt x="2284" y="1010"/>
                      <a:pt x="2158" y="892"/>
                      <a:pt x="1952" y="807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  <p:sp>
            <p:nvSpPr>
              <p:cNvPr id="87" name="Freeform 20"/>
              <p:cNvSpPr/>
              <p:nvPr userDrawn="1">
                <p:custDataLst>
                  <p:tags r:id="rId191"/>
                </p:custDataLst>
              </p:nvPr>
            </p:nvSpPr>
            <p:spPr bwMode="auto">
              <a:xfrm>
                <a:off x="7021513" y="5929313"/>
                <a:ext cx="177800" cy="177800"/>
              </a:xfrm>
              <a:custGeom>
                <a:avLst/>
                <a:gdLst>
                  <a:gd name="T0" fmla="*/ 120 w 240"/>
                  <a:gd name="T1" fmla="*/ 0 h 240"/>
                  <a:gd name="T2" fmla="*/ 120 w 240"/>
                  <a:gd name="T3" fmla="*/ 0 h 240"/>
                  <a:gd name="T4" fmla="*/ 0 w 240"/>
                  <a:gd name="T5" fmla="*/ 120 h 240"/>
                  <a:gd name="T6" fmla="*/ 120 w 240"/>
                  <a:gd name="T7" fmla="*/ 240 h 240"/>
                  <a:gd name="T8" fmla="*/ 240 w 240"/>
                  <a:gd name="T9" fmla="*/ 120 h 240"/>
                  <a:gd name="T10" fmla="*/ 120 w 240"/>
                  <a:gd name="T11" fmla="*/ 0 h 2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0" h="240">
                    <a:moveTo>
                      <a:pt x="120" y="0"/>
                    </a:moveTo>
                    <a:lnTo>
                      <a:pt x="120" y="0"/>
                    </a:lnTo>
                    <a:cubicBezTo>
                      <a:pt x="53" y="0"/>
                      <a:pt x="0" y="53"/>
                      <a:pt x="0" y="120"/>
                    </a:cubicBezTo>
                    <a:cubicBezTo>
                      <a:pt x="0" y="186"/>
                      <a:pt x="53" y="240"/>
                      <a:pt x="120" y="240"/>
                    </a:cubicBezTo>
                    <a:cubicBezTo>
                      <a:pt x="186" y="240"/>
                      <a:pt x="240" y="186"/>
                      <a:pt x="240" y="120"/>
                    </a:cubicBezTo>
                    <a:cubicBezTo>
                      <a:pt x="240" y="53"/>
                      <a:pt x="186" y="0"/>
                      <a:pt x="120" y="0"/>
                    </a:cubicBezTo>
                    <a:close/>
                  </a:path>
                </a:pathLst>
              </a:custGeom>
              <a:grpFill/>
              <a:ln w="0">
                <a:noFill/>
                <a:prstDash val="solid"/>
                <a:round/>
              </a:ln>
            </p:spPr>
            <p:txBody>
              <a:bodyPr vert="horz" wrap="square" lIns="91440" tIns="45720" rIns="91440" bIns="45720" numCol="1" anchor="t" anchorCtr="0" compatLnSpc="1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zh-CN" altLang="en-US"/>
              </a:p>
            </p:txBody>
          </p:sp>
        </p:grpSp>
        <p:sp>
          <p:nvSpPr>
            <p:cNvPr id="84" name="Freeform 19"/>
            <p:cNvSpPr>
              <a:spLocks noEditPoints="1"/>
            </p:cNvSpPr>
            <p:nvPr userDrawn="1">
              <p:custDataLst>
                <p:tags r:id="rId192"/>
              </p:custDataLst>
            </p:nvPr>
          </p:nvSpPr>
          <p:spPr bwMode="auto">
            <a:xfrm rot="21418795">
              <a:off x="11264443" y="4898673"/>
              <a:ext cx="1209819" cy="253100"/>
            </a:xfrm>
            <a:custGeom>
              <a:avLst/>
              <a:gdLst>
                <a:gd name="T0" fmla="*/ 2347 w 2387"/>
                <a:gd name="T1" fmla="*/ 458 h 498"/>
                <a:gd name="T2" fmla="*/ 40 w 2387"/>
                <a:gd name="T3" fmla="*/ 40 h 498"/>
                <a:gd name="T4" fmla="*/ 177 w 2387"/>
                <a:gd name="T5" fmla="*/ 298 h 498"/>
                <a:gd name="T6" fmla="*/ 217 w 2387"/>
                <a:gd name="T7" fmla="*/ 40 h 498"/>
                <a:gd name="T8" fmla="*/ 277 w 2387"/>
                <a:gd name="T9" fmla="*/ 159 h 498"/>
                <a:gd name="T10" fmla="*/ 317 w 2387"/>
                <a:gd name="T11" fmla="*/ 40 h 498"/>
                <a:gd name="T12" fmla="*/ 377 w 2387"/>
                <a:gd name="T13" fmla="*/ 159 h 498"/>
                <a:gd name="T14" fmla="*/ 417 w 2387"/>
                <a:gd name="T15" fmla="*/ 40 h 498"/>
                <a:gd name="T16" fmla="*/ 477 w 2387"/>
                <a:gd name="T17" fmla="*/ 159 h 498"/>
                <a:gd name="T18" fmla="*/ 517 w 2387"/>
                <a:gd name="T19" fmla="*/ 40 h 498"/>
                <a:gd name="T20" fmla="*/ 577 w 2387"/>
                <a:gd name="T21" fmla="*/ 159 h 498"/>
                <a:gd name="T22" fmla="*/ 617 w 2387"/>
                <a:gd name="T23" fmla="*/ 40 h 498"/>
                <a:gd name="T24" fmla="*/ 674 w 2387"/>
                <a:gd name="T25" fmla="*/ 298 h 498"/>
                <a:gd name="T26" fmla="*/ 714 w 2387"/>
                <a:gd name="T27" fmla="*/ 40 h 498"/>
                <a:gd name="T28" fmla="*/ 774 w 2387"/>
                <a:gd name="T29" fmla="*/ 159 h 498"/>
                <a:gd name="T30" fmla="*/ 814 w 2387"/>
                <a:gd name="T31" fmla="*/ 40 h 498"/>
                <a:gd name="T32" fmla="*/ 874 w 2387"/>
                <a:gd name="T33" fmla="*/ 159 h 498"/>
                <a:gd name="T34" fmla="*/ 914 w 2387"/>
                <a:gd name="T35" fmla="*/ 40 h 498"/>
                <a:gd name="T36" fmla="*/ 974 w 2387"/>
                <a:gd name="T37" fmla="*/ 159 h 498"/>
                <a:gd name="T38" fmla="*/ 1014 w 2387"/>
                <a:gd name="T39" fmla="*/ 40 h 498"/>
                <a:gd name="T40" fmla="*/ 1074 w 2387"/>
                <a:gd name="T41" fmla="*/ 159 h 498"/>
                <a:gd name="T42" fmla="*/ 1114 w 2387"/>
                <a:gd name="T43" fmla="*/ 40 h 498"/>
                <a:gd name="T44" fmla="*/ 1187 w 2387"/>
                <a:gd name="T45" fmla="*/ 298 h 498"/>
                <a:gd name="T46" fmla="*/ 1227 w 2387"/>
                <a:gd name="T47" fmla="*/ 40 h 498"/>
                <a:gd name="T48" fmla="*/ 1287 w 2387"/>
                <a:gd name="T49" fmla="*/ 159 h 498"/>
                <a:gd name="T50" fmla="*/ 1327 w 2387"/>
                <a:gd name="T51" fmla="*/ 40 h 498"/>
                <a:gd name="T52" fmla="*/ 1387 w 2387"/>
                <a:gd name="T53" fmla="*/ 159 h 498"/>
                <a:gd name="T54" fmla="*/ 1427 w 2387"/>
                <a:gd name="T55" fmla="*/ 40 h 498"/>
                <a:gd name="T56" fmla="*/ 1487 w 2387"/>
                <a:gd name="T57" fmla="*/ 159 h 498"/>
                <a:gd name="T58" fmla="*/ 1527 w 2387"/>
                <a:gd name="T59" fmla="*/ 40 h 498"/>
                <a:gd name="T60" fmla="*/ 1587 w 2387"/>
                <a:gd name="T61" fmla="*/ 159 h 498"/>
                <a:gd name="T62" fmla="*/ 1627 w 2387"/>
                <a:gd name="T63" fmla="*/ 40 h 498"/>
                <a:gd name="T64" fmla="*/ 1684 w 2387"/>
                <a:gd name="T65" fmla="*/ 298 h 498"/>
                <a:gd name="T66" fmla="*/ 1724 w 2387"/>
                <a:gd name="T67" fmla="*/ 40 h 498"/>
                <a:gd name="T68" fmla="*/ 1784 w 2387"/>
                <a:gd name="T69" fmla="*/ 159 h 498"/>
                <a:gd name="T70" fmla="*/ 1824 w 2387"/>
                <a:gd name="T71" fmla="*/ 40 h 498"/>
                <a:gd name="T72" fmla="*/ 1884 w 2387"/>
                <a:gd name="T73" fmla="*/ 159 h 498"/>
                <a:gd name="T74" fmla="*/ 1924 w 2387"/>
                <a:gd name="T75" fmla="*/ 40 h 498"/>
                <a:gd name="T76" fmla="*/ 1984 w 2387"/>
                <a:gd name="T77" fmla="*/ 159 h 498"/>
                <a:gd name="T78" fmla="*/ 2024 w 2387"/>
                <a:gd name="T79" fmla="*/ 40 h 498"/>
                <a:gd name="T80" fmla="*/ 2084 w 2387"/>
                <a:gd name="T81" fmla="*/ 159 h 498"/>
                <a:gd name="T82" fmla="*/ 2124 w 2387"/>
                <a:gd name="T83" fmla="*/ 40 h 498"/>
                <a:gd name="T84" fmla="*/ 2170 w 2387"/>
                <a:gd name="T85" fmla="*/ 298 h 498"/>
                <a:gd name="T86" fmla="*/ 2210 w 2387"/>
                <a:gd name="T87" fmla="*/ 40 h 498"/>
                <a:gd name="T88" fmla="*/ 2347 w 2387"/>
                <a:gd name="T89" fmla="*/ 458 h 498"/>
                <a:gd name="T90" fmla="*/ 0 w 2387"/>
                <a:gd name="T91" fmla="*/ 498 h 498"/>
                <a:gd name="T92" fmla="*/ 2387 w 2387"/>
                <a:gd name="T93" fmla="*/ 0 h 498"/>
                <a:gd name="T94" fmla="*/ 0 w 2387"/>
                <a:gd name="T95" fmla="*/ 498 h 4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87" h="498">
                  <a:moveTo>
                    <a:pt x="2347" y="458"/>
                  </a:moveTo>
                  <a:lnTo>
                    <a:pt x="2347" y="458"/>
                  </a:lnTo>
                  <a:lnTo>
                    <a:pt x="40" y="458"/>
                  </a:lnTo>
                  <a:lnTo>
                    <a:pt x="40" y="40"/>
                  </a:lnTo>
                  <a:lnTo>
                    <a:pt x="177" y="40"/>
                  </a:lnTo>
                  <a:lnTo>
                    <a:pt x="177" y="298"/>
                  </a:lnTo>
                  <a:lnTo>
                    <a:pt x="217" y="298"/>
                  </a:lnTo>
                  <a:lnTo>
                    <a:pt x="217" y="40"/>
                  </a:lnTo>
                  <a:lnTo>
                    <a:pt x="277" y="40"/>
                  </a:lnTo>
                  <a:lnTo>
                    <a:pt x="277" y="159"/>
                  </a:lnTo>
                  <a:lnTo>
                    <a:pt x="317" y="159"/>
                  </a:lnTo>
                  <a:lnTo>
                    <a:pt x="317" y="40"/>
                  </a:lnTo>
                  <a:lnTo>
                    <a:pt x="377" y="40"/>
                  </a:lnTo>
                  <a:lnTo>
                    <a:pt x="377" y="159"/>
                  </a:lnTo>
                  <a:lnTo>
                    <a:pt x="417" y="159"/>
                  </a:lnTo>
                  <a:lnTo>
                    <a:pt x="417" y="40"/>
                  </a:lnTo>
                  <a:lnTo>
                    <a:pt x="477" y="40"/>
                  </a:lnTo>
                  <a:lnTo>
                    <a:pt x="477" y="159"/>
                  </a:lnTo>
                  <a:lnTo>
                    <a:pt x="517" y="159"/>
                  </a:lnTo>
                  <a:lnTo>
                    <a:pt x="517" y="40"/>
                  </a:lnTo>
                  <a:lnTo>
                    <a:pt x="577" y="40"/>
                  </a:lnTo>
                  <a:lnTo>
                    <a:pt x="577" y="159"/>
                  </a:lnTo>
                  <a:lnTo>
                    <a:pt x="617" y="159"/>
                  </a:lnTo>
                  <a:lnTo>
                    <a:pt x="617" y="40"/>
                  </a:lnTo>
                  <a:lnTo>
                    <a:pt x="674" y="40"/>
                  </a:lnTo>
                  <a:lnTo>
                    <a:pt x="674" y="298"/>
                  </a:lnTo>
                  <a:lnTo>
                    <a:pt x="714" y="298"/>
                  </a:lnTo>
                  <a:lnTo>
                    <a:pt x="714" y="40"/>
                  </a:lnTo>
                  <a:lnTo>
                    <a:pt x="774" y="40"/>
                  </a:lnTo>
                  <a:lnTo>
                    <a:pt x="774" y="159"/>
                  </a:lnTo>
                  <a:lnTo>
                    <a:pt x="814" y="159"/>
                  </a:lnTo>
                  <a:lnTo>
                    <a:pt x="814" y="40"/>
                  </a:lnTo>
                  <a:lnTo>
                    <a:pt x="874" y="40"/>
                  </a:lnTo>
                  <a:lnTo>
                    <a:pt x="874" y="159"/>
                  </a:lnTo>
                  <a:lnTo>
                    <a:pt x="914" y="159"/>
                  </a:lnTo>
                  <a:lnTo>
                    <a:pt x="914" y="40"/>
                  </a:lnTo>
                  <a:lnTo>
                    <a:pt x="974" y="40"/>
                  </a:lnTo>
                  <a:lnTo>
                    <a:pt x="974" y="159"/>
                  </a:lnTo>
                  <a:lnTo>
                    <a:pt x="1014" y="159"/>
                  </a:lnTo>
                  <a:lnTo>
                    <a:pt x="1014" y="40"/>
                  </a:lnTo>
                  <a:lnTo>
                    <a:pt x="1074" y="40"/>
                  </a:lnTo>
                  <a:lnTo>
                    <a:pt x="1074" y="159"/>
                  </a:lnTo>
                  <a:lnTo>
                    <a:pt x="1114" y="159"/>
                  </a:lnTo>
                  <a:lnTo>
                    <a:pt x="1114" y="40"/>
                  </a:lnTo>
                  <a:lnTo>
                    <a:pt x="1187" y="40"/>
                  </a:lnTo>
                  <a:lnTo>
                    <a:pt x="1187" y="298"/>
                  </a:lnTo>
                  <a:lnTo>
                    <a:pt x="1227" y="298"/>
                  </a:lnTo>
                  <a:lnTo>
                    <a:pt x="1227" y="40"/>
                  </a:lnTo>
                  <a:lnTo>
                    <a:pt x="1287" y="40"/>
                  </a:lnTo>
                  <a:lnTo>
                    <a:pt x="1287" y="159"/>
                  </a:lnTo>
                  <a:lnTo>
                    <a:pt x="1327" y="159"/>
                  </a:lnTo>
                  <a:lnTo>
                    <a:pt x="1327" y="40"/>
                  </a:lnTo>
                  <a:lnTo>
                    <a:pt x="1387" y="40"/>
                  </a:lnTo>
                  <a:lnTo>
                    <a:pt x="1387" y="159"/>
                  </a:lnTo>
                  <a:lnTo>
                    <a:pt x="1427" y="159"/>
                  </a:lnTo>
                  <a:lnTo>
                    <a:pt x="1427" y="40"/>
                  </a:lnTo>
                  <a:lnTo>
                    <a:pt x="1487" y="40"/>
                  </a:lnTo>
                  <a:lnTo>
                    <a:pt x="1487" y="159"/>
                  </a:lnTo>
                  <a:lnTo>
                    <a:pt x="1527" y="159"/>
                  </a:lnTo>
                  <a:lnTo>
                    <a:pt x="1527" y="40"/>
                  </a:lnTo>
                  <a:lnTo>
                    <a:pt x="1587" y="40"/>
                  </a:lnTo>
                  <a:lnTo>
                    <a:pt x="1587" y="159"/>
                  </a:lnTo>
                  <a:lnTo>
                    <a:pt x="1627" y="159"/>
                  </a:lnTo>
                  <a:lnTo>
                    <a:pt x="1627" y="40"/>
                  </a:lnTo>
                  <a:lnTo>
                    <a:pt x="1684" y="40"/>
                  </a:lnTo>
                  <a:lnTo>
                    <a:pt x="1684" y="298"/>
                  </a:lnTo>
                  <a:lnTo>
                    <a:pt x="1724" y="298"/>
                  </a:lnTo>
                  <a:lnTo>
                    <a:pt x="1724" y="40"/>
                  </a:lnTo>
                  <a:lnTo>
                    <a:pt x="1784" y="40"/>
                  </a:lnTo>
                  <a:lnTo>
                    <a:pt x="1784" y="159"/>
                  </a:lnTo>
                  <a:lnTo>
                    <a:pt x="1824" y="159"/>
                  </a:lnTo>
                  <a:lnTo>
                    <a:pt x="1824" y="40"/>
                  </a:lnTo>
                  <a:lnTo>
                    <a:pt x="1884" y="40"/>
                  </a:lnTo>
                  <a:lnTo>
                    <a:pt x="1884" y="159"/>
                  </a:lnTo>
                  <a:lnTo>
                    <a:pt x="1924" y="159"/>
                  </a:lnTo>
                  <a:lnTo>
                    <a:pt x="1924" y="40"/>
                  </a:lnTo>
                  <a:lnTo>
                    <a:pt x="1984" y="40"/>
                  </a:lnTo>
                  <a:lnTo>
                    <a:pt x="1984" y="159"/>
                  </a:lnTo>
                  <a:lnTo>
                    <a:pt x="2024" y="159"/>
                  </a:lnTo>
                  <a:lnTo>
                    <a:pt x="2024" y="40"/>
                  </a:lnTo>
                  <a:lnTo>
                    <a:pt x="2084" y="40"/>
                  </a:lnTo>
                  <a:lnTo>
                    <a:pt x="2084" y="159"/>
                  </a:lnTo>
                  <a:lnTo>
                    <a:pt x="2124" y="159"/>
                  </a:lnTo>
                  <a:lnTo>
                    <a:pt x="2124" y="40"/>
                  </a:lnTo>
                  <a:lnTo>
                    <a:pt x="2170" y="40"/>
                  </a:lnTo>
                  <a:lnTo>
                    <a:pt x="2170" y="298"/>
                  </a:lnTo>
                  <a:lnTo>
                    <a:pt x="2210" y="298"/>
                  </a:lnTo>
                  <a:lnTo>
                    <a:pt x="2210" y="40"/>
                  </a:lnTo>
                  <a:lnTo>
                    <a:pt x="2347" y="40"/>
                  </a:lnTo>
                  <a:lnTo>
                    <a:pt x="2347" y="458"/>
                  </a:lnTo>
                  <a:close/>
                  <a:moveTo>
                    <a:pt x="0" y="498"/>
                  </a:moveTo>
                  <a:lnTo>
                    <a:pt x="0" y="498"/>
                  </a:lnTo>
                  <a:lnTo>
                    <a:pt x="2387" y="498"/>
                  </a:lnTo>
                  <a:lnTo>
                    <a:pt x="2387" y="0"/>
                  </a:lnTo>
                  <a:lnTo>
                    <a:pt x="0" y="0"/>
                  </a:lnTo>
                  <a:lnTo>
                    <a:pt x="0" y="498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  <p:sp>
          <p:nvSpPr>
            <p:cNvPr id="85" name="Freeform 7"/>
            <p:cNvSpPr>
              <a:spLocks noEditPoints="1"/>
            </p:cNvSpPr>
            <p:nvPr userDrawn="1">
              <p:custDataLst>
                <p:tags r:id="rId193"/>
              </p:custDataLst>
            </p:nvPr>
          </p:nvSpPr>
          <p:spPr bwMode="auto">
            <a:xfrm rot="20132266">
              <a:off x="-1305" y="1375882"/>
              <a:ext cx="1277233" cy="931381"/>
            </a:xfrm>
            <a:custGeom>
              <a:avLst/>
              <a:gdLst>
                <a:gd name="T0" fmla="*/ 1034 w 2022"/>
                <a:gd name="T1" fmla="*/ 210 h 1466"/>
                <a:gd name="T2" fmla="*/ 1034 w 2022"/>
                <a:gd name="T3" fmla="*/ 210 h 1466"/>
                <a:gd name="T4" fmla="*/ 1395 w 2022"/>
                <a:gd name="T5" fmla="*/ 46 h 1466"/>
                <a:gd name="T6" fmla="*/ 1487 w 2022"/>
                <a:gd name="T7" fmla="*/ 40 h 1466"/>
                <a:gd name="T8" fmla="*/ 1888 w 2022"/>
                <a:gd name="T9" fmla="*/ 99 h 1466"/>
                <a:gd name="T10" fmla="*/ 1888 w 2022"/>
                <a:gd name="T11" fmla="*/ 1249 h 1466"/>
                <a:gd name="T12" fmla="*/ 1467 w 2022"/>
                <a:gd name="T13" fmla="*/ 1137 h 1466"/>
                <a:gd name="T14" fmla="*/ 1397 w 2022"/>
                <a:gd name="T15" fmla="*/ 1132 h 1466"/>
                <a:gd name="T16" fmla="*/ 1034 w 2022"/>
                <a:gd name="T17" fmla="*/ 1232 h 1466"/>
                <a:gd name="T18" fmla="*/ 1034 w 2022"/>
                <a:gd name="T19" fmla="*/ 210 h 1466"/>
                <a:gd name="T20" fmla="*/ 134 w 2022"/>
                <a:gd name="T21" fmla="*/ 99 h 1466"/>
                <a:gd name="T22" fmla="*/ 134 w 2022"/>
                <a:gd name="T23" fmla="*/ 99 h 1466"/>
                <a:gd name="T24" fmla="*/ 534 w 2022"/>
                <a:gd name="T25" fmla="*/ 40 h 1466"/>
                <a:gd name="T26" fmla="*/ 626 w 2022"/>
                <a:gd name="T27" fmla="*/ 46 h 1466"/>
                <a:gd name="T28" fmla="*/ 988 w 2022"/>
                <a:gd name="T29" fmla="*/ 210 h 1466"/>
                <a:gd name="T30" fmla="*/ 988 w 2022"/>
                <a:gd name="T31" fmla="*/ 1232 h 1466"/>
                <a:gd name="T32" fmla="*/ 625 w 2022"/>
                <a:gd name="T33" fmla="*/ 1132 h 1466"/>
                <a:gd name="T34" fmla="*/ 555 w 2022"/>
                <a:gd name="T35" fmla="*/ 1137 h 1466"/>
                <a:gd name="T36" fmla="*/ 134 w 2022"/>
                <a:gd name="T37" fmla="*/ 1249 h 1466"/>
                <a:gd name="T38" fmla="*/ 134 w 2022"/>
                <a:gd name="T39" fmla="*/ 99 h 1466"/>
                <a:gd name="T40" fmla="*/ 1928 w 2022"/>
                <a:gd name="T41" fmla="*/ 203 h 1466"/>
                <a:gd name="T42" fmla="*/ 1928 w 2022"/>
                <a:gd name="T43" fmla="*/ 203 h 1466"/>
                <a:gd name="T44" fmla="*/ 1928 w 2022"/>
                <a:gd name="T45" fmla="*/ 68 h 1466"/>
                <a:gd name="T46" fmla="*/ 1487 w 2022"/>
                <a:gd name="T47" fmla="*/ 0 h 1466"/>
                <a:gd name="T48" fmla="*/ 1390 w 2022"/>
                <a:gd name="T49" fmla="*/ 6 h 1466"/>
                <a:gd name="T50" fmla="*/ 1011 w 2022"/>
                <a:gd name="T51" fmla="*/ 177 h 1466"/>
                <a:gd name="T52" fmla="*/ 632 w 2022"/>
                <a:gd name="T53" fmla="*/ 6 h 1466"/>
                <a:gd name="T54" fmla="*/ 534 w 2022"/>
                <a:gd name="T55" fmla="*/ 0 h 1466"/>
                <a:gd name="T56" fmla="*/ 94 w 2022"/>
                <a:gd name="T57" fmla="*/ 68 h 1466"/>
                <a:gd name="T58" fmla="*/ 94 w 2022"/>
                <a:gd name="T59" fmla="*/ 203 h 1466"/>
                <a:gd name="T60" fmla="*/ 0 w 2022"/>
                <a:gd name="T61" fmla="*/ 227 h 1466"/>
                <a:gd name="T62" fmla="*/ 0 w 2022"/>
                <a:gd name="T63" fmla="*/ 1466 h 1466"/>
                <a:gd name="T64" fmla="*/ 467 w 2022"/>
                <a:gd name="T65" fmla="*/ 1335 h 1466"/>
                <a:gd name="T66" fmla="*/ 905 w 2022"/>
                <a:gd name="T67" fmla="*/ 1412 h 1466"/>
                <a:gd name="T68" fmla="*/ 905 w 2022"/>
                <a:gd name="T69" fmla="*/ 1466 h 1466"/>
                <a:gd name="T70" fmla="*/ 1116 w 2022"/>
                <a:gd name="T71" fmla="*/ 1466 h 1466"/>
                <a:gd name="T72" fmla="*/ 1116 w 2022"/>
                <a:gd name="T73" fmla="*/ 1412 h 1466"/>
                <a:gd name="T74" fmla="*/ 1555 w 2022"/>
                <a:gd name="T75" fmla="*/ 1335 h 1466"/>
                <a:gd name="T76" fmla="*/ 2022 w 2022"/>
                <a:gd name="T77" fmla="*/ 1466 h 1466"/>
                <a:gd name="T78" fmla="*/ 2022 w 2022"/>
                <a:gd name="T79" fmla="*/ 227 h 1466"/>
                <a:gd name="T80" fmla="*/ 1928 w 2022"/>
                <a:gd name="T81" fmla="*/ 203 h 14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22" h="1466">
                  <a:moveTo>
                    <a:pt x="1034" y="210"/>
                  </a:moveTo>
                  <a:lnTo>
                    <a:pt x="1034" y="210"/>
                  </a:lnTo>
                  <a:cubicBezTo>
                    <a:pt x="1077" y="175"/>
                    <a:pt x="1220" y="68"/>
                    <a:pt x="1395" y="46"/>
                  </a:cubicBezTo>
                  <a:cubicBezTo>
                    <a:pt x="1423" y="42"/>
                    <a:pt x="1454" y="40"/>
                    <a:pt x="1487" y="40"/>
                  </a:cubicBezTo>
                  <a:cubicBezTo>
                    <a:pt x="1645" y="40"/>
                    <a:pt x="1820" y="81"/>
                    <a:pt x="1888" y="99"/>
                  </a:cubicBezTo>
                  <a:lnTo>
                    <a:pt x="1888" y="1249"/>
                  </a:lnTo>
                  <a:cubicBezTo>
                    <a:pt x="1803" y="1218"/>
                    <a:pt x="1631" y="1161"/>
                    <a:pt x="1467" y="1137"/>
                  </a:cubicBezTo>
                  <a:cubicBezTo>
                    <a:pt x="1445" y="1134"/>
                    <a:pt x="1421" y="1132"/>
                    <a:pt x="1397" y="1132"/>
                  </a:cubicBezTo>
                  <a:cubicBezTo>
                    <a:pt x="1252" y="1132"/>
                    <a:pt x="1112" y="1192"/>
                    <a:pt x="1034" y="1232"/>
                  </a:cubicBezTo>
                  <a:lnTo>
                    <a:pt x="1034" y="210"/>
                  </a:lnTo>
                  <a:close/>
                  <a:moveTo>
                    <a:pt x="134" y="99"/>
                  </a:moveTo>
                  <a:lnTo>
                    <a:pt x="134" y="99"/>
                  </a:lnTo>
                  <a:cubicBezTo>
                    <a:pt x="201" y="81"/>
                    <a:pt x="376" y="40"/>
                    <a:pt x="534" y="40"/>
                  </a:cubicBezTo>
                  <a:cubicBezTo>
                    <a:pt x="568" y="40"/>
                    <a:pt x="599" y="42"/>
                    <a:pt x="626" y="46"/>
                  </a:cubicBezTo>
                  <a:cubicBezTo>
                    <a:pt x="802" y="68"/>
                    <a:pt x="945" y="175"/>
                    <a:pt x="988" y="210"/>
                  </a:cubicBezTo>
                  <a:lnTo>
                    <a:pt x="988" y="1232"/>
                  </a:lnTo>
                  <a:cubicBezTo>
                    <a:pt x="910" y="1192"/>
                    <a:pt x="770" y="1132"/>
                    <a:pt x="625" y="1132"/>
                  </a:cubicBezTo>
                  <a:cubicBezTo>
                    <a:pt x="601" y="1132"/>
                    <a:pt x="577" y="1134"/>
                    <a:pt x="555" y="1137"/>
                  </a:cubicBezTo>
                  <a:cubicBezTo>
                    <a:pt x="391" y="1161"/>
                    <a:pt x="219" y="1218"/>
                    <a:pt x="134" y="1249"/>
                  </a:cubicBezTo>
                  <a:lnTo>
                    <a:pt x="134" y="99"/>
                  </a:lnTo>
                  <a:close/>
                  <a:moveTo>
                    <a:pt x="1928" y="203"/>
                  </a:moveTo>
                  <a:lnTo>
                    <a:pt x="1928" y="203"/>
                  </a:lnTo>
                  <a:lnTo>
                    <a:pt x="1928" y="68"/>
                  </a:lnTo>
                  <a:cubicBezTo>
                    <a:pt x="1928" y="68"/>
                    <a:pt x="1696" y="0"/>
                    <a:pt x="1487" y="0"/>
                  </a:cubicBezTo>
                  <a:cubicBezTo>
                    <a:pt x="1454" y="0"/>
                    <a:pt x="1421" y="2"/>
                    <a:pt x="1390" y="6"/>
                  </a:cubicBezTo>
                  <a:cubicBezTo>
                    <a:pt x="1207" y="30"/>
                    <a:pt x="1059" y="138"/>
                    <a:pt x="1011" y="177"/>
                  </a:cubicBezTo>
                  <a:cubicBezTo>
                    <a:pt x="963" y="138"/>
                    <a:pt x="815" y="30"/>
                    <a:pt x="632" y="6"/>
                  </a:cubicBezTo>
                  <a:cubicBezTo>
                    <a:pt x="601" y="2"/>
                    <a:pt x="568" y="0"/>
                    <a:pt x="534" y="0"/>
                  </a:cubicBezTo>
                  <a:cubicBezTo>
                    <a:pt x="326" y="0"/>
                    <a:pt x="94" y="68"/>
                    <a:pt x="94" y="68"/>
                  </a:cubicBezTo>
                  <a:lnTo>
                    <a:pt x="94" y="203"/>
                  </a:lnTo>
                  <a:cubicBezTo>
                    <a:pt x="36" y="216"/>
                    <a:pt x="0" y="227"/>
                    <a:pt x="0" y="227"/>
                  </a:cubicBezTo>
                  <a:lnTo>
                    <a:pt x="0" y="1466"/>
                  </a:lnTo>
                  <a:cubicBezTo>
                    <a:pt x="0" y="1466"/>
                    <a:pt x="243" y="1368"/>
                    <a:pt x="467" y="1335"/>
                  </a:cubicBezTo>
                  <a:cubicBezTo>
                    <a:pt x="605" y="1315"/>
                    <a:pt x="787" y="1368"/>
                    <a:pt x="905" y="1412"/>
                  </a:cubicBezTo>
                  <a:lnTo>
                    <a:pt x="905" y="1466"/>
                  </a:lnTo>
                  <a:lnTo>
                    <a:pt x="1116" y="1466"/>
                  </a:lnTo>
                  <a:lnTo>
                    <a:pt x="1116" y="1412"/>
                  </a:lnTo>
                  <a:cubicBezTo>
                    <a:pt x="1235" y="1368"/>
                    <a:pt x="1417" y="1315"/>
                    <a:pt x="1555" y="1335"/>
                  </a:cubicBezTo>
                  <a:cubicBezTo>
                    <a:pt x="1779" y="1368"/>
                    <a:pt x="2022" y="1466"/>
                    <a:pt x="2022" y="1466"/>
                  </a:cubicBezTo>
                  <a:lnTo>
                    <a:pt x="2022" y="227"/>
                  </a:lnTo>
                  <a:cubicBezTo>
                    <a:pt x="2022" y="227"/>
                    <a:pt x="1986" y="216"/>
                    <a:pt x="1928" y="203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 w="0">
              <a:noFill/>
              <a:prstDash val="solid"/>
              <a:round/>
            </a:ln>
          </p:spPr>
          <p:txBody>
            <a:bodyPr vert="horz" wrap="square" lIns="91440" tIns="45720" rIns="91440" bIns="45720" numCol="1" anchor="t" anchorCtr="0" compatLnSpc="1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zh-CN" altLang="en-US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910386" y="256837"/>
            <a:ext cx="5526505" cy="657559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  <p:pic>
        <p:nvPicPr>
          <p:cNvPr id="9" name="图形 8" descr="书籍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610" y="140366"/>
            <a:ext cx="645695" cy="645695"/>
          </a:xfrm>
          <a:prstGeom prst="rect">
            <a:avLst/>
          </a:prstGeom>
        </p:spPr>
      </p:pic>
      <p:sp>
        <p:nvSpPr>
          <p:cNvPr id="10" name="矩形 9"/>
          <p:cNvSpPr/>
          <p:nvPr userDrawn="1">
            <p:custDataLst>
              <p:tags r:id="rId9"/>
            </p:custDataLst>
          </p:nvPr>
        </p:nvSpPr>
        <p:spPr>
          <a:xfrm>
            <a:off x="0" y="0"/>
            <a:ext cx="12192000" cy="926428"/>
          </a:xfrm>
          <a:prstGeom prst="rect">
            <a:avLst/>
          </a:prstGeom>
          <a:blipFill>
            <a:blip r:embed="rId10"/>
            <a:tile tx="-3175000" ty="-139700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" name="图片 11" descr="logo"/>
          <p:cNvPicPr>
            <a:picLocks noChangeAspect="1"/>
          </p:cNvPicPr>
          <p:nvPr userDrawn="1"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9090025" y="0"/>
            <a:ext cx="993775" cy="926465"/>
          </a:xfrm>
          <a:prstGeom prst="rect">
            <a:avLst/>
          </a:prstGeom>
        </p:spPr>
      </p:pic>
      <p:sp>
        <p:nvSpPr>
          <p:cNvPr id="13" name="文本框 12"/>
          <p:cNvSpPr txBox="1"/>
          <p:nvPr userDrawn="1">
            <p:custDataLst>
              <p:tags r:id="rId13"/>
            </p:custDataLst>
          </p:nvPr>
        </p:nvSpPr>
        <p:spPr>
          <a:xfrm>
            <a:off x="10077450" y="255905"/>
            <a:ext cx="17087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solidFill>
                  <a:schemeClr val="bg1"/>
                </a:solidFill>
                <a:effectLst>
                  <a:reflection blurRad="6350" stA="53000" endA="300" endPos="35500" dir="5400000" sy="-90000" algn="bl" rotWithShape="0"/>
                </a:effectLst>
                <a:latin typeface="汉仪尚巍手书W" panose="00020600040101010101" charset="-122"/>
                <a:ea typeface="汉仪尚巍手书W" panose="00020600040101010101" charset="-122"/>
              </a:rPr>
              <a:t>天津大学</a:t>
            </a:r>
            <a:endParaRPr lang="zh-CN" altLang="en-US" sz="2800">
              <a:solidFill>
                <a:schemeClr val="bg1"/>
              </a:solidFill>
              <a:effectLst>
                <a:reflection blurRad="6350" stA="53000" endA="300" endPos="35500" dir="5400000" sy="-90000" algn="bl" rotWithShape="0"/>
              </a:effectLst>
              <a:latin typeface="汉仪尚巍手书W" panose="00020600040101010101" charset="-122"/>
              <a:ea typeface="汉仪尚巍手书W" panose="00020600040101010101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ir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"/>
          <p:cNvSpPr>
            <a:spLocks noGrp="1"/>
          </p:cNvSpPr>
          <p:nvPr>
            <p:ph type="pic" sz="quarter" idx="17"/>
            <p:custDataLst>
              <p:tags r:id="rId2"/>
            </p:custDataLst>
          </p:nvPr>
        </p:nvSpPr>
        <p:spPr>
          <a:xfrm>
            <a:off x="4064000" y="441961"/>
            <a:ext cx="4368800" cy="3083564"/>
          </a:xfrm>
          <a:custGeom>
            <a:avLst/>
            <a:gdLst/>
            <a:ahLst/>
            <a:cxnLst/>
            <a:rect l="l" t="t" r="r" b="b"/>
            <a:pathLst>
              <a:path w="3276600" h="3124200">
                <a:moveTo>
                  <a:pt x="3028950" y="0"/>
                </a:moveTo>
                <a:cubicBezTo>
                  <a:pt x="3165723" y="0"/>
                  <a:pt x="3276600" y="110877"/>
                  <a:pt x="3276600" y="247650"/>
                </a:cubicBezTo>
                <a:lnTo>
                  <a:pt x="3276600" y="2876550"/>
                </a:lnTo>
                <a:cubicBezTo>
                  <a:pt x="3276600" y="3013323"/>
                  <a:pt x="3165723" y="3124200"/>
                  <a:pt x="3028950" y="3124200"/>
                </a:cubicBezTo>
                <a:cubicBezTo>
                  <a:pt x="2892177" y="3124200"/>
                  <a:pt x="2781300" y="3013323"/>
                  <a:pt x="2781300" y="2876550"/>
                </a:cubicBezTo>
                <a:lnTo>
                  <a:pt x="2781300" y="247650"/>
                </a:lnTo>
                <a:cubicBezTo>
                  <a:pt x="2781300" y="110877"/>
                  <a:pt x="2892177" y="0"/>
                  <a:pt x="3028950" y="0"/>
                </a:cubicBezTo>
                <a:close/>
                <a:moveTo>
                  <a:pt x="2317750" y="0"/>
                </a:moveTo>
                <a:cubicBezTo>
                  <a:pt x="2454523" y="0"/>
                  <a:pt x="2565400" y="110877"/>
                  <a:pt x="2565400" y="247650"/>
                </a:cubicBezTo>
                <a:lnTo>
                  <a:pt x="2565400" y="2876550"/>
                </a:lnTo>
                <a:cubicBezTo>
                  <a:pt x="2565400" y="3013323"/>
                  <a:pt x="2454523" y="3124200"/>
                  <a:pt x="2317750" y="3124200"/>
                </a:cubicBezTo>
                <a:cubicBezTo>
                  <a:pt x="2180977" y="3124200"/>
                  <a:pt x="2070100" y="3013323"/>
                  <a:pt x="2070100" y="2876550"/>
                </a:cubicBezTo>
                <a:lnTo>
                  <a:pt x="2070100" y="247650"/>
                </a:lnTo>
                <a:cubicBezTo>
                  <a:pt x="2070100" y="110877"/>
                  <a:pt x="2180977" y="0"/>
                  <a:pt x="2317750" y="0"/>
                </a:cubicBezTo>
                <a:close/>
                <a:moveTo>
                  <a:pt x="1606550" y="0"/>
                </a:moveTo>
                <a:cubicBezTo>
                  <a:pt x="1743323" y="0"/>
                  <a:pt x="1854200" y="110877"/>
                  <a:pt x="1854200" y="247650"/>
                </a:cubicBezTo>
                <a:lnTo>
                  <a:pt x="1854200" y="2876550"/>
                </a:lnTo>
                <a:cubicBezTo>
                  <a:pt x="1854200" y="3013323"/>
                  <a:pt x="1743323" y="3124200"/>
                  <a:pt x="1606550" y="3124200"/>
                </a:cubicBezTo>
                <a:cubicBezTo>
                  <a:pt x="1469777" y="3124200"/>
                  <a:pt x="1358900" y="3013323"/>
                  <a:pt x="1358900" y="2876550"/>
                </a:cubicBezTo>
                <a:lnTo>
                  <a:pt x="1358900" y="247650"/>
                </a:lnTo>
                <a:cubicBezTo>
                  <a:pt x="1358900" y="110877"/>
                  <a:pt x="1469777" y="0"/>
                  <a:pt x="1606550" y="0"/>
                </a:cubicBezTo>
                <a:close/>
                <a:moveTo>
                  <a:pt x="958850" y="0"/>
                </a:moveTo>
                <a:cubicBezTo>
                  <a:pt x="1095623" y="0"/>
                  <a:pt x="1206500" y="110877"/>
                  <a:pt x="1206500" y="247650"/>
                </a:cubicBezTo>
                <a:lnTo>
                  <a:pt x="1206500" y="2876550"/>
                </a:lnTo>
                <a:cubicBezTo>
                  <a:pt x="1206500" y="3013323"/>
                  <a:pt x="1095623" y="3124200"/>
                  <a:pt x="958850" y="3124200"/>
                </a:cubicBezTo>
                <a:cubicBezTo>
                  <a:pt x="822077" y="3124200"/>
                  <a:pt x="711200" y="3013323"/>
                  <a:pt x="711200" y="2876550"/>
                </a:cubicBezTo>
                <a:lnTo>
                  <a:pt x="711200" y="247650"/>
                </a:lnTo>
                <a:cubicBezTo>
                  <a:pt x="711200" y="110877"/>
                  <a:pt x="822077" y="0"/>
                  <a:pt x="958850" y="0"/>
                </a:cubicBezTo>
                <a:close/>
                <a:moveTo>
                  <a:pt x="247650" y="0"/>
                </a:moveTo>
                <a:cubicBezTo>
                  <a:pt x="384423" y="0"/>
                  <a:pt x="495300" y="110877"/>
                  <a:pt x="495300" y="247650"/>
                </a:cubicBezTo>
                <a:lnTo>
                  <a:pt x="495300" y="2876550"/>
                </a:lnTo>
                <a:cubicBezTo>
                  <a:pt x="495300" y="3013323"/>
                  <a:pt x="384423" y="3124200"/>
                  <a:pt x="247650" y="3124200"/>
                </a:cubicBezTo>
                <a:cubicBezTo>
                  <a:pt x="110877" y="3124200"/>
                  <a:pt x="0" y="3013323"/>
                  <a:pt x="0" y="2876550"/>
                </a:cubicBezTo>
                <a:lnTo>
                  <a:pt x="0" y="247650"/>
                </a:lnTo>
                <a:cubicBezTo>
                  <a:pt x="0" y="110877"/>
                  <a:pt x="110877" y="0"/>
                  <a:pt x="247650" y="0"/>
                </a:cubicBezTo>
                <a:close/>
              </a:path>
            </a:pathLst>
          </a:custGeom>
          <a:effectLst/>
        </p:spPr>
        <p:txBody>
          <a:bodyPr vert="horz" lIns="95057" tIns="47529" rIns="95057" bIns="47529"/>
          <a:lstStyle>
            <a:lvl1pPr marL="0" indent="0" algn="ctr">
              <a:buNone/>
              <a:defRPr sz="900">
                <a:solidFill>
                  <a:srgbClr val="7F7F7F"/>
                </a:solidFill>
                <a:latin typeface="Lato Regular"/>
                <a:cs typeface="Lato Regular"/>
              </a:defRPr>
            </a:lvl1pPr>
          </a:lstStyle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  <p:custDataLst>
              <p:tags r:id="rId3"/>
            </p:custDataLst>
          </p:nvPr>
        </p:nvSpPr>
        <p:spPr>
          <a:xfrm>
            <a:off x="3954706" y="3801452"/>
            <a:ext cx="4511964" cy="431780"/>
          </a:xfrm>
          <a:prstGeom prst="rect">
            <a:avLst/>
          </a:prstGeom>
        </p:spPr>
        <p:txBody>
          <a:bodyPr vert="horz" lIns="0" tIns="40504" rIns="0" bIns="40504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3500" b="1">
                <a:solidFill>
                  <a:schemeClr val="bg1"/>
                </a:solidFill>
                <a:latin typeface="Lato Hairline" panose="020F0202020204030203"/>
                <a:cs typeface="Lato Hairline" panose="020F0202020204030203"/>
              </a:defRPr>
            </a:lvl1pPr>
          </a:lstStyle>
          <a:p>
            <a:pPr lvl="0"/>
            <a:r>
              <a:rPr lang="es-ES_tradnl" dirty="0"/>
              <a:t>TITLE HERE</a:t>
            </a:r>
            <a:endParaRPr lang="es-ES_tradnl" dirty="0"/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  <p:custDataLst>
              <p:tags r:id="rId4"/>
            </p:custDataLst>
          </p:nvPr>
        </p:nvSpPr>
        <p:spPr>
          <a:xfrm>
            <a:off x="3954706" y="4385250"/>
            <a:ext cx="4511964" cy="228451"/>
          </a:xfrm>
          <a:prstGeom prst="rect">
            <a:avLst/>
          </a:prstGeom>
        </p:spPr>
        <p:txBody>
          <a:bodyPr vert="horz" lIns="0" tIns="40504" rIns="0" bIns="40504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chemeClr val="accent3"/>
                </a:solidFill>
                <a:latin typeface="Lato Light" panose="020F0302020204030203"/>
                <a:cs typeface="Lato Light" panose="020F0302020204030203"/>
              </a:defRPr>
            </a:lvl1pPr>
          </a:lstStyle>
          <a:p>
            <a:pPr lvl="0"/>
            <a:r>
              <a:rPr lang="es-ES_tradnl" dirty="0" err="1"/>
              <a:t>Ultimate</a:t>
            </a:r>
            <a:r>
              <a:rPr lang="es-ES_tradnl" dirty="0"/>
              <a:t> </a:t>
            </a:r>
            <a:r>
              <a:rPr lang="es-ES_tradnl" dirty="0" err="1"/>
              <a:t>Powerpoint</a:t>
            </a:r>
            <a:r>
              <a:rPr lang="es-ES_tradnl" dirty="0"/>
              <a:t> </a:t>
            </a:r>
            <a:r>
              <a:rPr lang="es-ES_tradnl" dirty="0" err="1"/>
              <a:t>Template</a:t>
            </a:r>
            <a:endParaRPr lang="es-ES_tradnl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6" hasCustomPrompt="1"/>
            <p:custDataLst>
              <p:tags r:id="rId5"/>
            </p:custDataLst>
          </p:nvPr>
        </p:nvSpPr>
        <p:spPr>
          <a:xfrm>
            <a:off x="3975167" y="4817825"/>
            <a:ext cx="4488039" cy="153686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ctr">
              <a:lnSpc>
                <a:spcPct val="130000"/>
              </a:lnSpc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cs typeface="Lato Regular"/>
              </a:defRPr>
            </a:lvl1pPr>
          </a:lstStyle>
          <a:p>
            <a:pPr lvl="0"/>
            <a:r>
              <a:rPr lang="en-US" dirty="0" err="1"/>
              <a:t>Lorem</a:t>
            </a:r>
            <a:r>
              <a:rPr lang="en-US" dirty="0"/>
              <a:t> </a:t>
            </a:r>
            <a:r>
              <a:rPr lang="en-US" dirty="0" err="1"/>
              <a:t>ipsum</a:t>
            </a:r>
            <a:r>
              <a:rPr lang="en-US" dirty="0"/>
              <a:t>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tortor</a:t>
            </a:r>
            <a:r>
              <a:rPr lang="en-US" dirty="0"/>
              <a:t>, </a:t>
            </a:r>
            <a:r>
              <a:rPr lang="en-US" dirty="0" err="1"/>
              <a:t>mattis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dapibus</a:t>
            </a:r>
            <a:r>
              <a:rPr lang="en-US" dirty="0"/>
              <a:t> vitae, </a:t>
            </a:r>
            <a:r>
              <a:rPr lang="en-US" dirty="0" err="1"/>
              <a:t>euismod</a:t>
            </a:r>
            <a:r>
              <a:rPr lang="en-US" dirty="0"/>
              <a:t> non </a:t>
            </a:r>
            <a:r>
              <a:rPr lang="en-US" dirty="0" err="1"/>
              <a:t>purus</a:t>
            </a:r>
            <a:r>
              <a:rPr lang="en-US" dirty="0"/>
              <a:t>. Maecenas </a:t>
            </a:r>
            <a:r>
              <a:rPr lang="en-US" dirty="0" err="1"/>
              <a:t>ut</a:t>
            </a:r>
            <a:r>
              <a:rPr lang="en-US" dirty="0"/>
              <a:t> lacus </a:t>
            </a:r>
            <a:r>
              <a:rPr lang="en-US" dirty="0" err="1"/>
              <a:t>nec</a:t>
            </a:r>
            <a:r>
              <a:rPr lang="en-US" dirty="0"/>
              <a:t> </a:t>
            </a:r>
            <a:r>
              <a:rPr lang="en-US" dirty="0" err="1"/>
              <a:t>mauris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.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8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400"/>
                        <p:tgtEl>
                          <p:spTgt spid="8"/>
                        </p:tgtEl>
                      </p:cBhvr>
                    </p:animEffect>
                    <p:anim calcmode="lin" valueType="num">
                      <p:cBhvr>
                        <p:cTn dur="4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4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  <p:anim calcmode="lin" valueType="num">
                      <p:cBhvr>
                        <p:cTn dur="500" fill="hold"/>
                        <p:tgtEl>
                          <p:spTgt spid="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10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8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6" Type="http://schemas.openxmlformats.org/officeDocument/2006/relationships/theme" Target="../theme/theme2.xml"/><Relationship Id="rId15" Type="http://schemas.openxmlformats.org/officeDocument/2006/relationships/tags" Target="../tags/tag324.xml"/><Relationship Id="rId14" Type="http://schemas.openxmlformats.org/officeDocument/2006/relationships/tags" Target="../tags/tag323.xml"/><Relationship Id="rId13" Type="http://schemas.openxmlformats.org/officeDocument/2006/relationships/tags" Target="../tags/tag322.xml"/><Relationship Id="rId12" Type="http://schemas.openxmlformats.org/officeDocument/2006/relationships/tags" Target="../tags/tag321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168" y="52311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168" y="198361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altLang="zh-CN" dirty="0"/>
          </a:p>
          <a:p>
            <a:pPr lvl="5"/>
            <a:r>
              <a:rPr lang="zh-CN" altLang="en-US" dirty="0"/>
              <a:t>第六级</a:t>
            </a:r>
            <a:endParaRPr lang="en-US" altLang="zh-CN" dirty="0"/>
          </a:p>
          <a:p>
            <a:pPr marL="2971800" marR="0" lvl="6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第七级</a:t>
            </a:r>
            <a:endParaRPr lang="en-US" altLang="zh-CN" dirty="0"/>
          </a:p>
          <a:p>
            <a:pPr marL="3429000" marR="0" lvl="7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第八级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dirty="0"/>
              <a:t>第九级</a:t>
            </a:r>
            <a:endParaRPr lang="en-US" altLang="zh-CN" dirty="0"/>
          </a:p>
          <a:p>
            <a:pPr marL="3886200" marR="0" lvl="8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endParaRPr lang="en-US" altLang="zh-CN" dirty="0"/>
          </a:p>
          <a:p>
            <a:pPr lvl="5"/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5pPr>
      <a:lvl6pPr marL="2514600" marR="0" indent="-228600" algn="l" defTabSz="914400" rtl="0" eaLnBrk="1" fontAlgn="auto" latinLnBrk="0" hangingPunct="1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defRPr lang="zh-CN" altLang="en-US" sz="2400" kern="1200" dirty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lang="en-US" altLang="zh-CN" sz="2400" kern="1200" dirty="0" smtClean="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2"/>
            </p:custDataLst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1CEBB3-B506-43A5-8ADF-1F6228832779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3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4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129656-F08C-4B6B-81EB-89FE10BFCF81}" type="slidenum">
              <a:rPr lang="zh-CN" altLang="en-US" smtClean="0"/>
            </a:fld>
            <a:endParaRPr lang="zh-CN" altLang="en-US"/>
          </a:p>
        </p:txBody>
      </p:sp>
    </p:spTree>
    <p:custDataLst>
      <p:tags r:id="rId15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8.xml"/><Relationship Id="rId5" Type="http://schemas.openxmlformats.org/officeDocument/2006/relationships/tags" Target="../tags/tag329.xml"/><Relationship Id="rId4" Type="http://schemas.openxmlformats.org/officeDocument/2006/relationships/tags" Target="../tags/tag328.xml"/><Relationship Id="rId3" Type="http://schemas.openxmlformats.org/officeDocument/2006/relationships/tags" Target="../tags/tag327.xml"/><Relationship Id="rId2" Type="http://schemas.openxmlformats.org/officeDocument/2006/relationships/tags" Target="../tags/tag326.xml"/><Relationship Id="rId1" Type="http://schemas.openxmlformats.org/officeDocument/2006/relationships/tags" Target="../tags/tag325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7.xml"/><Relationship Id="rId3" Type="http://schemas.openxmlformats.org/officeDocument/2006/relationships/tags" Target="../tags/tag331.xml"/><Relationship Id="rId2" Type="http://schemas.openxmlformats.org/officeDocument/2006/relationships/image" Target="../media/image4.png"/><Relationship Id="rId1" Type="http://schemas.openxmlformats.org/officeDocument/2006/relationships/tags" Target="../tags/tag330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340.xml"/><Relationship Id="rId8" Type="http://schemas.openxmlformats.org/officeDocument/2006/relationships/tags" Target="../tags/tag339.xml"/><Relationship Id="rId7" Type="http://schemas.openxmlformats.org/officeDocument/2006/relationships/tags" Target="../tags/tag338.xml"/><Relationship Id="rId6" Type="http://schemas.openxmlformats.org/officeDocument/2006/relationships/tags" Target="../tags/tag337.xml"/><Relationship Id="rId5" Type="http://schemas.openxmlformats.org/officeDocument/2006/relationships/tags" Target="../tags/tag336.xml"/><Relationship Id="rId42" Type="http://schemas.openxmlformats.org/officeDocument/2006/relationships/notesSlide" Target="../notesSlides/notesSlide2.xml"/><Relationship Id="rId41" Type="http://schemas.openxmlformats.org/officeDocument/2006/relationships/slideLayout" Target="../slideLayouts/slideLayout19.xml"/><Relationship Id="rId40" Type="http://schemas.openxmlformats.org/officeDocument/2006/relationships/tags" Target="../tags/tag370.xml"/><Relationship Id="rId4" Type="http://schemas.openxmlformats.org/officeDocument/2006/relationships/tags" Target="../tags/tag335.xml"/><Relationship Id="rId39" Type="http://schemas.openxmlformats.org/officeDocument/2006/relationships/tags" Target="../tags/tag369.xml"/><Relationship Id="rId38" Type="http://schemas.openxmlformats.org/officeDocument/2006/relationships/tags" Target="../tags/tag368.xml"/><Relationship Id="rId37" Type="http://schemas.openxmlformats.org/officeDocument/2006/relationships/tags" Target="../tags/tag367.xml"/><Relationship Id="rId36" Type="http://schemas.openxmlformats.org/officeDocument/2006/relationships/tags" Target="../tags/tag366.xml"/><Relationship Id="rId35" Type="http://schemas.openxmlformats.org/officeDocument/2006/relationships/tags" Target="../tags/tag365.xml"/><Relationship Id="rId34" Type="http://schemas.openxmlformats.org/officeDocument/2006/relationships/tags" Target="../tags/tag364.xml"/><Relationship Id="rId33" Type="http://schemas.openxmlformats.org/officeDocument/2006/relationships/tags" Target="../tags/tag363.xml"/><Relationship Id="rId32" Type="http://schemas.openxmlformats.org/officeDocument/2006/relationships/tags" Target="../tags/tag362.xml"/><Relationship Id="rId31" Type="http://schemas.openxmlformats.org/officeDocument/2006/relationships/tags" Target="../tags/tag361.xml"/><Relationship Id="rId30" Type="http://schemas.openxmlformats.org/officeDocument/2006/relationships/tags" Target="../tags/tag360.xml"/><Relationship Id="rId3" Type="http://schemas.openxmlformats.org/officeDocument/2006/relationships/tags" Target="../tags/tag334.xml"/><Relationship Id="rId29" Type="http://schemas.openxmlformats.org/officeDocument/2006/relationships/tags" Target="../tags/tag359.xml"/><Relationship Id="rId28" Type="http://schemas.openxmlformats.org/officeDocument/2006/relationships/tags" Target="../tags/tag358.xml"/><Relationship Id="rId27" Type="http://schemas.openxmlformats.org/officeDocument/2006/relationships/tags" Target="../tags/tag357.xml"/><Relationship Id="rId26" Type="http://schemas.openxmlformats.org/officeDocument/2006/relationships/tags" Target="../tags/tag356.xml"/><Relationship Id="rId25" Type="http://schemas.openxmlformats.org/officeDocument/2006/relationships/tags" Target="../tags/tag355.xml"/><Relationship Id="rId24" Type="http://schemas.openxmlformats.org/officeDocument/2006/relationships/image" Target="../media/image5.jpeg"/><Relationship Id="rId23" Type="http://schemas.openxmlformats.org/officeDocument/2006/relationships/tags" Target="../tags/tag354.xml"/><Relationship Id="rId22" Type="http://schemas.openxmlformats.org/officeDocument/2006/relationships/tags" Target="../tags/tag353.xml"/><Relationship Id="rId21" Type="http://schemas.openxmlformats.org/officeDocument/2006/relationships/tags" Target="../tags/tag352.xml"/><Relationship Id="rId20" Type="http://schemas.openxmlformats.org/officeDocument/2006/relationships/tags" Target="../tags/tag351.xml"/><Relationship Id="rId2" Type="http://schemas.openxmlformats.org/officeDocument/2006/relationships/tags" Target="../tags/tag333.xml"/><Relationship Id="rId19" Type="http://schemas.openxmlformats.org/officeDocument/2006/relationships/tags" Target="../tags/tag350.xml"/><Relationship Id="rId18" Type="http://schemas.openxmlformats.org/officeDocument/2006/relationships/tags" Target="../tags/tag349.xml"/><Relationship Id="rId17" Type="http://schemas.openxmlformats.org/officeDocument/2006/relationships/tags" Target="../tags/tag348.xml"/><Relationship Id="rId16" Type="http://schemas.openxmlformats.org/officeDocument/2006/relationships/tags" Target="../tags/tag347.xml"/><Relationship Id="rId15" Type="http://schemas.openxmlformats.org/officeDocument/2006/relationships/tags" Target="../tags/tag346.xml"/><Relationship Id="rId14" Type="http://schemas.openxmlformats.org/officeDocument/2006/relationships/tags" Target="../tags/tag345.xml"/><Relationship Id="rId13" Type="http://schemas.openxmlformats.org/officeDocument/2006/relationships/tags" Target="../tags/tag344.xml"/><Relationship Id="rId12" Type="http://schemas.openxmlformats.org/officeDocument/2006/relationships/tags" Target="../tags/tag343.xml"/><Relationship Id="rId11" Type="http://schemas.openxmlformats.org/officeDocument/2006/relationships/tags" Target="../tags/tag342.xml"/><Relationship Id="rId10" Type="http://schemas.openxmlformats.org/officeDocument/2006/relationships/tags" Target="../tags/tag341.xml"/><Relationship Id="rId1" Type="http://schemas.openxmlformats.org/officeDocument/2006/relationships/tags" Target="../tags/tag332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7.xml"/><Relationship Id="rId6" Type="http://schemas.openxmlformats.org/officeDocument/2006/relationships/tags" Target="../tags/tag372.xm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tags" Target="../tags/tag371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tags" Target="../tags/tag374.xml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tags" Target="../tags/tag373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7.xml"/><Relationship Id="rId3" Type="http://schemas.openxmlformats.org/officeDocument/2006/relationships/tags" Target="../tags/tag376.xml"/><Relationship Id="rId2" Type="http://schemas.openxmlformats.org/officeDocument/2006/relationships/image" Target="../media/image12.png"/><Relationship Id="rId1" Type="http://schemas.openxmlformats.org/officeDocument/2006/relationships/tags" Target="../tags/tag37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7" Type="http://schemas.openxmlformats.org/officeDocument/2006/relationships/tags" Target="../tags/tag378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tags" Target="../tags/tag377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7.xml"/><Relationship Id="rId5" Type="http://schemas.openxmlformats.org/officeDocument/2006/relationships/tags" Target="../tags/tag380.xml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tags" Target="../tags/tag379.xml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7.xml"/><Relationship Id="rId4" Type="http://schemas.openxmlformats.org/officeDocument/2006/relationships/tags" Target="../tags/tag382.xml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tags" Target="../tags/tag381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7.xml"/><Relationship Id="rId5" Type="http://schemas.openxmlformats.org/officeDocument/2006/relationships/tags" Target="../tags/tag384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tags" Target="../tags/tag383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7.xml"/><Relationship Id="rId3" Type="http://schemas.openxmlformats.org/officeDocument/2006/relationships/tags" Target="../tags/tag386.xml"/><Relationship Id="rId2" Type="http://schemas.openxmlformats.org/officeDocument/2006/relationships/image" Target="../media/image25.png"/><Relationship Id="rId1" Type="http://schemas.openxmlformats.org/officeDocument/2006/relationships/tags" Target="../tags/tag38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tags" Target="../tags/tag388.xml"/><Relationship Id="rId1" Type="http://schemas.openxmlformats.org/officeDocument/2006/relationships/tags" Target="../tags/tag387.xml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8.xml"/><Relationship Id="rId5" Type="http://schemas.openxmlformats.org/officeDocument/2006/relationships/tags" Target="../tags/tag393.xml"/><Relationship Id="rId4" Type="http://schemas.openxmlformats.org/officeDocument/2006/relationships/tags" Target="../tags/tag392.xml"/><Relationship Id="rId3" Type="http://schemas.openxmlformats.org/officeDocument/2006/relationships/tags" Target="../tags/tag391.xml"/><Relationship Id="rId2" Type="http://schemas.openxmlformats.org/officeDocument/2006/relationships/tags" Target="../tags/tag390.xml"/><Relationship Id="rId1" Type="http://schemas.openxmlformats.org/officeDocument/2006/relationships/tags" Target="../tags/tag38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>
            <a:off x="0" y="3950964"/>
            <a:ext cx="12192000" cy="29070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23961" y="1495990"/>
            <a:ext cx="9144000" cy="1260058"/>
          </a:xfrm>
        </p:spPr>
        <p:txBody>
          <a:bodyPr>
            <a:normAutofit/>
          </a:bodyPr>
          <a:lstStyle/>
          <a:p>
            <a:r>
              <a:rPr lang="en-US" altLang="zh-CN" sz="3900" dirty="0">
                <a:solidFill>
                  <a:schemeClr val="bg1"/>
                </a:solidFill>
              </a:rPr>
              <a:t>FLUSH</a:t>
            </a:r>
            <a:r>
              <a:rPr lang="zh-CN" altLang="en-US" sz="3900" dirty="0">
                <a:solidFill>
                  <a:schemeClr val="bg1"/>
                </a:solidFill>
              </a:rPr>
              <a:t> </a:t>
            </a:r>
            <a:r>
              <a:rPr lang="en-US" altLang="zh-CN" sz="3900" dirty="0">
                <a:solidFill>
                  <a:schemeClr val="bg1"/>
                </a:solidFill>
              </a:rPr>
              <a:t>AND</a:t>
            </a:r>
            <a:r>
              <a:rPr lang="zh-CN" altLang="en-US" sz="3900" dirty="0">
                <a:solidFill>
                  <a:schemeClr val="bg1"/>
                </a:solidFill>
              </a:rPr>
              <a:t> </a:t>
            </a:r>
            <a:r>
              <a:rPr lang="en-US" altLang="zh-CN" sz="3900" dirty="0">
                <a:solidFill>
                  <a:schemeClr val="bg1"/>
                </a:solidFill>
              </a:rPr>
              <a:t>RELOAD</a:t>
            </a:r>
            <a:endParaRPr lang="zh-CN" altLang="en-US" sz="3900" dirty="0">
              <a:solidFill>
                <a:schemeClr val="bg1"/>
              </a:solidFill>
            </a:endParaRP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524000" y="4552548"/>
            <a:ext cx="9144000" cy="1655762"/>
          </a:xfrm>
        </p:spPr>
        <p:txBody>
          <a:bodyPr/>
          <a:lstStyle/>
          <a:p>
            <a:r>
              <a:rPr lang="zh-CN" altLang="en-US" dirty="0">
                <a:solidFill>
                  <a:schemeClr val="accent1"/>
                </a:solidFill>
                <a:latin typeface="+mj-lt"/>
              </a:rPr>
              <a:t>杨宇鑫</a:t>
            </a:r>
            <a:endParaRPr lang="en-US" altLang="zh-CN" dirty="0">
              <a:solidFill>
                <a:schemeClr val="accent1"/>
              </a:solidFill>
              <a:latin typeface="+mj-lt"/>
            </a:endParaRPr>
          </a:p>
          <a:p>
            <a:r>
              <a:rPr lang="zh-CN" altLang="en-US" dirty="0">
                <a:solidFill>
                  <a:schemeClr val="accent1"/>
                </a:solidFill>
                <a:latin typeface="+mj-lt"/>
              </a:rPr>
              <a:t>2</a:t>
            </a:r>
            <a:r>
              <a:rPr lang="en-US" altLang="zh-CN" dirty="0">
                <a:solidFill>
                  <a:schemeClr val="accent1"/>
                </a:solidFill>
                <a:latin typeface="+mj-lt"/>
              </a:rPr>
              <a:t>026.01.21</a:t>
            </a:r>
            <a:endParaRPr lang="zh-CN" altLang="en-US">
              <a:latin typeface="+mj-lt"/>
            </a:endParaRPr>
          </a:p>
        </p:txBody>
      </p:sp>
      <p:sp>
        <p:nvSpPr>
          <p:cNvPr id="6" name="矩形 5"/>
          <p:cNvSpPr/>
          <p:nvPr>
            <p:custDataLst>
              <p:tags r:id="rId4"/>
            </p:custDataLst>
          </p:nvPr>
        </p:nvSpPr>
        <p:spPr>
          <a:xfrm>
            <a:off x="1524000" y="1612241"/>
            <a:ext cx="9144000" cy="1507191"/>
          </a:xfrm>
          <a:prstGeom prst="rect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random/>
      </p:transition>
    </mc:Choice>
    <mc:Fallback>
      <p:transition spd="slow">
        <p:random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1021853" y="180041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flush</a:t>
            </a:r>
            <a:r>
              <a:rPr lang="zh-CN" altLang="en-US">
                <a:solidFill>
                  <a:schemeClr val="bg1"/>
                </a:solidFill>
              </a:rPr>
              <a:t> </a:t>
            </a:r>
            <a:r>
              <a:rPr lang="en-US" altLang="zh-CN">
                <a:solidFill>
                  <a:schemeClr val="bg1"/>
                </a:solidFill>
              </a:rPr>
              <a:t>and</a:t>
            </a:r>
            <a:r>
              <a:rPr lang="zh-CN" altLang="en-US">
                <a:solidFill>
                  <a:schemeClr val="bg1"/>
                </a:solidFill>
              </a:rPr>
              <a:t> </a:t>
            </a:r>
            <a:r>
              <a:rPr lang="en-US" altLang="zh-CN">
                <a:solidFill>
                  <a:schemeClr val="bg1"/>
                </a:solidFill>
              </a:rPr>
              <a:t>reload</a:t>
            </a:r>
            <a:r>
              <a:rPr lang="zh-CN" altLang="en-US">
                <a:solidFill>
                  <a:schemeClr val="bg1"/>
                </a:solidFill>
              </a:rPr>
              <a:t> 代码分析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1272540"/>
            <a:ext cx="11778615" cy="19177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2800">
                <a:cs typeface="Arial" panose="020B0604020202020204" pitchFamily="34" charset="0"/>
              </a:rPr>
              <a:t>位于</a:t>
            </a:r>
            <a:r>
              <a:rPr lang="en-US" altLang="zh-CN" sz="2800"/>
              <a:t>vmscape</a:t>
            </a:r>
            <a:r>
              <a:rPr lang="zh-CN" altLang="en-US" sz="2800"/>
              <a:t>代码仓</a:t>
            </a:r>
            <a:endParaRPr lang="zh-CN" altLang="en-US" sz="2800"/>
          </a:p>
          <a:p>
            <a:r>
              <a:rPr lang="en-US" altLang="zh-CN" sz="2800"/>
              <a:t>uARF/src/flush_reload.c</a:t>
            </a:r>
            <a:r>
              <a:rPr lang="zh-CN" altLang="en-US" sz="2800"/>
              <a:t>路径下</a:t>
            </a:r>
            <a:r>
              <a:rPr lang="zh-CN" altLang="en-US" sz="2800"/>
              <a:t>的</a:t>
            </a:r>
            <a:endParaRPr lang="zh-CN" altLang="en-US" sz="2800"/>
          </a:p>
          <a:p>
            <a:r>
              <a:rPr lang="en-US" altLang="zh-CN" sz="2800">
                <a:sym typeface="+mn-ea"/>
              </a:rPr>
              <a:t>flush_reload.c</a:t>
            </a:r>
            <a:r>
              <a:rPr lang="zh-CN" altLang="en-US" sz="2800">
                <a:sym typeface="+mn-ea"/>
              </a:rPr>
              <a:t>文件分为</a:t>
            </a:r>
            <a:r>
              <a:rPr lang="en-US" altLang="zh-CN" sz="2800">
                <a:sym typeface="+mn-ea"/>
              </a:rPr>
              <a:t>7</a:t>
            </a:r>
            <a:r>
              <a:rPr lang="zh-CN" altLang="en-US" sz="2800">
                <a:sym typeface="+mn-ea"/>
              </a:rPr>
              <a:t>个部分：</a:t>
            </a:r>
            <a:endParaRPr lang="zh-CN" altLang="en-US" sz="2800"/>
          </a:p>
          <a:p>
            <a:endParaRPr lang="zh-CN" altLang="en-US" sz="28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955" y="943610"/>
            <a:ext cx="6583045" cy="591439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/>
          <p:cNvGrpSpPr/>
          <p:nvPr>
            <p:custDataLst>
              <p:tags r:id="rId1"/>
            </p:custDataLst>
          </p:nvPr>
        </p:nvGrpSpPr>
        <p:grpSpPr>
          <a:xfrm>
            <a:off x="5878985" y="400173"/>
            <a:ext cx="4486275" cy="657225"/>
            <a:chOff x="5681662" y="1235075"/>
            <a:chExt cx="4486275" cy="657225"/>
          </a:xfrm>
        </p:grpSpPr>
        <p:grpSp>
          <p:nvGrpSpPr>
            <p:cNvPr id="77" name="组合 76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80" name="矩形: 圆角 79"/>
              <p:cNvSpPr/>
              <p:nvPr>
                <p:custDataLst>
                  <p:tags r:id="rId2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81" name="直接连接符 80"/>
              <p:cNvCxnSpPr/>
              <p:nvPr>
                <p:custDataLst>
                  <p:tags r:id="rId3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8" name="文本框 4"/>
            <p:cNvSpPr txBox="1"/>
            <p:nvPr>
              <p:custDataLst>
                <p:tags r:id="rId4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1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9" name="文本框 5"/>
            <p:cNvSpPr txBox="1"/>
            <p:nvPr>
              <p:custDataLst>
                <p:tags r:id="rId5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初始化实现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53" name="组合 52"/>
          <p:cNvGrpSpPr/>
          <p:nvPr>
            <p:custDataLst>
              <p:tags r:id="rId6"/>
            </p:custDataLst>
          </p:nvPr>
        </p:nvGrpSpPr>
        <p:grpSpPr>
          <a:xfrm>
            <a:off x="5878949" y="1292594"/>
            <a:ext cx="4486275" cy="657225"/>
            <a:chOff x="5681662" y="1235075"/>
            <a:chExt cx="4486275" cy="657225"/>
          </a:xfrm>
        </p:grpSpPr>
        <p:grpSp>
          <p:nvGrpSpPr>
            <p:cNvPr id="72" name="组合 71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75" name="矩形: 圆角 74"/>
              <p:cNvSpPr/>
              <p:nvPr>
                <p:custDataLst>
                  <p:tags r:id="rId7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6" name="直接连接符 75"/>
              <p:cNvCxnSpPr/>
              <p:nvPr>
                <p:custDataLst>
                  <p:tags r:id="rId8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文本框 9"/>
            <p:cNvSpPr txBox="1"/>
            <p:nvPr>
              <p:custDataLst>
                <p:tags r:id="rId9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2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4" name="文本框 10"/>
            <p:cNvSpPr txBox="1"/>
            <p:nvPr>
              <p:custDataLst>
                <p:tags r:id="rId10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zh-CN" sz="2800" dirty="0">
                  <a:solidFill>
                    <a:schemeClr val="bg1"/>
                  </a:solidFill>
                  <a:latin typeface="+mn-ea"/>
                  <a:sym typeface="+mn-ea"/>
                </a:rPr>
                <a:t>Flush</a:t>
              </a:r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阶段实现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  <a:p>
              <a:pPr algn="ctr"/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54" name="组合 53"/>
          <p:cNvGrpSpPr/>
          <p:nvPr>
            <p:custDataLst>
              <p:tags r:id="rId11"/>
            </p:custDataLst>
          </p:nvPr>
        </p:nvGrpSpPr>
        <p:grpSpPr>
          <a:xfrm>
            <a:off x="5878949" y="2184211"/>
            <a:ext cx="4486275" cy="657225"/>
            <a:chOff x="5681662" y="1235075"/>
            <a:chExt cx="4486275" cy="657225"/>
          </a:xfrm>
        </p:grpSpPr>
        <p:grpSp>
          <p:nvGrpSpPr>
            <p:cNvPr id="67" name="组合 66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70" name="矩形: 圆角 69"/>
              <p:cNvSpPr/>
              <p:nvPr>
                <p:custDataLst>
                  <p:tags r:id="rId12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71" name="直接连接符 70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文本框 15"/>
            <p:cNvSpPr txBox="1"/>
            <p:nvPr>
              <p:custDataLst>
                <p:tags r:id="rId14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3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9" name="文本框 16"/>
            <p:cNvSpPr txBox="1"/>
            <p:nvPr>
              <p:custDataLst>
                <p:tags r:id="rId15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</a:rPr>
                <a:t>分箱辅助</a:t>
              </a:r>
              <a:r>
                <a:rPr lang="zh-CN" altLang="en-US" sz="2800" dirty="0">
                  <a:solidFill>
                    <a:schemeClr val="bg1"/>
                  </a:solidFill>
                  <a:latin typeface="+mn-ea"/>
                </a:rPr>
                <a:t>函数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55" name="组合 54"/>
          <p:cNvGrpSpPr/>
          <p:nvPr>
            <p:custDataLst>
              <p:tags r:id="rId16"/>
            </p:custDataLst>
          </p:nvPr>
        </p:nvGrpSpPr>
        <p:grpSpPr>
          <a:xfrm>
            <a:off x="5878949" y="3075828"/>
            <a:ext cx="4486275" cy="657225"/>
            <a:chOff x="5681662" y="1235075"/>
            <a:chExt cx="4486275" cy="657225"/>
          </a:xfrm>
        </p:grpSpPr>
        <p:grpSp>
          <p:nvGrpSpPr>
            <p:cNvPr id="62" name="组合 61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65" name="矩形: 圆角 64"/>
              <p:cNvSpPr/>
              <p:nvPr>
                <p:custDataLst>
                  <p:tags r:id="rId17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66" name="直接连接符 65"/>
              <p:cNvCxnSpPr/>
              <p:nvPr>
                <p:custDataLst>
                  <p:tags r:id="rId18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文本框 21"/>
            <p:cNvSpPr txBox="1"/>
            <p:nvPr>
              <p:custDataLst>
                <p:tags r:id="rId19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4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64" name="文本框 22"/>
            <p:cNvSpPr txBox="1"/>
            <p:nvPr>
              <p:custDataLst>
                <p:tags r:id="rId20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Reload阶段实现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cxnSp>
        <p:nvCxnSpPr>
          <p:cNvPr id="85" name="直接连接符 84"/>
          <p:cNvCxnSpPr/>
          <p:nvPr>
            <p:custDataLst>
              <p:tags r:id="rId21"/>
            </p:custDataLst>
          </p:nvPr>
        </p:nvCxnSpPr>
        <p:spPr>
          <a:xfrm>
            <a:off x="4126831" y="0"/>
            <a:ext cx="0" cy="6858000"/>
          </a:xfrm>
          <a:prstGeom prst="line">
            <a:avLst/>
          </a:prstGeom>
          <a:ln w="200025" cmpd="thickThin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3" name="文本框 82"/>
          <p:cNvSpPr txBox="1"/>
          <p:nvPr>
            <p:custDataLst>
              <p:tags r:id="rId22"/>
            </p:custDataLst>
          </p:nvPr>
        </p:nvSpPr>
        <p:spPr>
          <a:xfrm>
            <a:off x="3891785" y="505326"/>
            <a:ext cx="492443" cy="2489406"/>
          </a:xfrm>
          <a:prstGeom prst="rect">
            <a:avLst/>
          </a:prstGeom>
        </p:spPr>
        <p:txBody>
          <a:bodyPr vert="eaVert" wrap="square" lIns="0" tIns="0" rIns="0" bIns="0" rtlCol="0">
            <a:normAutofit fontScale="90000"/>
          </a:bodyPr>
          <a:lstStyle/>
          <a:p>
            <a:pPr algn="ctr"/>
            <a:r>
              <a:rPr lang="zh-CN" altLang="en-US" sz="3200" dirty="0">
                <a:solidFill>
                  <a:schemeClr val="accent1"/>
                </a:solidFill>
                <a:sym typeface="Arial" panose="020B0604020202020204" pitchFamily="34" charset="0"/>
              </a:rPr>
              <a:t>代码内容</a:t>
            </a:r>
            <a:endParaRPr lang="zh-CN" altLang="en-US" sz="3200" dirty="0">
              <a:solidFill>
                <a:schemeClr val="accent1"/>
              </a:solidFill>
              <a:sym typeface="Arial" panose="020B0604020202020204" pitchFamily="34" charset="0"/>
            </a:endParaRPr>
          </a:p>
        </p:txBody>
      </p:sp>
      <p:sp>
        <p:nvSpPr>
          <p:cNvPr id="86" name="矩形 85"/>
          <p:cNvSpPr/>
          <p:nvPr>
            <p:custDataLst>
              <p:tags r:id="rId23"/>
            </p:custDataLst>
          </p:nvPr>
        </p:nvSpPr>
        <p:spPr>
          <a:xfrm>
            <a:off x="-8774" y="-17294"/>
            <a:ext cx="3862133" cy="6858000"/>
          </a:xfrm>
          <a:prstGeom prst="rect">
            <a:avLst/>
          </a:prstGeom>
          <a:blipFill dpi="0" rotWithShape="1">
            <a:blip r:embed="rId2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600" dirty="0"/>
          </a:p>
        </p:txBody>
      </p:sp>
      <p:grpSp>
        <p:nvGrpSpPr>
          <p:cNvPr id="2" name="组合 1"/>
          <p:cNvGrpSpPr/>
          <p:nvPr>
            <p:custDataLst>
              <p:tags r:id="rId25"/>
            </p:custDataLst>
          </p:nvPr>
        </p:nvGrpSpPr>
        <p:grpSpPr>
          <a:xfrm>
            <a:off x="5878985" y="3969893"/>
            <a:ext cx="4486275" cy="657225"/>
            <a:chOff x="5681662" y="1235075"/>
            <a:chExt cx="4486275" cy="657225"/>
          </a:xfrm>
        </p:grpSpPr>
        <p:grpSp>
          <p:nvGrpSpPr>
            <p:cNvPr id="3" name="组合 2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4" name="矩形: 圆角 79"/>
              <p:cNvSpPr/>
              <p:nvPr>
                <p:custDataLst>
                  <p:tags r:id="rId26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5" name="直接连接符 4"/>
              <p:cNvCxnSpPr/>
              <p:nvPr>
                <p:custDataLst>
                  <p:tags r:id="rId27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文本框 4"/>
            <p:cNvSpPr txBox="1"/>
            <p:nvPr>
              <p:custDataLst>
                <p:tags r:id="rId28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5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7" name="文本框 5"/>
            <p:cNvSpPr txBox="1"/>
            <p:nvPr>
              <p:custDataLst>
                <p:tags r:id="rId29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结果统计实现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8" name="组合 7"/>
          <p:cNvGrpSpPr/>
          <p:nvPr>
            <p:custDataLst>
              <p:tags r:id="rId30"/>
            </p:custDataLst>
          </p:nvPr>
        </p:nvGrpSpPr>
        <p:grpSpPr>
          <a:xfrm>
            <a:off x="5878985" y="4863957"/>
            <a:ext cx="4486275" cy="657225"/>
            <a:chOff x="5681662" y="1235075"/>
            <a:chExt cx="4486275" cy="657225"/>
          </a:xfrm>
        </p:grpSpPr>
        <p:grpSp>
          <p:nvGrpSpPr>
            <p:cNvPr id="9" name="组合 8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10" name="矩形: 圆角 74"/>
              <p:cNvSpPr/>
              <p:nvPr>
                <p:custDataLst>
                  <p:tags r:id="rId31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11" name="直接连接符 10"/>
              <p:cNvCxnSpPr/>
              <p:nvPr>
                <p:custDataLst>
                  <p:tags r:id="rId32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文本框 9"/>
            <p:cNvSpPr txBox="1"/>
            <p:nvPr>
              <p:custDataLst>
                <p:tags r:id="rId33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6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3" name="文本框 10"/>
            <p:cNvSpPr txBox="1"/>
            <p:nvPr>
              <p:custDataLst>
                <p:tags r:id="rId34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  <a:sym typeface="+mn-ea"/>
                </a:rPr>
                <a:t>结果打印实现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  <p:grpSp>
        <p:nvGrpSpPr>
          <p:cNvPr id="14" name="组合 13"/>
          <p:cNvGrpSpPr/>
          <p:nvPr>
            <p:custDataLst>
              <p:tags r:id="rId35"/>
            </p:custDataLst>
          </p:nvPr>
        </p:nvGrpSpPr>
        <p:grpSpPr>
          <a:xfrm>
            <a:off x="5878985" y="5758022"/>
            <a:ext cx="4486275" cy="657225"/>
            <a:chOff x="5681662" y="1235075"/>
            <a:chExt cx="4486275" cy="657225"/>
          </a:xfrm>
        </p:grpSpPr>
        <p:grpSp>
          <p:nvGrpSpPr>
            <p:cNvPr id="15" name="组合 14"/>
            <p:cNvGrpSpPr/>
            <p:nvPr/>
          </p:nvGrpSpPr>
          <p:grpSpPr>
            <a:xfrm>
              <a:off x="5681662" y="1235075"/>
              <a:ext cx="4486275" cy="657225"/>
              <a:chOff x="5681662" y="1235075"/>
              <a:chExt cx="4486275" cy="657225"/>
            </a:xfrm>
          </p:grpSpPr>
          <p:sp>
            <p:nvSpPr>
              <p:cNvPr id="16" name="矩形: 圆角 69"/>
              <p:cNvSpPr/>
              <p:nvPr>
                <p:custDataLst>
                  <p:tags r:id="rId36"/>
                </p:custDataLst>
              </p:nvPr>
            </p:nvSpPr>
            <p:spPr>
              <a:xfrm>
                <a:off x="5681662" y="1235075"/>
                <a:ext cx="4486275" cy="657225"/>
              </a:xfrm>
              <a:prstGeom prst="roundRect">
                <a:avLst>
                  <a:gd name="adj" fmla="val 50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>
                    <a:solidFill>
                      <a:schemeClr val="lt1"/>
                    </a:solidFill>
                  </a:defRPr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17" name="直接连接符 16"/>
              <p:cNvCxnSpPr/>
              <p:nvPr>
                <p:custDataLst>
                  <p:tags r:id="rId37"/>
                </p:custDataLst>
              </p:nvPr>
            </p:nvCxnSpPr>
            <p:spPr>
              <a:xfrm>
                <a:off x="6567487" y="1235075"/>
                <a:ext cx="0" cy="657225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文本框 15"/>
            <p:cNvSpPr txBox="1"/>
            <p:nvPr>
              <p:custDataLst>
                <p:tags r:id="rId38"/>
              </p:custDataLst>
            </p:nvPr>
          </p:nvSpPr>
          <p:spPr>
            <a:xfrm>
              <a:off x="5986462" y="1302077"/>
              <a:ext cx="88582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CN" sz="2800" dirty="0">
                  <a:solidFill>
                    <a:schemeClr val="bg1"/>
                  </a:solidFill>
                  <a:latin typeface="+mn-ea"/>
                </a:rPr>
                <a:t>7</a:t>
              </a:r>
              <a:endParaRPr lang="en-US" altLang="zh-CN" sz="28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9" name="文本框 16"/>
            <p:cNvSpPr txBox="1"/>
            <p:nvPr>
              <p:custDataLst>
                <p:tags r:id="rId39"/>
              </p:custDataLst>
            </p:nvPr>
          </p:nvSpPr>
          <p:spPr>
            <a:xfrm>
              <a:off x="6648450" y="1302077"/>
              <a:ext cx="2781300" cy="521970"/>
            </a:xfrm>
            <a:prstGeom prst="rect">
              <a:avLst/>
            </a:prstGeom>
            <a:noFill/>
          </p:spPr>
          <p:txBody>
            <a:bodyPr wrap="square" rtlCol="0">
              <a:normAutofit fontScale="9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zh-CN" altLang="en-US" sz="2800" dirty="0">
                  <a:solidFill>
                    <a:schemeClr val="bg1"/>
                  </a:solidFill>
                  <a:latin typeface="+mn-ea"/>
                </a:rPr>
                <a:t>资源释放</a:t>
              </a:r>
              <a:r>
                <a:rPr lang="zh-CN" altLang="en-US" sz="2800" dirty="0">
                  <a:solidFill>
                    <a:schemeClr val="bg1"/>
                  </a:solidFill>
                  <a:latin typeface="+mn-ea"/>
                </a:rPr>
                <a:t>实现</a:t>
              </a:r>
              <a:endParaRPr lang="zh-CN" altLang="en-US" sz="2800" dirty="0">
                <a:solidFill>
                  <a:schemeClr val="bg1"/>
                </a:solidFill>
                <a:latin typeface="+mn-ea"/>
              </a:endParaRPr>
            </a:p>
          </p:txBody>
        </p:sp>
      </p:grpSp>
    </p:spTree>
    <p:custDataLst>
      <p:tags r:id="rId40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random/>
      </p:transition>
    </mc:Choice>
    <mc:Fallback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1. </a:t>
            </a:r>
            <a:r>
              <a:rPr lang="zh-CN" altLang="en-US">
                <a:solidFill>
                  <a:schemeClr val="bg1"/>
                </a:solidFill>
              </a:rPr>
              <a:t>初始化 - </a:t>
            </a:r>
            <a:r>
              <a:rPr lang="en-US" altLang="zh-CN">
                <a:solidFill>
                  <a:schemeClr val="bg1"/>
                </a:solidFill>
              </a:rPr>
              <a:t>uarf_fr_init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6" name="图片 5" descr="post_object_image_174605899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5350"/>
            <a:ext cx="5699919" cy="5962650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5699919" y="895350"/>
            <a:ext cx="6773545" cy="5448300"/>
          </a:xfrm>
          <a:prstGeom prst="rect">
            <a:avLst/>
          </a:prstGeom>
        </p:spPr>
        <p:txBody>
          <a:bodyPr wrap="square" rtlCol="0">
            <a:noAutofit/>
          </a:bodyPr>
          <a:p>
            <a:pPr algn="l"/>
            <a:r>
              <a:rPr lang="en-US" altLang="zh-CN"/>
              <a:t>1. </a:t>
            </a:r>
            <a:r>
              <a:rPr lang="zh-CN" altLang="en-US" b="1"/>
              <a:t>槽位数</a:t>
            </a:r>
            <a:r>
              <a:rPr lang="en-US" altLang="zh-CN" b="1"/>
              <a:t>num_slots</a:t>
            </a:r>
            <a:r>
              <a:rPr lang="zh-CN" altLang="en-US"/>
              <a:t>：表示攻击者创建的共享内存数组的大小，</a:t>
            </a:r>
            <a:endParaRPr lang="zh-CN" altLang="en-US"/>
          </a:p>
          <a:p>
            <a:pPr algn="l"/>
            <a:r>
              <a:rPr lang="zh-CN" altLang="en-US"/>
              <a:t>必须是</a:t>
            </a:r>
            <a:r>
              <a:rPr lang="en-US" altLang="zh-CN"/>
              <a:t>2</a:t>
            </a:r>
            <a:r>
              <a:rPr lang="zh-CN" altLang="en-US"/>
              <a:t>的幂，因为后续使用位运算优化来计算槽位索引。</a:t>
            </a:r>
            <a:endParaRPr lang="zh-CN" altLang="en-US"/>
          </a:p>
          <a:p>
            <a:pPr algn="l"/>
            <a:endParaRPr lang="zh-CN" altLang="en-US"/>
          </a:p>
          <a:p>
            <a:pPr algn="l"/>
            <a:endParaRPr lang="zh-CN" altLang="en-US"/>
          </a:p>
          <a:p>
            <a:pPr algn="l"/>
            <a:endParaRPr lang="zh-CN" altLang="en-US"/>
          </a:p>
          <a:p>
            <a:pPr algn="l"/>
            <a:endParaRPr lang="en-US" altLang="zh-CN"/>
          </a:p>
          <a:p>
            <a:pPr algn="l"/>
            <a:r>
              <a:rPr lang="en-US" altLang="zh-CN"/>
              <a:t>2. </a:t>
            </a:r>
            <a:r>
              <a:rPr lang="zh-CN" altLang="en-US" b="1"/>
              <a:t>分箱数</a:t>
            </a:r>
            <a:r>
              <a:rPr lang="en-US" altLang="zh-CN" b="1"/>
              <a:t>num_bins</a:t>
            </a:r>
            <a:r>
              <a:rPr lang="zh-CN" altLang="en-US"/>
              <a:t>：表示将多次攻击迭代的结果分成多少个组</a:t>
            </a:r>
            <a:endParaRPr lang="zh-CN" altLang="en-US"/>
          </a:p>
          <a:p>
            <a:pPr algn="l"/>
            <a:r>
              <a:rPr lang="zh-CN" altLang="en-US"/>
              <a:t>，每个分箱存储一段时间内的攻击结果。</a:t>
            </a:r>
            <a:endParaRPr lang="zh-CN" altLang="en-US"/>
          </a:p>
          <a:p>
            <a:pPr algn="l"/>
            <a:r>
              <a:rPr lang="en-US" altLang="zh-CN"/>
              <a:t>3. </a:t>
            </a:r>
            <a:r>
              <a:rPr lang="zh-CN" altLang="en-US" b="1"/>
              <a:t>映射数组</a:t>
            </a:r>
            <a:r>
              <a:rPr lang="en-US" altLang="zh-CN" b="1"/>
              <a:t>bin_map</a:t>
            </a:r>
            <a:r>
              <a:rPr lang="zh-CN" altLang="en-US"/>
              <a:t>：迭代次数到分箱的映射，决定每个分箱</a:t>
            </a:r>
            <a:endParaRPr lang="zh-CN" altLang="en-US"/>
          </a:p>
          <a:p>
            <a:pPr algn="l"/>
            <a:r>
              <a:rPr lang="zh-CN" altLang="en-US"/>
              <a:t>包含的迭代次数范围。</a:t>
            </a:r>
            <a:endParaRPr lang="zh-CN" altLang="en-US"/>
          </a:p>
          <a:p>
            <a:pPr algn="l"/>
            <a:r>
              <a:rPr lang="en-US" altLang="zh-CN"/>
              <a:t>4.</a:t>
            </a:r>
            <a:r>
              <a:rPr lang="zh-CN" altLang="en-US"/>
              <a:t> </a:t>
            </a:r>
            <a:r>
              <a:rPr lang="zh-CN" altLang="en-US" b="1"/>
              <a:t>大页内存映射</a:t>
            </a:r>
            <a:r>
              <a:rPr lang="zh-CN" altLang="en-US"/>
              <a:t>：增大页面，减少</a:t>
            </a:r>
            <a:r>
              <a:rPr lang="en-US" altLang="zh-CN"/>
              <a:t>TLB</a:t>
            </a:r>
            <a:r>
              <a:rPr lang="zh-CN" altLang="en-US"/>
              <a:t>条目数量，降低未命中概</a:t>
            </a:r>
            <a:endParaRPr lang="zh-CN" altLang="en-US"/>
          </a:p>
          <a:p>
            <a:pPr algn="l"/>
            <a:r>
              <a:rPr lang="zh-CN" altLang="en-US"/>
              <a:t>率，避免</a:t>
            </a:r>
            <a:r>
              <a:rPr lang="en-US" altLang="zh-CN"/>
              <a:t>TLB</a:t>
            </a:r>
            <a:r>
              <a:rPr lang="zh-CN" altLang="en-US"/>
              <a:t>未命中的时间干扰，确保测量结果只反映缓存状态。</a:t>
            </a:r>
            <a:endParaRPr lang="zh-CN" altLang="en-US"/>
          </a:p>
          <a:p>
            <a:pPr algn="l"/>
            <a:endParaRPr lang="en-US" altLang="zh-CN"/>
          </a:p>
          <a:p>
            <a:pPr algn="l"/>
            <a:endParaRPr lang="en-US" altLang="zh-CN"/>
          </a:p>
          <a:p>
            <a:pPr algn="l"/>
            <a:r>
              <a:rPr lang="en-US" altLang="zh-CN"/>
              <a:t>5.</a:t>
            </a:r>
            <a:r>
              <a:rPr lang="zh-CN" altLang="en-US"/>
              <a:t> </a:t>
            </a:r>
            <a:r>
              <a:rPr lang="zh-CN" altLang="en-US" b="1"/>
              <a:t>避免零页后备</a:t>
            </a:r>
            <a:r>
              <a:rPr lang="zh-CN" altLang="en-US"/>
              <a:t>：零页后备是操作系统通过共享全零页来节省内</a:t>
            </a:r>
            <a:endParaRPr lang="zh-CN" altLang="en-US"/>
          </a:p>
          <a:p>
            <a:pPr algn="l"/>
            <a:r>
              <a:rPr lang="zh-CN" altLang="en-US"/>
              <a:t>存的机制，写时复制会在首次写入时产生额外开销。在</a:t>
            </a:r>
            <a:r>
              <a:rPr lang="en-US" altLang="zh-CN"/>
              <a:t>Flush and</a:t>
            </a:r>
            <a:endParaRPr lang="en-US" altLang="zh-CN"/>
          </a:p>
          <a:p>
            <a:pPr algn="l"/>
            <a:r>
              <a:rPr lang="en-US" altLang="zh-CN"/>
              <a:t> Reload</a:t>
            </a:r>
            <a:r>
              <a:rPr lang="zh-CN" altLang="en-US"/>
              <a:t>中，这种开销会干扰时间测量。通过初始化时填充非零</a:t>
            </a:r>
            <a:endParaRPr lang="zh-CN" altLang="en-US"/>
          </a:p>
          <a:p>
            <a:pPr algn="l"/>
            <a:r>
              <a:rPr lang="zh-CN" altLang="en-US"/>
              <a:t>内容，强制操作系统分配实际物理内存，避免了写时复制的时间</a:t>
            </a:r>
            <a:endParaRPr lang="zh-CN" altLang="en-US"/>
          </a:p>
          <a:p>
            <a:pPr algn="l"/>
            <a:r>
              <a:rPr lang="zh-CN" altLang="en-US"/>
              <a:t>干扰，确保测量结果只反映缓存状态，提高攻击准确性。</a:t>
            </a:r>
            <a:endParaRPr lang="zh-CN" altLang="en-US"/>
          </a:p>
        </p:txBody>
      </p:sp>
      <p:pic>
        <p:nvPicPr>
          <p:cNvPr id="9" name="图片 8" descr="post_object_image_257980799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0" y="1509712"/>
            <a:ext cx="6381750" cy="914593"/>
          </a:xfrm>
          <a:prstGeom prst="rect">
            <a:avLst/>
          </a:prstGeom>
        </p:spPr>
      </p:pic>
      <p:pic>
        <p:nvPicPr>
          <p:cNvPr id="10" name="图片 9" descr="post_object_image_38515213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250" y="4262437"/>
            <a:ext cx="4614333" cy="476250"/>
          </a:xfrm>
          <a:prstGeom prst="rect">
            <a:avLst/>
          </a:prstGeom>
        </p:spPr>
      </p:pic>
      <p:pic>
        <p:nvPicPr>
          <p:cNvPr id="11" name="图片 10" descr="post_object_image_280602987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0" y="6232525"/>
            <a:ext cx="5489899" cy="51435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2. FLUSH</a:t>
            </a:r>
            <a:r>
              <a:rPr lang="zh-CN" altLang="en-US">
                <a:solidFill>
                  <a:schemeClr val="bg1"/>
                </a:solidFill>
              </a:rPr>
              <a:t>阶段 - </a:t>
            </a:r>
            <a:r>
              <a:rPr lang="en-US" altLang="zh-CN">
                <a:solidFill>
                  <a:schemeClr val="bg1"/>
                </a:solidFill>
              </a:rPr>
              <a:t>uarf_fr_flush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11" name="图片 10" descr="post_object_image_31655663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9637"/>
            <a:ext cx="6386820" cy="4005263"/>
          </a:xfrm>
          <a:prstGeom prst="rect">
            <a:avLst/>
          </a:prstGeom>
        </p:spPr>
      </p:pic>
      <p:sp>
        <p:nvSpPr>
          <p:cNvPr id="12" name="文本框 11"/>
          <p:cNvSpPr txBox="1"/>
          <p:nvPr userDrawn="1"/>
        </p:nvSpPr>
        <p:spPr>
          <a:xfrm>
            <a:off x="6386798" y="909637"/>
            <a:ext cx="5907596" cy="5948362"/>
          </a:xfrm>
          <a:prstGeom prst="rect">
            <a:avLst/>
          </a:prstGeom>
        </p:spPr>
        <p:txBody>
          <a:bodyPr wrap="square" rtlCol="0">
            <a:noAutofit/>
          </a:bodyPr>
          <a:p>
            <a:pPr algn="l"/>
            <a:r>
              <a:rPr lang="en-US" altLang="zh-CN"/>
              <a:t>1. </a:t>
            </a:r>
            <a:r>
              <a:rPr lang="zh-CN" altLang="en-US" b="1"/>
              <a:t>多重内存屏障</a:t>
            </a:r>
            <a:r>
              <a:rPr lang="zh-CN" altLang="en-US"/>
              <a:t>：</a:t>
            </a:r>
            <a:r>
              <a:rPr lang="en-US" altLang="zh-CN"/>
              <a:t>uarf_mfence(); uarf_sfence(); uarf_lfence(); </a:t>
            </a:r>
            <a:r>
              <a:rPr lang="zh-CN" altLang="en-US"/>
              <a:t>防止</a:t>
            </a:r>
            <a:r>
              <a:rPr lang="en-US" altLang="zh-CN"/>
              <a:t>CPU</a:t>
            </a:r>
            <a:r>
              <a:rPr lang="zh-CN" altLang="en-US"/>
              <a:t>乱序执行内存操作，确保内存操作的顺序性。</a:t>
            </a:r>
            <a:endParaRPr lang="zh-CN" altLang="en-US"/>
          </a:p>
          <a:p>
            <a:pPr algn="l"/>
            <a:r>
              <a:rPr lang="en-US" altLang="zh-CN"/>
              <a:t>2.</a:t>
            </a:r>
            <a:r>
              <a:rPr lang="zh-CN" altLang="en-US"/>
              <a:t> </a:t>
            </a:r>
            <a:r>
              <a:rPr lang="en-US" altLang="zh-CN" b="1"/>
              <a:t>clflush</a:t>
            </a:r>
            <a:r>
              <a:rPr lang="zh-CN" altLang="en-US" b="1"/>
              <a:t>指令</a:t>
            </a:r>
            <a:r>
              <a:rPr lang="zh-CN" altLang="en-US"/>
              <a:t>：遍历缓冲区中的所有槽位，执行</a:t>
            </a:r>
            <a:r>
              <a:rPr lang="en-US" altLang="zh-CN"/>
              <a:t>clflush</a:t>
            </a:r>
            <a:r>
              <a:rPr lang="zh-CN" altLang="en-US"/>
              <a:t>指令，清除该地址所在的整个缓存行。而</a:t>
            </a:r>
            <a:r>
              <a:rPr lang="en-US" altLang="zh-CN"/>
              <a:t>uarf_clflush()</a:t>
            </a:r>
            <a:r>
              <a:rPr lang="zh-CN" altLang="en-US"/>
              <a:t>的定义在</a:t>
            </a:r>
            <a:r>
              <a:rPr lang="en-US" altLang="zh-CN"/>
              <a:t>uARF\include\lib.h</a:t>
            </a:r>
            <a:r>
              <a:rPr lang="zh-CN" altLang="en-US"/>
              <a:t>文件中：</a:t>
            </a:r>
            <a:endParaRPr lang="zh-CN" altLang="en-US"/>
          </a:p>
          <a:p>
            <a:pPr algn="l"/>
            <a:endParaRPr lang="zh-CN" altLang="en-US"/>
          </a:p>
          <a:p>
            <a:pPr algn="l"/>
            <a:endParaRPr lang="zh-CN" altLang="en-US"/>
          </a:p>
          <a:p>
            <a:pPr algn="l"/>
            <a:endParaRPr lang="zh-CN" altLang="en-US"/>
          </a:p>
          <a:p>
            <a:pPr algn="l"/>
            <a:r>
              <a:rPr lang="zh-CN" altLang="en-US"/>
              <a:t>内联汇编的基本格式为：</a:t>
            </a:r>
            <a:r>
              <a:rPr lang="en-US" altLang="zh-CN"/>
              <a:t>asm volatile("</a:t>
            </a:r>
            <a:r>
              <a:rPr lang="zh-CN" altLang="en-US"/>
              <a:t>汇编指令</a:t>
            </a:r>
            <a:r>
              <a:rPr lang="en-US" altLang="zh-CN"/>
              <a:t>" : </a:t>
            </a:r>
            <a:r>
              <a:rPr lang="zh-CN" altLang="en-US"/>
              <a:t>输出操作数</a:t>
            </a:r>
            <a:r>
              <a:rPr lang="en-US" altLang="zh-CN"/>
              <a:t> : </a:t>
            </a:r>
            <a:r>
              <a:rPr lang="zh-CN" altLang="en-US"/>
              <a:t>输入操作数</a:t>
            </a:r>
            <a:r>
              <a:rPr lang="en-US" altLang="zh-CN"/>
              <a:t> : clobber</a:t>
            </a:r>
            <a:r>
              <a:rPr lang="zh-CN" altLang="en-US"/>
              <a:t>列表</a:t>
            </a:r>
            <a:r>
              <a:rPr lang="en-US" altLang="zh-CN"/>
              <a:t>);</a:t>
            </a:r>
            <a:endParaRPr lang="en-US" altLang="zh-CN"/>
          </a:p>
          <a:p>
            <a:pPr algn="l"/>
            <a:r>
              <a:rPr lang="zh-CN" altLang="en-US"/>
              <a:t>通过内联汇编封装</a:t>
            </a:r>
            <a:r>
              <a:rPr lang="en-US" altLang="zh-CN"/>
              <a:t>x86</a:t>
            </a:r>
            <a:r>
              <a:rPr lang="zh-CN" altLang="en-US"/>
              <a:t>架构的</a:t>
            </a:r>
            <a:r>
              <a:rPr lang="en-US" altLang="zh-CN"/>
              <a:t>clflush</a:t>
            </a:r>
            <a:r>
              <a:rPr lang="zh-CN" altLang="en-US"/>
              <a:t>指令，刷新特定内存地址的缓存行。</a:t>
            </a:r>
            <a:endParaRPr lang="zh-CN" altLang="en-US"/>
          </a:p>
        </p:txBody>
      </p:sp>
      <p:pic>
        <p:nvPicPr>
          <p:cNvPr id="13" name="图片 12" descr="post_object_image_286489629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2523" y="2654937"/>
            <a:ext cx="5550218" cy="705164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3. </a:t>
            </a:r>
            <a:r>
              <a:rPr lang="zh-CN" altLang="en-US">
                <a:solidFill>
                  <a:schemeClr val="bg1"/>
                </a:solidFill>
              </a:rPr>
              <a:t>分箱辅助函数</a:t>
            </a:r>
            <a:r>
              <a:rPr lang="en-US" altLang="zh-CN">
                <a:solidFill>
                  <a:schemeClr val="bg1"/>
                </a:solidFill>
              </a:rPr>
              <a:t> </a:t>
            </a:r>
            <a:r>
              <a:rPr lang="zh-CN" altLang="en-US">
                <a:solidFill>
                  <a:schemeClr val="bg1"/>
                </a:solidFill>
              </a:rPr>
              <a:t>- </a:t>
            </a:r>
            <a:r>
              <a:rPr lang="en-US" altLang="zh-CN">
                <a:solidFill>
                  <a:schemeClr val="bg1"/>
                </a:solidFill>
              </a:rPr>
              <a:t>uarf_get_bin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zh-CN" altLang="en-US">
              <a:solidFill>
                <a:schemeClr val="bg1"/>
              </a:solidFill>
            </a:endParaRPr>
          </a:p>
        </p:txBody>
      </p:sp>
      <p:pic>
        <p:nvPicPr>
          <p:cNvPr id="3" name="图片 2" descr="post_object_image_150874526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5372100" cy="2857500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5560695" y="1095375"/>
            <a:ext cx="6357620" cy="1476375"/>
          </a:xfrm>
          <a:prstGeom prst="rect">
            <a:avLst/>
          </a:prstGeom>
        </p:spPr>
        <p:txBody>
          <a:bodyPr wrap="none" rtlCol="0">
            <a:spAutoFit/>
          </a:bodyPr>
          <a:p>
            <a:pPr algn="l"/>
            <a:r>
              <a:rPr lang="zh-CN" altLang="en-US" b="1"/>
              <a:t>功能：</a:t>
            </a:r>
            <a:endParaRPr lang="zh-CN" altLang="en-US" b="1"/>
          </a:p>
          <a:p>
            <a:pPr algn="l"/>
            <a:r>
              <a:rPr lang="zh-CN" altLang="en-US"/>
              <a:t>将多次迭代的结果</a:t>
            </a:r>
            <a:r>
              <a:rPr lang="zh-CN" altLang="en-US" b="1"/>
              <a:t>分组统计</a:t>
            </a:r>
            <a:r>
              <a:rPr lang="zh-CN" altLang="en-US"/>
              <a:t>，便于分析不同阶段的攻击效果，</a:t>
            </a:r>
            <a:endParaRPr lang="zh-CN" altLang="en-US"/>
          </a:p>
          <a:p>
            <a:pPr algn="l"/>
            <a:r>
              <a:rPr lang="zh-CN" altLang="en-US"/>
              <a:t>每个分箱对应一定范围的迭代次数，</a:t>
            </a:r>
            <a:endParaRPr lang="zh-CN" altLang="en-US"/>
          </a:p>
          <a:p>
            <a:pPr algn="l"/>
            <a:r>
              <a:rPr lang="zh-CN" altLang="en-US"/>
              <a:t>可以根据不同的攻击阶段调整统计粒度，</a:t>
            </a:r>
            <a:endParaRPr lang="zh-CN" altLang="en-US"/>
          </a:p>
          <a:p>
            <a:pPr algn="l"/>
            <a:r>
              <a:rPr lang="zh-CN" altLang="en-US"/>
              <a:t>支持按时间或迭代次数分析攻击效果的变化。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4. Reload</a:t>
            </a:r>
            <a:r>
              <a:rPr lang="zh-CN" altLang="en-US">
                <a:solidFill>
                  <a:schemeClr val="bg1"/>
                </a:solidFill>
              </a:rPr>
              <a:t>阶段 - </a:t>
            </a:r>
            <a:r>
              <a:rPr lang="en-US" altLang="zh-CN">
                <a:solidFill>
                  <a:schemeClr val="bg1"/>
                </a:solidFill>
              </a:rPr>
              <a:t>uarf_fr_reload_binned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3" name="图片 2" descr="post_object_image_18567283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9638"/>
            <a:ext cx="5440863" cy="5948362"/>
          </a:xfrm>
          <a:prstGeom prst="rect">
            <a:avLst/>
          </a:prstGeom>
        </p:spPr>
      </p:pic>
      <p:sp>
        <p:nvSpPr>
          <p:cNvPr id="4" name="文本框 3"/>
          <p:cNvSpPr txBox="1"/>
          <p:nvPr userDrawn="1"/>
        </p:nvSpPr>
        <p:spPr>
          <a:xfrm>
            <a:off x="5440839" y="909638"/>
            <a:ext cx="6751184" cy="5948362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/>
              <a:t>1. </a:t>
            </a:r>
            <a:r>
              <a:rPr lang="zh-CN" altLang="en-US" b="1"/>
              <a:t>重新加载</a:t>
            </a:r>
            <a:r>
              <a:rPr lang="en-US" altLang="zh-CN" b="1"/>
              <a:t>TLB</a:t>
            </a:r>
            <a:r>
              <a:rPr lang="zh-CN" altLang="en-US"/>
              <a:t>：遍历所有槽位，触发</a:t>
            </a:r>
            <a:r>
              <a:rPr lang="en-US" altLang="zh-CN"/>
              <a:t>TLB</a:t>
            </a:r>
            <a:r>
              <a:rPr lang="zh-CN" altLang="en-US"/>
              <a:t>加载，确保 </a:t>
            </a:r>
            <a:r>
              <a:rPr lang="en-US" altLang="zh-CN"/>
              <a:t>TLB </a:t>
            </a:r>
            <a:r>
              <a:rPr lang="zh-CN" altLang="en-US"/>
              <a:t>中存</a:t>
            </a:r>
            <a:endParaRPr lang="zh-CN" altLang="en-US"/>
          </a:p>
          <a:p>
            <a:r>
              <a:rPr lang="zh-CN" altLang="en-US"/>
              <a:t>在对应的条目，减少 </a:t>
            </a:r>
            <a:r>
              <a:rPr lang="en-US" altLang="zh-CN"/>
              <a:t>TLB </a:t>
            </a:r>
            <a:r>
              <a:rPr lang="zh-CN" altLang="en-US"/>
              <a:t>未命中对测量时间的影响，提高攻击</a:t>
            </a:r>
            <a:endParaRPr lang="zh-CN" altLang="en-US"/>
          </a:p>
          <a:p>
            <a:r>
              <a:rPr lang="zh-CN" altLang="en-US"/>
              <a:t>的准确性。</a:t>
            </a:r>
            <a:endParaRPr lang="zh-CN" altLang="en-US"/>
          </a:p>
          <a:p>
            <a:r>
              <a:rPr lang="en-US" altLang="zh-CN"/>
              <a:t>2.</a:t>
            </a:r>
            <a:r>
              <a:rPr lang="zh-CN" altLang="en-US"/>
              <a:t> </a:t>
            </a:r>
            <a:r>
              <a:rPr lang="zh-CN" altLang="en-US" b="1"/>
              <a:t>对抗缓存预取器</a:t>
            </a:r>
            <a:r>
              <a:rPr lang="zh-CN" altLang="en-US"/>
              <a:t>：</a:t>
            </a:r>
            <a:endParaRPr lang="zh-CN" altLang="en-US"/>
          </a:p>
          <a:p>
            <a:r>
              <a:rPr lang="zh-CN" altLang="en-US"/>
              <a:t>①</a:t>
            </a:r>
            <a:r>
              <a:rPr lang="zh-CN" altLang="en-US" b="1"/>
              <a:t>循环展开</a:t>
            </a:r>
            <a:endParaRPr lang="zh-CN" altLang="en-US" b="1"/>
          </a:p>
          <a:p>
            <a:r>
              <a:rPr lang="zh-CN" altLang="en-US"/>
              <a:t>循环展开是一种编译器优化技术，将循环体中的迭代次数展开为多个重复的代码块，减少分支预测，打破规律性，编译器可以进行指令重排序，进一步打乱访问顺序，确保测量的时间反映真实的缓存状态，而非预取器的干扰。</a:t>
            </a:r>
            <a:endParaRPr lang="zh-CN" altLang="en-US"/>
          </a:p>
          <a:p>
            <a:r>
              <a:rPr lang="zh-CN" altLang="en-US"/>
              <a:t>展开因子：将循环展开成多少个独立的迭代块。</a:t>
            </a:r>
            <a:endParaRPr lang="zh-CN" altLang="en-US"/>
          </a:p>
          <a:p>
            <a:r>
              <a:rPr lang="zh-CN" altLang="en-US"/>
              <a:t>②</a:t>
            </a:r>
            <a:r>
              <a:rPr lang="zh-CN" altLang="en-US" b="1"/>
              <a:t>访问顺序打乱</a:t>
            </a:r>
            <a:endParaRPr lang="zh-CN" altLang="en-US" b="1"/>
          </a:p>
          <a:p>
            <a:r>
              <a:rPr lang="zh-CN" altLang="en-US"/>
              <a:t>使用哈希函数打乱访问顺序，防止空间局部性触发预取。</a:t>
            </a:r>
            <a:r>
              <a:rPr lang="en-US" altLang="zh-CN"/>
              <a:t>421</a:t>
            </a:r>
            <a:r>
              <a:rPr lang="zh-CN" altLang="en-US"/>
              <a:t>是一个质数，用于生成均匀分布的索引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r>
              <a:rPr lang="en-US" altLang="zh-CN"/>
              <a:t> &amp; (conf-&gt;num_slots - 1) </a:t>
            </a:r>
            <a:r>
              <a:rPr lang="zh-CN" altLang="en-US"/>
              <a:t>相当于取模运算，要求</a:t>
            </a:r>
            <a:r>
              <a:rPr lang="en-US" altLang="zh-CN"/>
              <a:t>conf-&gt;num_slots</a:t>
            </a:r>
            <a:r>
              <a:rPr lang="zh-CN" altLang="en-US"/>
              <a:t>是</a:t>
            </a:r>
            <a:r>
              <a:rPr lang="en-US" altLang="zh-CN"/>
              <a:t>2</a:t>
            </a:r>
            <a:r>
              <a:rPr lang="zh-CN" altLang="en-US"/>
              <a:t>的幂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r>
              <a:rPr lang="zh-CN" altLang="en-US"/>
              <a:t>这种方式可以有效防止</a:t>
            </a:r>
            <a:r>
              <a:rPr lang="en-US" altLang="zh-CN"/>
              <a:t>CPU</a:t>
            </a:r>
            <a:r>
              <a:rPr lang="zh-CN" altLang="en-US"/>
              <a:t>的预取器预测访问模式</a:t>
            </a:r>
            <a:endParaRPr lang="zh-CN" altLang="en-US"/>
          </a:p>
          <a:p>
            <a:r>
              <a:rPr lang="en-US" altLang="zh-CN"/>
              <a:t>3.</a:t>
            </a:r>
            <a:r>
              <a:rPr lang="zh-CN" altLang="en-US"/>
              <a:t> </a:t>
            </a:r>
            <a:r>
              <a:rPr lang="zh-CN" altLang="en-US" b="1"/>
              <a:t>确定要访问的具体内存地址</a:t>
            </a:r>
            <a:r>
              <a:rPr lang="zh-CN" altLang="en-US"/>
              <a:t>：</a:t>
            </a:r>
            <a:endParaRPr lang="zh-CN" altLang="en-US"/>
          </a:p>
          <a:p>
            <a:r>
              <a:rPr lang="zh-CN" altLang="en-US"/>
              <a:t>缓冲区基地址</a:t>
            </a:r>
            <a:r>
              <a:rPr lang="en-US" altLang="zh-CN"/>
              <a:t> </a:t>
            </a:r>
            <a:r>
              <a:rPr lang="zh-CN" altLang="en-US"/>
              <a:t>+ 槽位步长</a:t>
            </a:r>
            <a:r>
              <a:rPr lang="en-US" altLang="zh-CN"/>
              <a:t> </a:t>
            </a:r>
            <a:r>
              <a:rPr lang="zh-CN" altLang="en-US"/>
              <a:t>× 索引偏移 。</a:t>
            </a:r>
            <a:endParaRPr lang="zh-CN" altLang="en-US"/>
          </a:p>
          <a:p>
            <a:r>
              <a:rPr lang="en-US" altLang="zh-CN"/>
              <a:t>4.</a:t>
            </a:r>
            <a:r>
              <a:rPr lang="zh-CN" altLang="en-US"/>
              <a:t> </a:t>
            </a:r>
            <a:r>
              <a:rPr lang="zh-CN" altLang="en-US" b="1"/>
              <a:t>使用</a:t>
            </a:r>
            <a:r>
              <a:rPr lang="en-US" altLang="zh-CN" b="1"/>
              <a:t>rdtsc</a:t>
            </a:r>
            <a:r>
              <a:rPr lang="zh-CN" altLang="en-US" b="1"/>
              <a:t>指令测量访存时间</a:t>
            </a:r>
            <a:r>
              <a:rPr lang="zh-CN" altLang="en-US"/>
              <a:t>：</a:t>
            </a:r>
            <a:endParaRPr lang="zh-CN" altLang="en-US"/>
          </a:p>
          <a:p>
            <a:r>
              <a:rPr lang="en-US" altLang="zh-CN"/>
              <a:t>uarf_get_access_time </a:t>
            </a:r>
            <a:r>
              <a:rPr lang="zh-CN" altLang="en-US"/>
              <a:t>函数通过内联汇编实现的时间戳指令，结合内存屏障和实际内存访问，实现了高精度的内存访问时间测量。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  <p:pic>
        <p:nvPicPr>
          <p:cNvPr id="6" name="图片 5" descr="post_object_image_403460660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2089150"/>
            <a:ext cx="2280356" cy="203200"/>
          </a:xfrm>
          <a:prstGeom prst="rect">
            <a:avLst/>
          </a:prstGeom>
        </p:spPr>
      </p:pic>
      <p:pic>
        <p:nvPicPr>
          <p:cNvPr id="7" name="图片 6" descr="post_object_image_231791317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2800" y="3726656"/>
            <a:ext cx="4726464" cy="238396"/>
          </a:xfrm>
          <a:prstGeom prst="rect">
            <a:avLst/>
          </a:prstGeom>
        </p:spPr>
      </p:pic>
      <p:pic>
        <p:nvPicPr>
          <p:cNvPr id="8" name="图片 7" descr="post_object_image_155405067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5103812"/>
            <a:ext cx="3524250" cy="204898"/>
          </a:xfrm>
          <a:prstGeom prst="rect">
            <a:avLst/>
          </a:prstGeom>
        </p:spPr>
      </p:pic>
      <p:pic>
        <p:nvPicPr>
          <p:cNvPr id="9" name="图片 8" descr="post_object_image_12303884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7125" y="5621337"/>
            <a:ext cx="3444875" cy="246063"/>
          </a:xfrm>
          <a:prstGeom prst="rect">
            <a:avLst/>
          </a:prstGeom>
        </p:spPr>
      </p:pic>
    </p:spTree>
    <p:custDataLst>
      <p:tags r:id="rId7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4. Reload</a:t>
            </a:r>
            <a:r>
              <a:rPr lang="zh-CN" altLang="en-US">
                <a:solidFill>
                  <a:schemeClr val="bg1"/>
                </a:solidFill>
              </a:rPr>
              <a:t>阶段 - </a:t>
            </a:r>
            <a:r>
              <a:rPr lang="en-US" altLang="zh-CN">
                <a:solidFill>
                  <a:schemeClr val="bg1"/>
                </a:solidFill>
              </a:rPr>
              <a:t>uarf_fr_reload_binned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10" name="文本框 9"/>
          <p:cNvSpPr txBox="1"/>
          <p:nvPr userDrawn="1"/>
        </p:nvSpPr>
        <p:spPr>
          <a:xfrm>
            <a:off x="0" y="977900"/>
            <a:ext cx="12192000" cy="1602105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zh-CN" altLang="en-US"/>
              <a:t>进一步</a:t>
            </a:r>
            <a:r>
              <a:rPr lang="zh-CN" altLang="en-US">
                <a:cs typeface="Arial" panose="020B0604020202020204" pitchFamily="34" charset="0"/>
              </a:rPr>
              <a:t>分析：                                                                                </a:t>
            </a:r>
            <a:r>
              <a:rPr lang="en-US" altLang="zh-CN"/>
              <a:t>uarf_get_access_time </a:t>
            </a:r>
            <a:r>
              <a:rPr lang="zh-CN" altLang="en-US"/>
              <a:t>本身是一个内联函数，</a:t>
            </a:r>
            <a:endParaRPr lang="zh-CN" altLang="en-US"/>
          </a:p>
          <a:p>
            <a:r>
              <a:rPr lang="zh-CN" altLang="en-US"/>
              <a:t>在</a:t>
            </a:r>
            <a:r>
              <a:rPr lang="en-US" altLang="zh-CN"/>
              <a:t>lib.h</a:t>
            </a:r>
            <a:r>
              <a:rPr lang="zh-CN" altLang="en-US"/>
              <a:t>文件中发现，其内部调用了</a:t>
            </a:r>
            <a:r>
              <a:rPr lang="en-US" altLang="zh-CN"/>
              <a:t>uarf_rdtsc() </a:t>
            </a:r>
            <a:r>
              <a:rPr lang="zh-CN" altLang="en-US"/>
              <a:t>和 </a:t>
            </a:r>
            <a:r>
              <a:rPr lang="en-US" altLang="zh-CN"/>
              <a:t>uarf_rdtscp() </a:t>
            </a:r>
            <a:r>
              <a:rPr lang="zh-CN" altLang="en-US"/>
              <a:t>两个包含内联汇编的函数。</a:t>
            </a:r>
            <a:endParaRPr lang="zh-CN" altLang="en-US"/>
          </a:p>
        </p:txBody>
      </p:sp>
      <p:pic>
        <p:nvPicPr>
          <p:cNvPr id="11" name="图片 10" descr="post_object_image_12303884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361" y="956733"/>
            <a:ext cx="5422896" cy="355600"/>
          </a:xfrm>
          <a:prstGeom prst="rect">
            <a:avLst/>
          </a:prstGeom>
        </p:spPr>
      </p:pic>
      <p:pic>
        <p:nvPicPr>
          <p:cNvPr id="12" name="图片 11" descr="post_object_image_54982006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7" y="1624541"/>
            <a:ext cx="6191250" cy="2905125"/>
          </a:xfrm>
          <a:prstGeom prst="rect">
            <a:avLst/>
          </a:prstGeom>
        </p:spPr>
      </p:pic>
      <p:pic>
        <p:nvPicPr>
          <p:cNvPr id="13" name="图片 12" descr="post_object_image_33715585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0108" y="1624542"/>
            <a:ext cx="5625042" cy="2905125"/>
          </a:xfrm>
          <a:prstGeom prst="rect">
            <a:avLst/>
          </a:prstGeom>
        </p:spPr>
      </p:pic>
      <p:sp>
        <p:nvSpPr>
          <p:cNvPr id="14" name="文本框 13"/>
          <p:cNvSpPr txBox="1"/>
          <p:nvPr userDrawn="1"/>
        </p:nvSpPr>
        <p:spPr>
          <a:xfrm>
            <a:off x="0" y="4741333"/>
            <a:ext cx="11995150" cy="1198880"/>
          </a:xfrm>
          <a:prstGeom prst="rect">
            <a:avLst/>
          </a:prstGeom>
        </p:spPr>
        <p:txBody>
          <a:bodyPr wrap="square" rtlCol="0" anchor="t">
            <a:noAutofit/>
          </a:bodyPr>
          <a:p>
            <a:r>
              <a:rPr lang="en-US" altLang="zh-CN"/>
              <a:t>rdtsc </a:t>
            </a:r>
            <a:r>
              <a:rPr lang="zh-CN" altLang="en-US"/>
              <a:t>和</a:t>
            </a:r>
            <a:r>
              <a:rPr lang="en-US" altLang="zh-CN"/>
              <a:t> rdtscp </a:t>
            </a:r>
            <a:r>
              <a:rPr lang="zh-CN" altLang="en-US"/>
              <a:t>是</a:t>
            </a:r>
            <a:r>
              <a:rPr lang="en-US" altLang="zh-CN"/>
              <a:t> x86 </a:t>
            </a:r>
            <a:r>
              <a:rPr lang="zh-CN" altLang="en-US"/>
              <a:t>架构处理器中用于读取时间戳计数器的指令，主要用于高精度计时和性能测量，是 </a:t>
            </a:r>
            <a:r>
              <a:rPr lang="en-US" altLang="zh-CN"/>
              <a:t>Flush and Reload </a:t>
            </a:r>
            <a:r>
              <a:rPr lang="zh-CN" altLang="en-US"/>
              <a:t>攻击中时间测量的基础，用于实现纳秒级的高精度时间测量。通过测量这个时间差，可以判断内存是否被其他进程访问过，从而实现侧信道攻击。</a:t>
            </a:r>
            <a:endParaRPr lang="zh-CN" altLang="en-US"/>
          </a:p>
        </p:txBody>
      </p:sp>
      <p:sp>
        <p:nvSpPr>
          <p:cNvPr id="15" name="矩形 14"/>
          <p:cNvSpPr/>
          <p:nvPr userDrawn="1"/>
        </p:nvSpPr>
        <p:spPr>
          <a:xfrm>
            <a:off x="2026285" y="2508038"/>
            <a:ext cx="1111250" cy="254000"/>
          </a:xfrm>
          <a:prstGeom prst="rect">
            <a:avLst/>
          </a:prstGeom>
          <a:noFill/>
          <a:ln>
            <a:solidFill>
              <a:srgbClr val="FF0000">
                <a:alpha val="10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327785" y="3397038"/>
            <a:ext cx="1111250" cy="254000"/>
          </a:xfrm>
          <a:prstGeom prst="rect">
            <a:avLst/>
          </a:prstGeom>
          <a:noFill/>
          <a:ln>
            <a:solidFill>
              <a:srgbClr val="FF0000">
                <a:alpha val="10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17" name="矩形 16"/>
          <p:cNvSpPr/>
          <p:nvPr userDrawn="1"/>
        </p:nvSpPr>
        <p:spPr>
          <a:xfrm>
            <a:off x="8458200" y="3714538"/>
            <a:ext cx="701252" cy="254000"/>
          </a:xfrm>
          <a:prstGeom prst="rect">
            <a:avLst/>
          </a:prstGeom>
          <a:noFill/>
          <a:ln>
            <a:solidFill>
              <a:srgbClr val="FF0000">
                <a:alpha val="10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18" name="矩形 17"/>
          <p:cNvSpPr/>
          <p:nvPr userDrawn="1"/>
        </p:nvSpPr>
        <p:spPr>
          <a:xfrm>
            <a:off x="8458200" y="2169371"/>
            <a:ext cx="624417" cy="254000"/>
          </a:xfrm>
          <a:prstGeom prst="rect">
            <a:avLst/>
          </a:prstGeom>
          <a:noFill/>
          <a:ln>
            <a:solidFill>
              <a:srgbClr val="FF0000">
                <a:alpha val="100000"/>
              </a:srgb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cxnSp>
        <p:nvCxnSpPr>
          <p:cNvPr id="19" name="直接箭头连接符 18"/>
          <p:cNvCxnSpPr/>
          <p:nvPr userDrawn="1"/>
        </p:nvCxnSpPr>
        <p:spPr>
          <a:xfrm flipV="1">
            <a:off x="3190875" y="2402205"/>
            <a:ext cx="5185410" cy="285750"/>
          </a:xfrm>
          <a:prstGeom prst="straightConnector1">
            <a:avLst/>
          </a:prstGeom>
          <a:ln w="19050">
            <a:solidFill>
              <a:srgbClr val="FF0000">
                <a:alpha val="10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 userDrawn="1"/>
        </p:nvCxnSpPr>
        <p:spPr>
          <a:xfrm>
            <a:off x="2481368" y="3418205"/>
            <a:ext cx="5915660" cy="306917"/>
          </a:xfrm>
          <a:prstGeom prst="straightConnector1">
            <a:avLst/>
          </a:prstGeom>
          <a:ln w="19050">
            <a:solidFill>
              <a:srgbClr val="FF0000">
                <a:alpha val="10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5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5. </a:t>
            </a:r>
            <a:r>
              <a:rPr lang="zh-CN" altLang="en-US">
                <a:solidFill>
                  <a:schemeClr val="bg1"/>
                </a:solidFill>
              </a:rPr>
              <a:t>结果统计 - </a:t>
            </a:r>
            <a:r>
              <a:rPr lang="en-US" altLang="zh-CN">
                <a:solidFill>
                  <a:schemeClr val="bg1"/>
                </a:solidFill>
              </a:rPr>
              <a:t>uarf_fr_num_hits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3" name="图片 2" descr="post_object_image_304630304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2283"/>
            <a:ext cx="5990282" cy="183091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0" y="3388360"/>
            <a:ext cx="6457950" cy="952077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b="1"/>
              <a:t>局限</a:t>
            </a:r>
            <a:r>
              <a:rPr lang="zh-CN" altLang="en-US"/>
              <a:t>：</a:t>
            </a:r>
            <a:endParaRPr lang="zh-CN" altLang="en-US"/>
          </a:p>
          <a:p>
            <a:r>
              <a:rPr lang="zh-CN" altLang="en-US"/>
              <a:t>目前仅支持</a:t>
            </a:r>
            <a:r>
              <a:rPr lang="en-US" altLang="zh-CN"/>
              <a:t>1</a:t>
            </a:r>
            <a:r>
              <a:rPr lang="zh-CN" altLang="en-US"/>
              <a:t>个分箱的情况</a:t>
            </a:r>
            <a:endParaRPr lang="zh-CN" altLang="en-US"/>
          </a:p>
          <a:p>
            <a:r>
              <a:rPr lang="zh-CN" altLang="en-US"/>
              <a:t>可以在</a:t>
            </a:r>
            <a:r>
              <a:rPr lang="en-US" altLang="zh-CN"/>
              <a:t>uARF/include/lib.h</a:t>
            </a:r>
            <a:r>
              <a:rPr lang="zh-CN" altLang="en-US"/>
              <a:t>文件中找到</a:t>
            </a:r>
            <a:r>
              <a:rPr lang="en-US" altLang="zh-CN"/>
              <a:t>uarf_assert</a:t>
            </a:r>
            <a:r>
              <a:rPr lang="zh-CN" altLang="en-US"/>
              <a:t>宏定义：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如果</a:t>
            </a:r>
            <a:r>
              <a:rPr lang="en-US" altLang="zh-CN"/>
              <a:t>bin !</a:t>
            </a:r>
            <a:r>
              <a:rPr lang="zh-CN" altLang="en-US"/>
              <a:t>= </a:t>
            </a:r>
            <a:r>
              <a:rPr lang="en-US" altLang="zh-CN"/>
              <a:t>1</a:t>
            </a:r>
            <a:r>
              <a:rPr lang="zh-CN" altLang="en-US"/>
              <a:t>，则传入为</a:t>
            </a:r>
            <a:r>
              <a:rPr lang="en-US" altLang="zh-CN"/>
              <a:t>false</a:t>
            </a:r>
            <a:r>
              <a:rPr lang="zh-CN" altLang="en-US"/>
              <a:t>，断言失败，程序终止。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0" y="2743200"/>
            <a:ext cx="73152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b="1"/>
              <a:t>功能</a:t>
            </a:r>
            <a:r>
              <a:rPr lang="zh-CN" altLang="en-US"/>
              <a:t>：</a:t>
            </a:r>
            <a:endParaRPr lang="zh-CN" altLang="en-US"/>
          </a:p>
          <a:p>
            <a:r>
              <a:rPr lang="zh-CN" altLang="en-US"/>
              <a:t>遍历结果数组，累加所有槽位的命中次数，返回总命中次数。</a:t>
            </a:r>
            <a:endParaRPr lang="zh-CN" altLang="en-US"/>
          </a:p>
        </p:txBody>
      </p:sp>
      <p:pic>
        <p:nvPicPr>
          <p:cNvPr id="6" name="图片 5" descr="post_object_image_314140635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3" y="4394200"/>
            <a:ext cx="7810500" cy="137160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3556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6. </a:t>
            </a:r>
            <a:r>
              <a:rPr lang="zh-CN" altLang="en-US">
                <a:solidFill>
                  <a:schemeClr val="bg1"/>
                </a:solidFill>
              </a:rPr>
              <a:t>结果打印 - </a:t>
            </a:r>
            <a:r>
              <a:rPr lang="en-US" altLang="zh-CN">
                <a:solidFill>
                  <a:schemeClr val="bg1"/>
                </a:solidFill>
              </a:rPr>
              <a:t>uarf_fr_print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-10583" y="4209203"/>
            <a:ext cx="4126442" cy="1759797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/>
              <a:t>颜色</a:t>
            </a:r>
            <a:r>
              <a:rPr lang="zh-CN" altLang="en-US">
                <a:cs typeface="Arial" panose="020B0604020202020204" pitchFamily="34" charset="0"/>
              </a:rPr>
              <a:t>规定</a:t>
            </a:r>
            <a:r>
              <a:rPr lang="zh-CN" altLang="en-US"/>
              <a:t>：有命中的</a:t>
            </a:r>
            <a:r>
              <a:rPr lang="en-US" altLang="zh-CN"/>
              <a:t>slot</a:t>
            </a:r>
            <a:r>
              <a:rPr lang="zh-CN" altLang="en-US"/>
              <a:t>用红色显示，无命中的用默认颜色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结果统计：显示每个分箱的结果和总结果，便于分析攻击效果随时间的变化</a:t>
            </a:r>
            <a:endParaRPr lang="zh-CN" altLang="en-US"/>
          </a:p>
        </p:txBody>
      </p:sp>
      <p:pic>
        <p:nvPicPr>
          <p:cNvPr id="4" name="图片 3" descr="post_object_image_388040649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1341438"/>
            <a:ext cx="3914775" cy="1771650"/>
          </a:xfrm>
          <a:prstGeom prst="rect">
            <a:avLst/>
          </a:prstGeom>
        </p:spPr>
      </p:pic>
      <p:pic>
        <p:nvPicPr>
          <p:cNvPr id="5" name="图片 4" descr="post_object_image_283930649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442" y="1341437"/>
            <a:ext cx="4048125" cy="4800600"/>
          </a:xfrm>
          <a:prstGeom prst="rect">
            <a:avLst/>
          </a:prstGeom>
        </p:spPr>
      </p:pic>
      <p:pic>
        <p:nvPicPr>
          <p:cNvPr id="6" name="图片 5" descr="post_object_image_289265174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3683" y="1341438"/>
            <a:ext cx="3771900" cy="3857625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95250" y="973138"/>
            <a:ext cx="10624185" cy="36830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/>
              <a:t>单分箱</a:t>
            </a:r>
            <a:r>
              <a:rPr lang="zh-CN" altLang="en-US">
                <a:cs typeface="Arial" panose="020B0604020202020204" pitchFamily="34" charset="0"/>
              </a:rPr>
              <a:t>情况：                                      多分箱情况：                                         结果可视化打印：</a:t>
            </a:r>
            <a:endParaRPr lang="zh-CN" altLang="en-US"/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7. </a:t>
            </a:r>
            <a:r>
              <a:rPr lang="zh-CN" altLang="en-US">
                <a:solidFill>
                  <a:schemeClr val="bg1"/>
                </a:solidFill>
              </a:rPr>
              <a:t>资源释放实现</a:t>
            </a:r>
            <a:r>
              <a:rPr lang="en-US" altLang="zh-CN">
                <a:solidFill>
                  <a:schemeClr val="bg1"/>
                </a:solidFill>
              </a:rPr>
              <a:t> </a:t>
            </a:r>
            <a:r>
              <a:rPr lang="zh-CN" altLang="en-US">
                <a:solidFill>
                  <a:schemeClr val="bg1"/>
                </a:solidFill>
              </a:rPr>
              <a:t>- </a:t>
            </a:r>
            <a:r>
              <a:rPr lang="en-US" altLang="zh-CN">
                <a:solidFill>
                  <a:schemeClr val="bg1"/>
                </a:solidFill>
              </a:rPr>
              <a:t>uarf_fr_deinit</a:t>
            </a:r>
            <a:r>
              <a:rPr lang="zh-CN" altLang="en-US">
                <a:solidFill>
                  <a:schemeClr val="bg1"/>
                </a:solidFill>
              </a:rPr>
              <a:t>（）</a:t>
            </a: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3" name="图片 2" descr="post_object_image_65221114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8104"/>
            <a:ext cx="5795105" cy="1846792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000750" y="1076854"/>
            <a:ext cx="731520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1. </a:t>
            </a:r>
            <a:r>
              <a:rPr lang="zh-CN" altLang="en-US"/>
              <a:t>释放主缓冲区的内存映射</a:t>
            </a:r>
            <a:endParaRPr lang="zh-CN" altLang="en-US"/>
          </a:p>
          <a:p>
            <a:r>
              <a:rPr lang="en-US" altLang="zh-CN"/>
              <a:t>2. </a:t>
            </a:r>
            <a:r>
              <a:rPr lang="zh-CN" altLang="en-US"/>
              <a:t>释放辅助缓冲区的内存映射</a:t>
            </a:r>
            <a:endParaRPr lang="zh-CN" altLang="en-US"/>
          </a:p>
          <a:p>
            <a:r>
              <a:rPr lang="en-US" altLang="zh-CN"/>
              <a:t>3. </a:t>
            </a:r>
            <a:r>
              <a:rPr lang="zh-CN" altLang="en-US"/>
              <a:t>释放结果数组的内存映射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1"/>
            </p:custDataLst>
          </p:nvPr>
        </p:nvSpPr>
        <p:spPr>
          <a:xfrm>
            <a:off x="916517" y="162983"/>
            <a:ext cx="10972800" cy="609600"/>
          </a:xfrm>
        </p:spPr>
        <p:txBody>
          <a:bodyPr>
            <a:normAutofit/>
          </a:bodyPr>
          <a:p>
            <a:pPr algn="l">
              <a:lnSpc>
                <a:spcPct val="111000"/>
              </a:lnSpc>
            </a:pPr>
            <a:r>
              <a:rPr lang="en-US" altLang="zh-CN">
                <a:solidFill>
                  <a:schemeClr val="bg1"/>
                </a:solidFill>
              </a:rPr>
              <a:t>8. </a:t>
            </a:r>
            <a:r>
              <a:rPr lang="zh-CN" altLang="en-US">
                <a:solidFill>
                  <a:schemeClr val="bg1"/>
                </a:solidFill>
              </a:rPr>
              <a:t>下周</a:t>
            </a:r>
            <a:r>
              <a:rPr lang="zh-CN" altLang="en-US">
                <a:solidFill>
                  <a:schemeClr val="bg1"/>
                </a:solidFill>
                <a:cs typeface="Arial" panose="020B0604020202020204" pitchFamily="34" charset="0"/>
              </a:rPr>
              <a:t>目标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144992" y="1007533"/>
            <a:ext cx="5122545" cy="429895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2200"/>
              <a:t>分析 推测执行攻击 </a:t>
            </a:r>
            <a:r>
              <a:rPr lang="en-US" altLang="zh-CN" sz="2200"/>
              <a:t>Spectre</a:t>
            </a:r>
            <a:r>
              <a:rPr lang="zh-CN" altLang="en-US" sz="2200"/>
              <a:t>-</a:t>
            </a:r>
            <a:r>
              <a:rPr lang="en-US" altLang="zh-CN" sz="2200"/>
              <a:t>BTI </a:t>
            </a:r>
            <a:r>
              <a:rPr lang="zh-CN" altLang="en-US" sz="2200"/>
              <a:t>的代码</a:t>
            </a:r>
            <a:endParaRPr lang="zh-CN" altLang="en-US" sz="2200"/>
          </a:p>
        </p:txBody>
      </p:sp>
    </p:spTree>
    <p:custDataLst>
      <p:tags r:id="rId2"/>
    </p:custData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Requires="p14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>
            <a:off x="0" y="3950964"/>
            <a:ext cx="12192000" cy="29070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524000" y="1612241"/>
            <a:ext cx="9144000" cy="1260058"/>
          </a:xfrm>
        </p:spPr>
        <p:txBody>
          <a:bodyPr/>
          <a:lstStyle/>
          <a:p>
            <a:r>
              <a:rPr lang="zh-CN" altLang="en-US" dirty="0">
                <a:solidFill>
                  <a:schemeClr val="bg1"/>
                </a:solidFill>
              </a:rPr>
              <a:t>   谢谢！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524000" y="4552548"/>
            <a:ext cx="9144000" cy="1655762"/>
          </a:xfrm>
        </p:spPr>
        <p:txBody>
          <a:bodyPr/>
          <a:lstStyle/>
          <a:p>
            <a:r>
              <a:rPr lang="zh-CN" altLang="en-US" dirty="0">
                <a:solidFill>
                  <a:schemeClr val="accent1"/>
                </a:solidFill>
                <a:latin typeface="+mj-lt"/>
              </a:rPr>
              <a:t>杨宇鑫</a:t>
            </a:r>
            <a:endParaRPr lang="zh-CN" altLang="en-US" dirty="0">
              <a:solidFill>
                <a:schemeClr val="accent1"/>
              </a:solidFill>
              <a:latin typeface="+mj-lt"/>
            </a:endParaRPr>
          </a:p>
          <a:p>
            <a:r>
              <a:rPr lang="en-US" altLang="zh-CN" dirty="0">
                <a:solidFill>
                  <a:schemeClr val="accent1"/>
                </a:solidFill>
                <a:latin typeface="+mj-lt"/>
              </a:rPr>
              <a:t>2026.01.21</a:t>
            </a:r>
            <a:endParaRPr lang="zh-CN" alt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6" name="矩形 5"/>
          <p:cNvSpPr/>
          <p:nvPr>
            <p:custDataLst>
              <p:tags r:id="rId4"/>
            </p:custDataLst>
          </p:nvPr>
        </p:nvSpPr>
        <p:spPr>
          <a:xfrm>
            <a:off x="1524000" y="1612241"/>
            <a:ext cx="9144000" cy="1507191"/>
          </a:xfrm>
          <a:prstGeom prst="rect">
            <a:avLst/>
          </a:prstGeom>
          <a:noFill/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random/>
      </p:transition>
    </mc:Choice>
    <mc:Fallback>
      <p:transition spd="slow">
        <p:random/>
      </p:transition>
    </mc:Fallback>
  </mc:AlternateContent>
</p:sld>
</file>

<file path=ppt/tags/tag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9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f51be442d348dcd3676fa585af84194925b45e"/>
  <p:tag name="KSO_WM_NEWLAYOUT_GROUP_ID" val="layout_10007"/>
  <p:tag name="KSO_WM_NEWLAYOUT_ID" val="slide_6b62f1f9edcefd50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fdaeedc869f7909be1b4acd7e9ae2b145a1e17d9"/>
  <p:tag name="KSO_WM_NEWLAYOUT_GROUP_ID" val="layout_10003"/>
  <p:tag name="KSO_WM_NEWLAYOUT_ID" val="slide_f03f66a8173a28af"/>
</p:tagLst>
</file>

<file path=ppt/tags/tag2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2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4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028ba39ccea91001d33bde68707bc4f8d970998"/>
  <p:tag name="KSO_WM_NEWLAYOUT_GROUP_ID" val="layout_10004"/>
  <p:tag name="KSO_WM_NEWLAYOUT_ID" val="slide_2413216d433b758f"/>
</p:tagLst>
</file>

<file path=ppt/tags/tag41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4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4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bc9125b8975ae5e7de56b93eb0dac3ca0c57159"/>
  <p:tag name="KSO_WM_NEWLAYOUT_GROUP_ID" val="layout_14"/>
  <p:tag name="KSO_WM_NEWLAYOUT_ID" val="slide_fbd1737be693ef9a"/>
</p:tagLst>
</file>

<file path=ppt/tags/tag56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</p:tagLst>
</file>

<file path=ppt/tags/tag5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5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5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66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652b3ac7b201e87e19932171151b4a173c6c2dc"/>
  <p:tag name="KSO_WM_NEWLAYOUT_GROUP_ID" val="layout_30"/>
  <p:tag name="KSO_WM_NEWLAYOUT_ID" val="slide_3d2465070914cbc5"/>
</p:tagLst>
</file>

<file path=ppt/tags/tag6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8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6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7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71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7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7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74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7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7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7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7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7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8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4641a8daa89333762de2f03c211b475a9c258d0"/>
  <p:tag name="KSO_WM_NEWLAYOUT_GROUP_ID" val="layout_6"/>
  <p:tag name="KSO_WM_NEWLAYOUT_ID" val="slide_db6ecc7827b66e6e"/>
</p:tagLst>
</file>

<file path=ppt/tags/tag86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87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8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0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9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9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93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9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9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9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97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9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9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0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</p:tagLst>
</file>

<file path=ppt/tags/tag105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0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10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0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09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1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1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1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1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1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2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3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4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5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6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7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8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19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0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1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2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3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4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5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6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7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8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299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0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1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2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3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5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6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7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0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1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2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3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4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5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6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7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8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19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0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1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2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LAYERLEVEL" val="1"/>
  <p:tag name="KSO_WM_TEMPLATE_INDEX" val="4"/>
  <p:tag name="KSO_WM_TEMPLATE_CATEGORY" val="custom"/>
</p:tagLst>
</file>

<file path=ppt/tags/tag324.xml><?xml version="1.0" encoding="utf-8"?>
<p:tagLst xmlns:p="http://schemas.openxmlformats.org/presentationml/2006/main">
  <p:tag name="KSO_WM_AITEMPLATE_STYLE_ID" val="0"/>
</p:tagLst>
</file>

<file path=ppt/tags/tag325.xml><?xml version="1.0" encoding="utf-8"?>
<p:tagLst xmlns:p="http://schemas.openxmlformats.org/presentationml/2006/main">
  <p:tag name="KSO_WM_UNIT_TYPE" val="i"/>
  <p:tag name="KSO_WM_DECORATE_TYPE" val="i_cd"/>
  <p:tag name="KSO_WM_UNIT_INDEX" val="1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1*i*1"/>
  <p:tag name="KSO_WM_UNIT_LAYERLEVEL" val="1"/>
</p:tagLst>
</file>

<file path=ppt/tags/tag326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NEED_RESERVE" val="1"/>
  <p:tag name="KSO_WM_UNIT_ID" val="custom4_1*a*1"/>
  <p:tag name="KSO_WM_UNIT_LAYERLEVEL" val="1"/>
  <p:tag name="KSO_WM_TEMPLATE_INDEX" val="4"/>
  <p:tag name="KSO_WM_TEMPLATE_CATEGORY" val="custom"/>
</p:tagLst>
</file>

<file path=ppt/tags/tag327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TEMPLATE_NEED_RESERVE" val="1"/>
  <p:tag name="KSO_WM_UNIT_ID" val="custom4_1*f*1"/>
  <p:tag name="KSO_WM_UNIT_LAYERLEVEL" val="1"/>
  <p:tag name="KSO_WM_TEMPLATE_INDEX" val="4"/>
  <p:tag name="KSO_WM_TEMPLATE_CATEGORY" val="custom"/>
</p:tagLst>
</file>

<file path=ppt/tags/tag328.xml><?xml version="1.0" encoding="utf-8"?>
<p:tagLst xmlns:p="http://schemas.openxmlformats.org/presentationml/2006/main">
  <p:tag name="KSO_WM_UNIT_TYPE" val="i"/>
  <p:tag name="KSO_WM_DECORATE_TYPE" val="i_cd"/>
  <p:tag name="KSO_WM_UNIT_INDEX" val="2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1*i*2"/>
  <p:tag name="KSO_WM_UNIT_LAYERLEVEL" val="1"/>
</p:tagLst>
</file>

<file path=ppt/tags/tag329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TEMPLATE_PLACEHOLDER_POS" val="246,146.25,712,386.25"/>
  <p:tag name="KSO_WM_SLIDE_SUBTYPE" val="pureTxt"/>
  <p:tag name="KSO_WM_SLIDE_ITEM_CNT" val="0"/>
  <p:tag name="KSO_WM_TEMPLATE_INDEX" val="4"/>
  <p:tag name="KSO_WM_SLIDE_THEME_ID" val="20232095"/>
  <p:tag name="KSO_WM_SLIDE_INDEX" val="1"/>
  <p:tag name="KSO_WM_BEAUTIFY_FLAG" val="#wm#"/>
  <p:tag name="KSO_WM_TEMPLATE_CATEGORY" val="custom"/>
  <p:tag name="KSO_WM_TEMPLATE_THUMBS_INDEX" val="1、5"/>
  <p:tag name="KSO_WM_SLIDE_ID" val="custom4_1"/>
  <p:tag name="KSO_WM_SLIDE_LAYOUT" val="_a_f_i"/>
  <p:tag name="KSO_WM_SLIDE_LAYOUT_CNT" val="1_1_1_2"/>
</p:tagLst>
</file>

<file path=ppt/tags/tag33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31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32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33.xml><?xml version="1.0" encoding="utf-8"?>
<p:tagLst xmlns:p="http://schemas.openxmlformats.org/presentationml/2006/main">
  <p:tag name="KSO_WM_UNIT_TYPE" val="l_h_i"/>
  <p:tag name="KSO_WM_UNIT_SUBTYPE" val="h"/>
  <p:tag name="KSO_WM_UNIT_INDEX" val="1_1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1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34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35.xml><?xml version="1.0" encoding="utf-8"?>
<p:tagLst xmlns:p="http://schemas.openxmlformats.org/presentationml/2006/main">
  <p:tag name="KSO_WM_UNIT_TYPE" val="l_h_i"/>
  <p:tag name="KSO_WM_UNIT_SUBTYPE" val="d"/>
  <p:tag name="KSO_WM_UNIT_INDEX" val="1_1_1"/>
  <p:tag name="KSO_WM_BEAUTIFY_FLAG" val="#wm#"/>
  <p:tag name="KSO_WM_TAG_VERSION" val="3.0"/>
  <p:tag name="KSO_WM_TEMPLATE_NEED_RESERVE" val="1"/>
  <p:tag name="KSO_WM_DIAGRAM_VERSION" val="3"/>
  <p:tag name="KSO_WM_UNIT_PRESET_TEXT" val="1"/>
  <p:tag name="KSO_WM_UNIT_ISCONTENTSTITLE" val="1"/>
  <p:tag name="KSO_WM_TEMPLATE_INDEX" val="4"/>
  <p:tag name="KSO_WM_TEMPLATE_CATEGORY" val="custom"/>
  <p:tag name="KSO_WM_UNIT_ID" val="custom4_2*l_h_i*1_1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36.xml><?xml version="1.0" encoding="utf-8"?>
<p:tagLst xmlns:p="http://schemas.openxmlformats.org/presentationml/2006/main">
  <p:tag name="KSO_WM_UNIT_TYPE" val="l_h_f"/>
  <p:tag name="KSO_WM_UNIT_SUBTYPE" val="a"/>
  <p:tag name="KSO_WM_UNIT_INDEX" val="1_1_1"/>
  <p:tag name="KSO_WM_BEAUTIFY_FLAG" val="#wm#"/>
  <p:tag name="KSO_WM_TAG_VERSION" val="3.0"/>
  <p:tag name="KSO_WM_TEMPLATE_NEED_RESERVE" val="1"/>
  <p:tag name="KSO_WM_DIAGRAM_VERSION" val="3"/>
  <p:tag name="KSO_WM_UNIT_PRESET_TEXT" val="个人思想情况"/>
  <p:tag name="KSO_WM_UNIT_ISCONTENTSTITLE" val="1"/>
  <p:tag name="KSO_WM_TEMPLATE_INDEX" val="4"/>
  <p:tag name="KSO_WM_TEMPLATE_CATEGORY" val="custom"/>
  <p:tag name="KSO_WM_UNIT_ID" val="custom4_2*l_h_f*1_1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37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38.xml><?xml version="1.0" encoding="utf-8"?>
<p:tagLst xmlns:p="http://schemas.openxmlformats.org/presentationml/2006/main">
  <p:tag name="KSO_WM_UNIT_TYPE" val="l_h_i"/>
  <p:tag name="KSO_WM_UNIT_SUBTYPE" val="h"/>
  <p:tag name="KSO_WM_UNIT_INDEX" val="1_2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2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39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40.xml><?xml version="1.0" encoding="utf-8"?>
<p:tagLst xmlns:p="http://schemas.openxmlformats.org/presentationml/2006/main">
  <p:tag name="KSO_WM_UNIT_TYPE" val="l_h_i"/>
  <p:tag name="KSO_WM_UNIT_SUBTYPE" val="d"/>
  <p:tag name="KSO_WM_UNIT_INDEX" val="1_2_1"/>
  <p:tag name="KSO_WM_BEAUTIFY_FLAG" val="#wm#"/>
  <p:tag name="KSO_WM_TAG_VERSION" val="3.0"/>
  <p:tag name="KSO_WM_TEMPLATE_NEED_RESERVE" val="1"/>
  <p:tag name="KSO_WM_DIAGRAM_VERSION" val="3"/>
  <p:tag name="KSO_WM_UNIT_PRESET_TEXT" val="2"/>
  <p:tag name="KSO_WM_UNIT_ISCONTENTSTITLE" val="1"/>
  <p:tag name="KSO_WM_TEMPLATE_INDEX" val="4"/>
  <p:tag name="KSO_WM_TEMPLATE_CATEGORY" val="custom"/>
  <p:tag name="KSO_WM_UNIT_ID" val="custom4_2*l_h_i*1_2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1.xml><?xml version="1.0" encoding="utf-8"?>
<p:tagLst xmlns:p="http://schemas.openxmlformats.org/presentationml/2006/main">
  <p:tag name="KSO_WM_UNIT_TYPE" val="l_h_f"/>
  <p:tag name="KSO_WM_UNIT_SUBTYPE" val="a"/>
  <p:tag name="KSO_WM_UNIT_INDEX" val="1_2_1"/>
  <p:tag name="KSO_WM_BEAUTIFY_FLAG" val="#wm#"/>
  <p:tag name="KSO_WM_TAG_VERSION" val="3.0"/>
  <p:tag name="KSO_WM_TEMPLATE_NEED_RESERVE" val="1"/>
  <p:tag name="KSO_WM_DIAGRAM_VERSION" val="3"/>
  <p:tag name="KSO_WM_UNIT_PRESET_TEXT" val="学生工作"/>
  <p:tag name="KSO_WM_UNIT_ISCONTENTSTITLE" val="1"/>
  <p:tag name="KSO_WM_TEMPLATE_INDEX" val="4"/>
  <p:tag name="KSO_WM_TEMPLATE_CATEGORY" val="custom"/>
  <p:tag name="KSO_WM_UNIT_ID" val="custom4_2*l_h_f*1_2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2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43.xml><?xml version="1.0" encoding="utf-8"?>
<p:tagLst xmlns:p="http://schemas.openxmlformats.org/presentationml/2006/main">
  <p:tag name="KSO_WM_UNIT_TYPE" val="l_h_i"/>
  <p:tag name="KSO_WM_UNIT_SUBTYPE" val="h"/>
  <p:tag name="KSO_WM_UNIT_INDEX" val="1_3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3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4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45.xml><?xml version="1.0" encoding="utf-8"?>
<p:tagLst xmlns:p="http://schemas.openxmlformats.org/presentationml/2006/main">
  <p:tag name="KSO_WM_UNIT_TYPE" val="l_h_i"/>
  <p:tag name="KSO_WM_UNIT_SUBTYPE" val="d"/>
  <p:tag name="KSO_WM_UNIT_INDEX" val="1_3_1"/>
  <p:tag name="KSO_WM_BEAUTIFY_FLAG" val="#wm#"/>
  <p:tag name="KSO_WM_TAG_VERSION" val="3.0"/>
  <p:tag name="KSO_WM_TEMPLATE_NEED_RESERVE" val="1"/>
  <p:tag name="KSO_WM_DIAGRAM_VERSION" val="3"/>
  <p:tag name="KSO_WM_UNIT_PRESET_TEXT" val="3"/>
  <p:tag name="KSO_WM_UNIT_ISCONTENTSTITLE" val="1"/>
  <p:tag name="KSO_WM_TEMPLATE_INDEX" val="4"/>
  <p:tag name="KSO_WM_TEMPLATE_CATEGORY" val="custom"/>
  <p:tag name="KSO_WM_UNIT_ID" val="custom4_2*l_h_i*1_3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6.xml><?xml version="1.0" encoding="utf-8"?>
<p:tagLst xmlns:p="http://schemas.openxmlformats.org/presentationml/2006/main">
  <p:tag name="KSO_WM_UNIT_TYPE" val="l_h_f"/>
  <p:tag name="KSO_WM_UNIT_SUBTYPE" val="a"/>
  <p:tag name="KSO_WM_UNIT_INDEX" val="1_3_1"/>
  <p:tag name="KSO_WM_BEAUTIFY_FLAG" val="#wm#"/>
  <p:tag name="KSO_WM_TAG_VERSION" val="3.0"/>
  <p:tag name="KSO_WM_TEMPLATE_NEED_RESERVE" val="1"/>
  <p:tag name="KSO_WM_DIAGRAM_VERSION" val="3"/>
  <p:tag name="KSO_WM_UNIT_PRESET_TEXT" val="科研竞赛"/>
  <p:tag name="KSO_WM_UNIT_ISCONTENTSTITLE" val="1"/>
  <p:tag name="KSO_WM_TEMPLATE_INDEX" val="4"/>
  <p:tag name="KSO_WM_TEMPLATE_CATEGORY" val="custom"/>
  <p:tag name="KSO_WM_UNIT_ID" val="custom4_2*l_h_f*1_3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7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48.xml><?xml version="1.0" encoding="utf-8"?>
<p:tagLst xmlns:p="http://schemas.openxmlformats.org/presentationml/2006/main">
  <p:tag name="KSO_WM_UNIT_TYPE" val="l_h_i"/>
  <p:tag name="KSO_WM_UNIT_SUBTYPE" val="h"/>
  <p:tag name="KSO_WM_UNIT_INDEX" val="1_4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4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49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50.xml><?xml version="1.0" encoding="utf-8"?>
<p:tagLst xmlns:p="http://schemas.openxmlformats.org/presentationml/2006/main">
  <p:tag name="KSO_WM_UNIT_TYPE" val="l_h_i"/>
  <p:tag name="KSO_WM_UNIT_SUBTYPE" val="d"/>
  <p:tag name="KSO_WM_UNIT_INDEX" val="1_4_1"/>
  <p:tag name="KSO_WM_BEAUTIFY_FLAG" val="#wm#"/>
  <p:tag name="KSO_WM_TAG_VERSION" val="3.0"/>
  <p:tag name="KSO_WM_TEMPLATE_NEED_RESERVE" val="1"/>
  <p:tag name="KSO_WM_DIAGRAM_VERSION" val="3"/>
  <p:tag name="KSO_WM_UNIT_PRESET_TEXT" val="4"/>
  <p:tag name="KSO_WM_UNIT_ISCONTENTSTITLE" val="1"/>
  <p:tag name="KSO_WM_TEMPLATE_INDEX" val="4"/>
  <p:tag name="KSO_WM_TEMPLATE_CATEGORY" val="custom"/>
  <p:tag name="KSO_WM_UNIT_ID" val="custom4_2*l_h_i*1_4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51.xml><?xml version="1.0" encoding="utf-8"?>
<p:tagLst xmlns:p="http://schemas.openxmlformats.org/presentationml/2006/main">
  <p:tag name="KSO_WM_UNIT_TYPE" val="l_h_f"/>
  <p:tag name="KSO_WM_UNIT_SUBTYPE" val="a"/>
  <p:tag name="KSO_WM_UNIT_INDEX" val="1_4_1"/>
  <p:tag name="KSO_WM_BEAUTIFY_FLAG" val="#wm#"/>
  <p:tag name="KSO_WM_TAG_VERSION" val="3.0"/>
  <p:tag name="KSO_WM_TEMPLATE_NEED_RESERVE" val="1"/>
  <p:tag name="KSO_WM_DIAGRAM_VERSION" val="3"/>
  <p:tag name="KSO_WM_UNIT_PRESET_TEXT" val="实践公益"/>
  <p:tag name="KSO_WM_UNIT_ISCONTENTSTITLE" val="1"/>
  <p:tag name="KSO_WM_TEMPLATE_INDEX" val="4"/>
  <p:tag name="KSO_WM_TEMPLATE_CATEGORY" val="custom"/>
  <p:tag name="KSO_WM_UNIT_ID" val="custom4_2*l_h_f*1_4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52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5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2*a*1"/>
  <p:tag name="KSO_WM_DIAGRAM_GROUP_CODE" val="l1-1"/>
  <p:tag name="KSO_WM_DIAGRAM_COLOR_TRICK" val="1"/>
  <p:tag name="KSO_WM_DIAGRAM_COLOR_TEXT_CAN_REMOVE" val="n"/>
  <p:tag name="KSO_WM_UNIT_ISCONTENTSTITLE" val="1"/>
  <p:tag name="KSO_WM_UNIT_LAYERLEVEL" val="1"/>
</p:tagLst>
</file>

<file path=ppt/tags/tag354.xml><?xml version="1.0" encoding="utf-8"?>
<p:tagLst xmlns:p="http://schemas.openxmlformats.org/presentationml/2006/main">
  <p:tag name="KSO_WM_UNIT_TYPE" val="d"/>
  <p:tag name="KSO_WM_UNIT_INDEX" val="1"/>
  <p:tag name="KSO_WM_BEAUTIFY_FLAG" val="#wm#"/>
  <p:tag name="KSO_WM_TAG_VERSION" val="3.0"/>
  <p:tag name="KSO_WM_TEMPLATE_NEED_RESERVE" val="1"/>
  <p:tag name="KSO_WM_UNIT_ISCONTENTSTITLE" val="1"/>
  <p:tag name="KSO_WM_TEMPLATE_INDEX" val="4"/>
  <p:tag name="KSO_WM_TEMPLATE_CATEGORY" val="custom"/>
  <p:tag name="KSO_WM_UNIT_ID" val="custom4_2*d*1"/>
  <p:tag name="KSO_WM_DIAGRAM_GROUP_CODE" val="l1-1"/>
  <p:tag name="KSO_WM_DIAGRAM_COLOR_TRICK" val="1"/>
  <p:tag name="KSO_WM_DIAGRAM_COLOR_TEXT_CAN_REMOVE" val="n"/>
  <p:tag name="KSO_WM_UNIT_LAYERLEVEL" val="1"/>
</p:tagLst>
</file>

<file path=ppt/tags/tag355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56.xml><?xml version="1.0" encoding="utf-8"?>
<p:tagLst xmlns:p="http://schemas.openxmlformats.org/presentationml/2006/main">
  <p:tag name="KSO_WM_UNIT_TYPE" val="l_h_i"/>
  <p:tag name="KSO_WM_UNIT_SUBTYPE" val="h"/>
  <p:tag name="KSO_WM_UNIT_INDEX" val="1_1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1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57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58.xml><?xml version="1.0" encoding="utf-8"?>
<p:tagLst xmlns:p="http://schemas.openxmlformats.org/presentationml/2006/main">
  <p:tag name="KSO_WM_UNIT_TYPE" val="l_h_i"/>
  <p:tag name="KSO_WM_UNIT_SUBTYPE" val="d"/>
  <p:tag name="KSO_WM_UNIT_INDEX" val="1_1_1"/>
  <p:tag name="KSO_WM_BEAUTIFY_FLAG" val="#wm#"/>
  <p:tag name="KSO_WM_TAG_VERSION" val="3.0"/>
  <p:tag name="KSO_WM_TEMPLATE_NEED_RESERVE" val="1"/>
  <p:tag name="KSO_WM_DIAGRAM_VERSION" val="3"/>
  <p:tag name="KSO_WM_UNIT_PRESET_TEXT" val="1"/>
  <p:tag name="KSO_WM_UNIT_ISCONTENTSTITLE" val="1"/>
  <p:tag name="KSO_WM_TEMPLATE_INDEX" val="4"/>
  <p:tag name="KSO_WM_TEMPLATE_CATEGORY" val="custom"/>
  <p:tag name="KSO_WM_UNIT_ID" val="custom4_2*l_h_i*1_1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59.xml><?xml version="1.0" encoding="utf-8"?>
<p:tagLst xmlns:p="http://schemas.openxmlformats.org/presentationml/2006/main">
  <p:tag name="KSO_WM_UNIT_TYPE" val="l_h_f"/>
  <p:tag name="KSO_WM_UNIT_SUBTYPE" val="a"/>
  <p:tag name="KSO_WM_UNIT_INDEX" val="1_1_1"/>
  <p:tag name="KSO_WM_BEAUTIFY_FLAG" val="#wm#"/>
  <p:tag name="KSO_WM_TAG_VERSION" val="3.0"/>
  <p:tag name="KSO_WM_TEMPLATE_NEED_RESERVE" val="1"/>
  <p:tag name="KSO_WM_DIAGRAM_VERSION" val="3"/>
  <p:tag name="KSO_WM_UNIT_PRESET_TEXT" val="个人思想情况"/>
  <p:tag name="KSO_WM_UNIT_ISCONTENTSTITLE" val="1"/>
  <p:tag name="KSO_WM_TEMPLATE_INDEX" val="4"/>
  <p:tag name="KSO_WM_TEMPLATE_CATEGORY" val="custom"/>
  <p:tag name="KSO_WM_UNIT_ID" val="custom4_2*l_h_f*1_1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0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61.xml><?xml version="1.0" encoding="utf-8"?>
<p:tagLst xmlns:p="http://schemas.openxmlformats.org/presentationml/2006/main">
  <p:tag name="KSO_WM_UNIT_TYPE" val="l_h_i"/>
  <p:tag name="KSO_WM_UNIT_SUBTYPE" val="h"/>
  <p:tag name="KSO_WM_UNIT_INDEX" val="1_2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2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2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63.xml><?xml version="1.0" encoding="utf-8"?>
<p:tagLst xmlns:p="http://schemas.openxmlformats.org/presentationml/2006/main">
  <p:tag name="KSO_WM_UNIT_TYPE" val="l_h_i"/>
  <p:tag name="KSO_WM_UNIT_SUBTYPE" val="d"/>
  <p:tag name="KSO_WM_UNIT_INDEX" val="1_2_1"/>
  <p:tag name="KSO_WM_BEAUTIFY_FLAG" val="#wm#"/>
  <p:tag name="KSO_WM_TAG_VERSION" val="3.0"/>
  <p:tag name="KSO_WM_TEMPLATE_NEED_RESERVE" val="1"/>
  <p:tag name="KSO_WM_DIAGRAM_VERSION" val="3"/>
  <p:tag name="KSO_WM_UNIT_PRESET_TEXT" val="2"/>
  <p:tag name="KSO_WM_UNIT_ISCONTENTSTITLE" val="1"/>
  <p:tag name="KSO_WM_TEMPLATE_INDEX" val="4"/>
  <p:tag name="KSO_WM_TEMPLATE_CATEGORY" val="custom"/>
  <p:tag name="KSO_WM_UNIT_ID" val="custom4_2*l_h_i*1_2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4.xml><?xml version="1.0" encoding="utf-8"?>
<p:tagLst xmlns:p="http://schemas.openxmlformats.org/presentationml/2006/main">
  <p:tag name="KSO_WM_UNIT_TYPE" val="l_h_f"/>
  <p:tag name="KSO_WM_UNIT_SUBTYPE" val="a"/>
  <p:tag name="KSO_WM_UNIT_INDEX" val="1_2_1"/>
  <p:tag name="KSO_WM_BEAUTIFY_FLAG" val="#wm#"/>
  <p:tag name="KSO_WM_TAG_VERSION" val="3.0"/>
  <p:tag name="KSO_WM_TEMPLATE_NEED_RESERVE" val="1"/>
  <p:tag name="KSO_WM_DIAGRAM_VERSION" val="3"/>
  <p:tag name="KSO_WM_UNIT_PRESET_TEXT" val="学生工作"/>
  <p:tag name="KSO_WM_UNIT_ISCONTENTSTITLE" val="1"/>
  <p:tag name="KSO_WM_TEMPLATE_INDEX" val="4"/>
  <p:tag name="KSO_WM_TEMPLATE_CATEGORY" val="custom"/>
  <p:tag name="KSO_WM_UNIT_ID" val="custom4_2*l_h_f*1_2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5.xml><?xml version="1.0" encoding="utf-8"?>
<p:tagLst xmlns:p="http://schemas.openxmlformats.org/presentationml/2006/main">
  <p:tag name="KSO_WM_DIAGRAM_VIRTUALLY_FRAME" val="{&quot;height&quot;:473.627874015748,&quot;left&quot;:462.90937007874015,&quot;top&quot;:31.509685039370076,&quot;width&quot;:353.2528346456693}"/>
</p:tagLst>
</file>

<file path=ppt/tags/tag366.xml><?xml version="1.0" encoding="utf-8"?>
<p:tagLst xmlns:p="http://schemas.openxmlformats.org/presentationml/2006/main">
  <p:tag name="KSO_WM_UNIT_TYPE" val="l_h_i"/>
  <p:tag name="KSO_WM_UNIT_SUBTYPE" val="h"/>
  <p:tag name="KSO_WM_UNIT_INDEX" val="1_3_2"/>
  <p:tag name="KSO_WM_BEAUTIFY_FLAG" val="#wm#"/>
  <p:tag name="KSO_WM_TAG_VERSION" val="3.0"/>
  <p:tag name="KSO_WM_TEMPLATE_NEED_RESERVE" val="1"/>
  <p:tag name="KSO_WM_DIAGRAM_VERSION" val="3"/>
  <p:tag name="KSO_WM_UNIT_ISCONTENTSTITLE" val="1"/>
  <p:tag name="KSO_WM_TEMPLATE_INDEX" val="4"/>
  <p:tag name="KSO_WM_TEMPLATE_CATEGORY" val="custom"/>
  <p:tag name="KSO_WM_UNIT_ID" val="custom4_2*l_h_i*1_3_2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7.xml><?xml version="1.0" encoding="utf-8"?>
<p:tagLst xmlns:p="http://schemas.openxmlformats.org/presentationml/2006/main">
  <p:tag name="KSO_WM_UNIT_ISCONTENTSTITLE" val="1"/>
  <p:tag name="KSO_WM_TEMPLATE_INDEX" val="4"/>
  <p:tag name="KSO_WM_BEAUTIFY_FLAG" val="#wm#"/>
  <p:tag name="KSO_WM_TAG_VERSION" val="3.0"/>
  <p:tag name="KSO_WM_TEMPLATE_CATEGORY" val="custom"/>
  <p:tag name="KSO_WM_DIAGRAM_GROUP_CODE" val="l1-1"/>
  <p:tag name="KSO_WM_DIAGRAM_COLOR_TRICK" val="1"/>
  <p:tag name="KSO_WM_DIAGRAM_COLOR_TEXT_CAN_REMOVE" val="n"/>
  <p:tag name="KSO_WM_UNIT_ID" val="custom4_2**"/>
  <p:tag name="KSO_WM_UNIT_LAYERLEVEL" val="1"/>
</p:tagLst>
</file>

<file path=ppt/tags/tag368.xml><?xml version="1.0" encoding="utf-8"?>
<p:tagLst xmlns:p="http://schemas.openxmlformats.org/presentationml/2006/main">
  <p:tag name="KSO_WM_UNIT_TYPE" val="l_h_i"/>
  <p:tag name="KSO_WM_UNIT_SUBTYPE" val="d"/>
  <p:tag name="KSO_WM_UNIT_INDEX" val="1_3_1"/>
  <p:tag name="KSO_WM_BEAUTIFY_FLAG" val="#wm#"/>
  <p:tag name="KSO_WM_TAG_VERSION" val="3.0"/>
  <p:tag name="KSO_WM_TEMPLATE_NEED_RESERVE" val="1"/>
  <p:tag name="KSO_WM_DIAGRAM_VERSION" val="3"/>
  <p:tag name="KSO_WM_UNIT_PRESET_TEXT" val="3"/>
  <p:tag name="KSO_WM_UNIT_ISCONTENTSTITLE" val="1"/>
  <p:tag name="KSO_WM_TEMPLATE_INDEX" val="4"/>
  <p:tag name="KSO_WM_TEMPLATE_CATEGORY" val="custom"/>
  <p:tag name="KSO_WM_UNIT_ID" val="custom4_2*l_h_i*1_3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69.xml><?xml version="1.0" encoding="utf-8"?>
<p:tagLst xmlns:p="http://schemas.openxmlformats.org/presentationml/2006/main">
  <p:tag name="KSO_WM_UNIT_TYPE" val="l_h_f"/>
  <p:tag name="KSO_WM_UNIT_SUBTYPE" val="a"/>
  <p:tag name="KSO_WM_UNIT_INDEX" val="1_3_1"/>
  <p:tag name="KSO_WM_BEAUTIFY_FLAG" val="#wm#"/>
  <p:tag name="KSO_WM_TAG_VERSION" val="3.0"/>
  <p:tag name="KSO_WM_TEMPLATE_NEED_RESERVE" val="1"/>
  <p:tag name="KSO_WM_DIAGRAM_VERSION" val="3"/>
  <p:tag name="KSO_WM_UNIT_PRESET_TEXT" val="科研竞赛"/>
  <p:tag name="KSO_WM_UNIT_ISCONTENTSTITLE" val="1"/>
  <p:tag name="KSO_WM_TEMPLATE_INDEX" val="4"/>
  <p:tag name="KSO_WM_TEMPLATE_CATEGORY" val="custom"/>
  <p:tag name="KSO_WM_UNIT_ID" val="custom4_2*l_h_f*1_3_1"/>
  <p:tag name="KSO_WM_DIAGRAM_GROUP_CODE" val="l1-1"/>
  <p:tag name="KSO_WM_DIAGRAM_COLOR_TRICK" val="1"/>
  <p:tag name="KSO_WM_DIAGRAM_COLOR_TEXT_CAN_REMOVE" val="n"/>
  <p:tag name="KSO_WM_UNIT_LAYERLEVEL" val="1_1_1"/>
  <p:tag name="KSO_WM_SLIDE_FIGMA_DIAGRAM" val="1"/>
  <p:tag name="KSO_WM_DIAGRAM_VIRTUALLY_FRAME" val="{&quot;height&quot;:473.627874015748,&quot;left&quot;:462.90937007874015,&quot;top&quot;:31.509685039370076,&quot;width&quot;:353.2528346456693}"/>
</p:tagLst>
</file>

<file path=ppt/tags/tag370.xml><?xml version="1.0" encoding="utf-8"?>
<p:tagLst xmlns:p="http://schemas.openxmlformats.org/presentationml/2006/main">
  <p:tag name="KSO_WM_SLIDE_TYPE" val="contents"/>
  <p:tag name="KSO_WM_TEMPLATE_SUBCATEGORY" val="29"/>
  <p:tag name="KSO_WM_TEMPLATE_COLOR_TYPE" val="0"/>
  <p:tag name="KSO_WM_TAG_VERSION" val="3.0"/>
  <p:tag name="KSO_WM_TEMPLATE_PLACEHOLDER_POS" val="306,50.625,728,446.25"/>
  <p:tag name="KSO_WM_TEMPLATE_PLACEHOLDER_POS2" val="306,223.639,728,446.25"/>
  <p:tag name="KSO_WM_SLIDE_SUBTYPE" val="diag"/>
  <p:tag name="KSO_WM_SLIDE_ITEM_CNT" val="4"/>
  <p:tag name="KSO_WM_TEMPLATE_INDEX" val="4"/>
  <p:tag name="KSO_WM_SLIDE_THEME_ID" val="20237937"/>
  <p:tag name="KSO_WM_SLIDE_INDEX" val="2"/>
  <p:tag name="KSO_WM_BEAUTIFY_FLAG" val="#wm#"/>
  <p:tag name="KSO_WM_TEMPLATE_CATEGORY" val="custom"/>
  <p:tag name="KSO_WM_ASSEMBLE_CHIP_INDEX" val="diag"/>
  <p:tag name="KSO_WM_DIAGRAM_GROUP_CODE" val="l1-1"/>
  <p:tag name="KSO_WM_SLIDE_ID" val="custom4_2"/>
  <p:tag name="KSO_WM_SLIDE_LAYOUT" val="_a_d_l"/>
  <p:tag name="KSO_WM_SLIDE_LAYOUT_CNT" val="5_1_1_1"/>
</p:tagLst>
</file>

<file path=ppt/tags/tag37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72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7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74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7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76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7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78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79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0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2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4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6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8edc77f65be303c8b000eb97ce735b615339f38c"/>
  <p:tag name="KSO_WM_NEWLAYOUT_GROUP_ID" val="layout_26"/>
  <p:tag name="KSO_WM_NEWLAYOUT_ID" val="slide_f735ce61ce8c34f7"/>
  <p:tag name="KSO_WM_UNIT_PRESET_TEXT" val="单击此处添加标题"/>
</p:tagLst>
</file>

<file path=ppt/tags/tag388.xml><?xml version="1.0" encoding="utf-8"?>
<p:tagLst xmlns:p="http://schemas.openxmlformats.org/presentationml/2006/main">
  <p:tag name="KSO_WM_SLIDE_CONTENT_ORIENTATION" val=""/>
  <p:tag name="KSO_WM_SLIDE_HAS_MASK" val="0"/>
  <p:tag name="KSO_WM_SLIDE_ITEM_CNT" val="2"/>
  <p:tag name="KSO_WM_SLIDE_TYPE" val="text"/>
  <p:tag name="KSO_WM_TEMPLATE_SUBCATEGORY" val="29"/>
  <p:tag name="KSO_WM_BEAUTIFY_FLAG" val="#wm#"/>
  <p:tag name="KSO_WM_TEMPLATE_FIGMA_ID" val="0"/>
  <p:tag name="KSO_WM_TEMPLATE_SLIDE_ID" val="slide_f735ce61ce8c34f7"/>
</p:tagLst>
</file>

<file path=ppt/tags/tag389.xml><?xml version="1.0" encoding="utf-8"?>
<p:tagLst xmlns:p="http://schemas.openxmlformats.org/presentationml/2006/main">
  <p:tag name="KSO_WM_UNIT_TYPE" val="i"/>
  <p:tag name="KSO_WM_DECORATE_TYPE" val="i_cd"/>
  <p:tag name="KSO_WM_UNIT_INDEX" val="1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5*i*1"/>
  <p:tag name="KSO_WM_UNIT_LAYERLEVEL" val="1"/>
</p:tagLst>
</file>

<file path=ppt/tags/tag39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TEMPLATE_NEED_RESERVE" val="1"/>
  <p:tag name="KSO_WM_UNIT_ID" val="custom4_5*a*1"/>
  <p:tag name="KSO_WM_UNIT_LAYERLEVEL" val="1"/>
  <p:tag name="KSO_WM_TEMPLATE_INDEX" val="4"/>
  <p:tag name="KSO_WM_TEMPLATE_CATEGORY" val="custom"/>
</p:tagLst>
</file>

<file path=ppt/tags/tag391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TEMPLATE_NEED_RESERVE" val="1"/>
  <p:tag name="KSO_WM_UNIT_ID" val="custom4_5*f*1"/>
  <p:tag name="KSO_WM_UNIT_LAYERLEVEL" val="1"/>
  <p:tag name="KSO_WM_TEMPLATE_INDEX" val="4"/>
  <p:tag name="KSO_WM_TEMPLATE_CATEGORY" val="custom"/>
</p:tagLst>
</file>

<file path=ppt/tags/tag392.xml><?xml version="1.0" encoding="utf-8"?>
<p:tagLst xmlns:p="http://schemas.openxmlformats.org/presentationml/2006/main">
  <p:tag name="KSO_WM_UNIT_TYPE" val="i"/>
  <p:tag name="KSO_WM_DECORATE_TYPE" val="i_cd"/>
  <p:tag name="KSO_WM_UNIT_INDEX" val="2"/>
  <p:tag name="KSO_WM_BEAUTIFY_FLAG" val="#wm#"/>
  <p:tag name="KSO_WM_TAG_VERSION" val="3.0"/>
  <p:tag name="KSO_WM_TEMPLATE_NEED_RESERVE" val="1"/>
  <p:tag name="KSO_WM_TEMPLATE_INDEX" val="4"/>
  <p:tag name="KSO_WM_TEMPLATE_CATEGORY" val="custom"/>
  <p:tag name="KSO_WM_UNIT_ID" val="custom4_5*i*2"/>
  <p:tag name="KSO_WM_UNIT_LAYERLEVEL" val="1"/>
</p:tagLst>
</file>

<file path=ppt/tags/tag393.xml><?xml version="1.0" encoding="utf-8"?>
<p:tagLst xmlns:p="http://schemas.openxmlformats.org/presentationml/2006/main">
  <p:tag name="KSO_WM_SLIDE_TYPE" val="endPage"/>
  <p:tag name="KSO_WM_TEMPLATE_SUBCATEGORY" val="29"/>
  <p:tag name="KSO_WM_TEMPLATE_COLOR_TYPE" val="0"/>
  <p:tag name="KSO_WM_TAG_VERSION" val="3.0"/>
  <p:tag name="KSO_WM_TEMPLATE_PLACEHOLDER_POS" val="222,146.25,736,459.375"/>
  <p:tag name="KSO_WM_SLIDE_SUBTYPE" val="pureTxt"/>
  <p:tag name="KSO_WM_SLIDE_ITEM_CNT" val="0"/>
  <p:tag name="KSO_WM_TEMPLATE_INDEX" val="4"/>
  <p:tag name="KSO_WM_SLIDE_THEME_ID" val="20232246"/>
  <p:tag name="KSO_WM_SLIDE_INDEX" val="5"/>
  <p:tag name="KSO_WM_BEAUTIFY_FLAG" val="#wm#"/>
  <p:tag name="KSO_WM_TEMPLATE_CATEGORY" val="custom"/>
  <p:tag name="KSO_WM_SLIDE_ID" val="custom4_5"/>
  <p:tag name="KSO_WM_SLIDE_LAYOUT" val="a_f_i"/>
  <p:tag name="KSO_WM_SLIDE_LAYOUT_CNT" val="1_1_2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spect">
      <a:maj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5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E426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2265</Words>
  <Application>WPS 演示</Application>
  <PresentationFormat>宽屏</PresentationFormat>
  <Paragraphs>150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6" baseType="lpstr">
      <vt:lpstr>Arial</vt:lpstr>
      <vt:lpstr>宋体</vt:lpstr>
      <vt:lpstr>Wingdings</vt:lpstr>
      <vt:lpstr>微软雅黑</vt:lpstr>
      <vt:lpstr>汉仪尚巍手书W</vt:lpstr>
      <vt:lpstr>Lato Regular</vt:lpstr>
      <vt:lpstr>Lato</vt:lpstr>
      <vt:lpstr>Lato Hairline</vt:lpstr>
      <vt:lpstr>Lato Light</vt:lpstr>
      <vt:lpstr>Arial Unicode MS</vt:lpstr>
      <vt:lpstr>Calibri</vt:lpstr>
      <vt:lpstr>Office 主题</vt:lpstr>
      <vt:lpstr>Office 主题​​</vt:lpstr>
      <vt:lpstr>FLUSH AND RELOAD</vt:lpstr>
      <vt:lpstr>flush and reload 代码分析</vt:lpstr>
      <vt:lpstr>PowerPoint 演示文稿</vt:lpstr>
      <vt:lpstr>1. 初始化 - uarf_fr_init（）</vt:lpstr>
      <vt:lpstr>2. FLUSH阶段 - uarf_fr_flush（）</vt:lpstr>
      <vt:lpstr>3. 分箱辅助函数 - uarf_get_bin（）</vt:lpstr>
      <vt:lpstr>4. Reload阶段 - uarf_fr_reload_binned（）</vt:lpstr>
      <vt:lpstr>4. Reload阶段 - uarf_fr_reload_binned（）</vt:lpstr>
      <vt:lpstr>5. 结果统计 - uarf_fr_num_hits（）</vt:lpstr>
      <vt:lpstr>6. 结果打印 - uarf_fr_print（）</vt:lpstr>
      <vt:lpstr>7. 资源释放实现 - uarf_fr_deinit（）</vt:lpstr>
      <vt:lpstr>8. 下周目标</vt:lpstr>
      <vt:lpstr>   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FLUSH AND RELOAD</dc:title>
  <dc:creator/>
  <cp:lastModifiedBy>杨宇鑫</cp:lastModifiedBy>
  <cp:revision>2</cp:revision>
  <dcterms:created xsi:type="dcterms:W3CDTF">2026-01-21T07:12:00Z</dcterms:created>
  <dcterms:modified xsi:type="dcterms:W3CDTF">2026-01-21T07:23:36Z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B75C98F4C40948689CB49D1002CA5FAC</vt:lpwstr>
  </property>
</Properties>
</file>