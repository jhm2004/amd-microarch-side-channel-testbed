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5"/>
  </p:notesMasterIdLst>
  <p:sldIdLst>
    <p:sldId id="260" r:id="rId4"/>
    <p:sldId id="279" r:id="rId6"/>
    <p:sldId id="261" r:id="rId7"/>
    <p:sldId id="283" r:id="rId8"/>
    <p:sldId id="282" r:id="rId9"/>
    <p:sldId id="290" r:id="rId10"/>
    <p:sldId id="295" r:id="rId11"/>
    <p:sldId id="296" r:id="rId12"/>
    <p:sldId id="291" r:id="rId13"/>
    <p:sldId id="292" r:id="rId14"/>
    <p:sldId id="293" r:id="rId15"/>
    <p:sldId id="294" r:id="rId16"/>
    <p:sldId id="277" r:id="rId17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作者" initials="A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1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D3943C8-ABEB-4C3D-A350-F7B6C35431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D3943C8-ABEB-4C3D-A350-F7B6C35431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D3943C8-ABEB-4C3D-A350-F7B6C35431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6.xml"/><Relationship Id="rId7" Type="http://schemas.openxmlformats.org/officeDocument/2006/relationships/image" Target="../media/image1.png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7" Type="http://schemas.openxmlformats.org/officeDocument/2006/relationships/tags" Target="../tags/tag13.xml"/><Relationship Id="rId16" Type="http://schemas.openxmlformats.org/officeDocument/2006/relationships/tags" Target="../tags/tag12.xml"/><Relationship Id="rId15" Type="http://schemas.openxmlformats.org/officeDocument/2006/relationships/tags" Target="../tags/tag11.xml"/><Relationship Id="rId14" Type="http://schemas.openxmlformats.org/officeDocument/2006/relationships/tags" Target="../tags/tag10.xml"/><Relationship Id="rId13" Type="http://schemas.openxmlformats.org/officeDocument/2006/relationships/tags" Target="../tags/tag9.xml"/><Relationship Id="rId12" Type="http://schemas.openxmlformats.org/officeDocument/2006/relationships/tags" Target="../tags/tag8.xml"/><Relationship Id="rId11" Type="http://schemas.openxmlformats.org/officeDocument/2006/relationships/image" Target="../media/image3.png"/><Relationship Id="rId10" Type="http://schemas.openxmlformats.org/officeDocument/2006/relationships/tags" Target="../tags/tag7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19.xml"/><Relationship Id="rId7" Type="http://schemas.openxmlformats.org/officeDocument/2006/relationships/image" Target="../media/image1.png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2" Type="http://schemas.openxmlformats.org/officeDocument/2006/relationships/tags" Target="../tags/tag31.xml"/><Relationship Id="rId21" Type="http://schemas.openxmlformats.org/officeDocument/2006/relationships/tags" Target="../tags/tag30.xml"/><Relationship Id="rId20" Type="http://schemas.openxmlformats.org/officeDocument/2006/relationships/tags" Target="../tags/tag29.xml"/><Relationship Id="rId2" Type="http://schemas.openxmlformats.org/officeDocument/2006/relationships/tags" Target="../tags/tag14.xml"/><Relationship Id="rId19" Type="http://schemas.openxmlformats.org/officeDocument/2006/relationships/tags" Target="../tags/tag28.xml"/><Relationship Id="rId18" Type="http://schemas.openxmlformats.org/officeDocument/2006/relationships/tags" Target="../tags/tag27.xml"/><Relationship Id="rId17" Type="http://schemas.openxmlformats.org/officeDocument/2006/relationships/tags" Target="../tags/tag26.xml"/><Relationship Id="rId16" Type="http://schemas.openxmlformats.org/officeDocument/2006/relationships/tags" Target="../tags/tag25.xml"/><Relationship Id="rId15" Type="http://schemas.openxmlformats.org/officeDocument/2006/relationships/tags" Target="../tags/tag24.xml"/><Relationship Id="rId14" Type="http://schemas.openxmlformats.org/officeDocument/2006/relationships/tags" Target="../tags/tag23.xml"/><Relationship Id="rId13" Type="http://schemas.openxmlformats.org/officeDocument/2006/relationships/tags" Target="../tags/tag22.xml"/><Relationship Id="rId12" Type="http://schemas.openxmlformats.org/officeDocument/2006/relationships/tags" Target="../tags/tag21.xml"/><Relationship Id="rId11" Type="http://schemas.openxmlformats.org/officeDocument/2006/relationships/image" Target="../media/image3.png"/><Relationship Id="rId10" Type="http://schemas.openxmlformats.org/officeDocument/2006/relationships/tags" Target="../tags/tag20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37.xml"/><Relationship Id="rId7" Type="http://schemas.openxmlformats.org/officeDocument/2006/relationships/image" Target="../media/image1.png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9" Type="http://schemas.openxmlformats.org/officeDocument/2006/relationships/tags" Target="../tags/tag46.xml"/><Relationship Id="rId18" Type="http://schemas.openxmlformats.org/officeDocument/2006/relationships/tags" Target="../tags/tag45.xml"/><Relationship Id="rId17" Type="http://schemas.openxmlformats.org/officeDocument/2006/relationships/tags" Target="../tags/tag44.xml"/><Relationship Id="rId16" Type="http://schemas.openxmlformats.org/officeDocument/2006/relationships/tags" Target="../tags/tag43.xml"/><Relationship Id="rId15" Type="http://schemas.openxmlformats.org/officeDocument/2006/relationships/tags" Target="../tags/tag42.xml"/><Relationship Id="rId14" Type="http://schemas.openxmlformats.org/officeDocument/2006/relationships/tags" Target="../tags/tag41.xml"/><Relationship Id="rId13" Type="http://schemas.openxmlformats.org/officeDocument/2006/relationships/tags" Target="../tags/tag40.xml"/><Relationship Id="rId12" Type="http://schemas.openxmlformats.org/officeDocument/2006/relationships/tags" Target="../tags/tag39.xml"/><Relationship Id="rId11" Type="http://schemas.openxmlformats.org/officeDocument/2006/relationships/image" Target="../media/image3.png"/><Relationship Id="rId10" Type="http://schemas.openxmlformats.org/officeDocument/2006/relationships/tags" Target="../tags/tag38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52.xml"/><Relationship Id="rId7" Type="http://schemas.openxmlformats.org/officeDocument/2006/relationships/image" Target="../media/image1.png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5" Type="http://schemas.openxmlformats.org/officeDocument/2006/relationships/tags" Target="../tags/tag57.xml"/><Relationship Id="rId14" Type="http://schemas.openxmlformats.org/officeDocument/2006/relationships/tags" Target="../tags/tag56.xml"/><Relationship Id="rId13" Type="http://schemas.openxmlformats.org/officeDocument/2006/relationships/tags" Target="../tags/tag55.xml"/><Relationship Id="rId12" Type="http://schemas.openxmlformats.org/officeDocument/2006/relationships/tags" Target="../tags/tag54.xml"/><Relationship Id="rId11" Type="http://schemas.openxmlformats.org/officeDocument/2006/relationships/image" Target="../media/image3.png"/><Relationship Id="rId10" Type="http://schemas.openxmlformats.org/officeDocument/2006/relationships/tags" Target="../tags/tag5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63.xml"/><Relationship Id="rId7" Type="http://schemas.openxmlformats.org/officeDocument/2006/relationships/image" Target="../media/image1.png"/><Relationship Id="rId6" Type="http://schemas.openxmlformats.org/officeDocument/2006/relationships/tags" Target="../tags/tag62.xml"/><Relationship Id="rId5" Type="http://schemas.openxmlformats.org/officeDocument/2006/relationships/tags" Target="../tags/tag61.xml"/><Relationship Id="rId4" Type="http://schemas.openxmlformats.org/officeDocument/2006/relationships/tags" Target="../tags/tag60.xml"/><Relationship Id="rId3" Type="http://schemas.openxmlformats.org/officeDocument/2006/relationships/tags" Target="../tags/tag59.xml"/><Relationship Id="rId23" Type="http://schemas.openxmlformats.org/officeDocument/2006/relationships/tags" Target="../tags/tag76.xml"/><Relationship Id="rId22" Type="http://schemas.openxmlformats.org/officeDocument/2006/relationships/tags" Target="../tags/tag75.xml"/><Relationship Id="rId21" Type="http://schemas.openxmlformats.org/officeDocument/2006/relationships/tags" Target="../tags/tag74.xml"/><Relationship Id="rId20" Type="http://schemas.openxmlformats.org/officeDocument/2006/relationships/tags" Target="../tags/tag73.xml"/><Relationship Id="rId2" Type="http://schemas.openxmlformats.org/officeDocument/2006/relationships/tags" Target="../tags/tag58.xml"/><Relationship Id="rId19" Type="http://schemas.openxmlformats.org/officeDocument/2006/relationships/tags" Target="../tags/tag72.xml"/><Relationship Id="rId18" Type="http://schemas.openxmlformats.org/officeDocument/2006/relationships/tags" Target="../tags/tag71.xml"/><Relationship Id="rId17" Type="http://schemas.openxmlformats.org/officeDocument/2006/relationships/tags" Target="../tags/tag70.xml"/><Relationship Id="rId16" Type="http://schemas.openxmlformats.org/officeDocument/2006/relationships/tags" Target="../tags/tag69.xml"/><Relationship Id="rId15" Type="http://schemas.openxmlformats.org/officeDocument/2006/relationships/tags" Target="../tags/tag68.xml"/><Relationship Id="rId14" Type="http://schemas.openxmlformats.org/officeDocument/2006/relationships/tags" Target="../tags/tag67.xml"/><Relationship Id="rId13" Type="http://schemas.openxmlformats.org/officeDocument/2006/relationships/tags" Target="../tags/tag66.xml"/><Relationship Id="rId12" Type="http://schemas.openxmlformats.org/officeDocument/2006/relationships/tags" Target="../tags/tag65.xml"/><Relationship Id="rId11" Type="http://schemas.openxmlformats.org/officeDocument/2006/relationships/image" Target="../media/image3.png"/><Relationship Id="rId10" Type="http://schemas.openxmlformats.org/officeDocument/2006/relationships/tags" Target="../tags/tag64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82.xml"/><Relationship Id="rId7" Type="http://schemas.openxmlformats.org/officeDocument/2006/relationships/image" Target="../media/image1.png"/><Relationship Id="rId6" Type="http://schemas.openxmlformats.org/officeDocument/2006/relationships/tags" Target="../tags/tag81.xml"/><Relationship Id="rId5" Type="http://schemas.openxmlformats.org/officeDocument/2006/relationships/tags" Target="../tags/tag80.xml"/><Relationship Id="rId4" Type="http://schemas.openxmlformats.org/officeDocument/2006/relationships/tags" Target="../tags/tag79.xml"/><Relationship Id="rId3" Type="http://schemas.openxmlformats.org/officeDocument/2006/relationships/tags" Target="../tags/tag78.xml"/><Relationship Id="rId23" Type="http://schemas.openxmlformats.org/officeDocument/2006/relationships/tags" Target="../tags/tag95.xml"/><Relationship Id="rId22" Type="http://schemas.openxmlformats.org/officeDocument/2006/relationships/tags" Target="../tags/tag94.xml"/><Relationship Id="rId21" Type="http://schemas.openxmlformats.org/officeDocument/2006/relationships/tags" Target="../tags/tag93.xml"/><Relationship Id="rId20" Type="http://schemas.openxmlformats.org/officeDocument/2006/relationships/tags" Target="../tags/tag92.xml"/><Relationship Id="rId2" Type="http://schemas.openxmlformats.org/officeDocument/2006/relationships/tags" Target="../tags/tag77.xml"/><Relationship Id="rId19" Type="http://schemas.openxmlformats.org/officeDocument/2006/relationships/tags" Target="../tags/tag91.xml"/><Relationship Id="rId18" Type="http://schemas.openxmlformats.org/officeDocument/2006/relationships/tags" Target="../tags/tag90.xml"/><Relationship Id="rId17" Type="http://schemas.openxmlformats.org/officeDocument/2006/relationships/tags" Target="../tags/tag89.xml"/><Relationship Id="rId16" Type="http://schemas.openxmlformats.org/officeDocument/2006/relationships/tags" Target="../tags/tag88.xml"/><Relationship Id="rId15" Type="http://schemas.openxmlformats.org/officeDocument/2006/relationships/tags" Target="../tags/tag87.xml"/><Relationship Id="rId14" Type="http://schemas.openxmlformats.org/officeDocument/2006/relationships/tags" Target="../tags/tag86.xml"/><Relationship Id="rId13" Type="http://schemas.openxmlformats.org/officeDocument/2006/relationships/tags" Target="../tags/tag85.xml"/><Relationship Id="rId12" Type="http://schemas.openxmlformats.org/officeDocument/2006/relationships/tags" Target="../tags/tag84.xml"/><Relationship Id="rId11" Type="http://schemas.openxmlformats.org/officeDocument/2006/relationships/image" Target="../media/image3.png"/><Relationship Id="rId10" Type="http://schemas.openxmlformats.org/officeDocument/2006/relationships/tags" Target="../tags/tag83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101.xml"/><Relationship Id="rId7" Type="http://schemas.openxmlformats.org/officeDocument/2006/relationships/image" Target="../media/image1.png"/><Relationship Id="rId6" Type="http://schemas.openxmlformats.org/officeDocument/2006/relationships/tags" Target="../tags/tag100.xml"/><Relationship Id="rId5" Type="http://schemas.openxmlformats.org/officeDocument/2006/relationships/tags" Target="../tags/tag99.xml"/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1" Type="http://schemas.openxmlformats.org/officeDocument/2006/relationships/tags" Target="../tags/tag112.xml"/><Relationship Id="rId20" Type="http://schemas.openxmlformats.org/officeDocument/2006/relationships/tags" Target="../tags/tag111.xml"/><Relationship Id="rId2" Type="http://schemas.openxmlformats.org/officeDocument/2006/relationships/tags" Target="../tags/tag96.xml"/><Relationship Id="rId19" Type="http://schemas.openxmlformats.org/officeDocument/2006/relationships/tags" Target="../tags/tag110.xml"/><Relationship Id="rId18" Type="http://schemas.openxmlformats.org/officeDocument/2006/relationships/tags" Target="../tags/tag109.xml"/><Relationship Id="rId17" Type="http://schemas.openxmlformats.org/officeDocument/2006/relationships/tags" Target="../tags/tag108.xml"/><Relationship Id="rId16" Type="http://schemas.openxmlformats.org/officeDocument/2006/relationships/tags" Target="../tags/tag107.xml"/><Relationship Id="rId15" Type="http://schemas.openxmlformats.org/officeDocument/2006/relationships/tags" Target="../tags/tag106.xml"/><Relationship Id="rId14" Type="http://schemas.openxmlformats.org/officeDocument/2006/relationships/tags" Target="../tags/tag105.xml"/><Relationship Id="rId13" Type="http://schemas.openxmlformats.org/officeDocument/2006/relationships/tags" Target="../tags/tag104.xml"/><Relationship Id="rId12" Type="http://schemas.openxmlformats.org/officeDocument/2006/relationships/tags" Target="../tags/tag103.xml"/><Relationship Id="rId11" Type="http://schemas.openxmlformats.org/officeDocument/2006/relationships/image" Target="../media/image3.png"/><Relationship Id="rId10" Type="http://schemas.openxmlformats.org/officeDocument/2006/relationships/tags" Target="../tags/tag102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99" Type="http://schemas.openxmlformats.org/officeDocument/2006/relationships/tags" Target="../tags/tag210.xml"/><Relationship Id="rId98" Type="http://schemas.openxmlformats.org/officeDocument/2006/relationships/tags" Target="../tags/tag209.xml"/><Relationship Id="rId97" Type="http://schemas.openxmlformats.org/officeDocument/2006/relationships/tags" Target="../tags/tag208.xml"/><Relationship Id="rId96" Type="http://schemas.openxmlformats.org/officeDocument/2006/relationships/tags" Target="../tags/tag207.xml"/><Relationship Id="rId95" Type="http://schemas.openxmlformats.org/officeDocument/2006/relationships/tags" Target="../tags/tag206.xml"/><Relationship Id="rId94" Type="http://schemas.openxmlformats.org/officeDocument/2006/relationships/tags" Target="../tags/tag205.xml"/><Relationship Id="rId93" Type="http://schemas.openxmlformats.org/officeDocument/2006/relationships/tags" Target="../tags/tag204.xml"/><Relationship Id="rId92" Type="http://schemas.openxmlformats.org/officeDocument/2006/relationships/tags" Target="../tags/tag203.xml"/><Relationship Id="rId91" Type="http://schemas.openxmlformats.org/officeDocument/2006/relationships/tags" Target="../tags/tag202.xml"/><Relationship Id="rId90" Type="http://schemas.openxmlformats.org/officeDocument/2006/relationships/tags" Target="../tags/tag201.xml"/><Relationship Id="rId9" Type="http://schemas.openxmlformats.org/officeDocument/2006/relationships/tags" Target="../tags/tag120.xml"/><Relationship Id="rId89" Type="http://schemas.openxmlformats.org/officeDocument/2006/relationships/tags" Target="../tags/tag200.xml"/><Relationship Id="rId88" Type="http://schemas.openxmlformats.org/officeDocument/2006/relationships/tags" Target="../tags/tag199.xml"/><Relationship Id="rId87" Type="http://schemas.openxmlformats.org/officeDocument/2006/relationships/tags" Target="../tags/tag198.xml"/><Relationship Id="rId86" Type="http://schemas.openxmlformats.org/officeDocument/2006/relationships/tags" Target="../tags/tag197.xml"/><Relationship Id="rId85" Type="http://schemas.openxmlformats.org/officeDocument/2006/relationships/tags" Target="../tags/tag196.xml"/><Relationship Id="rId84" Type="http://schemas.openxmlformats.org/officeDocument/2006/relationships/tags" Target="../tags/tag195.xml"/><Relationship Id="rId83" Type="http://schemas.openxmlformats.org/officeDocument/2006/relationships/tags" Target="../tags/tag194.xml"/><Relationship Id="rId82" Type="http://schemas.openxmlformats.org/officeDocument/2006/relationships/tags" Target="../tags/tag193.xml"/><Relationship Id="rId81" Type="http://schemas.openxmlformats.org/officeDocument/2006/relationships/tags" Target="../tags/tag192.xml"/><Relationship Id="rId80" Type="http://schemas.openxmlformats.org/officeDocument/2006/relationships/tags" Target="../tags/tag191.xml"/><Relationship Id="rId8" Type="http://schemas.openxmlformats.org/officeDocument/2006/relationships/tags" Target="../tags/tag119.xml"/><Relationship Id="rId79" Type="http://schemas.openxmlformats.org/officeDocument/2006/relationships/tags" Target="../tags/tag190.xml"/><Relationship Id="rId78" Type="http://schemas.openxmlformats.org/officeDocument/2006/relationships/tags" Target="../tags/tag189.xml"/><Relationship Id="rId77" Type="http://schemas.openxmlformats.org/officeDocument/2006/relationships/tags" Target="../tags/tag188.xml"/><Relationship Id="rId76" Type="http://schemas.openxmlformats.org/officeDocument/2006/relationships/tags" Target="../tags/tag187.xml"/><Relationship Id="rId75" Type="http://schemas.openxmlformats.org/officeDocument/2006/relationships/tags" Target="../tags/tag186.xml"/><Relationship Id="rId74" Type="http://schemas.openxmlformats.org/officeDocument/2006/relationships/tags" Target="../tags/tag185.xml"/><Relationship Id="rId73" Type="http://schemas.openxmlformats.org/officeDocument/2006/relationships/tags" Target="../tags/tag184.xml"/><Relationship Id="rId72" Type="http://schemas.openxmlformats.org/officeDocument/2006/relationships/tags" Target="../tags/tag183.xml"/><Relationship Id="rId71" Type="http://schemas.openxmlformats.org/officeDocument/2006/relationships/tags" Target="../tags/tag182.xml"/><Relationship Id="rId70" Type="http://schemas.openxmlformats.org/officeDocument/2006/relationships/tags" Target="../tags/tag181.xml"/><Relationship Id="rId7" Type="http://schemas.openxmlformats.org/officeDocument/2006/relationships/tags" Target="../tags/tag118.xml"/><Relationship Id="rId69" Type="http://schemas.openxmlformats.org/officeDocument/2006/relationships/tags" Target="../tags/tag180.xml"/><Relationship Id="rId68" Type="http://schemas.openxmlformats.org/officeDocument/2006/relationships/tags" Target="../tags/tag179.xml"/><Relationship Id="rId67" Type="http://schemas.openxmlformats.org/officeDocument/2006/relationships/tags" Target="../tags/tag178.xml"/><Relationship Id="rId66" Type="http://schemas.openxmlformats.org/officeDocument/2006/relationships/tags" Target="../tags/tag177.xml"/><Relationship Id="rId65" Type="http://schemas.openxmlformats.org/officeDocument/2006/relationships/tags" Target="../tags/tag176.xml"/><Relationship Id="rId64" Type="http://schemas.openxmlformats.org/officeDocument/2006/relationships/tags" Target="../tags/tag175.xml"/><Relationship Id="rId63" Type="http://schemas.openxmlformats.org/officeDocument/2006/relationships/tags" Target="../tags/tag174.xml"/><Relationship Id="rId62" Type="http://schemas.openxmlformats.org/officeDocument/2006/relationships/tags" Target="../tags/tag173.xml"/><Relationship Id="rId61" Type="http://schemas.openxmlformats.org/officeDocument/2006/relationships/tags" Target="../tags/tag172.xml"/><Relationship Id="rId60" Type="http://schemas.openxmlformats.org/officeDocument/2006/relationships/tags" Target="../tags/tag171.xml"/><Relationship Id="rId6" Type="http://schemas.openxmlformats.org/officeDocument/2006/relationships/tags" Target="../tags/tag117.xml"/><Relationship Id="rId59" Type="http://schemas.openxmlformats.org/officeDocument/2006/relationships/tags" Target="../tags/tag170.xml"/><Relationship Id="rId58" Type="http://schemas.openxmlformats.org/officeDocument/2006/relationships/tags" Target="../tags/tag169.xml"/><Relationship Id="rId57" Type="http://schemas.openxmlformats.org/officeDocument/2006/relationships/tags" Target="../tags/tag168.xml"/><Relationship Id="rId56" Type="http://schemas.openxmlformats.org/officeDocument/2006/relationships/tags" Target="../tags/tag167.xml"/><Relationship Id="rId55" Type="http://schemas.openxmlformats.org/officeDocument/2006/relationships/tags" Target="../tags/tag166.xml"/><Relationship Id="rId54" Type="http://schemas.openxmlformats.org/officeDocument/2006/relationships/tags" Target="../tags/tag165.xml"/><Relationship Id="rId53" Type="http://schemas.openxmlformats.org/officeDocument/2006/relationships/tags" Target="../tags/tag164.xml"/><Relationship Id="rId52" Type="http://schemas.openxmlformats.org/officeDocument/2006/relationships/tags" Target="../tags/tag163.xml"/><Relationship Id="rId51" Type="http://schemas.openxmlformats.org/officeDocument/2006/relationships/tags" Target="../tags/tag162.xml"/><Relationship Id="rId50" Type="http://schemas.openxmlformats.org/officeDocument/2006/relationships/tags" Target="../tags/tag161.xml"/><Relationship Id="rId5" Type="http://schemas.openxmlformats.org/officeDocument/2006/relationships/tags" Target="../tags/tag116.xml"/><Relationship Id="rId49" Type="http://schemas.openxmlformats.org/officeDocument/2006/relationships/tags" Target="../tags/tag160.xml"/><Relationship Id="rId48" Type="http://schemas.openxmlformats.org/officeDocument/2006/relationships/tags" Target="../tags/tag159.xml"/><Relationship Id="rId47" Type="http://schemas.openxmlformats.org/officeDocument/2006/relationships/tags" Target="../tags/tag158.xml"/><Relationship Id="rId46" Type="http://schemas.openxmlformats.org/officeDocument/2006/relationships/tags" Target="../tags/tag157.xml"/><Relationship Id="rId45" Type="http://schemas.openxmlformats.org/officeDocument/2006/relationships/tags" Target="../tags/tag156.xml"/><Relationship Id="rId44" Type="http://schemas.openxmlformats.org/officeDocument/2006/relationships/tags" Target="../tags/tag155.xml"/><Relationship Id="rId43" Type="http://schemas.openxmlformats.org/officeDocument/2006/relationships/tags" Target="../tags/tag154.xml"/><Relationship Id="rId42" Type="http://schemas.openxmlformats.org/officeDocument/2006/relationships/tags" Target="../tags/tag153.xml"/><Relationship Id="rId41" Type="http://schemas.openxmlformats.org/officeDocument/2006/relationships/tags" Target="../tags/tag152.xml"/><Relationship Id="rId40" Type="http://schemas.openxmlformats.org/officeDocument/2006/relationships/tags" Target="../tags/tag151.xml"/><Relationship Id="rId4" Type="http://schemas.openxmlformats.org/officeDocument/2006/relationships/tags" Target="../tags/tag115.xml"/><Relationship Id="rId39" Type="http://schemas.openxmlformats.org/officeDocument/2006/relationships/tags" Target="../tags/tag150.xml"/><Relationship Id="rId38" Type="http://schemas.openxmlformats.org/officeDocument/2006/relationships/tags" Target="../tags/tag149.xml"/><Relationship Id="rId37" Type="http://schemas.openxmlformats.org/officeDocument/2006/relationships/tags" Target="../tags/tag148.xml"/><Relationship Id="rId36" Type="http://schemas.openxmlformats.org/officeDocument/2006/relationships/tags" Target="../tags/tag147.xml"/><Relationship Id="rId35" Type="http://schemas.openxmlformats.org/officeDocument/2006/relationships/tags" Target="../tags/tag146.xml"/><Relationship Id="rId34" Type="http://schemas.openxmlformats.org/officeDocument/2006/relationships/tags" Target="../tags/tag145.xml"/><Relationship Id="rId33" Type="http://schemas.openxmlformats.org/officeDocument/2006/relationships/tags" Target="../tags/tag144.xml"/><Relationship Id="rId32" Type="http://schemas.openxmlformats.org/officeDocument/2006/relationships/tags" Target="../tags/tag143.xml"/><Relationship Id="rId31" Type="http://schemas.openxmlformats.org/officeDocument/2006/relationships/tags" Target="../tags/tag142.xml"/><Relationship Id="rId30" Type="http://schemas.openxmlformats.org/officeDocument/2006/relationships/tags" Target="../tags/tag141.xml"/><Relationship Id="rId3" Type="http://schemas.openxmlformats.org/officeDocument/2006/relationships/tags" Target="../tags/tag114.xml"/><Relationship Id="rId29" Type="http://schemas.openxmlformats.org/officeDocument/2006/relationships/tags" Target="../tags/tag140.xml"/><Relationship Id="rId28" Type="http://schemas.openxmlformats.org/officeDocument/2006/relationships/tags" Target="../tags/tag139.xml"/><Relationship Id="rId27" Type="http://schemas.openxmlformats.org/officeDocument/2006/relationships/tags" Target="../tags/tag138.xml"/><Relationship Id="rId26" Type="http://schemas.openxmlformats.org/officeDocument/2006/relationships/tags" Target="../tags/tag137.xml"/><Relationship Id="rId25" Type="http://schemas.openxmlformats.org/officeDocument/2006/relationships/tags" Target="../tags/tag136.xml"/><Relationship Id="rId24" Type="http://schemas.openxmlformats.org/officeDocument/2006/relationships/tags" Target="../tags/tag135.xml"/><Relationship Id="rId23" Type="http://schemas.openxmlformats.org/officeDocument/2006/relationships/tags" Target="../tags/tag134.xml"/><Relationship Id="rId22" Type="http://schemas.openxmlformats.org/officeDocument/2006/relationships/tags" Target="../tags/tag133.xml"/><Relationship Id="rId21" Type="http://schemas.openxmlformats.org/officeDocument/2006/relationships/tags" Target="../tags/tag132.xml"/><Relationship Id="rId20" Type="http://schemas.openxmlformats.org/officeDocument/2006/relationships/tags" Target="../tags/tag131.xml"/><Relationship Id="rId2" Type="http://schemas.openxmlformats.org/officeDocument/2006/relationships/tags" Target="../tags/tag113.xml"/><Relationship Id="rId193" Type="http://schemas.openxmlformats.org/officeDocument/2006/relationships/tags" Target="../tags/tag304.xml"/><Relationship Id="rId192" Type="http://schemas.openxmlformats.org/officeDocument/2006/relationships/tags" Target="../tags/tag303.xml"/><Relationship Id="rId191" Type="http://schemas.openxmlformats.org/officeDocument/2006/relationships/tags" Target="../tags/tag302.xml"/><Relationship Id="rId190" Type="http://schemas.openxmlformats.org/officeDocument/2006/relationships/tags" Target="../tags/tag301.xml"/><Relationship Id="rId19" Type="http://schemas.openxmlformats.org/officeDocument/2006/relationships/tags" Target="../tags/tag130.xml"/><Relationship Id="rId189" Type="http://schemas.openxmlformats.org/officeDocument/2006/relationships/tags" Target="../tags/tag300.xml"/><Relationship Id="rId188" Type="http://schemas.openxmlformats.org/officeDocument/2006/relationships/tags" Target="../tags/tag299.xml"/><Relationship Id="rId187" Type="http://schemas.openxmlformats.org/officeDocument/2006/relationships/tags" Target="../tags/tag298.xml"/><Relationship Id="rId186" Type="http://schemas.openxmlformats.org/officeDocument/2006/relationships/tags" Target="../tags/tag297.xml"/><Relationship Id="rId185" Type="http://schemas.openxmlformats.org/officeDocument/2006/relationships/tags" Target="../tags/tag296.xml"/><Relationship Id="rId184" Type="http://schemas.openxmlformats.org/officeDocument/2006/relationships/tags" Target="../tags/tag295.xml"/><Relationship Id="rId183" Type="http://schemas.openxmlformats.org/officeDocument/2006/relationships/tags" Target="../tags/tag294.xml"/><Relationship Id="rId182" Type="http://schemas.openxmlformats.org/officeDocument/2006/relationships/tags" Target="../tags/tag293.xml"/><Relationship Id="rId181" Type="http://schemas.openxmlformats.org/officeDocument/2006/relationships/tags" Target="../tags/tag292.xml"/><Relationship Id="rId180" Type="http://schemas.openxmlformats.org/officeDocument/2006/relationships/tags" Target="../tags/tag291.xml"/><Relationship Id="rId18" Type="http://schemas.openxmlformats.org/officeDocument/2006/relationships/tags" Target="../tags/tag129.xml"/><Relationship Id="rId179" Type="http://schemas.openxmlformats.org/officeDocument/2006/relationships/tags" Target="../tags/tag290.xml"/><Relationship Id="rId178" Type="http://schemas.openxmlformats.org/officeDocument/2006/relationships/tags" Target="../tags/tag289.xml"/><Relationship Id="rId177" Type="http://schemas.openxmlformats.org/officeDocument/2006/relationships/tags" Target="../tags/tag288.xml"/><Relationship Id="rId176" Type="http://schemas.openxmlformats.org/officeDocument/2006/relationships/tags" Target="../tags/tag287.xml"/><Relationship Id="rId175" Type="http://schemas.openxmlformats.org/officeDocument/2006/relationships/tags" Target="../tags/tag286.xml"/><Relationship Id="rId174" Type="http://schemas.openxmlformats.org/officeDocument/2006/relationships/tags" Target="../tags/tag285.xml"/><Relationship Id="rId173" Type="http://schemas.openxmlformats.org/officeDocument/2006/relationships/tags" Target="../tags/tag284.xml"/><Relationship Id="rId172" Type="http://schemas.openxmlformats.org/officeDocument/2006/relationships/tags" Target="../tags/tag283.xml"/><Relationship Id="rId171" Type="http://schemas.openxmlformats.org/officeDocument/2006/relationships/tags" Target="../tags/tag282.xml"/><Relationship Id="rId170" Type="http://schemas.openxmlformats.org/officeDocument/2006/relationships/tags" Target="../tags/tag281.xml"/><Relationship Id="rId17" Type="http://schemas.openxmlformats.org/officeDocument/2006/relationships/tags" Target="../tags/tag128.xml"/><Relationship Id="rId169" Type="http://schemas.openxmlformats.org/officeDocument/2006/relationships/tags" Target="../tags/tag280.xml"/><Relationship Id="rId168" Type="http://schemas.openxmlformats.org/officeDocument/2006/relationships/tags" Target="../tags/tag279.xml"/><Relationship Id="rId167" Type="http://schemas.openxmlformats.org/officeDocument/2006/relationships/tags" Target="../tags/tag278.xml"/><Relationship Id="rId166" Type="http://schemas.openxmlformats.org/officeDocument/2006/relationships/tags" Target="../tags/tag277.xml"/><Relationship Id="rId165" Type="http://schemas.openxmlformats.org/officeDocument/2006/relationships/tags" Target="../tags/tag276.xml"/><Relationship Id="rId164" Type="http://schemas.openxmlformats.org/officeDocument/2006/relationships/tags" Target="../tags/tag275.xml"/><Relationship Id="rId163" Type="http://schemas.openxmlformats.org/officeDocument/2006/relationships/tags" Target="../tags/tag274.xml"/><Relationship Id="rId162" Type="http://schemas.openxmlformats.org/officeDocument/2006/relationships/tags" Target="../tags/tag273.xml"/><Relationship Id="rId161" Type="http://schemas.openxmlformats.org/officeDocument/2006/relationships/tags" Target="../tags/tag272.xml"/><Relationship Id="rId160" Type="http://schemas.openxmlformats.org/officeDocument/2006/relationships/tags" Target="../tags/tag271.xml"/><Relationship Id="rId16" Type="http://schemas.openxmlformats.org/officeDocument/2006/relationships/tags" Target="../tags/tag127.xml"/><Relationship Id="rId159" Type="http://schemas.openxmlformats.org/officeDocument/2006/relationships/tags" Target="../tags/tag270.xml"/><Relationship Id="rId158" Type="http://schemas.openxmlformats.org/officeDocument/2006/relationships/tags" Target="../tags/tag269.xml"/><Relationship Id="rId157" Type="http://schemas.openxmlformats.org/officeDocument/2006/relationships/tags" Target="../tags/tag268.xml"/><Relationship Id="rId156" Type="http://schemas.openxmlformats.org/officeDocument/2006/relationships/tags" Target="../tags/tag267.xml"/><Relationship Id="rId155" Type="http://schemas.openxmlformats.org/officeDocument/2006/relationships/tags" Target="../tags/tag266.xml"/><Relationship Id="rId154" Type="http://schemas.openxmlformats.org/officeDocument/2006/relationships/tags" Target="../tags/tag265.xml"/><Relationship Id="rId153" Type="http://schemas.openxmlformats.org/officeDocument/2006/relationships/tags" Target="../tags/tag264.xml"/><Relationship Id="rId152" Type="http://schemas.openxmlformats.org/officeDocument/2006/relationships/tags" Target="../tags/tag263.xml"/><Relationship Id="rId151" Type="http://schemas.openxmlformats.org/officeDocument/2006/relationships/tags" Target="../tags/tag262.xml"/><Relationship Id="rId150" Type="http://schemas.openxmlformats.org/officeDocument/2006/relationships/tags" Target="../tags/tag261.xml"/><Relationship Id="rId15" Type="http://schemas.openxmlformats.org/officeDocument/2006/relationships/tags" Target="../tags/tag126.xml"/><Relationship Id="rId149" Type="http://schemas.openxmlformats.org/officeDocument/2006/relationships/tags" Target="../tags/tag260.xml"/><Relationship Id="rId148" Type="http://schemas.openxmlformats.org/officeDocument/2006/relationships/tags" Target="../tags/tag259.xml"/><Relationship Id="rId147" Type="http://schemas.openxmlformats.org/officeDocument/2006/relationships/tags" Target="../tags/tag258.xml"/><Relationship Id="rId146" Type="http://schemas.openxmlformats.org/officeDocument/2006/relationships/tags" Target="../tags/tag257.xml"/><Relationship Id="rId145" Type="http://schemas.openxmlformats.org/officeDocument/2006/relationships/tags" Target="../tags/tag256.xml"/><Relationship Id="rId144" Type="http://schemas.openxmlformats.org/officeDocument/2006/relationships/tags" Target="../tags/tag255.xml"/><Relationship Id="rId143" Type="http://schemas.openxmlformats.org/officeDocument/2006/relationships/tags" Target="../tags/tag254.xml"/><Relationship Id="rId142" Type="http://schemas.openxmlformats.org/officeDocument/2006/relationships/tags" Target="../tags/tag253.xml"/><Relationship Id="rId141" Type="http://schemas.openxmlformats.org/officeDocument/2006/relationships/tags" Target="../tags/tag252.xml"/><Relationship Id="rId140" Type="http://schemas.openxmlformats.org/officeDocument/2006/relationships/tags" Target="../tags/tag251.xml"/><Relationship Id="rId14" Type="http://schemas.openxmlformats.org/officeDocument/2006/relationships/tags" Target="../tags/tag125.xml"/><Relationship Id="rId139" Type="http://schemas.openxmlformats.org/officeDocument/2006/relationships/tags" Target="../tags/tag250.xml"/><Relationship Id="rId138" Type="http://schemas.openxmlformats.org/officeDocument/2006/relationships/tags" Target="../tags/tag249.xml"/><Relationship Id="rId137" Type="http://schemas.openxmlformats.org/officeDocument/2006/relationships/tags" Target="../tags/tag248.xml"/><Relationship Id="rId136" Type="http://schemas.openxmlformats.org/officeDocument/2006/relationships/tags" Target="../tags/tag247.xml"/><Relationship Id="rId135" Type="http://schemas.openxmlformats.org/officeDocument/2006/relationships/tags" Target="../tags/tag246.xml"/><Relationship Id="rId134" Type="http://schemas.openxmlformats.org/officeDocument/2006/relationships/tags" Target="../tags/tag245.xml"/><Relationship Id="rId133" Type="http://schemas.openxmlformats.org/officeDocument/2006/relationships/tags" Target="../tags/tag244.xml"/><Relationship Id="rId132" Type="http://schemas.openxmlformats.org/officeDocument/2006/relationships/tags" Target="../tags/tag243.xml"/><Relationship Id="rId131" Type="http://schemas.openxmlformats.org/officeDocument/2006/relationships/tags" Target="../tags/tag242.xml"/><Relationship Id="rId130" Type="http://schemas.openxmlformats.org/officeDocument/2006/relationships/tags" Target="../tags/tag241.xml"/><Relationship Id="rId13" Type="http://schemas.openxmlformats.org/officeDocument/2006/relationships/tags" Target="../tags/tag124.xml"/><Relationship Id="rId129" Type="http://schemas.openxmlformats.org/officeDocument/2006/relationships/tags" Target="../tags/tag240.xml"/><Relationship Id="rId128" Type="http://schemas.openxmlformats.org/officeDocument/2006/relationships/tags" Target="../tags/tag239.xml"/><Relationship Id="rId127" Type="http://schemas.openxmlformats.org/officeDocument/2006/relationships/tags" Target="../tags/tag238.xml"/><Relationship Id="rId126" Type="http://schemas.openxmlformats.org/officeDocument/2006/relationships/tags" Target="../tags/tag237.xml"/><Relationship Id="rId125" Type="http://schemas.openxmlformats.org/officeDocument/2006/relationships/tags" Target="../tags/tag236.xml"/><Relationship Id="rId124" Type="http://schemas.openxmlformats.org/officeDocument/2006/relationships/tags" Target="../tags/tag235.xml"/><Relationship Id="rId123" Type="http://schemas.openxmlformats.org/officeDocument/2006/relationships/tags" Target="../tags/tag234.xml"/><Relationship Id="rId122" Type="http://schemas.openxmlformats.org/officeDocument/2006/relationships/tags" Target="../tags/tag233.xml"/><Relationship Id="rId121" Type="http://schemas.openxmlformats.org/officeDocument/2006/relationships/tags" Target="../tags/tag232.xml"/><Relationship Id="rId120" Type="http://schemas.openxmlformats.org/officeDocument/2006/relationships/tags" Target="../tags/tag231.xml"/><Relationship Id="rId12" Type="http://schemas.openxmlformats.org/officeDocument/2006/relationships/tags" Target="../tags/tag123.xml"/><Relationship Id="rId119" Type="http://schemas.openxmlformats.org/officeDocument/2006/relationships/tags" Target="../tags/tag230.xml"/><Relationship Id="rId118" Type="http://schemas.openxmlformats.org/officeDocument/2006/relationships/tags" Target="../tags/tag229.xml"/><Relationship Id="rId117" Type="http://schemas.openxmlformats.org/officeDocument/2006/relationships/tags" Target="../tags/tag228.xml"/><Relationship Id="rId116" Type="http://schemas.openxmlformats.org/officeDocument/2006/relationships/tags" Target="../tags/tag227.xml"/><Relationship Id="rId115" Type="http://schemas.openxmlformats.org/officeDocument/2006/relationships/tags" Target="../tags/tag226.xml"/><Relationship Id="rId114" Type="http://schemas.openxmlformats.org/officeDocument/2006/relationships/tags" Target="../tags/tag225.xml"/><Relationship Id="rId113" Type="http://schemas.openxmlformats.org/officeDocument/2006/relationships/tags" Target="../tags/tag224.xml"/><Relationship Id="rId112" Type="http://schemas.openxmlformats.org/officeDocument/2006/relationships/tags" Target="../tags/tag223.xml"/><Relationship Id="rId111" Type="http://schemas.openxmlformats.org/officeDocument/2006/relationships/tags" Target="../tags/tag222.xml"/><Relationship Id="rId110" Type="http://schemas.openxmlformats.org/officeDocument/2006/relationships/tags" Target="../tags/tag221.xml"/><Relationship Id="rId11" Type="http://schemas.openxmlformats.org/officeDocument/2006/relationships/tags" Target="../tags/tag122.xml"/><Relationship Id="rId109" Type="http://schemas.openxmlformats.org/officeDocument/2006/relationships/tags" Target="../tags/tag220.xml"/><Relationship Id="rId108" Type="http://schemas.openxmlformats.org/officeDocument/2006/relationships/tags" Target="../tags/tag219.xml"/><Relationship Id="rId107" Type="http://schemas.openxmlformats.org/officeDocument/2006/relationships/tags" Target="../tags/tag218.xml"/><Relationship Id="rId106" Type="http://schemas.openxmlformats.org/officeDocument/2006/relationships/tags" Target="../tags/tag217.xml"/><Relationship Id="rId105" Type="http://schemas.openxmlformats.org/officeDocument/2006/relationships/tags" Target="../tags/tag216.xml"/><Relationship Id="rId104" Type="http://schemas.openxmlformats.org/officeDocument/2006/relationships/tags" Target="../tags/tag215.xml"/><Relationship Id="rId103" Type="http://schemas.openxmlformats.org/officeDocument/2006/relationships/tags" Target="../tags/tag214.xml"/><Relationship Id="rId102" Type="http://schemas.openxmlformats.org/officeDocument/2006/relationships/tags" Target="../tags/tag213.xml"/><Relationship Id="rId101" Type="http://schemas.openxmlformats.org/officeDocument/2006/relationships/tags" Target="../tags/tag212.xml"/><Relationship Id="rId100" Type="http://schemas.openxmlformats.org/officeDocument/2006/relationships/tags" Target="../tags/tag211.xml"/><Relationship Id="rId10" Type="http://schemas.openxmlformats.org/officeDocument/2006/relationships/tags" Target="../tags/tag12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tags" Target="../tags/tag307.xml"/><Relationship Id="rId3" Type="http://schemas.openxmlformats.org/officeDocument/2006/relationships/tags" Target="../tags/tag306.xml"/><Relationship Id="rId2" Type="http://schemas.openxmlformats.org/officeDocument/2006/relationships/tags" Target="../tags/tag30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9" Type="http://schemas.openxmlformats.org/officeDocument/2006/relationships/tags" Target="../tags/tag314.xml"/><Relationship Id="rId8" Type="http://schemas.openxmlformats.org/officeDocument/2006/relationships/image" Target="../media/image1.png"/><Relationship Id="rId7" Type="http://schemas.openxmlformats.org/officeDocument/2006/relationships/tags" Target="../tags/tag313.xml"/><Relationship Id="rId6" Type="http://schemas.openxmlformats.org/officeDocument/2006/relationships/tags" Target="../tags/tag312.xml"/><Relationship Id="rId5" Type="http://schemas.openxmlformats.org/officeDocument/2006/relationships/tags" Target="../tags/tag311.xml"/><Relationship Id="rId4" Type="http://schemas.openxmlformats.org/officeDocument/2006/relationships/tags" Target="../tags/tag310.xml"/><Relationship Id="rId3" Type="http://schemas.openxmlformats.org/officeDocument/2006/relationships/tags" Target="../tags/tag309.xml"/><Relationship Id="rId2" Type="http://schemas.openxmlformats.org/officeDocument/2006/relationships/tags" Target="../tags/tag308.xml"/><Relationship Id="rId13" Type="http://schemas.openxmlformats.org/officeDocument/2006/relationships/tags" Target="../tags/tag316.xml"/><Relationship Id="rId12" Type="http://schemas.openxmlformats.org/officeDocument/2006/relationships/image" Target="../media/image3.png"/><Relationship Id="rId11" Type="http://schemas.openxmlformats.org/officeDocument/2006/relationships/tags" Target="../tags/tag315.xml"/><Relationship Id="rId10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5" Type="http://schemas.openxmlformats.org/officeDocument/2006/relationships/tags" Target="../tags/tag320.xml"/><Relationship Id="rId4" Type="http://schemas.openxmlformats.org/officeDocument/2006/relationships/tags" Target="../tags/tag319.xml"/><Relationship Id="rId3" Type="http://schemas.openxmlformats.org/officeDocument/2006/relationships/tags" Target="../tags/tag318.xml"/><Relationship Id="rId2" Type="http://schemas.openxmlformats.org/officeDocument/2006/relationships/tags" Target="../tags/tag317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3968" y="136131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3968" y="384098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184" y="1983597"/>
            <a:ext cx="10515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039" y="516256"/>
            <a:ext cx="10515890" cy="132434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039" y="1935192"/>
            <a:ext cx="5163349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8039" y="2818085"/>
            <a:ext cx="5163349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66931" y="1935192"/>
            <a:ext cx="5186998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66931" y="2818085"/>
            <a:ext cx="5186998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723122"/>
            <a:ext cx="416534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1584" y="723123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8184" y="2323322"/>
            <a:ext cx="4165349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884" y="523097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184" y="523097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838184" y="523097"/>
            <a:ext cx="10515600" cy="58118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7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109728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idx="16386" hasCustomPrompt="1"/>
            <p:custDataLst>
              <p:tags r:id="rId14"/>
            </p:custDataLst>
          </p:nvPr>
        </p:nvSpPr>
        <p:spPr>
          <a:xfrm>
            <a:off x="609600" y="2997200"/>
            <a:ext cx="51816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7" hasCustomPrompt="1"/>
            <p:custDataLst>
              <p:tags r:id="rId15"/>
            </p:custDataLst>
          </p:nvPr>
        </p:nvSpPr>
        <p:spPr>
          <a:xfrm>
            <a:off x="609600" y="3556000"/>
            <a:ext cx="51816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6"/>
            </p:custDataLst>
          </p:nvPr>
        </p:nvSpPr>
        <p:spPr>
          <a:xfrm>
            <a:off x="6400800" y="2997200"/>
            <a:ext cx="51816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7"/>
            </p:custDataLst>
          </p:nvPr>
        </p:nvSpPr>
        <p:spPr>
          <a:xfrm>
            <a:off x="6400800" y="3556000"/>
            <a:ext cx="51816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109728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t>单击此处添加标题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86" hasCustomPrompt="1"/>
            <p:custDataLst>
              <p:tags r:id="rId14"/>
            </p:custDataLst>
          </p:nvPr>
        </p:nvSpPr>
        <p:spPr>
          <a:xfrm>
            <a:off x="609600" y="1524000"/>
            <a:ext cx="345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16392" hasCustomPrompt="1"/>
            <p:custDataLst>
              <p:tags r:id="rId15"/>
            </p:custDataLst>
          </p:nvPr>
        </p:nvSpPr>
        <p:spPr>
          <a:xfrm>
            <a:off x="609600" y="2082800"/>
            <a:ext cx="3454400" cy="4165600"/>
          </a:xfrm>
          <a:custGeom>
            <a:avLst/>
            <a:gdLst>
              <a:gd name="connisteX0" fmla="*/ 0 w 3454400"/>
              <a:gd name="connsiteY0" fmla="*/ 203200 h 4165600"/>
              <a:gd name="connisteX1" fmla="*/ 203200 w 3454400"/>
              <a:gd name="connsiteY1" fmla="*/ 0 h 4165600"/>
              <a:gd name="connisteX2" fmla="*/ 3251200 w 3454400"/>
              <a:gd name="connsiteY2" fmla="*/ 0 h 4165600"/>
              <a:gd name="connisteX3" fmla="*/ 3454400 w 3454400"/>
              <a:gd name="connsiteY3" fmla="*/ 203200 h 4165600"/>
              <a:gd name="connisteX4" fmla="*/ 3454400 w 3454400"/>
              <a:gd name="connsiteY4" fmla="*/ 3962400 h 4165600"/>
              <a:gd name="connisteX5" fmla="*/ 3251200 w 3454400"/>
              <a:gd name="connsiteY5" fmla="*/ 4165600 h 4165600"/>
              <a:gd name="connisteX6" fmla="*/ 203200 w 3454400"/>
              <a:gd name="connsiteY6" fmla="*/ 4165600 h 4165600"/>
              <a:gd name="connisteX7" fmla="*/ 0 w 3454400"/>
              <a:gd name="connsiteY7" fmla="*/ 3962400 h 4165600"/>
              <a:gd name="connisteX8" fmla="*/ 0 w 3454400"/>
              <a:gd name="connsiteY8" fmla="*/ 203200 h 4165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165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962400"/>
                </a:lnTo>
                <a:cubicBezTo>
                  <a:pt x="3454400" y="4074624"/>
                  <a:pt x="3363424" y="4165600"/>
                  <a:pt x="3251200" y="4165600"/>
                </a:cubicBezTo>
                <a:lnTo>
                  <a:pt x="203200" y="4165600"/>
                </a:lnTo>
                <a:cubicBezTo>
                  <a:pt x="90976" y="4165600"/>
                  <a:pt x="0" y="4074624"/>
                  <a:pt x="0" y="39624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7" hasCustomPrompt="1"/>
            <p:custDataLst>
              <p:tags r:id="rId16"/>
            </p:custDataLst>
          </p:nvPr>
        </p:nvSpPr>
        <p:spPr>
          <a:xfrm>
            <a:off x="914400" y="2336800"/>
            <a:ext cx="2844800" cy="3657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8" hasCustomPrompt="1"/>
            <p:custDataLst>
              <p:tags r:id="rId17"/>
            </p:custDataLst>
          </p:nvPr>
        </p:nvSpPr>
        <p:spPr>
          <a:xfrm>
            <a:off x="4368800" y="1524000"/>
            <a:ext cx="345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3" hasCustomPrompt="1"/>
            <p:custDataLst>
              <p:tags r:id="rId18"/>
            </p:custDataLst>
          </p:nvPr>
        </p:nvSpPr>
        <p:spPr>
          <a:xfrm>
            <a:off x="4368800" y="2082800"/>
            <a:ext cx="3454400" cy="4165600"/>
          </a:xfrm>
          <a:custGeom>
            <a:avLst/>
            <a:gdLst>
              <a:gd name="connisteX0" fmla="*/ 0 w 3454400"/>
              <a:gd name="connsiteY0" fmla="*/ 203200 h 4165600"/>
              <a:gd name="connisteX1" fmla="*/ 203200 w 3454400"/>
              <a:gd name="connsiteY1" fmla="*/ 0 h 4165600"/>
              <a:gd name="connisteX2" fmla="*/ 3251200 w 3454400"/>
              <a:gd name="connsiteY2" fmla="*/ 0 h 4165600"/>
              <a:gd name="connisteX3" fmla="*/ 3454400 w 3454400"/>
              <a:gd name="connsiteY3" fmla="*/ 203200 h 4165600"/>
              <a:gd name="connisteX4" fmla="*/ 3454400 w 3454400"/>
              <a:gd name="connsiteY4" fmla="*/ 3962400 h 4165600"/>
              <a:gd name="connisteX5" fmla="*/ 3251200 w 3454400"/>
              <a:gd name="connsiteY5" fmla="*/ 4165600 h 4165600"/>
              <a:gd name="connisteX6" fmla="*/ 203200 w 3454400"/>
              <a:gd name="connsiteY6" fmla="*/ 4165600 h 4165600"/>
              <a:gd name="connisteX7" fmla="*/ 0 w 3454400"/>
              <a:gd name="connsiteY7" fmla="*/ 3962400 h 4165600"/>
              <a:gd name="connisteX8" fmla="*/ 0 w 3454400"/>
              <a:gd name="connsiteY8" fmla="*/ 203200 h 4165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165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962400"/>
                </a:lnTo>
                <a:cubicBezTo>
                  <a:pt x="3454400" y="4074624"/>
                  <a:pt x="3363424" y="4165600"/>
                  <a:pt x="3251200" y="4165600"/>
                </a:cubicBezTo>
                <a:lnTo>
                  <a:pt x="203200" y="4165600"/>
                </a:lnTo>
                <a:cubicBezTo>
                  <a:pt x="90976" y="4165600"/>
                  <a:pt x="0" y="4074624"/>
                  <a:pt x="0" y="39624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89" hasCustomPrompt="1"/>
            <p:custDataLst>
              <p:tags r:id="rId19"/>
            </p:custDataLst>
          </p:nvPr>
        </p:nvSpPr>
        <p:spPr>
          <a:xfrm>
            <a:off x="4673600" y="2336800"/>
            <a:ext cx="2844800" cy="3657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20"/>
            </p:custDataLst>
          </p:nvPr>
        </p:nvSpPr>
        <p:spPr>
          <a:xfrm>
            <a:off x="8128000" y="1524000"/>
            <a:ext cx="345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16394" hasCustomPrompt="1"/>
            <p:custDataLst>
              <p:tags r:id="rId21"/>
            </p:custDataLst>
          </p:nvPr>
        </p:nvSpPr>
        <p:spPr>
          <a:xfrm>
            <a:off x="8128000" y="2082800"/>
            <a:ext cx="3454400" cy="4165600"/>
          </a:xfrm>
          <a:custGeom>
            <a:avLst/>
            <a:gdLst>
              <a:gd name="connisteX0" fmla="*/ 0 w 3454400"/>
              <a:gd name="connsiteY0" fmla="*/ 203200 h 4165600"/>
              <a:gd name="connisteX1" fmla="*/ 203200 w 3454400"/>
              <a:gd name="connsiteY1" fmla="*/ 0 h 4165600"/>
              <a:gd name="connisteX2" fmla="*/ 3251200 w 3454400"/>
              <a:gd name="connsiteY2" fmla="*/ 0 h 4165600"/>
              <a:gd name="connisteX3" fmla="*/ 3454400 w 3454400"/>
              <a:gd name="connsiteY3" fmla="*/ 203200 h 4165600"/>
              <a:gd name="connisteX4" fmla="*/ 3454400 w 3454400"/>
              <a:gd name="connsiteY4" fmla="*/ 3962400 h 4165600"/>
              <a:gd name="connisteX5" fmla="*/ 3251200 w 3454400"/>
              <a:gd name="connsiteY5" fmla="*/ 4165600 h 4165600"/>
              <a:gd name="connisteX6" fmla="*/ 203200 w 3454400"/>
              <a:gd name="connsiteY6" fmla="*/ 4165600 h 4165600"/>
              <a:gd name="connisteX7" fmla="*/ 0 w 3454400"/>
              <a:gd name="connsiteY7" fmla="*/ 3962400 h 4165600"/>
              <a:gd name="connisteX8" fmla="*/ 0 w 3454400"/>
              <a:gd name="connsiteY8" fmla="*/ 203200 h 4165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165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962400"/>
                </a:lnTo>
                <a:cubicBezTo>
                  <a:pt x="3454400" y="4074624"/>
                  <a:pt x="3363424" y="4165600"/>
                  <a:pt x="3251200" y="4165600"/>
                </a:cubicBezTo>
                <a:lnTo>
                  <a:pt x="203200" y="4165600"/>
                </a:lnTo>
                <a:cubicBezTo>
                  <a:pt x="90976" y="4165600"/>
                  <a:pt x="0" y="4074624"/>
                  <a:pt x="0" y="39624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文本占位符 23"/>
          <p:cNvSpPr>
            <a:spLocks noGrp="1"/>
          </p:cNvSpPr>
          <p:nvPr>
            <p:ph type="body" idx="16391" hasCustomPrompt="1"/>
            <p:custDataLst>
              <p:tags r:id="rId22"/>
            </p:custDataLst>
          </p:nvPr>
        </p:nvSpPr>
        <p:spPr>
          <a:xfrm>
            <a:off x="8432800" y="2336800"/>
            <a:ext cx="2844800" cy="3657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4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109728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装饰  5"/>
          <p:cNvSpPr>
            <a:spLocks noGrp="1"/>
          </p:cNvSpPr>
          <p:nvPr>
            <p:ph type="body" idx="16390" hasCustomPrompt="1"/>
            <p:custDataLst>
              <p:tags r:id="rId14"/>
            </p:custDataLst>
          </p:nvPr>
        </p:nvSpPr>
        <p:spPr>
          <a:xfrm>
            <a:off x="609600" y="2133600"/>
            <a:ext cx="5334000" cy="3505200"/>
          </a:xfrm>
          <a:custGeom>
            <a:avLst/>
            <a:gdLst>
              <a:gd name="connisteX0" fmla="*/ 0 w 5334000"/>
              <a:gd name="connsiteY0" fmla="*/ 203200 h 3505200"/>
              <a:gd name="connisteX1" fmla="*/ 203200 w 5334000"/>
              <a:gd name="connsiteY1" fmla="*/ 0 h 3505200"/>
              <a:gd name="connisteX2" fmla="*/ 5130800 w 5334000"/>
              <a:gd name="connsiteY2" fmla="*/ 0 h 3505200"/>
              <a:gd name="connisteX3" fmla="*/ 5334000 w 5334000"/>
              <a:gd name="connsiteY3" fmla="*/ 203200 h 3505200"/>
              <a:gd name="connisteX4" fmla="*/ 5334000 w 5334000"/>
              <a:gd name="connsiteY4" fmla="*/ 3302000 h 3505200"/>
              <a:gd name="connisteX5" fmla="*/ 5130800 w 5334000"/>
              <a:gd name="connsiteY5" fmla="*/ 3505200 h 3505200"/>
              <a:gd name="connisteX6" fmla="*/ 203200 w 5334000"/>
              <a:gd name="connsiteY6" fmla="*/ 3505200 h 3505200"/>
              <a:gd name="connisteX7" fmla="*/ 0 w 5334000"/>
              <a:gd name="connsiteY7" fmla="*/ 3302000 h 3505200"/>
              <a:gd name="connisteX8" fmla="*/ 0 w 5334000"/>
              <a:gd name="connsiteY8" fmla="*/ 203200 h 3505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334000" h="3505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3302000"/>
                </a:lnTo>
                <a:cubicBezTo>
                  <a:pt x="5334000" y="3414224"/>
                  <a:pt x="5243024" y="3505200"/>
                  <a:pt x="5130800" y="3505200"/>
                </a:cubicBezTo>
                <a:lnTo>
                  <a:pt x="203200" y="3505200"/>
                </a:lnTo>
                <a:cubicBezTo>
                  <a:pt x="90976" y="3505200"/>
                  <a:pt x="0" y="3414224"/>
                  <a:pt x="0" y="3302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6" hasCustomPrompt="1"/>
            <p:custDataLst>
              <p:tags r:id="rId15"/>
            </p:custDataLst>
          </p:nvPr>
        </p:nvSpPr>
        <p:spPr>
          <a:xfrm>
            <a:off x="914400" y="29972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7" hasCustomPrompt="1"/>
            <p:custDataLst>
              <p:tags r:id="rId16"/>
            </p:custDataLst>
          </p:nvPr>
        </p:nvSpPr>
        <p:spPr>
          <a:xfrm>
            <a:off x="914400" y="3556000"/>
            <a:ext cx="47244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装饰  8"/>
          <p:cNvSpPr>
            <a:spLocks noGrp="1"/>
          </p:cNvSpPr>
          <p:nvPr>
            <p:ph type="body" idx="16391" hasCustomPrompt="1"/>
            <p:custDataLst>
              <p:tags r:id="rId17"/>
            </p:custDataLst>
          </p:nvPr>
        </p:nvSpPr>
        <p:spPr>
          <a:xfrm>
            <a:off x="6248400" y="2133600"/>
            <a:ext cx="5334000" cy="3505200"/>
          </a:xfrm>
          <a:custGeom>
            <a:avLst/>
            <a:gdLst>
              <a:gd name="connisteX0" fmla="*/ 0 w 5334000"/>
              <a:gd name="connsiteY0" fmla="*/ 203200 h 3505200"/>
              <a:gd name="connisteX1" fmla="*/ 203200 w 5334000"/>
              <a:gd name="connsiteY1" fmla="*/ 0 h 3505200"/>
              <a:gd name="connisteX2" fmla="*/ 5130800 w 5334000"/>
              <a:gd name="connsiteY2" fmla="*/ 0 h 3505200"/>
              <a:gd name="connisteX3" fmla="*/ 5334000 w 5334000"/>
              <a:gd name="connsiteY3" fmla="*/ 203200 h 3505200"/>
              <a:gd name="connisteX4" fmla="*/ 5334000 w 5334000"/>
              <a:gd name="connsiteY4" fmla="*/ 3302000 h 3505200"/>
              <a:gd name="connisteX5" fmla="*/ 5130800 w 5334000"/>
              <a:gd name="connsiteY5" fmla="*/ 3505200 h 3505200"/>
              <a:gd name="connisteX6" fmla="*/ 203200 w 5334000"/>
              <a:gd name="connsiteY6" fmla="*/ 3505200 h 3505200"/>
              <a:gd name="connisteX7" fmla="*/ 0 w 5334000"/>
              <a:gd name="connsiteY7" fmla="*/ 3302000 h 3505200"/>
              <a:gd name="connisteX8" fmla="*/ 0 w 5334000"/>
              <a:gd name="connsiteY8" fmla="*/ 203200 h 3505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334000" h="3505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3302000"/>
                </a:lnTo>
                <a:cubicBezTo>
                  <a:pt x="5334000" y="3414224"/>
                  <a:pt x="5243024" y="3505200"/>
                  <a:pt x="5130800" y="3505200"/>
                </a:cubicBezTo>
                <a:lnTo>
                  <a:pt x="203200" y="3505200"/>
                </a:lnTo>
                <a:cubicBezTo>
                  <a:pt x="90976" y="3505200"/>
                  <a:pt x="0" y="3414224"/>
                  <a:pt x="0" y="3302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88" hasCustomPrompt="1"/>
            <p:custDataLst>
              <p:tags r:id="rId18"/>
            </p:custDataLst>
          </p:nvPr>
        </p:nvSpPr>
        <p:spPr>
          <a:xfrm>
            <a:off x="6553200" y="29972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89" hasCustomPrompt="1"/>
            <p:custDataLst>
              <p:tags r:id="rId19"/>
            </p:custDataLst>
          </p:nvPr>
        </p:nvSpPr>
        <p:spPr>
          <a:xfrm>
            <a:off x="6553200" y="3556000"/>
            <a:ext cx="47244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4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3429000" cy="548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装饰  5"/>
          <p:cNvSpPr>
            <a:spLocks noGrp="1"/>
          </p:cNvSpPr>
          <p:nvPr>
            <p:ph type="body" idx="16387" hasCustomPrompt="1"/>
            <p:custDataLst>
              <p:tags r:id="rId14"/>
            </p:custDataLst>
          </p:nvPr>
        </p:nvSpPr>
        <p:spPr>
          <a:xfrm>
            <a:off x="4648200" y="609600"/>
            <a:ext cx="6934200" cy="5638800"/>
          </a:xfrm>
          <a:custGeom>
            <a:avLst/>
            <a:gdLst>
              <a:gd name="connisteX0" fmla="*/ 0 w 6934200"/>
              <a:gd name="connsiteY0" fmla="*/ 203200 h 5638800"/>
              <a:gd name="connisteX1" fmla="*/ 203200 w 6934200"/>
              <a:gd name="connsiteY1" fmla="*/ 0 h 5638800"/>
              <a:gd name="connisteX2" fmla="*/ 6731000 w 6934200"/>
              <a:gd name="connsiteY2" fmla="*/ 0 h 5638800"/>
              <a:gd name="connisteX3" fmla="*/ 6934200 w 6934200"/>
              <a:gd name="connsiteY3" fmla="*/ 203200 h 5638800"/>
              <a:gd name="connisteX4" fmla="*/ 6934200 w 6934200"/>
              <a:gd name="connsiteY4" fmla="*/ 5435600 h 5638800"/>
              <a:gd name="connisteX5" fmla="*/ 6731000 w 6934200"/>
              <a:gd name="connsiteY5" fmla="*/ 5638800 h 5638800"/>
              <a:gd name="connisteX6" fmla="*/ 203200 w 6934200"/>
              <a:gd name="connsiteY6" fmla="*/ 5638800 h 5638800"/>
              <a:gd name="connisteX7" fmla="*/ 0 w 6934200"/>
              <a:gd name="connsiteY7" fmla="*/ 5435600 h 5638800"/>
              <a:gd name="connisteX8" fmla="*/ 0 w 69342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69342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6731000" y="0"/>
                </a:lnTo>
                <a:cubicBezTo>
                  <a:pt x="6843224" y="0"/>
                  <a:pt x="6934200" y="90976"/>
                  <a:pt x="6934200" y="203200"/>
                </a:cubicBezTo>
                <a:lnTo>
                  <a:pt x="6934200" y="5435600"/>
                </a:lnTo>
                <a:cubicBezTo>
                  <a:pt x="6934200" y="5547824"/>
                  <a:pt x="6843224" y="5638800"/>
                  <a:pt x="67310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6" hasCustomPrompt="1"/>
            <p:custDataLst>
              <p:tags r:id="rId15"/>
            </p:custDataLst>
          </p:nvPr>
        </p:nvSpPr>
        <p:spPr>
          <a:xfrm>
            <a:off x="5054600" y="1143000"/>
            <a:ext cx="6121400" cy="45720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705600" y="533400"/>
            <a:ext cx="48768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内容占位符 15"/>
          <p:cNvSpPr>
            <a:spLocks noGrp="1"/>
          </p:cNvSpPr>
          <p:nvPr>
            <p:ph idx="16392" hasCustomPrompt="1"/>
            <p:custDataLst>
              <p:tags r:id="rId14"/>
            </p:custDataLst>
          </p:nvPr>
        </p:nvSpPr>
        <p:spPr>
          <a:xfrm>
            <a:off x="609600" y="609600"/>
            <a:ext cx="5486400" cy="5638800"/>
          </a:xfrm>
          <a:custGeom>
            <a:avLst/>
            <a:gdLst>
              <a:gd name="connisteX0" fmla="*/ 0 w 5486400"/>
              <a:gd name="connsiteY0" fmla="*/ 203200 h 5638800"/>
              <a:gd name="connisteX1" fmla="*/ 203200 w 5486400"/>
              <a:gd name="connsiteY1" fmla="*/ 0 h 5638800"/>
              <a:gd name="connisteX2" fmla="*/ 5283200 w 5486400"/>
              <a:gd name="connsiteY2" fmla="*/ 0 h 5638800"/>
              <a:gd name="connisteX3" fmla="*/ 5486400 w 5486400"/>
              <a:gd name="connsiteY3" fmla="*/ 203200 h 5638800"/>
              <a:gd name="connisteX4" fmla="*/ 5486400 w 5486400"/>
              <a:gd name="connsiteY4" fmla="*/ 5435600 h 5638800"/>
              <a:gd name="connisteX5" fmla="*/ 5283200 w 5486400"/>
              <a:gd name="connsiteY5" fmla="*/ 5638800 h 5638800"/>
              <a:gd name="connisteX6" fmla="*/ 203200 w 5486400"/>
              <a:gd name="connsiteY6" fmla="*/ 5638800 h 5638800"/>
              <a:gd name="connisteX7" fmla="*/ 0 w 5486400"/>
              <a:gd name="connsiteY7" fmla="*/ 5435600 h 5638800"/>
              <a:gd name="connisteX8" fmla="*/ 0 w 54864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5435600"/>
                </a:lnTo>
                <a:cubicBezTo>
                  <a:pt x="5486400" y="5547824"/>
                  <a:pt x="5395424" y="5638800"/>
                  <a:pt x="52832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16393" hasCustomPrompt="1"/>
            <p:custDataLst>
              <p:tags r:id="rId15"/>
            </p:custDataLst>
          </p:nvPr>
        </p:nvSpPr>
        <p:spPr>
          <a:xfrm>
            <a:off x="6705600" y="22860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6" hasCustomPrompt="1"/>
            <p:custDataLst>
              <p:tags r:id="rId16"/>
            </p:custDataLst>
          </p:nvPr>
        </p:nvSpPr>
        <p:spPr>
          <a:xfrm>
            <a:off x="6858000" y="22860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7" hasCustomPrompt="1"/>
            <p:custDataLst>
              <p:tags r:id="rId17"/>
            </p:custDataLst>
          </p:nvPr>
        </p:nvSpPr>
        <p:spPr>
          <a:xfrm>
            <a:off x="6858000" y="27940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4" hasCustomPrompt="1"/>
            <p:custDataLst>
              <p:tags r:id="rId18"/>
            </p:custDataLst>
          </p:nvPr>
        </p:nvSpPr>
        <p:spPr>
          <a:xfrm>
            <a:off x="6705600" y="37084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88" hasCustomPrompt="1"/>
            <p:custDataLst>
              <p:tags r:id="rId19"/>
            </p:custDataLst>
          </p:nvPr>
        </p:nvSpPr>
        <p:spPr>
          <a:xfrm>
            <a:off x="6858000" y="37084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2" name="文本占位符 21"/>
          <p:cNvSpPr>
            <a:spLocks noGrp="1"/>
          </p:cNvSpPr>
          <p:nvPr>
            <p:ph type="body" idx="16389" hasCustomPrompt="1"/>
            <p:custDataLst>
              <p:tags r:id="rId20"/>
            </p:custDataLst>
          </p:nvPr>
        </p:nvSpPr>
        <p:spPr>
          <a:xfrm>
            <a:off x="6858000" y="42164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16395" hasCustomPrompt="1"/>
            <p:custDataLst>
              <p:tags r:id="rId21"/>
            </p:custDataLst>
          </p:nvPr>
        </p:nvSpPr>
        <p:spPr>
          <a:xfrm>
            <a:off x="67056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文本占位符 23"/>
          <p:cNvSpPr>
            <a:spLocks noGrp="1"/>
          </p:cNvSpPr>
          <p:nvPr>
            <p:ph type="body" idx="16390" hasCustomPrompt="1"/>
            <p:custDataLst>
              <p:tags r:id="rId22"/>
            </p:custDataLst>
          </p:nvPr>
        </p:nvSpPr>
        <p:spPr>
          <a:xfrm>
            <a:off x="6858000" y="51308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5" name="文本占位符 24"/>
          <p:cNvSpPr>
            <a:spLocks noGrp="1"/>
          </p:cNvSpPr>
          <p:nvPr>
            <p:ph type="body" idx="16391" hasCustomPrompt="1"/>
            <p:custDataLst>
              <p:tags r:id="rId23"/>
            </p:custDataLst>
          </p:nvPr>
        </p:nvSpPr>
        <p:spPr>
          <a:xfrm>
            <a:off x="6858000" y="56388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6_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48768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内容占位符 15"/>
          <p:cNvSpPr>
            <a:spLocks noGrp="1"/>
          </p:cNvSpPr>
          <p:nvPr>
            <p:ph idx="16392" hasCustomPrompt="1"/>
            <p:custDataLst>
              <p:tags r:id="rId14"/>
            </p:custDataLst>
          </p:nvPr>
        </p:nvSpPr>
        <p:spPr>
          <a:xfrm>
            <a:off x="6096000" y="609600"/>
            <a:ext cx="5486400" cy="5638800"/>
          </a:xfrm>
          <a:custGeom>
            <a:avLst/>
            <a:gdLst>
              <a:gd name="connisteX0" fmla="*/ 0 w 5486400"/>
              <a:gd name="connsiteY0" fmla="*/ 0 h 5638800"/>
              <a:gd name="connisteX1" fmla="*/ 5486400 w 5486400"/>
              <a:gd name="connsiteY1" fmla="*/ 0 h 5638800"/>
              <a:gd name="connisteX2" fmla="*/ 5486400 w 5486400"/>
              <a:gd name="connsiteY2" fmla="*/ 5638800 h 5638800"/>
              <a:gd name="connisteX3" fmla="*/ 0 w 5486400"/>
              <a:gd name="connsiteY3" fmla="*/ 5638800 h 5638800"/>
              <a:gd name="connisteX4" fmla="*/ 0 w 54864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5486400" h="5638800">
                <a:moveTo>
                  <a:pt x="0" y="0"/>
                </a:moveTo>
                <a:lnTo>
                  <a:pt x="5486400" y="0"/>
                </a:lnTo>
                <a:lnTo>
                  <a:pt x="54864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16393" hasCustomPrompt="1"/>
            <p:custDataLst>
              <p:tags r:id="rId15"/>
            </p:custDataLst>
          </p:nvPr>
        </p:nvSpPr>
        <p:spPr>
          <a:xfrm>
            <a:off x="609600" y="22860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6" hasCustomPrompt="1"/>
            <p:custDataLst>
              <p:tags r:id="rId16"/>
            </p:custDataLst>
          </p:nvPr>
        </p:nvSpPr>
        <p:spPr>
          <a:xfrm>
            <a:off x="762000" y="22860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7" hasCustomPrompt="1"/>
            <p:custDataLst>
              <p:tags r:id="rId17"/>
            </p:custDataLst>
          </p:nvPr>
        </p:nvSpPr>
        <p:spPr>
          <a:xfrm>
            <a:off x="762000" y="27940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4" hasCustomPrompt="1"/>
            <p:custDataLst>
              <p:tags r:id="rId18"/>
            </p:custDataLst>
          </p:nvPr>
        </p:nvSpPr>
        <p:spPr>
          <a:xfrm>
            <a:off x="609600" y="37084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88" hasCustomPrompt="1"/>
            <p:custDataLst>
              <p:tags r:id="rId19"/>
            </p:custDataLst>
          </p:nvPr>
        </p:nvSpPr>
        <p:spPr>
          <a:xfrm>
            <a:off x="762000" y="37084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2" name="文本占位符 21"/>
          <p:cNvSpPr>
            <a:spLocks noGrp="1"/>
          </p:cNvSpPr>
          <p:nvPr>
            <p:ph type="body" idx="16389" hasCustomPrompt="1"/>
            <p:custDataLst>
              <p:tags r:id="rId20"/>
            </p:custDataLst>
          </p:nvPr>
        </p:nvSpPr>
        <p:spPr>
          <a:xfrm>
            <a:off x="762000" y="42164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16395" hasCustomPrompt="1"/>
            <p:custDataLst>
              <p:tags r:id="rId21"/>
            </p:custDataLst>
          </p:nvPr>
        </p:nvSpPr>
        <p:spPr>
          <a:xfrm>
            <a:off x="6096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文本占位符 23"/>
          <p:cNvSpPr>
            <a:spLocks noGrp="1"/>
          </p:cNvSpPr>
          <p:nvPr>
            <p:ph type="body" idx="16390" hasCustomPrompt="1"/>
            <p:custDataLst>
              <p:tags r:id="rId22"/>
            </p:custDataLst>
          </p:nvPr>
        </p:nvSpPr>
        <p:spPr>
          <a:xfrm>
            <a:off x="762000" y="51308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5" name="文本占位符 24"/>
          <p:cNvSpPr>
            <a:spLocks noGrp="1"/>
          </p:cNvSpPr>
          <p:nvPr>
            <p:ph type="body" idx="16391" hasCustomPrompt="1"/>
            <p:custDataLst>
              <p:tags r:id="rId23"/>
            </p:custDataLst>
          </p:nvPr>
        </p:nvSpPr>
        <p:spPr>
          <a:xfrm>
            <a:off x="762000" y="56388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26_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109728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装饰  5"/>
          <p:cNvSpPr>
            <a:spLocks noGrp="1"/>
          </p:cNvSpPr>
          <p:nvPr>
            <p:ph type="body" idx="16390" hasCustomPrompt="1"/>
            <p:custDataLst>
              <p:tags r:id="rId14"/>
            </p:custDataLst>
          </p:nvPr>
        </p:nvSpPr>
        <p:spPr>
          <a:xfrm>
            <a:off x="609600" y="1524000"/>
            <a:ext cx="7416800" cy="2209800"/>
          </a:xfrm>
          <a:custGeom>
            <a:avLst/>
            <a:gdLst>
              <a:gd name="connisteX0" fmla="*/ 0 w 7416800"/>
              <a:gd name="connsiteY0" fmla="*/ 203200 h 2209800"/>
              <a:gd name="connisteX1" fmla="*/ 203200 w 7416800"/>
              <a:gd name="connsiteY1" fmla="*/ 0 h 2209800"/>
              <a:gd name="connisteX2" fmla="*/ 7416800 w 7416800"/>
              <a:gd name="connsiteY2" fmla="*/ 0 h 2209800"/>
              <a:gd name="connisteX3" fmla="*/ 7416800 w 7416800"/>
              <a:gd name="connsiteY3" fmla="*/ 2209800 h 2209800"/>
              <a:gd name="connisteX4" fmla="*/ 203200 w 7416800"/>
              <a:gd name="connsiteY4" fmla="*/ 2209800 h 2209800"/>
              <a:gd name="connisteX5" fmla="*/ 0 w 7416800"/>
              <a:gd name="connsiteY5" fmla="*/ 2006600 h 2209800"/>
              <a:gd name="connisteX6" fmla="*/ 0 w 74168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74168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7416800" y="0"/>
                </a:lnTo>
                <a:lnTo>
                  <a:pt x="74168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图片占位符 16"/>
          <p:cNvSpPr>
            <a:spLocks noGrp="1"/>
          </p:cNvSpPr>
          <p:nvPr>
            <p:ph type="pic" idx="16391" hasCustomPrompt="1"/>
            <p:custDataLst>
              <p:tags r:id="rId15"/>
            </p:custDataLst>
          </p:nvPr>
        </p:nvSpPr>
        <p:spPr>
          <a:xfrm>
            <a:off x="8026400" y="1524000"/>
            <a:ext cx="3556000" cy="2209800"/>
          </a:xfrm>
          <a:custGeom>
            <a:avLst/>
            <a:gdLst>
              <a:gd name="connisteX0" fmla="*/ 0 w 3556000"/>
              <a:gd name="connsiteY0" fmla="*/ 0 h 2209800"/>
              <a:gd name="connisteX1" fmla="*/ 3352800 w 3556000"/>
              <a:gd name="connsiteY1" fmla="*/ 0 h 2209800"/>
              <a:gd name="connisteX2" fmla="*/ 3556000 w 3556000"/>
              <a:gd name="connsiteY2" fmla="*/ 203200 h 2209800"/>
              <a:gd name="connisteX3" fmla="*/ 3556000 w 3556000"/>
              <a:gd name="connsiteY3" fmla="*/ 2006600 h 2209800"/>
              <a:gd name="connisteX4" fmla="*/ 3352800 w 3556000"/>
              <a:gd name="connsiteY4" fmla="*/ 2209800 h 2209800"/>
              <a:gd name="connisteX5" fmla="*/ 0 w 3556000"/>
              <a:gd name="connsiteY5" fmla="*/ 2209800 h 2209800"/>
              <a:gd name="connisteX6" fmla="*/ 0 w 35560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556000" h="2209800">
                <a:moveTo>
                  <a:pt x="0" y="0"/>
                </a:moveTo>
                <a:lnTo>
                  <a:pt x="3352800" y="0"/>
                </a:lnTo>
                <a:cubicBezTo>
                  <a:pt x="3465024" y="0"/>
                  <a:pt x="3556000" y="90976"/>
                  <a:pt x="3556000" y="203200"/>
                </a:cubicBezTo>
                <a:lnTo>
                  <a:pt x="3556000" y="2006600"/>
                </a:lnTo>
                <a:cubicBezTo>
                  <a:pt x="3556000" y="2118824"/>
                  <a:pt x="3465024" y="2209800"/>
                  <a:pt x="33528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6" hasCustomPrompt="1"/>
            <p:custDataLst>
              <p:tags r:id="rId16"/>
            </p:custDataLst>
          </p:nvPr>
        </p:nvSpPr>
        <p:spPr>
          <a:xfrm>
            <a:off x="914400" y="1892300"/>
            <a:ext cx="68072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7" hasCustomPrompt="1"/>
            <p:custDataLst>
              <p:tags r:id="rId17"/>
            </p:custDataLst>
          </p:nvPr>
        </p:nvSpPr>
        <p:spPr>
          <a:xfrm>
            <a:off x="914400" y="2451100"/>
            <a:ext cx="6807200" cy="914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2" hasCustomPrompt="1"/>
            <p:custDataLst>
              <p:tags r:id="rId18"/>
            </p:custDataLst>
          </p:nvPr>
        </p:nvSpPr>
        <p:spPr>
          <a:xfrm>
            <a:off x="4165600" y="4038600"/>
            <a:ext cx="7416800" cy="2209800"/>
          </a:xfrm>
          <a:custGeom>
            <a:avLst/>
            <a:gdLst>
              <a:gd name="connisteX0" fmla="*/ 0 w 7416800"/>
              <a:gd name="connsiteY0" fmla="*/ 0 h 2209800"/>
              <a:gd name="connisteX1" fmla="*/ 7213600 w 7416800"/>
              <a:gd name="connsiteY1" fmla="*/ 0 h 2209800"/>
              <a:gd name="connisteX2" fmla="*/ 7416800 w 7416800"/>
              <a:gd name="connsiteY2" fmla="*/ 203200 h 2209800"/>
              <a:gd name="connisteX3" fmla="*/ 7416800 w 7416800"/>
              <a:gd name="connsiteY3" fmla="*/ 2006600 h 2209800"/>
              <a:gd name="connisteX4" fmla="*/ 7213600 w 7416800"/>
              <a:gd name="connsiteY4" fmla="*/ 2209800 h 2209800"/>
              <a:gd name="connisteX5" fmla="*/ 0 w 7416800"/>
              <a:gd name="connsiteY5" fmla="*/ 2209800 h 2209800"/>
              <a:gd name="connisteX6" fmla="*/ 0 w 74168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7416800" h="2209800">
                <a:moveTo>
                  <a:pt x="0" y="0"/>
                </a:moveTo>
                <a:lnTo>
                  <a:pt x="7213600" y="0"/>
                </a:lnTo>
                <a:cubicBezTo>
                  <a:pt x="7325824" y="0"/>
                  <a:pt x="7416800" y="90976"/>
                  <a:pt x="7416800" y="203200"/>
                </a:cubicBezTo>
                <a:lnTo>
                  <a:pt x="7416800" y="2006600"/>
                </a:lnTo>
                <a:cubicBezTo>
                  <a:pt x="7416800" y="2118824"/>
                  <a:pt x="7325824" y="2209800"/>
                  <a:pt x="72136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图片占位符 20"/>
          <p:cNvSpPr>
            <a:spLocks noGrp="1"/>
          </p:cNvSpPr>
          <p:nvPr>
            <p:ph type="pic" idx="16393" hasCustomPrompt="1"/>
            <p:custDataLst>
              <p:tags r:id="rId19"/>
            </p:custDataLst>
          </p:nvPr>
        </p:nvSpPr>
        <p:spPr>
          <a:xfrm>
            <a:off x="609600" y="4038600"/>
            <a:ext cx="3556000" cy="2209800"/>
          </a:xfrm>
          <a:custGeom>
            <a:avLst/>
            <a:gdLst>
              <a:gd name="connisteX0" fmla="*/ 0 w 3556000"/>
              <a:gd name="connsiteY0" fmla="*/ 203200 h 2209800"/>
              <a:gd name="connisteX1" fmla="*/ 203200 w 3556000"/>
              <a:gd name="connsiteY1" fmla="*/ 0 h 2209800"/>
              <a:gd name="connisteX2" fmla="*/ 3556000 w 3556000"/>
              <a:gd name="connsiteY2" fmla="*/ 0 h 2209800"/>
              <a:gd name="connisteX3" fmla="*/ 3556000 w 3556000"/>
              <a:gd name="connsiteY3" fmla="*/ 2209800 h 2209800"/>
              <a:gd name="connisteX4" fmla="*/ 203200 w 3556000"/>
              <a:gd name="connsiteY4" fmla="*/ 2209800 h 2209800"/>
              <a:gd name="connisteX5" fmla="*/ 0 w 3556000"/>
              <a:gd name="connsiteY5" fmla="*/ 2006600 h 2209800"/>
              <a:gd name="connisteX6" fmla="*/ 0 w 35560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556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556000" y="0"/>
                </a:lnTo>
                <a:lnTo>
                  <a:pt x="35560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22" name="文本占位符 21"/>
          <p:cNvSpPr>
            <a:spLocks noGrp="1"/>
          </p:cNvSpPr>
          <p:nvPr>
            <p:ph type="body" idx="16388" hasCustomPrompt="1"/>
            <p:custDataLst>
              <p:tags r:id="rId20"/>
            </p:custDataLst>
          </p:nvPr>
        </p:nvSpPr>
        <p:spPr>
          <a:xfrm>
            <a:off x="4470400" y="4406900"/>
            <a:ext cx="68072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3" name="文本占位符 22"/>
          <p:cNvSpPr>
            <a:spLocks noGrp="1"/>
          </p:cNvSpPr>
          <p:nvPr>
            <p:ph type="body" idx="16389" hasCustomPrompt="1"/>
            <p:custDataLst>
              <p:tags r:id="rId21"/>
            </p:custDataLst>
          </p:nvPr>
        </p:nvSpPr>
        <p:spPr>
          <a:xfrm>
            <a:off x="4470400" y="4965700"/>
            <a:ext cx="6807200" cy="914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 235"/>
          <p:cNvGrpSpPr/>
          <p:nvPr userDrawn="1"/>
        </p:nvGrpSpPr>
        <p:grpSpPr>
          <a:xfrm>
            <a:off x="-1087482" y="-1169336"/>
            <a:ext cx="14366963" cy="9196672"/>
            <a:chOff x="-1517189" y="-871840"/>
            <a:chExt cx="14366963" cy="9196672"/>
          </a:xfrm>
          <a:solidFill>
            <a:schemeClr val="bg1">
              <a:alpha val="10000"/>
            </a:schemeClr>
          </a:solidFill>
        </p:grpSpPr>
        <p:sp>
          <p:nvSpPr>
            <p:cNvPr id="8" name="Freeform 7"/>
            <p:cNvSpPr>
              <a:spLocks noEditPoints="1"/>
            </p:cNvSpPr>
            <p:nvPr userDrawn="1">
              <p:custDataLst>
                <p:tags r:id="rId7"/>
              </p:custDataLst>
            </p:nvPr>
          </p:nvSpPr>
          <p:spPr bwMode="auto">
            <a:xfrm rot="20132266">
              <a:off x="3204672" y="5259246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9" name="Freeform 9"/>
            <p:cNvSpPr>
              <a:spLocks noEditPoints="1"/>
            </p:cNvSpPr>
            <p:nvPr userDrawn="1">
              <p:custDataLst>
                <p:tags r:id="rId8"/>
              </p:custDataLst>
            </p:nvPr>
          </p:nvSpPr>
          <p:spPr bwMode="auto">
            <a:xfrm>
              <a:off x="3276077" y="3086935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10" name="组 18"/>
            <p:cNvGrpSpPr/>
            <p:nvPr userDrawn="1"/>
          </p:nvGrpSpPr>
          <p:grpSpPr>
            <a:xfrm rot="1396810">
              <a:off x="5439148" y="3364452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227" name="Freeform 13"/>
              <p:cNvSpPr>
                <a:spLocks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130130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8" name="Freeform 14"/>
              <p:cNvSpPr/>
              <p:nvPr userDrawn="1">
                <p:custDataLst>
                  <p:tags r:id="rId10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9" name="Freeform 15"/>
              <p:cNvSpPr/>
              <p:nvPr userDrawn="1">
                <p:custDataLst>
                  <p:tags r:id="rId11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30" name="Freeform 17"/>
              <p:cNvSpPr>
                <a:spLocks noEditPoints="1"/>
              </p:cNvSpPr>
              <p:nvPr userDrawn="1">
                <p:custDataLst>
                  <p:tags r:id="rId12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11" name="Freeform 19"/>
            <p:cNvSpPr>
              <a:spLocks noEditPoints="1"/>
            </p:cNvSpPr>
            <p:nvPr userDrawn="1">
              <p:custDataLst>
                <p:tags r:id="rId13"/>
              </p:custDataLst>
            </p:nvPr>
          </p:nvSpPr>
          <p:spPr bwMode="auto">
            <a:xfrm rot="1363540">
              <a:off x="8673100" y="723488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2" name="Freeform 20"/>
            <p:cNvSpPr/>
            <p:nvPr userDrawn="1">
              <p:custDataLst>
                <p:tags r:id="rId14"/>
              </p:custDataLst>
            </p:nvPr>
          </p:nvSpPr>
          <p:spPr bwMode="auto">
            <a:xfrm rot="20253209">
              <a:off x="4644944" y="4409600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13" name="组合 12"/>
            <p:cNvGrpSpPr/>
            <p:nvPr userDrawn="1"/>
          </p:nvGrpSpPr>
          <p:grpSpPr>
            <a:xfrm rot="2116298">
              <a:off x="5097308" y="5328957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222" name="Freeform 5"/>
              <p:cNvSpPr/>
              <p:nvPr userDrawn="1">
                <p:custDataLst>
                  <p:tags r:id="rId15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3" name="Freeform 6"/>
              <p:cNvSpPr/>
              <p:nvPr userDrawn="1">
                <p:custDataLst>
                  <p:tags r:id="rId16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4" name="Freeform 7"/>
              <p:cNvSpPr/>
              <p:nvPr userDrawn="1">
                <p:custDataLst>
                  <p:tags r:id="rId17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5" name="Freeform 8"/>
              <p:cNvSpPr/>
              <p:nvPr userDrawn="1">
                <p:custDataLst>
                  <p:tags r:id="rId18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6" name="Freeform 9"/>
              <p:cNvSpPr/>
              <p:nvPr userDrawn="1">
                <p:custDataLst>
                  <p:tags r:id="rId19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14" name="组合 13"/>
            <p:cNvGrpSpPr/>
            <p:nvPr userDrawn="1"/>
          </p:nvGrpSpPr>
          <p:grpSpPr>
            <a:xfrm rot="19680185">
              <a:off x="2669841" y="4499503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220" name="Freeform 26"/>
              <p:cNvSpPr>
                <a:spLocks noEditPoints="1"/>
              </p:cNvSpPr>
              <p:nvPr userDrawn="1">
                <p:custDataLst>
                  <p:tags r:id="rId20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1" name="Freeform 27"/>
              <p:cNvSpPr/>
              <p:nvPr userDrawn="1">
                <p:custDataLst>
                  <p:tags r:id="rId21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15" name="Freeform 29"/>
            <p:cNvSpPr>
              <a:spLocks noEditPoints="1"/>
            </p:cNvSpPr>
            <p:nvPr userDrawn="1">
              <p:custDataLst>
                <p:tags r:id="rId22"/>
              </p:custDataLst>
            </p:nvPr>
          </p:nvSpPr>
          <p:spPr bwMode="auto">
            <a:xfrm>
              <a:off x="4567724" y="3130391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6" name="Freeform 5"/>
            <p:cNvSpPr>
              <a:spLocks noEditPoints="1"/>
            </p:cNvSpPr>
            <p:nvPr userDrawn="1">
              <p:custDataLst>
                <p:tags r:id="rId23"/>
              </p:custDataLst>
            </p:nvPr>
          </p:nvSpPr>
          <p:spPr bwMode="auto">
            <a:xfrm rot="1264384">
              <a:off x="3800465" y="6382321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17" name="组合 16"/>
            <p:cNvGrpSpPr/>
            <p:nvPr userDrawn="1"/>
          </p:nvGrpSpPr>
          <p:grpSpPr>
            <a:xfrm rot="1013132">
              <a:off x="2506793" y="6413812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213" name="Freeform 12"/>
              <p:cNvSpPr>
                <a:spLocks noEditPoints="1"/>
              </p:cNvSpPr>
              <p:nvPr userDrawn="1">
                <p:custDataLst>
                  <p:tags r:id="rId24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4" name="Freeform 13"/>
              <p:cNvSpPr/>
              <p:nvPr userDrawn="1">
                <p:custDataLst>
                  <p:tags r:id="rId25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5" name="Freeform 14"/>
              <p:cNvSpPr/>
              <p:nvPr userDrawn="1">
                <p:custDataLst>
                  <p:tags r:id="rId26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6" name="Freeform 15"/>
              <p:cNvSpPr/>
              <p:nvPr userDrawn="1">
                <p:custDataLst>
                  <p:tags r:id="rId27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7" name="Freeform 16"/>
              <p:cNvSpPr/>
              <p:nvPr userDrawn="1">
                <p:custDataLst>
                  <p:tags r:id="rId28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8" name="Freeform 17"/>
              <p:cNvSpPr/>
              <p:nvPr userDrawn="1">
                <p:custDataLst>
                  <p:tags r:id="rId29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9" name="Freeform 18"/>
              <p:cNvSpPr/>
              <p:nvPr userDrawn="1">
                <p:custDataLst>
                  <p:tags r:id="rId30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18" name="组合 17"/>
            <p:cNvGrpSpPr/>
            <p:nvPr userDrawn="1"/>
          </p:nvGrpSpPr>
          <p:grpSpPr>
            <a:xfrm>
              <a:off x="6063218" y="3624642"/>
              <a:ext cx="1301704" cy="1299270"/>
              <a:chOff x="6262690" y="5170488"/>
              <a:chExt cx="1697038" cy="1693863"/>
            </a:xfrm>
            <a:grpFill/>
          </p:grpSpPr>
          <p:sp>
            <p:nvSpPr>
              <p:cNvPr id="211" name="Freeform 19"/>
              <p:cNvSpPr>
                <a:spLocks noEditPoints="1"/>
              </p:cNvSpPr>
              <p:nvPr userDrawn="1">
                <p:custDataLst>
                  <p:tags r:id="rId31"/>
                </p:custDataLst>
              </p:nvPr>
            </p:nvSpPr>
            <p:spPr bwMode="auto">
              <a:xfrm>
                <a:off x="6262690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2" name="Freeform 20"/>
              <p:cNvSpPr/>
              <p:nvPr userDrawn="1">
                <p:custDataLst>
                  <p:tags r:id="rId32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19" name="Freeform 7"/>
            <p:cNvSpPr>
              <a:spLocks noEditPoints="1"/>
            </p:cNvSpPr>
            <p:nvPr userDrawn="1">
              <p:custDataLst>
                <p:tags r:id="rId33"/>
              </p:custDataLst>
            </p:nvPr>
          </p:nvSpPr>
          <p:spPr bwMode="auto">
            <a:xfrm rot="20132266">
              <a:off x="-1257123" y="4798205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20" name="Freeform 9"/>
            <p:cNvSpPr>
              <a:spLocks noEditPoints="1"/>
            </p:cNvSpPr>
            <p:nvPr userDrawn="1">
              <p:custDataLst>
                <p:tags r:id="rId34"/>
              </p:custDataLst>
            </p:nvPr>
          </p:nvSpPr>
          <p:spPr bwMode="auto">
            <a:xfrm>
              <a:off x="-491355" y="2831662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21" name="组 45"/>
            <p:cNvGrpSpPr/>
            <p:nvPr userDrawn="1"/>
          </p:nvGrpSpPr>
          <p:grpSpPr>
            <a:xfrm rot="1396810">
              <a:off x="998952" y="3722131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207" name="Freeform 13"/>
              <p:cNvSpPr>
                <a:spLocks noEditPoints="1"/>
              </p:cNvSpPr>
              <p:nvPr userDrawn="1">
                <p:custDataLst>
                  <p:tags r:id="rId35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8" name="Freeform 14"/>
              <p:cNvSpPr/>
              <p:nvPr userDrawn="1">
                <p:custDataLst>
                  <p:tags r:id="rId36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9" name="Freeform 15"/>
              <p:cNvSpPr/>
              <p:nvPr userDrawn="1">
                <p:custDataLst>
                  <p:tags r:id="rId37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0" name="Freeform 17"/>
              <p:cNvSpPr>
                <a:spLocks noEditPoints="1"/>
              </p:cNvSpPr>
              <p:nvPr userDrawn="1">
                <p:custDataLst>
                  <p:tags r:id="rId38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22" name="Freeform 19"/>
            <p:cNvSpPr>
              <a:spLocks noEditPoints="1"/>
            </p:cNvSpPr>
            <p:nvPr userDrawn="1">
              <p:custDataLst>
                <p:tags r:id="rId39"/>
              </p:custDataLst>
            </p:nvPr>
          </p:nvSpPr>
          <p:spPr bwMode="auto">
            <a:xfrm rot="1363540">
              <a:off x="337564" y="5792830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23" name="Freeform 20"/>
            <p:cNvSpPr/>
            <p:nvPr userDrawn="1">
              <p:custDataLst>
                <p:tags r:id="rId40"/>
              </p:custDataLst>
            </p:nvPr>
          </p:nvSpPr>
          <p:spPr bwMode="auto">
            <a:xfrm rot="20253209">
              <a:off x="158920" y="4485610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24" name="组合 23"/>
            <p:cNvGrpSpPr/>
            <p:nvPr userDrawn="1"/>
          </p:nvGrpSpPr>
          <p:grpSpPr>
            <a:xfrm rot="2116298">
              <a:off x="1231243" y="5128617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202" name="Freeform 5"/>
              <p:cNvSpPr/>
              <p:nvPr userDrawn="1">
                <p:custDataLst>
                  <p:tags r:id="rId41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3" name="Freeform 6"/>
              <p:cNvSpPr/>
              <p:nvPr userDrawn="1">
                <p:custDataLst>
                  <p:tags r:id="rId42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4" name="Freeform 7"/>
              <p:cNvSpPr/>
              <p:nvPr userDrawn="1">
                <p:custDataLst>
                  <p:tags r:id="rId43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5" name="Freeform 8"/>
              <p:cNvSpPr/>
              <p:nvPr userDrawn="1">
                <p:custDataLst>
                  <p:tags r:id="rId44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6" name="Freeform 9"/>
              <p:cNvSpPr/>
              <p:nvPr userDrawn="1">
                <p:custDataLst>
                  <p:tags r:id="rId45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25" name="组合 24"/>
            <p:cNvGrpSpPr/>
            <p:nvPr userDrawn="1"/>
          </p:nvGrpSpPr>
          <p:grpSpPr>
            <a:xfrm rot="19680185">
              <a:off x="-1517189" y="3803033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200" name="Freeform 26"/>
              <p:cNvSpPr>
                <a:spLocks noEditPoints="1"/>
              </p:cNvSpPr>
              <p:nvPr userDrawn="1">
                <p:custDataLst>
                  <p:tags r:id="rId46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1" name="Freeform 27"/>
              <p:cNvSpPr/>
              <p:nvPr userDrawn="1">
                <p:custDataLst>
                  <p:tags r:id="rId47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26" name="Freeform 29"/>
            <p:cNvSpPr>
              <a:spLocks noEditPoints="1"/>
            </p:cNvSpPr>
            <p:nvPr userDrawn="1">
              <p:custDataLst>
                <p:tags r:id="rId48"/>
              </p:custDataLst>
            </p:nvPr>
          </p:nvSpPr>
          <p:spPr bwMode="auto">
            <a:xfrm>
              <a:off x="760976" y="2751525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27" name="Freeform 5"/>
            <p:cNvSpPr>
              <a:spLocks noEditPoints="1"/>
            </p:cNvSpPr>
            <p:nvPr userDrawn="1">
              <p:custDataLst>
                <p:tags r:id="rId49"/>
              </p:custDataLst>
            </p:nvPr>
          </p:nvSpPr>
          <p:spPr bwMode="auto">
            <a:xfrm rot="1264384">
              <a:off x="1983280" y="5686214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28" name="组合 27"/>
            <p:cNvGrpSpPr/>
            <p:nvPr userDrawn="1"/>
          </p:nvGrpSpPr>
          <p:grpSpPr>
            <a:xfrm rot="1013132">
              <a:off x="1601368" y="4438604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93" name="Freeform 12"/>
              <p:cNvSpPr>
                <a:spLocks noEditPoints="1"/>
              </p:cNvSpPr>
              <p:nvPr userDrawn="1">
                <p:custDataLst>
                  <p:tags r:id="rId50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4" name="Freeform 13"/>
              <p:cNvSpPr/>
              <p:nvPr userDrawn="1">
                <p:custDataLst>
                  <p:tags r:id="rId51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5" name="Freeform 14"/>
              <p:cNvSpPr/>
              <p:nvPr userDrawn="1">
                <p:custDataLst>
                  <p:tags r:id="rId52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6" name="Freeform 15"/>
              <p:cNvSpPr/>
              <p:nvPr userDrawn="1">
                <p:custDataLst>
                  <p:tags r:id="rId53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7" name="Freeform 16"/>
              <p:cNvSpPr/>
              <p:nvPr userDrawn="1">
                <p:custDataLst>
                  <p:tags r:id="rId54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8" name="Freeform 17"/>
              <p:cNvSpPr/>
              <p:nvPr userDrawn="1">
                <p:custDataLst>
                  <p:tags r:id="rId55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9" name="Freeform 18"/>
              <p:cNvSpPr/>
              <p:nvPr userDrawn="1">
                <p:custDataLst>
                  <p:tags r:id="rId56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29" name="组合 28"/>
            <p:cNvGrpSpPr/>
            <p:nvPr userDrawn="1"/>
          </p:nvGrpSpPr>
          <p:grpSpPr>
            <a:xfrm>
              <a:off x="1798258" y="2947826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191" name="Freeform 19"/>
              <p:cNvSpPr>
                <a:spLocks noEditPoints="1"/>
              </p:cNvSpPr>
              <p:nvPr userDrawn="1">
                <p:custDataLst>
                  <p:tags r:id="rId57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2" name="Freeform 20"/>
              <p:cNvSpPr/>
              <p:nvPr userDrawn="1">
                <p:custDataLst>
                  <p:tags r:id="rId58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30" name="Freeform 7"/>
            <p:cNvSpPr>
              <a:spLocks noEditPoints="1"/>
            </p:cNvSpPr>
            <p:nvPr userDrawn="1">
              <p:custDataLst>
                <p:tags r:id="rId59"/>
              </p:custDataLst>
            </p:nvPr>
          </p:nvSpPr>
          <p:spPr bwMode="auto">
            <a:xfrm rot="21538996">
              <a:off x="7150383" y="5764310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31" name="Freeform 9"/>
            <p:cNvSpPr>
              <a:spLocks noEditPoints="1"/>
            </p:cNvSpPr>
            <p:nvPr userDrawn="1">
              <p:custDataLst>
                <p:tags r:id="rId60"/>
              </p:custDataLst>
            </p:nvPr>
          </p:nvSpPr>
          <p:spPr bwMode="auto">
            <a:xfrm rot="1406730">
              <a:off x="8537771" y="4215104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32" name="组 77"/>
            <p:cNvGrpSpPr/>
            <p:nvPr userDrawn="1"/>
          </p:nvGrpSpPr>
          <p:grpSpPr>
            <a:xfrm rot="2803540">
              <a:off x="9511163" y="5451183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187" name="Freeform 13"/>
              <p:cNvSpPr>
                <a:spLocks noEditPoints="1"/>
              </p:cNvSpPr>
              <p:nvPr userDrawn="1">
                <p:custDataLst>
                  <p:tags r:id="rId61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8" name="Freeform 14"/>
              <p:cNvSpPr/>
              <p:nvPr userDrawn="1">
                <p:custDataLst>
                  <p:tags r:id="rId62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9" name="Freeform 15"/>
              <p:cNvSpPr/>
              <p:nvPr userDrawn="1">
                <p:custDataLst>
                  <p:tags r:id="rId63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0" name="Freeform 17"/>
              <p:cNvSpPr>
                <a:spLocks noEditPoints="1"/>
              </p:cNvSpPr>
              <p:nvPr userDrawn="1">
                <p:custDataLst>
                  <p:tags r:id="rId64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33" name="Freeform 19"/>
            <p:cNvSpPr>
              <a:spLocks noEditPoints="1"/>
            </p:cNvSpPr>
            <p:nvPr userDrawn="1">
              <p:custDataLst>
                <p:tags r:id="rId65"/>
              </p:custDataLst>
            </p:nvPr>
          </p:nvSpPr>
          <p:spPr bwMode="auto">
            <a:xfrm rot="2770270">
              <a:off x="8355392" y="7325895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34" name="Freeform 20"/>
            <p:cNvSpPr/>
            <p:nvPr userDrawn="1">
              <p:custDataLst>
                <p:tags r:id="rId66"/>
              </p:custDataLst>
            </p:nvPr>
          </p:nvSpPr>
          <p:spPr bwMode="auto">
            <a:xfrm rot="59939">
              <a:off x="8625447" y="5843013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35" name="组合 34"/>
            <p:cNvGrpSpPr/>
            <p:nvPr userDrawn="1"/>
          </p:nvGrpSpPr>
          <p:grpSpPr>
            <a:xfrm rot="3523028">
              <a:off x="9384746" y="6959689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182" name="Freeform 5"/>
              <p:cNvSpPr/>
              <p:nvPr userDrawn="1">
                <p:custDataLst>
                  <p:tags r:id="rId67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3" name="Freeform 6"/>
              <p:cNvSpPr/>
              <p:nvPr userDrawn="1">
                <p:custDataLst>
                  <p:tags r:id="rId68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4" name="Freeform 7"/>
              <p:cNvSpPr/>
              <p:nvPr userDrawn="1">
                <p:custDataLst>
                  <p:tags r:id="rId69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5" name="Freeform 8"/>
              <p:cNvSpPr/>
              <p:nvPr userDrawn="1">
                <p:custDataLst>
                  <p:tags r:id="rId70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6" name="Freeform 9"/>
              <p:cNvSpPr/>
              <p:nvPr userDrawn="1">
                <p:custDataLst>
                  <p:tags r:id="rId71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36" name="组合 35"/>
            <p:cNvGrpSpPr/>
            <p:nvPr userDrawn="1"/>
          </p:nvGrpSpPr>
          <p:grpSpPr>
            <a:xfrm rot="21086915">
              <a:off x="7366693" y="4686026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180" name="Freeform 26"/>
              <p:cNvSpPr>
                <a:spLocks noEditPoints="1"/>
              </p:cNvSpPr>
              <p:nvPr userDrawn="1">
                <p:custDataLst>
                  <p:tags r:id="rId72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1" name="Freeform 27"/>
              <p:cNvSpPr/>
              <p:nvPr userDrawn="1">
                <p:custDataLst>
                  <p:tags r:id="rId73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37" name="Freeform 29"/>
            <p:cNvSpPr>
              <a:spLocks noEditPoints="1"/>
            </p:cNvSpPr>
            <p:nvPr userDrawn="1">
              <p:custDataLst>
                <p:tags r:id="rId74"/>
              </p:custDataLst>
            </p:nvPr>
          </p:nvSpPr>
          <p:spPr bwMode="auto">
            <a:xfrm rot="1406730">
              <a:off x="9836343" y="4616570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38" name="Freeform 5"/>
            <p:cNvSpPr>
              <a:spLocks noEditPoints="1"/>
            </p:cNvSpPr>
            <p:nvPr userDrawn="1">
              <p:custDataLst>
                <p:tags r:id="rId75"/>
              </p:custDataLst>
            </p:nvPr>
          </p:nvSpPr>
          <p:spPr bwMode="auto">
            <a:xfrm rot="2671114">
              <a:off x="9574736" y="7895511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39" name="组合 38"/>
            <p:cNvGrpSpPr/>
            <p:nvPr userDrawn="1"/>
          </p:nvGrpSpPr>
          <p:grpSpPr>
            <a:xfrm rot="2419862">
              <a:off x="9997017" y="6488458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73" name="Freeform 12"/>
              <p:cNvSpPr>
                <a:spLocks noEditPoints="1"/>
              </p:cNvSpPr>
              <p:nvPr userDrawn="1">
                <p:custDataLst>
                  <p:tags r:id="rId76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4" name="Freeform 13"/>
              <p:cNvSpPr/>
              <p:nvPr userDrawn="1">
                <p:custDataLst>
                  <p:tags r:id="rId77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5" name="Freeform 14"/>
              <p:cNvSpPr/>
              <p:nvPr userDrawn="1">
                <p:custDataLst>
                  <p:tags r:id="rId78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6" name="Freeform 15"/>
              <p:cNvSpPr/>
              <p:nvPr userDrawn="1">
                <p:custDataLst>
                  <p:tags r:id="rId79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7" name="Freeform 16"/>
              <p:cNvSpPr/>
              <p:nvPr userDrawn="1">
                <p:custDataLst>
                  <p:tags r:id="rId80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8" name="Freeform 17"/>
              <p:cNvSpPr/>
              <p:nvPr userDrawn="1">
                <p:custDataLst>
                  <p:tags r:id="rId81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9" name="Freeform 18"/>
              <p:cNvSpPr/>
              <p:nvPr userDrawn="1">
                <p:custDataLst>
                  <p:tags r:id="rId82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40" name="组合 39"/>
            <p:cNvGrpSpPr/>
            <p:nvPr userDrawn="1"/>
          </p:nvGrpSpPr>
          <p:grpSpPr>
            <a:xfrm rot="1406730">
              <a:off x="11173870" y="-871840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171" name="Freeform 19"/>
              <p:cNvSpPr>
                <a:spLocks noEditPoints="1"/>
              </p:cNvSpPr>
              <p:nvPr userDrawn="1">
                <p:custDataLst>
                  <p:tags r:id="rId83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2" name="Freeform 20"/>
              <p:cNvSpPr/>
              <p:nvPr userDrawn="1">
                <p:custDataLst>
                  <p:tags r:id="rId84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41" name="Freeform 7"/>
            <p:cNvSpPr>
              <a:spLocks noEditPoints="1"/>
            </p:cNvSpPr>
            <p:nvPr userDrawn="1">
              <p:custDataLst>
                <p:tags r:id="rId85"/>
              </p:custDataLst>
            </p:nvPr>
          </p:nvSpPr>
          <p:spPr bwMode="auto">
            <a:xfrm rot="20132266">
              <a:off x="-3210" y="1374612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Freeform 9"/>
            <p:cNvSpPr>
              <a:spLocks noEditPoints="1"/>
            </p:cNvSpPr>
            <p:nvPr userDrawn="1">
              <p:custDataLst>
                <p:tags r:id="rId86"/>
              </p:custDataLst>
            </p:nvPr>
          </p:nvSpPr>
          <p:spPr bwMode="auto">
            <a:xfrm>
              <a:off x="762558" y="-591931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43" name="组 109"/>
            <p:cNvGrpSpPr/>
            <p:nvPr userDrawn="1"/>
          </p:nvGrpSpPr>
          <p:grpSpPr>
            <a:xfrm rot="1396810">
              <a:off x="2252833" y="298531"/>
              <a:ext cx="337162" cy="1816149"/>
              <a:chOff x="6099175" y="2627313"/>
              <a:chExt cx="411163" cy="2214761"/>
            </a:xfrm>
            <a:grpFill/>
          </p:grpSpPr>
          <p:sp>
            <p:nvSpPr>
              <p:cNvPr id="165" name="Freeform 13"/>
              <p:cNvSpPr>
                <a:spLocks noEditPoints="1"/>
              </p:cNvSpPr>
              <p:nvPr userDrawn="1">
                <p:custDataLst>
                  <p:tags r:id="rId87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6" name="Freeform 14"/>
              <p:cNvSpPr/>
              <p:nvPr userDrawn="1">
                <p:custDataLst>
                  <p:tags r:id="rId88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7" name="Freeform 15"/>
              <p:cNvSpPr/>
              <p:nvPr userDrawn="1">
                <p:custDataLst>
                  <p:tags r:id="rId89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8" name="Freeform 17"/>
              <p:cNvSpPr>
                <a:spLocks noEditPoints="1"/>
              </p:cNvSpPr>
              <p:nvPr userDrawn="1">
                <p:custDataLst>
                  <p:tags r:id="rId90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9" name="Freeform 13"/>
              <p:cNvSpPr>
                <a:spLocks noEditPoints="1"/>
              </p:cNvSpPr>
              <p:nvPr userDrawn="1">
                <p:custDataLst>
                  <p:tags r:id="rId91"/>
                </p:custDataLst>
              </p:nvPr>
            </p:nvSpPr>
            <p:spPr bwMode="auto">
              <a:xfrm>
                <a:off x="6133588" y="3048199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solidFill>
                <a:schemeClr val="bg1">
                  <a:alpha val="10000"/>
                </a:schemeClr>
              </a:solidFill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0" name="Freeform 17"/>
              <p:cNvSpPr>
                <a:spLocks noEditPoints="1"/>
              </p:cNvSpPr>
              <p:nvPr userDrawn="1">
                <p:custDataLst>
                  <p:tags r:id="rId92"/>
                </p:custDataLst>
              </p:nvPr>
            </p:nvSpPr>
            <p:spPr bwMode="auto">
              <a:xfrm>
                <a:off x="6132001" y="4310261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solidFill>
                <a:schemeClr val="bg1">
                  <a:alpha val="10000"/>
                </a:schemeClr>
              </a:solidFill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44" name="Freeform 19"/>
            <p:cNvSpPr>
              <a:spLocks noEditPoints="1"/>
            </p:cNvSpPr>
            <p:nvPr userDrawn="1">
              <p:custDataLst>
                <p:tags r:id="rId93"/>
              </p:custDataLst>
            </p:nvPr>
          </p:nvSpPr>
          <p:spPr bwMode="auto">
            <a:xfrm rot="1363540">
              <a:off x="1591477" y="2369237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45" name="Freeform 20"/>
            <p:cNvSpPr/>
            <p:nvPr userDrawn="1">
              <p:custDataLst>
                <p:tags r:id="rId94"/>
              </p:custDataLst>
            </p:nvPr>
          </p:nvSpPr>
          <p:spPr bwMode="auto">
            <a:xfrm rot="20253209">
              <a:off x="1412833" y="1062017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46" name="组合 45"/>
            <p:cNvGrpSpPr/>
            <p:nvPr userDrawn="1"/>
          </p:nvGrpSpPr>
          <p:grpSpPr>
            <a:xfrm rot="2116298">
              <a:off x="2485156" y="1705024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159" name="Freeform 5"/>
              <p:cNvSpPr/>
              <p:nvPr userDrawn="1">
                <p:custDataLst>
                  <p:tags r:id="rId95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0" name="Freeform 6"/>
              <p:cNvSpPr/>
              <p:nvPr userDrawn="1">
                <p:custDataLst>
                  <p:tags r:id="rId96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1" name="Freeform 7"/>
              <p:cNvSpPr/>
              <p:nvPr userDrawn="1">
                <p:custDataLst>
                  <p:tags r:id="rId97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2" name="Freeform 8"/>
              <p:cNvSpPr/>
              <p:nvPr userDrawn="1">
                <p:custDataLst>
                  <p:tags r:id="rId98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3" name="Freeform 9"/>
              <p:cNvSpPr/>
              <p:nvPr userDrawn="1">
                <p:custDataLst>
                  <p:tags r:id="rId99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4" name="Freeform 6"/>
              <p:cNvSpPr/>
              <p:nvPr userDrawn="1">
                <p:custDataLst>
                  <p:tags r:id="rId100"/>
                </p:custDataLst>
              </p:nvPr>
            </p:nvSpPr>
            <p:spPr bwMode="auto">
              <a:xfrm>
                <a:off x="733276" y="3957829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solidFill>
                <a:schemeClr val="bg1">
                  <a:alpha val="10000"/>
                </a:schemeClr>
              </a:solidFill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47" name="组合 46"/>
            <p:cNvGrpSpPr/>
            <p:nvPr userDrawn="1"/>
          </p:nvGrpSpPr>
          <p:grpSpPr>
            <a:xfrm rot="19680185">
              <a:off x="-263276" y="379440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157" name="Freeform 26"/>
              <p:cNvSpPr>
                <a:spLocks noEditPoints="1"/>
              </p:cNvSpPr>
              <p:nvPr userDrawn="1">
                <p:custDataLst>
                  <p:tags r:id="rId101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8" name="Freeform 27"/>
              <p:cNvSpPr/>
              <p:nvPr userDrawn="1">
                <p:custDataLst>
                  <p:tags r:id="rId102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48" name="Freeform 29"/>
            <p:cNvSpPr>
              <a:spLocks noEditPoints="1"/>
            </p:cNvSpPr>
            <p:nvPr userDrawn="1">
              <p:custDataLst>
                <p:tags r:id="rId103"/>
              </p:custDataLst>
            </p:nvPr>
          </p:nvSpPr>
          <p:spPr bwMode="auto">
            <a:xfrm>
              <a:off x="2014889" y="-672068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49" name="Freeform 5"/>
            <p:cNvSpPr>
              <a:spLocks noEditPoints="1"/>
            </p:cNvSpPr>
            <p:nvPr userDrawn="1">
              <p:custDataLst>
                <p:tags r:id="rId104"/>
              </p:custDataLst>
            </p:nvPr>
          </p:nvSpPr>
          <p:spPr bwMode="auto">
            <a:xfrm rot="1264384">
              <a:off x="2980490" y="2441065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50" name="组合 49"/>
            <p:cNvGrpSpPr/>
            <p:nvPr userDrawn="1"/>
          </p:nvGrpSpPr>
          <p:grpSpPr>
            <a:xfrm rot="1013132">
              <a:off x="2855281" y="1015011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50" name="Freeform 12"/>
              <p:cNvSpPr>
                <a:spLocks noEditPoints="1"/>
              </p:cNvSpPr>
              <p:nvPr userDrawn="1">
                <p:custDataLst>
                  <p:tags r:id="rId105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1" name="Freeform 13"/>
              <p:cNvSpPr/>
              <p:nvPr userDrawn="1">
                <p:custDataLst>
                  <p:tags r:id="rId106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2" name="Freeform 14"/>
              <p:cNvSpPr/>
              <p:nvPr userDrawn="1">
                <p:custDataLst>
                  <p:tags r:id="rId107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3" name="Freeform 15"/>
              <p:cNvSpPr/>
              <p:nvPr userDrawn="1">
                <p:custDataLst>
                  <p:tags r:id="rId108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4" name="Freeform 16"/>
              <p:cNvSpPr/>
              <p:nvPr userDrawn="1">
                <p:custDataLst>
                  <p:tags r:id="rId109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5" name="Freeform 17"/>
              <p:cNvSpPr/>
              <p:nvPr userDrawn="1">
                <p:custDataLst>
                  <p:tags r:id="rId110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6" name="Freeform 18"/>
              <p:cNvSpPr/>
              <p:nvPr userDrawn="1">
                <p:custDataLst>
                  <p:tags r:id="rId111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51" name="组合 50"/>
            <p:cNvGrpSpPr/>
            <p:nvPr userDrawn="1"/>
          </p:nvGrpSpPr>
          <p:grpSpPr>
            <a:xfrm>
              <a:off x="3052171" y="-475767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148" name="Freeform 19"/>
              <p:cNvSpPr>
                <a:spLocks noEditPoints="1"/>
              </p:cNvSpPr>
              <p:nvPr userDrawn="1">
                <p:custDataLst>
                  <p:tags r:id="rId112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9" name="Freeform 20"/>
              <p:cNvSpPr/>
              <p:nvPr userDrawn="1">
                <p:custDataLst>
                  <p:tags r:id="rId113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52" name="Freeform 7"/>
            <p:cNvSpPr>
              <a:spLocks noEditPoints="1"/>
            </p:cNvSpPr>
            <p:nvPr userDrawn="1">
              <p:custDataLst>
                <p:tags r:id="rId114"/>
              </p:custDataLst>
            </p:nvPr>
          </p:nvSpPr>
          <p:spPr bwMode="auto">
            <a:xfrm rot="20132266">
              <a:off x="4165316" y="1969665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3" name="Freeform 9"/>
            <p:cNvSpPr>
              <a:spLocks noEditPoints="1"/>
            </p:cNvSpPr>
            <p:nvPr userDrawn="1">
              <p:custDataLst>
                <p:tags r:id="rId115"/>
              </p:custDataLst>
            </p:nvPr>
          </p:nvSpPr>
          <p:spPr bwMode="auto">
            <a:xfrm>
              <a:off x="4931084" y="3122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54" name="组 141"/>
            <p:cNvGrpSpPr/>
            <p:nvPr userDrawn="1"/>
          </p:nvGrpSpPr>
          <p:grpSpPr>
            <a:xfrm rot="1396810">
              <a:off x="6421391" y="893591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144" name="Freeform 13"/>
              <p:cNvSpPr>
                <a:spLocks noEditPoints="1"/>
              </p:cNvSpPr>
              <p:nvPr userDrawn="1">
                <p:custDataLst>
                  <p:tags r:id="rId116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5" name="Freeform 14"/>
              <p:cNvSpPr/>
              <p:nvPr userDrawn="1">
                <p:custDataLst>
                  <p:tags r:id="rId117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6" name="Freeform 15"/>
              <p:cNvSpPr/>
              <p:nvPr userDrawn="1">
                <p:custDataLst>
                  <p:tags r:id="rId118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7" name="Freeform 17"/>
              <p:cNvSpPr>
                <a:spLocks noEditPoints="1"/>
              </p:cNvSpPr>
              <p:nvPr userDrawn="1">
                <p:custDataLst>
                  <p:tags r:id="rId119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55" name="Freeform 19"/>
            <p:cNvSpPr>
              <a:spLocks noEditPoints="1"/>
            </p:cNvSpPr>
            <p:nvPr userDrawn="1">
              <p:custDataLst>
                <p:tags r:id="rId120"/>
              </p:custDataLst>
            </p:nvPr>
          </p:nvSpPr>
          <p:spPr bwMode="auto">
            <a:xfrm rot="1363540">
              <a:off x="5760003" y="2964290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6" name="Freeform 20"/>
            <p:cNvSpPr/>
            <p:nvPr userDrawn="1">
              <p:custDataLst>
                <p:tags r:id="rId121"/>
              </p:custDataLst>
            </p:nvPr>
          </p:nvSpPr>
          <p:spPr bwMode="auto">
            <a:xfrm rot="20253209">
              <a:off x="5581359" y="1657070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57" name="组合 56"/>
            <p:cNvGrpSpPr/>
            <p:nvPr userDrawn="1"/>
          </p:nvGrpSpPr>
          <p:grpSpPr>
            <a:xfrm rot="2116298">
              <a:off x="6653682" y="2300077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139" name="Freeform 5"/>
              <p:cNvSpPr/>
              <p:nvPr userDrawn="1">
                <p:custDataLst>
                  <p:tags r:id="rId122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0" name="Freeform 6"/>
              <p:cNvSpPr/>
              <p:nvPr userDrawn="1">
                <p:custDataLst>
                  <p:tags r:id="rId123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1" name="Freeform 7"/>
              <p:cNvSpPr/>
              <p:nvPr userDrawn="1">
                <p:custDataLst>
                  <p:tags r:id="rId124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2" name="Freeform 8"/>
              <p:cNvSpPr/>
              <p:nvPr userDrawn="1">
                <p:custDataLst>
                  <p:tags r:id="rId125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3" name="Freeform 9"/>
              <p:cNvSpPr/>
              <p:nvPr userDrawn="1">
                <p:custDataLst>
                  <p:tags r:id="rId126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58" name="组合 57"/>
            <p:cNvGrpSpPr/>
            <p:nvPr userDrawn="1"/>
          </p:nvGrpSpPr>
          <p:grpSpPr>
            <a:xfrm rot="19680185">
              <a:off x="3905250" y="974493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137" name="Freeform 26"/>
              <p:cNvSpPr>
                <a:spLocks noEditPoints="1"/>
              </p:cNvSpPr>
              <p:nvPr userDrawn="1">
                <p:custDataLst>
                  <p:tags r:id="rId127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8" name="Freeform 27"/>
              <p:cNvSpPr/>
              <p:nvPr userDrawn="1">
                <p:custDataLst>
                  <p:tags r:id="rId128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59" name="Freeform 29"/>
            <p:cNvSpPr>
              <a:spLocks noEditPoints="1"/>
            </p:cNvSpPr>
            <p:nvPr userDrawn="1">
              <p:custDataLst>
                <p:tags r:id="rId129"/>
              </p:custDataLst>
            </p:nvPr>
          </p:nvSpPr>
          <p:spPr bwMode="auto">
            <a:xfrm>
              <a:off x="6183415" y="-77015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60" name="Freeform 5"/>
            <p:cNvSpPr>
              <a:spLocks noEditPoints="1"/>
            </p:cNvSpPr>
            <p:nvPr userDrawn="1">
              <p:custDataLst>
                <p:tags r:id="rId130"/>
              </p:custDataLst>
            </p:nvPr>
          </p:nvSpPr>
          <p:spPr bwMode="auto">
            <a:xfrm rot="1264384">
              <a:off x="7128415" y="3155329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61" name="组合 60"/>
            <p:cNvGrpSpPr/>
            <p:nvPr userDrawn="1"/>
          </p:nvGrpSpPr>
          <p:grpSpPr>
            <a:xfrm rot="1013132">
              <a:off x="7023807" y="1610064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30" name="Freeform 12"/>
              <p:cNvSpPr>
                <a:spLocks noEditPoints="1"/>
              </p:cNvSpPr>
              <p:nvPr userDrawn="1">
                <p:custDataLst>
                  <p:tags r:id="rId131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1" name="Freeform 13"/>
              <p:cNvSpPr/>
              <p:nvPr userDrawn="1">
                <p:custDataLst>
                  <p:tags r:id="rId132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2" name="Freeform 14"/>
              <p:cNvSpPr/>
              <p:nvPr userDrawn="1">
                <p:custDataLst>
                  <p:tags r:id="rId133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3" name="Freeform 15"/>
              <p:cNvSpPr/>
              <p:nvPr userDrawn="1">
                <p:custDataLst>
                  <p:tags r:id="rId134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4" name="Freeform 16"/>
              <p:cNvSpPr/>
              <p:nvPr userDrawn="1">
                <p:custDataLst>
                  <p:tags r:id="rId135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5" name="Freeform 17"/>
              <p:cNvSpPr/>
              <p:nvPr userDrawn="1">
                <p:custDataLst>
                  <p:tags r:id="rId136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6" name="Freeform 18"/>
              <p:cNvSpPr/>
              <p:nvPr userDrawn="1">
                <p:custDataLst>
                  <p:tags r:id="rId137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62" name="组合 61"/>
            <p:cNvGrpSpPr/>
            <p:nvPr userDrawn="1"/>
          </p:nvGrpSpPr>
          <p:grpSpPr>
            <a:xfrm>
              <a:off x="7220697" y="119286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128" name="Freeform 19"/>
              <p:cNvSpPr>
                <a:spLocks noEditPoints="1"/>
              </p:cNvSpPr>
              <p:nvPr userDrawn="1">
                <p:custDataLst>
                  <p:tags r:id="rId138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9" name="Freeform 20"/>
              <p:cNvSpPr/>
              <p:nvPr userDrawn="1">
                <p:custDataLst>
                  <p:tags r:id="rId139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63" name="Freeform 7"/>
            <p:cNvSpPr>
              <a:spLocks noEditPoints="1"/>
            </p:cNvSpPr>
            <p:nvPr userDrawn="1">
              <p:custDataLst>
                <p:tags r:id="rId140"/>
              </p:custDataLst>
            </p:nvPr>
          </p:nvSpPr>
          <p:spPr bwMode="auto">
            <a:xfrm rot="20132266">
              <a:off x="7996220" y="3333169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64" name="Freeform 9"/>
            <p:cNvSpPr>
              <a:spLocks noEditPoints="1"/>
            </p:cNvSpPr>
            <p:nvPr userDrawn="1">
              <p:custDataLst>
                <p:tags r:id="rId141"/>
              </p:custDataLst>
            </p:nvPr>
          </p:nvSpPr>
          <p:spPr bwMode="auto">
            <a:xfrm>
              <a:off x="8803483" y="1209043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65" name="组 173"/>
            <p:cNvGrpSpPr/>
            <p:nvPr userDrawn="1"/>
          </p:nvGrpSpPr>
          <p:grpSpPr>
            <a:xfrm rot="1396810">
              <a:off x="10293790" y="2099512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124" name="Freeform 13"/>
              <p:cNvSpPr>
                <a:spLocks noEditPoints="1"/>
              </p:cNvSpPr>
              <p:nvPr userDrawn="1">
                <p:custDataLst>
                  <p:tags r:id="rId142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5" name="Freeform 14"/>
              <p:cNvSpPr/>
              <p:nvPr userDrawn="1">
                <p:custDataLst>
                  <p:tags r:id="rId143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6" name="Freeform 15"/>
              <p:cNvSpPr/>
              <p:nvPr userDrawn="1">
                <p:custDataLst>
                  <p:tags r:id="rId144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7" name="Freeform 17"/>
              <p:cNvSpPr>
                <a:spLocks noEditPoints="1"/>
              </p:cNvSpPr>
              <p:nvPr userDrawn="1">
                <p:custDataLst>
                  <p:tags r:id="rId145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66" name="Freeform 19"/>
            <p:cNvSpPr>
              <a:spLocks noEditPoints="1"/>
            </p:cNvSpPr>
            <p:nvPr userDrawn="1">
              <p:custDataLst>
                <p:tags r:id="rId146"/>
              </p:custDataLst>
            </p:nvPr>
          </p:nvSpPr>
          <p:spPr bwMode="auto">
            <a:xfrm rot="1363540">
              <a:off x="9632402" y="4170211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67" name="Freeform 20"/>
            <p:cNvSpPr/>
            <p:nvPr userDrawn="1">
              <p:custDataLst>
                <p:tags r:id="rId147"/>
              </p:custDataLst>
            </p:nvPr>
          </p:nvSpPr>
          <p:spPr bwMode="auto">
            <a:xfrm rot="20253209">
              <a:off x="9453758" y="2862991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68" name="组合 67"/>
            <p:cNvGrpSpPr/>
            <p:nvPr userDrawn="1"/>
          </p:nvGrpSpPr>
          <p:grpSpPr>
            <a:xfrm rot="2116298">
              <a:off x="10526081" y="3505998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119" name="Freeform 5"/>
              <p:cNvSpPr/>
              <p:nvPr userDrawn="1">
                <p:custDataLst>
                  <p:tags r:id="rId148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0" name="Freeform 6"/>
              <p:cNvSpPr/>
              <p:nvPr userDrawn="1">
                <p:custDataLst>
                  <p:tags r:id="rId149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1" name="Freeform 7"/>
              <p:cNvSpPr/>
              <p:nvPr userDrawn="1">
                <p:custDataLst>
                  <p:tags r:id="rId150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2" name="Freeform 8"/>
              <p:cNvSpPr/>
              <p:nvPr userDrawn="1">
                <p:custDataLst>
                  <p:tags r:id="rId151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3" name="Freeform 9"/>
              <p:cNvSpPr/>
              <p:nvPr userDrawn="1">
                <p:custDataLst>
                  <p:tags r:id="rId152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69" name="组合 68"/>
            <p:cNvGrpSpPr/>
            <p:nvPr userDrawn="1"/>
          </p:nvGrpSpPr>
          <p:grpSpPr>
            <a:xfrm rot="19680185">
              <a:off x="7879804" y="2119955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117" name="Freeform 26"/>
              <p:cNvSpPr>
                <a:spLocks noEditPoints="1"/>
              </p:cNvSpPr>
              <p:nvPr userDrawn="1">
                <p:custDataLst>
                  <p:tags r:id="rId153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8" name="Freeform 27"/>
              <p:cNvSpPr/>
              <p:nvPr userDrawn="1">
                <p:custDataLst>
                  <p:tags r:id="rId154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70" name="Freeform 29"/>
            <p:cNvSpPr>
              <a:spLocks noEditPoints="1"/>
            </p:cNvSpPr>
            <p:nvPr userDrawn="1">
              <p:custDataLst>
                <p:tags r:id="rId155"/>
              </p:custDataLst>
            </p:nvPr>
          </p:nvSpPr>
          <p:spPr bwMode="auto">
            <a:xfrm>
              <a:off x="10055814" y="1128906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71" name="Freeform 5"/>
            <p:cNvSpPr>
              <a:spLocks noEditPoints="1"/>
            </p:cNvSpPr>
            <p:nvPr userDrawn="1">
              <p:custDataLst>
                <p:tags r:id="rId156"/>
              </p:custDataLst>
            </p:nvPr>
          </p:nvSpPr>
          <p:spPr bwMode="auto">
            <a:xfrm rot="1264384">
              <a:off x="11021415" y="4242039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72" name="组合 71"/>
            <p:cNvGrpSpPr/>
            <p:nvPr userDrawn="1"/>
          </p:nvGrpSpPr>
          <p:grpSpPr>
            <a:xfrm rot="1013132">
              <a:off x="10896206" y="2815985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10" name="Freeform 12"/>
              <p:cNvSpPr>
                <a:spLocks noEditPoints="1"/>
              </p:cNvSpPr>
              <p:nvPr userDrawn="1">
                <p:custDataLst>
                  <p:tags r:id="rId157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1" name="Freeform 13"/>
              <p:cNvSpPr/>
              <p:nvPr userDrawn="1">
                <p:custDataLst>
                  <p:tags r:id="rId158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2" name="Freeform 14"/>
              <p:cNvSpPr/>
              <p:nvPr userDrawn="1">
                <p:custDataLst>
                  <p:tags r:id="rId159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3" name="Freeform 15"/>
              <p:cNvSpPr/>
              <p:nvPr userDrawn="1">
                <p:custDataLst>
                  <p:tags r:id="rId160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4" name="Freeform 16"/>
              <p:cNvSpPr/>
              <p:nvPr userDrawn="1">
                <p:custDataLst>
                  <p:tags r:id="rId161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5" name="Freeform 17"/>
              <p:cNvSpPr/>
              <p:nvPr userDrawn="1">
                <p:custDataLst>
                  <p:tags r:id="rId162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6" name="Freeform 18"/>
              <p:cNvSpPr/>
              <p:nvPr userDrawn="1">
                <p:custDataLst>
                  <p:tags r:id="rId163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73" name="组合 72"/>
            <p:cNvGrpSpPr/>
            <p:nvPr userDrawn="1"/>
          </p:nvGrpSpPr>
          <p:grpSpPr>
            <a:xfrm>
              <a:off x="11093096" y="1325207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108" name="Freeform 19"/>
              <p:cNvSpPr>
                <a:spLocks noEditPoints="1"/>
              </p:cNvSpPr>
              <p:nvPr userDrawn="1">
                <p:custDataLst>
                  <p:tags r:id="rId164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9" name="Freeform 20"/>
              <p:cNvSpPr/>
              <p:nvPr userDrawn="1">
                <p:custDataLst>
                  <p:tags r:id="rId165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74" name="组合 73"/>
            <p:cNvGrpSpPr/>
            <p:nvPr userDrawn="1"/>
          </p:nvGrpSpPr>
          <p:grpSpPr>
            <a:xfrm rot="1013132">
              <a:off x="6176564" y="5290989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01" name="Freeform 12"/>
              <p:cNvSpPr>
                <a:spLocks noEditPoints="1"/>
              </p:cNvSpPr>
              <p:nvPr userDrawn="1">
                <p:custDataLst>
                  <p:tags r:id="rId166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2" name="Freeform 13"/>
              <p:cNvSpPr/>
              <p:nvPr userDrawn="1">
                <p:custDataLst>
                  <p:tags r:id="rId167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3" name="Freeform 14"/>
              <p:cNvSpPr/>
              <p:nvPr userDrawn="1">
                <p:custDataLst>
                  <p:tags r:id="rId168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4" name="Freeform 15"/>
              <p:cNvSpPr/>
              <p:nvPr userDrawn="1">
                <p:custDataLst>
                  <p:tags r:id="rId169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5" name="Freeform 16"/>
              <p:cNvSpPr/>
              <p:nvPr userDrawn="1">
                <p:custDataLst>
                  <p:tags r:id="rId170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6" name="Freeform 17"/>
              <p:cNvSpPr/>
              <p:nvPr userDrawn="1">
                <p:custDataLst>
                  <p:tags r:id="rId171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7" name="Freeform 18"/>
              <p:cNvSpPr/>
              <p:nvPr userDrawn="1">
                <p:custDataLst>
                  <p:tags r:id="rId172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75" name="Freeform 19"/>
            <p:cNvSpPr>
              <a:spLocks noEditPoints="1"/>
            </p:cNvSpPr>
            <p:nvPr userDrawn="1">
              <p:custDataLst>
                <p:tags r:id="rId173"/>
              </p:custDataLst>
            </p:nvPr>
          </p:nvSpPr>
          <p:spPr bwMode="auto">
            <a:xfrm rot="3628785">
              <a:off x="4614671" y="6522288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76" name="Freeform 7"/>
            <p:cNvSpPr>
              <a:spLocks noEditPoints="1"/>
            </p:cNvSpPr>
            <p:nvPr userDrawn="1">
              <p:custDataLst>
                <p:tags r:id="rId174"/>
              </p:custDataLst>
            </p:nvPr>
          </p:nvSpPr>
          <p:spPr bwMode="auto">
            <a:xfrm rot="20132266">
              <a:off x="-807207" y="5977073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77" name="组合 76"/>
            <p:cNvGrpSpPr/>
            <p:nvPr userDrawn="1"/>
          </p:nvGrpSpPr>
          <p:grpSpPr>
            <a:xfrm rot="21086915">
              <a:off x="11056807" y="581802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99" name="Freeform 26"/>
              <p:cNvSpPr>
                <a:spLocks noEditPoints="1"/>
              </p:cNvSpPr>
              <p:nvPr userDrawn="1">
                <p:custDataLst>
                  <p:tags r:id="rId175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0" name="Freeform 27"/>
              <p:cNvSpPr/>
              <p:nvPr userDrawn="1">
                <p:custDataLst>
                  <p:tags r:id="rId176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78" name="组 215"/>
            <p:cNvGrpSpPr/>
            <p:nvPr userDrawn="1"/>
          </p:nvGrpSpPr>
          <p:grpSpPr>
            <a:xfrm rot="2803540">
              <a:off x="9225928" y="-1135170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95" name="Freeform 13"/>
              <p:cNvSpPr>
                <a:spLocks noEditPoints="1"/>
              </p:cNvSpPr>
              <p:nvPr userDrawn="1">
                <p:custDataLst>
                  <p:tags r:id="rId177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6" name="Freeform 14"/>
              <p:cNvSpPr/>
              <p:nvPr userDrawn="1">
                <p:custDataLst>
                  <p:tags r:id="rId178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7" name="Freeform 15"/>
              <p:cNvSpPr/>
              <p:nvPr userDrawn="1">
                <p:custDataLst>
                  <p:tags r:id="rId179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8" name="Freeform 17"/>
              <p:cNvSpPr>
                <a:spLocks noEditPoints="1"/>
              </p:cNvSpPr>
              <p:nvPr userDrawn="1">
                <p:custDataLst>
                  <p:tags r:id="rId180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79" name="组合 78"/>
            <p:cNvGrpSpPr/>
            <p:nvPr userDrawn="1"/>
          </p:nvGrpSpPr>
          <p:grpSpPr>
            <a:xfrm>
              <a:off x="5624277" y="6060101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93" name="Freeform 19"/>
              <p:cNvSpPr>
                <a:spLocks noEditPoints="1"/>
              </p:cNvSpPr>
              <p:nvPr userDrawn="1">
                <p:custDataLst>
                  <p:tags r:id="rId181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4" name="Freeform 20"/>
              <p:cNvSpPr/>
              <p:nvPr userDrawn="1">
                <p:custDataLst>
                  <p:tags r:id="rId182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80" name="Freeform 9"/>
            <p:cNvSpPr>
              <a:spLocks noEditPoints="1"/>
            </p:cNvSpPr>
            <p:nvPr userDrawn="1">
              <p:custDataLst>
                <p:tags r:id="rId183"/>
              </p:custDataLst>
            </p:nvPr>
          </p:nvSpPr>
          <p:spPr bwMode="auto">
            <a:xfrm>
              <a:off x="11714474" y="3298829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81" name="组合 80"/>
            <p:cNvGrpSpPr/>
            <p:nvPr userDrawn="1"/>
          </p:nvGrpSpPr>
          <p:grpSpPr>
            <a:xfrm rot="2116298">
              <a:off x="718678" y="6474358"/>
              <a:ext cx="1228067" cy="1069643"/>
              <a:chOff x="501650" y="3292475"/>
              <a:chExt cx="1735138" cy="1511300"/>
            </a:xfrm>
            <a:grpFill/>
          </p:grpSpPr>
          <p:sp>
            <p:nvSpPr>
              <p:cNvPr id="88" name="Freeform 5"/>
              <p:cNvSpPr/>
              <p:nvPr userDrawn="1">
                <p:custDataLst>
                  <p:tags r:id="rId184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89" name="Freeform 6"/>
              <p:cNvSpPr/>
              <p:nvPr userDrawn="1">
                <p:custDataLst>
                  <p:tags r:id="rId185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0" name="Freeform 7"/>
              <p:cNvSpPr/>
              <p:nvPr userDrawn="1">
                <p:custDataLst>
                  <p:tags r:id="rId186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1" name="Freeform 8"/>
              <p:cNvSpPr/>
              <p:nvPr userDrawn="1">
                <p:custDataLst>
                  <p:tags r:id="rId187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2" name="Freeform 9"/>
              <p:cNvSpPr/>
              <p:nvPr userDrawn="1">
                <p:custDataLst>
                  <p:tags r:id="rId188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82" name="Freeform 7"/>
            <p:cNvSpPr>
              <a:spLocks noEditPoints="1"/>
            </p:cNvSpPr>
            <p:nvPr userDrawn="1">
              <p:custDataLst>
                <p:tags r:id="rId189"/>
              </p:custDataLst>
            </p:nvPr>
          </p:nvSpPr>
          <p:spPr bwMode="auto">
            <a:xfrm rot="20132266">
              <a:off x="9763146" y="-248950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83" name="组合 82"/>
            <p:cNvGrpSpPr/>
            <p:nvPr userDrawn="1"/>
          </p:nvGrpSpPr>
          <p:grpSpPr>
            <a:xfrm rot="1406730">
              <a:off x="10767933" y="5424446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86" name="Freeform 19"/>
              <p:cNvSpPr>
                <a:spLocks noEditPoints="1"/>
              </p:cNvSpPr>
              <p:nvPr userDrawn="1">
                <p:custDataLst>
                  <p:tags r:id="rId190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87" name="Freeform 20"/>
              <p:cNvSpPr/>
              <p:nvPr userDrawn="1">
                <p:custDataLst>
                  <p:tags r:id="rId191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84" name="Freeform 19"/>
            <p:cNvSpPr>
              <a:spLocks noEditPoints="1"/>
            </p:cNvSpPr>
            <p:nvPr userDrawn="1">
              <p:custDataLst>
                <p:tags r:id="rId192"/>
              </p:custDataLst>
            </p:nvPr>
          </p:nvSpPr>
          <p:spPr bwMode="auto">
            <a:xfrm rot="21418795">
              <a:off x="11264443" y="4898673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85" name="Freeform 7"/>
            <p:cNvSpPr>
              <a:spLocks noEditPoints="1"/>
            </p:cNvSpPr>
            <p:nvPr userDrawn="1">
              <p:custDataLst>
                <p:tags r:id="rId193"/>
              </p:custDataLst>
            </p:nvPr>
          </p:nvSpPr>
          <p:spPr bwMode="auto">
            <a:xfrm rot="20132266">
              <a:off x="-1305" y="1375882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910386" y="256837"/>
            <a:ext cx="5526505" cy="657559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9" name="图形 8" descr="书籍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0" name="矩形 9"/>
          <p:cNvSpPr/>
          <p:nvPr userDrawn="1">
            <p:custDataLst>
              <p:tags r:id="rId9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10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logo"/>
          <p:cNvPicPr>
            <a:picLocks noChangeAspect="1"/>
          </p:cNvPicPr>
          <p:nvPr userDrawn="1"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>
            <p:custDataLst>
              <p:tags r:id="rId13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ir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"/>
          <p:cNvSpPr>
            <a:spLocks noGrp="1"/>
          </p:cNvSpPr>
          <p:nvPr>
            <p:ph type="pic" sz="quarter" idx="17"/>
            <p:custDataLst>
              <p:tags r:id="rId2"/>
            </p:custDataLst>
          </p:nvPr>
        </p:nvSpPr>
        <p:spPr>
          <a:xfrm>
            <a:off x="4064000" y="441961"/>
            <a:ext cx="4368800" cy="3083564"/>
          </a:xfrm>
          <a:custGeom>
            <a:avLst/>
            <a:gdLst/>
            <a:ahLst/>
            <a:cxnLst/>
            <a:rect l="l" t="t" r="r" b="b"/>
            <a:pathLst>
              <a:path w="3276600" h="3124200">
                <a:moveTo>
                  <a:pt x="3028950" y="0"/>
                </a:moveTo>
                <a:cubicBezTo>
                  <a:pt x="3165723" y="0"/>
                  <a:pt x="3276600" y="110877"/>
                  <a:pt x="3276600" y="247650"/>
                </a:cubicBezTo>
                <a:lnTo>
                  <a:pt x="3276600" y="2876550"/>
                </a:lnTo>
                <a:cubicBezTo>
                  <a:pt x="3276600" y="3013323"/>
                  <a:pt x="3165723" y="3124200"/>
                  <a:pt x="3028950" y="3124200"/>
                </a:cubicBezTo>
                <a:cubicBezTo>
                  <a:pt x="2892177" y="3124200"/>
                  <a:pt x="2781300" y="3013323"/>
                  <a:pt x="2781300" y="2876550"/>
                </a:cubicBezTo>
                <a:lnTo>
                  <a:pt x="2781300" y="247650"/>
                </a:lnTo>
                <a:cubicBezTo>
                  <a:pt x="2781300" y="110877"/>
                  <a:pt x="2892177" y="0"/>
                  <a:pt x="3028950" y="0"/>
                </a:cubicBezTo>
                <a:close/>
                <a:moveTo>
                  <a:pt x="2317750" y="0"/>
                </a:moveTo>
                <a:cubicBezTo>
                  <a:pt x="2454523" y="0"/>
                  <a:pt x="2565400" y="110877"/>
                  <a:pt x="2565400" y="247650"/>
                </a:cubicBezTo>
                <a:lnTo>
                  <a:pt x="2565400" y="2876550"/>
                </a:lnTo>
                <a:cubicBezTo>
                  <a:pt x="2565400" y="3013323"/>
                  <a:pt x="2454523" y="3124200"/>
                  <a:pt x="2317750" y="3124200"/>
                </a:cubicBezTo>
                <a:cubicBezTo>
                  <a:pt x="2180977" y="3124200"/>
                  <a:pt x="2070100" y="3013323"/>
                  <a:pt x="2070100" y="2876550"/>
                </a:cubicBezTo>
                <a:lnTo>
                  <a:pt x="2070100" y="247650"/>
                </a:lnTo>
                <a:cubicBezTo>
                  <a:pt x="2070100" y="110877"/>
                  <a:pt x="2180977" y="0"/>
                  <a:pt x="2317750" y="0"/>
                </a:cubicBezTo>
                <a:close/>
                <a:moveTo>
                  <a:pt x="1606550" y="0"/>
                </a:moveTo>
                <a:cubicBezTo>
                  <a:pt x="1743323" y="0"/>
                  <a:pt x="1854200" y="110877"/>
                  <a:pt x="1854200" y="247650"/>
                </a:cubicBezTo>
                <a:lnTo>
                  <a:pt x="1854200" y="2876550"/>
                </a:lnTo>
                <a:cubicBezTo>
                  <a:pt x="1854200" y="3013323"/>
                  <a:pt x="1743323" y="3124200"/>
                  <a:pt x="1606550" y="3124200"/>
                </a:cubicBezTo>
                <a:cubicBezTo>
                  <a:pt x="1469777" y="3124200"/>
                  <a:pt x="1358900" y="3013323"/>
                  <a:pt x="1358900" y="2876550"/>
                </a:cubicBezTo>
                <a:lnTo>
                  <a:pt x="1358900" y="247650"/>
                </a:lnTo>
                <a:cubicBezTo>
                  <a:pt x="1358900" y="110877"/>
                  <a:pt x="1469777" y="0"/>
                  <a:pt x="1606550" y="0"/>
                </a:cubicBezTo>
                <a:close/>
                <a:moveTo>
                  <a:pt x="958850" y="0"/>
                </a:moveTo>
                <a:cubicBezTo>
                  <a:pt x="1095623" y="0"/>
                  <a:pt x="1206500" y="110877"/>
                  <a:pt x="1206500" y="247650"/>
                </a:cubicBezTo>
                <a:lnTo>
                  <a:pt x="1206500" y="2876550"/>
                </a:lnTo>
                <a:cubicBezTo>
                  <a:pt x="1206500" y="3013323"/>
                  <a:pt x="1095623" y="3124200"/>
                  <a:pt x="958850" y="3124200"/>
                </a:cubicBezTo>
                <a:cubicBezTo>
                  <a:pt x="822077" y="3124200"/>
                  <a:pt x="711200" y="3013323"/>
                  <a:pt x="711200" y="2876550"/>
                </a:cubicBezTo>
                <a:lnTo>
                  <a:pt x="711200" y="247650"/>
                </a:lnTo>
                <a:cubicBezTo>
                  <a:pt x="711200" y="110877"/>
                  <a:pt x="822077" y="0"/>
                  <a:pt x="958850" y="0"/>
                </a:cubicBezTo>
                <a:close/>
                <a:moveTo>
                  <a:pt x="247650" y="0"/>
                </a:moveTo>
                <a:cubicBezTo>
                  <a:pt x="384423" y="0"/>
                  <a:pt x="495300" y="110877"/>
                  <a:pt x="495300" y="247650"/>
                </a:cubicBezTo>
                <a:lnTo>
                  <a:pt x="495300" y="2876550"/>
                </a:lnTo>
                <a:cubicBezTo>
                  <a:pt x="495300" y="3013323"/>
                  <a:pt x="384423" y="3124200"/>
                  <a:pt x="247650" y="3124200"/>
                </a:cubicBezTo>
                <a:cubicBezTo>
                  <a:pt x="110877" y="3124200"/>
                  <a:pt x="0" y="3013323"/>
                  <a:pt x="0" y="2876550"/>
                </a:cubicBezTo>
                <a:lnTo>
                  <a:pt x="0" y="247650"/>
                </a:lnTo>
                <a:cubicBezTo>
                  <a:pt x="0" y="110877"/>
                  <a:pt x="110877" y="0"/>
                  <a:pt x="247650" y="0"/>
                </a:cubicBezTo>
                <a:close/>
              </a:path>
            </a:pathLst>
          </a:custGeom>
          <a:effectLst/>
        </p:spPr>
        <p:txBody>
          <a:bodyPr vert="horz" lIns="95057" tIns="47529" rIns="95057" bIns="47529"/>
          <a:lstStyle>
            <a:lvl1pPr marL="0" indent="0" algn="ctr">
              <a:buNone/>
              <a:defRPr sz="900">
                <a:solidFill>
                  <a:srgbClr val="7F7F7F"/>
                </a:solidFill>
                <a:latin typeface="Lato Regular"/>
                <a:cs typeface="Lato Regular"/>
              </a:defRPr>
            </a:lvl1pPr>
          </a:lstStyle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  <p:custDataLst>
              <p:tags r:id="rId3"/>
            </p:custDataLst>
          </p:nvPr>
        </p:nvSpPr>
        <p:spPr>
          <a:xfrm>
            <a:off x="3954706" y="3801452"/>
            <a:ext cx="4511964" cy="431780"/>
          </a:xfrm>
          <a:prstGeom prst="rect">
            <a:avLst/>
          </a:prstGeom>
        </p:spPr>
        <p:txBody>
          <a:bodyPr vert="horz" lIns="0" tIns="40504" rIns="0" bIns="40504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00" b="1">
                <a:solidFill>
                  <a:schemeClr val="bg1"/>
                </a:solidFill>
                <a:latin typeface="Lato Hairline" panose="020F0202020204030203"/>
                <a:cs typeface="Lato Hairline" panose="020F0202020204030203"/>
              </a:defRPr>
            </a:lvl1pPr>
          </a:lstStyle>
          <a:p>
            <a:pPr lvl="0"/>
            <a:r>
              <a:rPr lang="es-ES_tradnl" dirty="0"/>
              <a:t>TITLE HERE</a:t>
            </a:r>
            <a:endParaRPr lang="es-ES_tradnl" dirty="0"/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  <p:custDataLst>
              <p:tags r:id="rId4"/>
            </p:custDataLst>
          </p:nvPr>
        </p:nvSpPr>
        <p:spPr>
          <a:xfrm>
            <a:off x="3954706" y="4385250"/>
            <a:ext cx="4511964" cy="228451"/>
          </a:xfrm>
          <a:prstGeom prst="rect">
            <a:avLst/>
          </a:prstGeom>
        </p:spPr>
        <p:txBody>
          <a:bodyPr vert="horz" lIns="0" tIns="40504" rIns="0" bIns="40504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accent3"/>
                </a:solidFill>
                <a:latin typeface="Lato Light" panose="020F0302020204030203"/>
                <a:cs typeface="Lato Light" panose="020F0302020204030203"/>
              </a:defRPr>
            </a:lvl1pPr>
          </a:lstStyle>
          <a:p>
            <a:pPr lvl="0"/>
            <a:r>
              <a:rPr lang="es-ES_tradnl" dirty="0" err="1"/>
              <a:t>Ultimate</a:t>
            </a:r>
            <a:r>
              <a:rPr lang="es-ES_tradnl" dirty="0"/>
              <a:t> </a:t>
            </a:r>
            <a:r>
              <a:rPr lang="es-ES_tradnl" dirty="0" err="1"/>
              <a:t>Powerpoint</a:t>
            </a:r>
            <a:r>
              <a:rPr lang="es-ES_tradnl" dirty="0"/>
              <a:t> </a:t>
            </a:r>
            <a:r>
              <a:rPr lang="es-ES_tradnl" dirty="0" err="1"/>
              <a:t>Template</a:t>
            </a:r>
            <a:endParaRPr lang="es-ES_tradnl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6" hasCustomPrompt="1"/>
            <p:custDataLst>
              <p:tags r:id="rId5"/>
            </p:custDataLst>
          </p:nvPr>
        </p:nvSpPr>
        <p:spPr>
          <a:xfrm>
            <a:off x="3975167" y="4817825"/>
            <a:ext cx="4488039" cy="153686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ctr">
              <a:lnSpc>
                <a:spcPct val="130000"/>
              </a:lnSpc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cs typeface="Lato Regular"/>
              </a:defRPr>
            </a:lvl1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tortor</a:t>
            </a:r>
            <a:r>
              <a:rPr lang="en-US" dirty="0"/>
              <a:t>, </a:t>
            </a:r>
            <a:r>
              <a:rPr lang="en-US" dirty="0" err="1"/>
              <a:t>mattis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dapibus</a:t>
            </a:r>
            <a:r>
              <a:rPr lang="en-US" dirty="0"/>
              <a:t> vitae, </a:t>
            </a:r>
            <a:r>
              <a:rPr lang="en-US" dirty="0" err="1"/>
              <a:t>euismod</a:t>
            </a:r>
            <a:r>
              <a:rPr lang="en-US" dirty="0"/>
              <a:t> non </a:t>
            </a:r>
            <a:r>
              <a:rPr lang="en-US" dirty="0" err="1"/>
              <a:t>purus</a:t>
            </a:r>
            <a:r>
              <a:rPr lang="en-US" dirty="0"/>
              <a:t>. Maecenas </a:t>
            </a:r>
            <a:r>
              <a:rPr lang="en-US" dirty="0" err="1"/>
              <a:t>ut</a:t>
            </a:r>
            <a:r>
              <a:rPr lang="en-US" dirty="0"/>
              <a:t> lacus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8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400"/>
                        <p:tgtEl>
                          <p:spTgt spid="8"/>
                        </p:tgtEl>
                      </p:cBhvr>
                    </p:animEffect>
                    <p:anim calcmode="lin" valueType="num">
                      <p:cBhvr>
                        <p:cTn dur="4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4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9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  <p:anim calcmode="lin" valueType="num">
                      <p:cBhvr>
                        <p:cTn dur="500" fill="hold"/>
                        <p:tgtEl>
                          <p:spTgt spid="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10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8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6" Type="http://schemas.openxmlformats.org/officeDocument/2006/relationships/theme" Target="../theme/theme2.xml"/><Relationship Id="rId15" Type="http://schemas.openxmlformats.org/officeDocument/2006/relationships/tags" Target="../tags/tag324.xml"/><Relationship Id="rId14" Type="http://schemas.openxmlformats.org/officeDocument/2006/relationships/tags" Target="../tags/tag323.xml"/><Relationship Id="rId13" Type="http://schemas.openxmlformats.org/officeDocument/2006/relationships/tags" Target="../tags/tag322.xml"/><Relationship Id="rId12" Type="http://schemas.openxmlformats.org/officeDocument/2006/relationships/tags" Target="../tags/tag321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168" y="52311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168" y="198361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altLang="zh-CN" dirty="0"/>
          </a:p>
          <a:p>
            <a:pPr lvl="5"/>
            <a:r>
              <a:rPr lang="zh-CN" altLang="en-US" dirty="0"/>
              <a:t>第六级</a:t>
            </a:r>
            <a:endParaRPr lang="en-US" altLang="zh-CN" dirty="0"/>
          </a:p>
          <a:p>
            <a:pPr marL="2971800" marR="0" lvl="6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第七级</a:t>
            </a:r>
            <a:endParaRPr lang="en-US" altLang="zh-CN" dirty="0"/>
          </a:p>
          <a:p>
            <a:pPr marL="3429000" marR="0" lvl="7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第八级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第九级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lvl="5"/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5pPr>
      <a:lvl6pPr marL="25146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defRPr lang="zh-CN" altLang="en-US" sz="2400" kern="1200" dirty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2"/>
            </p:custDataLst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3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4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</p:spTree>
    <p:custDataLst>
      <p:tags r:id="rId15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8.xml"/><Relationship Id="rId5" Type="http://schemas.openxmlformats.org/officeDocument/2006/relationships/tags" Target="../tags/tag329.xml"/><Relationship Id="rId4" Type="http://schemas.openxmlformats.org/officeDocument/2006/relationships/tags" Target="../tags/tag328.xml"/><Relationship Id="rId3" Type="http://schemas.openxmlformats.org/officeDocument/2006/relationships/tags" Target="../tags/tag327.xml"/><Relationship Id="rId2" Type="http://schemas.openxmlformats.org/officeDocument/2006/relationships/tags" Target="../tags/tag326.xml"/><Relationship Id="rId1" Type="http://schemas.openxmlformats.org/officeDocument/2006/relationships/tags" Target="../tags/tag325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7.xml"/><Relationship Id="rId3" Type="http://schemas.openxmlformats.org/officeDocument/2006/relationships/tags" Target="../tags/tag331.xml"/><Relationship Id="rId2" Type="http://schemas.openxmlformats.org/officeDocument/2006/relationships/image" Target="../media/image4.png"/><Relationship Id="rId1" Type="http://schemas.openxmlformats.org/officeDocument/2006/relationships/tags" Target="../tags/tag330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340.xml"/><Relationship Id="rId8" Type="http://schemas.openxmlformats.org/officeDocument/2006/relationships/tags" Target="../tags/tag339.xml"/><Relationship Id="rId7" Type="http://schemas.openxmlformats.org/officeDocument/2006/relationships/tags" Target="../tags/tag338.xml"/><Relationship Id="rId6" Type="http://schemas.openxmlformats.org/officeDocument/2006/relationships/tags" Target="../tags/tag337.xml"/><Relationship Id="rId5" Type="http://schemas.openxmlformats.org/officeDocument/2006/relationships/tags" Target="../tags/tag336.xml"/><Relationship Id="rId42" Type="http://schemas.openxmlformats.org/officeDocument/2006/relationships/notesSlide" Target="../notesSlides/notesSlide2.xml"/><Relationship Id="rId41" Type="http://schemas.openxmlformats.org/officeDocument/2006/relationships/slideLayout" Target="../slideLayouts/slideLayout19.xml"/><Relationship Id="rId40" Type="http://schemas.openxmlformats.org/officeDocument/2006/relationships/tags" Target="../tags/tag370.xml"/><Relationship Id="rId4" Type="http://schemas.openxmlformats.org/officeDocument/2006/relationships/tags" Target="../tags/tag335.xml"/><Relationship Id="rId39" Type="http://schemas.openxmlformats.org/officeDocument/2006/relationships/tags" Target="../tags/tag369.xml"/><Relationship Id="rId38" Type="http://schemas.openxmlformats.org/officeDocument/2006/relationships/tags" Target="../tags/tag368.xml"/><Relationship Id="rId37" Type="http://schemas.openxmlformats.org/officeDocument/2006/relationships/tags" Target="../tags/tag367.xml"/><Relationship Id="rId36" Type="http://schemas.openxmlformats.org/officeDocument/2006/relationships/tags" Target="../tags/tag366.xml"/><Relationship Id="rId35" Type="http://schemas.openxmlformats.org/officeDocument/2006/relationships/tags" Target="../tags/tag365.xml"/><Relationship Id="rId34" Type="http://schemas.openxmlformats.org/officeDocument/2006/relationships/tags" Target="../tags/tag364.xml"/><Relationship Id="rId33" Type="http://schemas.openxmlformats.org/officeDocument/2006/relationships/tags" Target="../tags/tag363.xml"/><Relationship Id="rId32" Type="http://schemas.openxmlformats.org/officeDocument/2006/relationships/tags" Target="../tags/tag362.xml"/><Relationship Id="rId31" Type="http://schemas.openxmlformats.org/officeDocument/2006/relationships/tags" Target="../tags/tag361.xml"/><Relationship Id="rId30" Type="http://schemas.openxmlformats.org/officeDocument/2006/relationships/tags" Target="../tags/tag360.xml"/><Relationship Id="rId3" Type="http://schemas.openxmlformats.org/officeDocument/2006/relationships/tags" Target="../tags/tag334.xml"/><Relationship Id="rId29" Type="http://schemas.openxmlformats.org/officeDocument/2006/relationships/tags" Target="../tags/tag359.xml"/><Relationship Id="rId28" Type="http://schemas.openxmlformats.org/officeDocument/2006/relationships/tags" Target="../tags/tag358.xml"/><Relationship Id="rId27" Type="http://schemas.openxmlformats.org/officeDocument/2006/relationships/tags" Target="../tags/tag357.xml"/><Relationship Id="rId26" Type="http://schemas.openxmlformats.org/officeDocument/2006/relationships/tags" Target="../tags/tag356.xml"/><Relationship Id="rId25" Type="http://schemas.openxmlformats.org/officeDocument/2006/relationships/tags" Target="../tags/tag355.xml"/><Relationship Id="rId24" Type="http://schemas.openxmlformats.org/officeDocument/2006/relationships/image" Target="../media/image5.jpeg"/><Relationship Id="rId23" Type="http://schemas.openxmlformats.org/officeDocument/2006/relationships/tags" Target="../tags/tag354.xml"/><Relationship Id="rId22" Type="http://schemas.openxmlformats.org/officeDocument/2006/relationships/tags" Target="../tags/tag353.xml"/><Relationship Id="rId21" Type="http://schemas.openxmlformats.org/officeDocument/2006/relationships/tags" Target="../tags/tag352.xml"/><Relationship Id="rId20" Type="http://schemas.openxmlformats.org/officeDocument/2006/relationships/tags" Target="../tags/tag351.xml"/><Relationship Id="rId2" Type="http://schemas.openxmlformats.org/officeDocument/2006/relationships/tags" Target="../tags/tag333.xml"/><Relationship Id="rId19" Type="http://schemas.openxmlformats.org/officeDocument/2006/relationships/tags" Target="../tags/tag350.xml"/><Relationship Id="rId18" Type="http://schemas.openxmlformats.org/officeDocument/2006/relationships/tags" Target="../tags/tag349.xml"/><Relationship Id="rId17" Type="http://schemas.openxmlformats.org/officeDocument/2006/relationships/tags" Target="../tags/tag348.xml"/><Relationship Id="rId16" Type="http://schemas.openxmlformats.org/officeDocument/2006/relationships/tags" Target="../tags/tag347.xml"/><Relationship Id="rId15" Type="http://schemas.openxmlformats.org/officeDocument/2006/relationships/tags" Target="../tags/tag346.xml"/><Relationship Id="rId14" Type="http://schemas.openxmlformats.org/officeDocument/2006/relationships/tags" Target="../tags/tag345.xml"/><Relationship Id="rId13" Type="http://schemas.openxmlformats.org/officeDocument/2006/relationships/tags" Target="../tags/tag344.xml"/><Relationship Id="rId12" Type="http://schemas.openxmlformats.org/officeDocument/2006/relationships/tags" Target="../tags/tag343.xml"/><Relationship Id="rId11" Type="http://schemas.openxmlformats.org/officeDocument/2006/relationships/tags" Target="../tags/tag342.xml"/><Relationship Id="rId10" Type="http://schemas.openxmlformats.org/officeDocument/2006/relationships/tags" Target="../tags/tag341.xml"/><Relationship Id="rId1" Type="http://schemas.openxmlformats.org/officeDocument/2006/relationships/tags" Target="../tags/tag332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7.xml"/><Relationship Id="rId6" Type="http://schemas.openxmlformats.org/officeDocument/2006/relationships/tags" Target="../tags/tag372.xm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tags" Target="../tags/tag371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tags" Target="../tags/tag374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tags" Target="../tags/tag373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7.xml"/><Relationship Id="rId3" Type="http://schemas.openxmlformats.org/officeDocument/2006/relationships/tags" Target="../tags/tag376.xml"/><Relationship Id="rId2" Type="http://schemas.openxmlformats.org/officeDocument/2006/relationships/image" Target="../media/image12.png"/><Relationship Id="rId1" Type="http://schemas.openxmlformats.org/officeDocument/2006/relationships/tags" Target="../tags/tag37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7" Type="http://schemas.openxmlformats.org/officeDocument/2006/relationships/tags" Target="../tags/tag378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tags" Target="../tags/tag377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7.xml"/><Relationship Id="rId5" Type="http://schemas.openxmlformats.org/officeDocument/2006/relationships/tags" Target="../tags/tag380.xml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tags" Target="../tags/tag379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tags" Target="../tags/tag382.xml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tags" Target="../tags/tag381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7.xml"/><Relationship Id="rId5" Type="http://schemas.openxmlformats.org/officeDocument/2006/relationships/tags" Target="../tags/tag384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tags" Target="../tags/tag383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7.xml"/><Relationship Id="rId3" Type="http://schemas.openxmlformats.org/officeDocument/2006/relationships/tags" Target="../tags/tag386.xml"/><Relationship Id="rId2" Type="http://schemas.openxmlformats.org/officeDocument/2006/relationships/image" Target="../media/image25.png"/><Relationship Id="rId1" Type="http://schemas.openxmlformats.org/officeDocument/2006/relationships/tags" Target="../tags/tag38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tags" Target="../tags/tag388.xml"/><Relationship Id="rId1" Type="http://schemas.openxmlformats.org/officeDocument/2006/relationships/tags" Target="../tags/tag387.xml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8.xml"/><Relationship Id="rId5" Type="http://schemas.openxmlformats.org/officeDocument/2006/relationships/tags" Target="../tags/tag393.xml"/><Relationship Id="rId4" Type="http://schemas.openxmlformats.org/officeDocument/2006/relationships/tags" Target="../tags/tag392.xml"/><Relationship Id="rId3" Type="http://schemas.openxmlformats.org/officeDocument/2006/relationships/tags" Target="../tags/tag391.xml"/><Relationship Id="rId2" Type="http://schemas.openxmlformats.org/officeDocument/2006/relationships/tags" Target="../tags/tag390.xml"/><Relationship Id="rId1" Type="http://schemas.openxmlformats.org/officeDocument/2006/relationships/tags" Target="../tags/tag38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>
            <a:off x="0" y="3950964"/>
            <a:ext cx="12192000" cy="29070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523961" y="1495990"/>
            <a:ext cx="9144000" cy="1260058"/>
          </a:xfrm>
        </p:spPr>
        <p:txBody>
          <a:bodyPr>
            <a:normAutofit/>
          </a:bodyPr>
          <a:lstStyle/>
          <a:p>
            <a:r>
              <a:rPr lang="en-US" altLang="zh-CN" sz="3900" dirty="0">
                <a:solidFill>
                  <a:schemeClr val="bg1"/>
                </a:solidFill>
              </a:rPr>
              <a:t>FLUSH</a:t>
            </a:r>
            <a:r>
              <a:rPr lang="zh-CN" altLang="en-US" sz="3900" dirty="0">
                <a:solidFill>
                  <a:schemeClr val="bg1"/>
                </a:solidFill>
              </a:rPr>
              <a:t> </a:t>
            </a:r>
            <a:r>
              <a:rPr lang="en-US" altLang="zh-CN" sz="3900" dirty="0">
                <a:solidFill>
                  <a:schemeClr val="bg1"/>
                </a:solidFill>
              </a:rPr>
              <a:t>AND</a:t>
            </a:r>
            <a:r>
              <a:rPr lang="zh-CN" altLang="en-US" sz="3900" dirty="0">
                <a:solidFill>
                  <a:schemeClr val="bg1"/>
                </a:solidFill>
              </a:rPr>
              <a:t> </a:t>
            </a:r>
            <a:r>
              <a:rPr lang="en-US" altLang="zh-CN" sz="3900" dirty="0">
                <a:solidFill>
                  <a:schemeClr val="bg1"/>
                </a:solidFill>
              </a:rPr>
              <a:t>RELOAD</a:t>
            </a:r>
            <a:endParaRPr lang="zh-CN" altLang="en-US" sz="3900" dirty="0">
              <a:solidFill>
                <a:schemeClr val="bg1"/>
              </a:solidFill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524000" y="4552548"/>
            <a:ext cx="9144000" cy="1655762"/>
          </a:xfrm>
        </p:spPr>
        <p:txBody>
          <a:bodyPr/>
          <a:lstStyle/>
          <a:p>
            <a:r>
              <a:rPr lang="zh-CN" altLang="en-US" dirty="0">
                <a:solidFill>
                  <a:schemeClr val="accent1"/>
                </a:solidFill>
                <a:latin typeface="+mj-lt"/>
              </a:rPr>
              <a:t>杨宇鑫</a:t>
            </a:r>
            <a:endParaRPr lang="en-US" altLang="zh-CN" dirty="0">
              <a:solidFill>
                <a:schemeClr val="accent1"/>
              </a:solidFill>
              <a:latin typeface="+mj-lt"/>
            </a:endParaRPr>
          </a:p>
          <a:p>
            <a:r>
              <a:rPr lang="zh-CN" altLang="en-US" dirty="0">
                <a:solidFill>
                  <a:schemeClr val="accent1"/>
                </a:solidFill>
                <a:latin typeface="+mj-lt"/>
              </a:rPr>
              <a:t>2</a:t>
            </a:r>
            <a:r>
              <a:rPr lang="en-US" altLang="zh-CN" dirty="0">
                <a:solidFill>
                  <a:schemeClr val="accent1"/>
                </a:solidFill>
                <a:latin typeface="+mj-lt"/>
              </a:rPr>
              <a:t>026.01.21</a:t>
            </a:r>
            <a:endParaRPr lang="zh-CN" altLang="en-US">
              <a:latin typeface="+mj-lt"/>
            </a:endParaRPr>
          </a:p>
        </p:txBody>
      </p:sp>
      <p:sp>
        <p:nvSpPr>
          <p:cNvPr id="6" name="矩形 5"/>
          <p:cNvSpPr/>
          <p:nvPr>
            <p:custDataLst>
              <p:tags r:id="rId4"/>
            </p:custDataLst>
          </p:nvPr>
        </p:nvSpPr>
        <p:spPr>
          <a:xfrm>
            <a:off x="1524000" y="1612241"/>
            <a:ext cx="9144000" cy="1507191"/>
          </a:xfrm>
          <a:prstGeom prst="rect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random/>
      </p:transition>
    </mc:Choice>
    <mc:Fallback>
      <p:transition spd="slow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1021853" y="180041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flush</a:t>
            </a:r>
            <a:r>
              <a:rPr lang="zh-CN" altLang="en-US">
                <a:solidFill>
                  <a:schemeClr val="bg1"/>
                </a:solidFill>
              </a:rPr>
              <a:t> </a:t>
            </a:r>
            <a:r>
              <a:rPr lang="en-US" altLang="zh-CN">
                <a:solidFill>
                  <a:schemeClr val="bg1"/>
                </a:solidFill>
              </a:rPr>
              <a:t>and</a:t>
            </a:r>
            <a:r>
              <a:rPr lang="zh-CN" altLang="en-US">
                <a:solidFill>
                  <a:schemeClr val="bg1"/>
                </a:solidFill>
              </a:rPr>
              <a:t> </a:t>
            </a:r>
            <a:r>
              <a:rPr lang="en-US" altLang="zh-CN">
                <a:solidFill>
                  <a:schemeClr val="bg1"/>
                </a:solidFill>
              </a:rPr>
              <a:t>reload</a:t>
            </a:r>
            <a:r>
              <a:rPr lang="zh-CN" altLang="en-US">
                <a:solidFill>
                  <a:schemeClr val="bg1"/>
                </a:solidFill>
              </a:rPr>
              <a:t> 代码分析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1272540"/>
            <a:ext cx="11778615" cy="19177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2800">
                <a:cs typeface="Arial" panose="020B0604020202020204" pitchFamily="34" charset="0"/>
              </a:rPr>
              <a:t>位于</a:t>
            </a:r>
            <a:r>
              <a:rPr lang="en-US" altLang="zh-CN" sz="2800"/>
              <a:t>vmscape</a:t>
            </a:r>
            <a:r>
              <a:rPr lang="zh-CN" altLang="en-US" sz="2800"/>
              <a:t>代码仓</a:t>
            </a:r>
            <a:endParaRPr lang="zh-CN" altLang="en-US" sz="2800"/>
          </a:p>
          <a:p>
            <a:r>
              <a:rPr lang="en-US" altLang="zh-CN" sz="2800"/>
              <a:t>uARF/src/flush_reload.c</a:t>
            </a:r>
            <a:r>
              <a:rPr lang="zh-CN" altLang="en-US" sz="2800"/>
              <a:t>路径下</a:t>
            </a:r>
            <a:r>
              <a:rPr lang="zh-CN" altLang="en-US" sz="2800"/>
              <a:t>的</a:t>
            </a:r>
            <a:endParaRPr lang="zh-CN" altLang="en-US" sz="2800"/>
          </a:p>
          <a:p>
            <a:r>
              <a:rPr lang="en-US" altLang="zh-CN" sz="2800">
                <a:sym typeface="+mn-ea"/>
              </a:rPr>
              <a:t>flush_reload.c</a:t>
            </a:r>
            <a:r>
              <a:rPr lang="zh-CN" altLang="en-US" sz="2800">
                <a:sym typeface="+mn-ea"/>
              </a:rPr>
              <a:t>文件分为</a:t>
            </a:r>
            <a:r>
              <a:rPr lang="en-US" altLang="zh-CN" sz="2800">
                <a:sym typeface="+mn-ea"/>
              </a:rPr>
              <a:t>7</a:t>
            </a:r>
            <a:r>
              <a:rPr lang="zh-CN" altLang="en-US" sz="2800">
                <a:sym typeface="+mn-ea"/>
              </a:rPr>
              <a:t>个部分：</a:t>
            </a:r>
            <a:endParaRPr lang="zh-CN" altLang="en-US" sz="2800"/>
          </a:p>
          <a:p>
            <a:endParaRPr lang="zh-CN" altLang="en-US" sz="28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955" y="943610"/>
            <a:ext cx="6583045" cy="591439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>
            <p:custDataLst>
              <p:tags r:id="rId1"/>
            </p:custDataLst>
          </p:nvPr>
        </p:nvGrpSpPr>
        <p:grpSpPr>
          <a:xfrm>
            <a:off x="5878985" y="400173"/>
            <a:ext cx="4486275" cy="657225"/>
            <a:chOff x="5681662" y="1235075"/>
            <a:chExt cx="4486275" cy="657225"/>
          </a:xfrm>
        </p:grpSpPr>
        <p:grpSp>
          <p:nvGrpSpPr>
            <p:cNvPr id="77" name="组合 76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80" name="矩形: 圆角 79"/>
              <p:cNvSpPr/>
              <p:nvPr>
                <p:custDataLst>
                  <p:tags r:id="rId2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81" name="直接连接符 80"/>
              <p:cNvCxnSpPr/>
              <p:nvPr>
                <p:custDataLst>
                  <p:tags r:id="rId3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文本框 4"/>
            <p:cNvSpPr txBox="1"/>
            <p:nvPr>
              <p:custDataLst>
                <p:tags r:id="rId4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1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9" name="文本框 5"/>
            <p:cNvSpPr txBox="1"/>
            <p:nvPr>
              <p:custDataLst>
                <p:tags r:id="rId5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  <a:sym typeface="+mn-ea"/>
                </a:rPr>
                <a:t>初始化实现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53" name="组合 52"/>
          <p:cNvGrpSpPr/>
          <p:nvPr>
            <p:custDataLst>
              <p:tags r:id="rId6"/>
            </p:custDataLst>
          </p:nvPr>
        </p:nvGrpSpPr>
        <p:grpSpPr>
          <a:xfrm>
            <a:off x="5878949" y="1292594"/>
            <a:ext cx="4486275" cy="657225"/>
            <a:chOff x="5681662" y="1235075"/>
            <a:chExt cx="4486275" cy="657225"/>
          </a:xfrm>
        </p:grpSpPr>
        <p:grpSp>
          <p:nvGrpSpPr>
            <p:cNvPr id="72" name="组合 71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75" name="矩形: 圆角 74"/>
              <p:cNvSpPr/>
              <p:nvPr>
                <p:custDataLst>
                  <p:tags r:id="rId7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6" name="直接连接符 75"/>
              <p:cNvCxnSpPr/>
              <p:nvPr>
                <p:custDataLst>
                  <p:tags r:id="rId8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文本框 9"/>
            <p:cNvSpPr txBox="1"/>
            <p:nvPr>
              <p:custDataLst>
                <p:tags r:id="rId9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2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4" name="文本框 10"/>
            <p:cNvSpPr txBox="1"/>
            <p:nvPr>
              <p:custDataLst>
                <p:tags r:id="rId10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800" dirty="0">
                  <a:solidFill>
                    <a:schemeClr val="bg1"/>
                  </a:solidFill>
                  <a:latin typeface="+mn-ea"/>
                  <a:sym typeface="+mn-ea"/>
                </a:rPr>
                <a:t>Flush</a:t>
              </a:r>
              <a:r>
                <a:rPr lang="zh-CN" altLang="en-US" sz="2800" dirty="0">
                  <a:solidFill>
                    <a:schemeClr val="bg1"/>
                  </a:solidFill>
                  <a:latin typeface="+mn-ea"/>
                  <a:sym typeface="+mn-ea"/>
                </a:rPr>
                <a:t>阶段实现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54" name="组合 53"/>
          <p:cNvGrpSpPr/>
          <p:nvPr>
            <p:custDataLst>
              <p:tags r:id="rId11"/>
            </p:custDataLst>
          </p:nvPr>
        </p:nvGrpSpPr>
        <p:grpSpPr>
          <a:xfrm>
            <a:off x="5878949" y="2184211"/>
            <a:ext cx="4486275" cy="657225"/>
            <a:chOff x="5681662" y="1235075"/>
            <a:chExt cx="4486275" cy="657225"/>
          </a:xfrm>
        </p:grpSpPr>
        <p:grpSp>
          <p:nvGrpSpPr>
            <p:cNvPr id="67" name="组合 66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70" name="矩形: 圆角 69"/>
              <p:cNvSpPr/>
              <p:nvPr>
                <p:custDataLst>
                  <p:tags r:id="rId12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1" name="直接连接符 70"/>
              <p:cNvCxnSpPr/>
              <p:nvPr>
                <p:custDataLst>
                  <p:tags r:id="rId13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文本框 15"/>
            <p:cNvSpPr txBox="1"/>
            <p:nvPr>
              <p:custDataLst>
                <p:tags r:id="rId14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3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69" name="文本框 16"/>
            <p:cNvSpPr txBox="1"/>
            <p:nvPr>
              <p:custDataLst>
                <p:tags r:id="rId15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</a:rPr>
                <a:t>分箱辅助</a:t>
              </a:r>
              <a:r>
                <a:rPr lang="zh-CN" altLang="en-US" sz="2800" dirty="0">
                  <a:solidFill>
                    <a:schemeClr val="bg1"/>
                  </a:solidFill>
                  <a:latin typeface="+mn-ea"/>
                </a:rPr>
                <a:t>函数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5878949" y="3075828"/>
            <a:ext cx="4486275" cy="657225"/>
            <a:chOff x="5681662" y="1235075"/>
            <a:chExt cx="4486275" cy="657225"/>
          </a:xfrm>
        </p:grpSpPr>
        <p:grpSp>
          <p:nvGrpSpPr>
            <p:cNvPr id="62" name="组合 61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65" name="矩形: 圆角 64"/>
              <p:cNvSpPr/>
              <p:nvPr>
                <p:custDataLst>
                  <p:tags r:id="rId17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66" name="直接连接符 65"/>
              <p:cNvCxnSpPr/>
              <p:nvPr>
                <p:custDataLst>
                  <p:tags r:id="rId18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文本框 21"/>
            <p:cNvSpPr txBox="1"/>
            <p:nvPr>
              <p:custDataLst>
                <p:tags r:id="rId19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4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64" name="文本框 22"/>
            <p:cNvSpPr txBox="1"/>
            <p:nvPr>
              <p:custDataLst>
                <p:tags r:id="rId20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  <a:sym typeface="+mn-ea"/>
                </a:rPr>
                <a:t>Reload阶段实现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cxnSp>
        <p:nvCxnSpPr>
          <p:cNvPr id="85" name="直接连接符 84"/>
          <p:cNvCxnSpPr/>
          <p:nvPr>
            <p:custDataLst>
              <p:tags r:id="rId21"/>
            </p:custDataLst>
          </p:nvPr>
        </p:nvCxnSpPr>
        <p:spPr>
          <a:xfrm>
            <a:off x="4126831" y="0"/>
            <a:ext cx="0" cy="6858000"/>
          </a:xfrm>
          <a:prstGeom prst="line">
            <a:avLst/>
          </a:prstGeom>
          <a:ln w="200025" cmpd="thickThin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3" name="文本框 82"/>
          <p:cNvSpPr txBox="1"/>
          <p:nvPr>
            <p:custDataLst>
              <p:tags r:id="rId22"/>
            </p:custDataLst>
          </p:nvPr>
        </p:nvSpPr>
        <p:spPr>
          <a:xfrm>
            <a:off x="3891785" y="505326"/>
            <a:ext cx="492443" cy="2489406"/>
          </a:xfrm>
          <a:prstGeom prst="rect">
            <a:avLst/>
          </a:prstGeom>
        </p:spPr>
        <p:txBody>
          <a:bodyPr vert="eaVert" wrap="square" lIns="0" tIns="0" rIns="0" bIns="0" rtlCol="0">
            <a:normAutofit fontScale="90000"/>
          </a:bodyPr>
          <a:lstStyle/>
          <a:p>
            <a:pPr algn="ctr"/>
            <a:r>
              <a:rPr lang="zh-CN" altLang="en-US" sz="3200" dirty="0">
                <a:solidFill>
                  <a:schemeClr val="accent1"/>
                </a:solidFill>
                <a:sym typeface="Arial" panose="020B0604020202020204" pitchFamily="34" charset="0"/>
              </a:rPr>
              <a:t>代码内容</a:t>
            </a:r>
            <a:endParaRPr lang="zh-CN" altLang="en-US" sz="3200" dirty="0">
              <a:solidFill>
                <a:schemeClr val="accent1"/>
              </a:solidFill>
              <a:sym typeface="Arial" panose="020B0604020202020204" pitchFamily="34" charset="0"/>
            </a:endParaRPr>
          </a:p>
        </p:txBody>
      </p:sp>
      <p:sp>
        <p:nvSpPr>
          <p:cNvPr id="86" name="矩形 85"/>
          <p:cNvSpPr/>
          <p:nvPr>
            <p:custDataLst>
              <p:tags r:id="rId23"/>
            </p:custDataLst>
          </p:nvPr>
        </p:nvSpPr>
        <p:spPr>
          <a:xfrm>
            <a:off x="-8774" y="-17294"/>
            <a:ext cx="3862133" cy="6858000"/>
          </a:xfrm>
          <a:prstGeom prst="rect">
            <a:avLst/>
          </a:prstGeom>
          <a:blipFill dpi="0" rotWithShape="1">
            <a:blip r:embed="rId2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600" dirty="0"/>
          </a:p>
        </p:txBody>
      </p:sp>
      <p:grpSp>
        <p:nvGrpSpPr>
          <p:cNvPr id="2" name="组合 1"/>
          <p:cNvGrpSpPr/>
          <p:nvPr>
            <p:custDataLst>
              <p:tags r:id="rId25"/>
            </p:custDataLst>
          </p:nvPr>
        </p:nvGrpSpPr>
        <p:grpSpPr>
          <a:xfrm>
            <a:off x="5878985" y="3969893"/>
            <a:ext cx="4486275" cy="657225"/>
            <a:chOff x="5681662" y="1235075"/>
            <a:chExt cx="4486275" cy="657225"/>
          </a:xfrm>
        </p:grpSpPr>
        <p:grpSp>
          <p:nvGrpSpPr>
            <p:cNvPr id="3" name="组合 2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4" name="矩形: 圆角 79"/>
              <p:cNvSpPr/>
              <p:nvPr>
                <p:custDataLst>
                  <p:tags r:id="rId26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5" name="直接连接符 4"/>
              <p:cNvCxnSpPr/>
              <p:nvPr>
                <p:custDataLst>
                  <p:tags r:id="rId27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文本框 4"/>
            <p:cNvSpPr txBox="1"/>
            <p:nvPr>
              <p:custDataLst>
                <p:tags r:id="rId28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5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" name="文本框 5"/>
            <p:cNvSpPr txBox="1"/>
            <p:nvPr>
              <p:custDataLst>
                <p:tags r:id="rId29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  <a:sym typeface="+mn-ea"/>
                </a:rPr>
                <a:t>结果统计实现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8" name="组合 7"/>
          <p:cNvGrpSpPr/>
          <p:nvPr>
            <p:custDataLst>
              <p:tags r:id="rId30"/>
            </p:custDataLst>
          </p:nvPr>
        </p:nvGrpSpPr>
        <p:grpSpPr>
          <a:xfrm>
            <a:off x="5878985" y="4863957"/>
            <a:ext cx="4486275" cy="657225"/>
            <a:chOff x="5681662" y="1235075"/>
            <a:chExt cx="4486275" cy="657225"/>
          </a:xfrm>
        </p:grpSpPr>
        <p:grpSp>
          <p:nvGrpSpPr>
            <p:cNvPr id="9" name="组合 8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10" name="矩形: 圆角 74"/>
              <p:cNvSpPr/>
              <p:nvPr>
                <p:custDataLst>
                  <p:tags r:id="rId31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11" name="直接连接符 10"/>
              <p:cNvCxnSpPr/>
              <p:nvPr>
                <p:custDataLst>
                  <p:tags r:id="rId32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文本框 9"/>
            <p:cNvSpPr txBox="1"/>
            <p:nvPr>
              <p:custDataLst>
                <p:tags r:id="rId33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6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3" name="文本框 10"/>
            <p:cNvSpPr txBox="1"/>
            <p:nvPr>
              <p:custDataLst>
                <p:tags r:id="rId34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  <a:sym typeface="+mn-ea"/>
                </a:rPr>
                <a:t>结果打印实现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14" name="组合 13"/>
          <p:cNvGrpSpPr/>
          <p:nvPr>
            <p:custDataLst>
              <p:tags r:id="rId35"/>
            </p:custDataLst>
          </p:nvPr>
        </p:nvGrpSpPr>
        <p:grpSpPr>
          <a:xfrm>
            <a:off x="5878985" y="5758022"/>
            <a:ext cx="4486275" cy="657225"/>
            <a:chOff x="5681662" y="1235075"/>
            <a:chExt cx="4486275" cy="657225"/>
          </a:xfrm>
        </p:grpSpPr>
        <p:grpSp>
          <p:nvGrpSpPr>
            <p:cNvPr id="15" name="组合 14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16" name="矩形: 圆角 69"/>
              <p:cNvSpPr/>
              <p:nvPr>
                <p:custDataLst>
                  <p:tags r:id="rId36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17" name="直接连接符 16"/>
              <p:cNvCxnSpPr/>
              <p:nvPr>
                <p:custDataLst>
                  <p:tags r:id="rId37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文本框 15"/>
            <p:cNvSpPr txBox="1"/>
            <p:nvPr>
              <p:custDataLst>
                <p:tags r:id="rId38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7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" name="文本框 16"/>
            <p:cNvSpPr txBox="1"/>
            <p:nvPr>
              <p:custDataLst>
                <p:tags r:id="rId39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</a:rPr>
                <a:t>资源释放</a:t>
              </a:r>
              <a:r>
                <a:rPr lang="zh-CN" altLang="en-US" sz="2800" dirty="0">
                  <a:solidFill>
                    <a:schemeClr val="bg1"/>
                  </a:solidFill>
                  <a:latin typeface="+mn-ea"/>
                </a:rPr>
                <a:t>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</p:spTree>
    <p:custDataLst>
      <p:tags r:id="rId40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random/>
      </p:transition>
    </mc:Choice>
    <mc:Fallback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1. </a:t>
            </a:r>
            <a:r>
              <a:rPr lang="zh-CN" altLang="en-US">
                <a:solidFill>
                  <a:schemeClr val="bg1"/>
                </a:solidFill>
              </a:rPr>
              <a:t>初始化 - </a:t>
            </a:r>
            <a:r>
              <a:rPr lang="en-US" altLang="zh-CN">
                <a:solidFill>
                  <a:schemeClr val="bg1"/>
                </a:solidFill>
              </a:rPr>
              <a:t>uarf_fr_init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6" name="图片 5" descr="post_object_image_174605899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5350"/>
            <a:ext cx="5167630" cy="5962650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5167630" y="895350"/>
            <a:ext cx="7025005" cy="5448300"/>
          </a:xfrm>
          <a:prstGeom prst="rect">
            <a:avLst/>
          </a:prstGeom>
        </p:spPr>
        <p:txBody>
          <a:bodyPr wrap="square" rtlCol="0">
            <a:noAutofit/>
          </a:bodyPr>
          <a:p>
            <a:pPr algn="l"/>
            <a:r>
              <a:rPr lang="en-US" altLang="zh-CN"/>
              <a:t>1. </a:t>
            </a:r>
            <a:r>
              <a:rPr lang="zh-CN" altLang="en-US" b="1"/>
              <a:t>槽位数</a:t>
            </a:r>
            <a:r>
              <a:rPr lang="en-US" altLang="zh-CN" b="1"/>
              <a:t>num_slots</a:t>
            </a:r>
            <a:r>
              <a:rPr lang="zh-CN" altLang="en-US"/>
              <a:t>：表示攻击者创建的共享内存数组的大小，必须是</a:t>
            </a:r>
            <a:r>
              <a:rPr lang="en-US" altLang="zh-CN"/>
              <a:t>2</a:t>
            </a:r>
            <a:r>
              <a:rPr lang="zh-CN" altLang="en-US"/>
              <a:t>的幂，因为后续使用位运算优化来计算槽位索引。</a:t>
            </a:r>
            <a:endParaRPr lang="zh-CN" altLang="en-US"/>
          </a:p>
          <a:p>
            <a:pPr algn="l"/>
            <a:endParaRPr lang="zh-CN" altLang="en-US"/>
          </a:p>
          <a:p>
            <a:pPr algn="l"/>
            <a:endParaRPr lang="zh-CN" altLang="en-US"/>
          </a:p>
          <a:p>
            <a:pPr algn="l"/>
            <a:endParaRPr lang="zh-CN" altLang="en-US"/>
          </a:p>
          <a:p>
            <a:pPr algn="l"/>
            <a:endParaRPr lang="en-US" altLang="zh-CN"/>
          </a:p>
          <a:p>
            <a:pPr algn="l"/>
            <a:r>
              <a:rPr lang="en-US" altLang="zh-CN"/>
              <a:t>2. </a:t>
            </a:r>
            <a:r>
              <a:rPr lang="zh-CN" altLang="en-US" b="1"/>
              <a:t>分箱数</a:t>
            </a:r>
            <a:r>
              <a:rPr lang="en-US" altLang="zh-CN" b="1"/>
              <a:t>num_bins</a:t>
            </a:r>
            <a:r>
              <a:rPr lang="zh-CN" altLang="en-US"/>
              <a:t>：表示将多次攻击迭代的结果分成多少个</a:t>
            </a:r>
            <a:r>
              <a:rPr lang="zh-CN" altLang="en-US"/>
              <a:t>箱，每个分箱存储一段时间内的攻击结果。</a:t>
            </a:r>
            <a:endParaRPr lang="zh-CN" altLang="en-US"/>
          </a:p>
          <a:p>
            <a:pPr algn="l"/>
            <a:r>
              <a:rPr lang="en-US" altLang="zh-CN"/>
              <a:t>3. </a:t>
            </a:r>
            <a:r>
              <a:rPr lang="zh-CN" altLang="en-US" b="1"/>
              <a:t>映射数组</a:t>
            </a:r>
            <a:r>
              <a:rPr lang="en-US" altLang="zh-CN" b="1"/>
              <a:t>bin_map</a:t>
            </a:r>
            <a:r>
              <a:rPr lang="zh-CN" altLang="en-US"/>
              <a:t>：迭代次数到分箱的映射，决定每个分箱包含的迭代次数范围。</a:t>
            </a:r>
            <a:endParaRPr lang="zh-CN" altLang="en-US"/>
          </a:p>
          <a:p>
            <a:pPr algn="l"/>
            <a:r>
              <a:rPr lang="en-US" altLang="zh-CN"/>
              <a:t>4.</a:t>
            </a:r>
            <a:r>
              <a:rPr lang="zh-CN" altLang="en-US"/>
              <a:t> </a:t>
            </a:r>
            <a:r>
              <a:rPr lang="zh-CN" altLang="en-US" b="1"/>
              <a:t>大页内存映射</a:t>
            </a:r>
            <a:r>
              <a:rPr lang="zh-CN" altLang="en-US"/>
              <a:t>：使用</a:t>
            </a:r>
            <a:r>
              <a:rPr lang="en-US" altLang="zh-CN"/>
              <a:t>Linux</a:t>
            </a:r>
            <a:r>
              <a:rPr lang="zh-CN" altLang="en-US"/>
              <a:t>内核提供的</a:t>
            </a:r>
            <a:r>
              <a:rPr lang="zh-CN" altLang="en-US">
                <a:sym typeface="+mn-ea"/>
              </a:rPr>
              <a:t>透明大页</a:t>
            </a:r>
            <a:r>
              <a:rPr lang="zh-CN" altLang="en-US"/>
              <a:t>技术，</a:t>
            </a:r>
            <a:r>
              <a:rPr lang="zh-CN" altLang="en-US"/>
              <a:t>增大页面，减少</a:t>
            </a:r>
            <a:r>
              <a:rPr lang="en-US" altLang="zh-CN"/>
              <a:t>TLB</a:t>
            </a:r>
            <a:r>
              <a:rPr lang="zh-CN" altLang="en-US"/>
              <a:t>条目数量，降低未命中概率，避免</a:t>
            </a:r>
            <a:r>
              <a:rPr lang="en-US" altLang="zh-CN"/>
              <a:t>TLB</a:t>
            </a:r>
            <a:r>
              <a:rPr lang="zh-CN" altLang="en-US"/>
              <a:t>未命中的时间干扰，确保测量结果只反映缓存状态。</a:t>
            </a:r>
            <a:endParaRPr lang="zh-CN" altLang="en-US"/>
          </a:p>
          <a:p>
            <a:pPr algn="l"/>
            <a:endParaRPr lang="en-US" altLang="zh-CN"/>
          </a:p>
          <a:p>
            <a:pPr algn="l"/>
            <a:endParaRPr lang="en-US" altLang="zh-CN"/>
          </a:p>
          <a:p>
            <a:pPr algn="l"/>
            <a:r>
              <a:rPr lang="en-US" altLang="zh-CN"/>
              <a:t>5.</a:t>
            </a:r>
            <a:r>
              <a:rPr lang="zh-CN" altLang="en-US"/>
              <a:t> </a:t>
            </a:r>
            <a:r>
              <a:rPr lang="zh-CN" altLang="en-US" b="1"/>
              <a:t>避免零页后备</a:t>
            </a:r>
            <a:r>
              <a:rPr lang="zh-CN" altLang="en-US"/>
              <a:t>：</a:t>
            </a:r>
            <a:r>
              <a:rPr lang="zh-CN" altLang="en-US" sz="1600"/>
              <a:t>零页后备是操作系统通过共享全零页来节省内存的机制，写时复制会在首次写入时产生额外开销。在</a:t>
            </a:r>
            <a:r>
              <a:rPr lang="en-US" altLang="zh-CN" sz="1600"/>
              <a:t>Flush and Reload</a:t>
            </a:r>
            <a:r>
              <a:rPr lang="zh-CN" altLang="en-US" sz="1600"/>
              <a:t>中，这种开销会干扰时间测量。通过初始化时填充非零内容，强制操作系统分配实际物理内存，避免了写时复制的时间干扰，确保测量结果只反映缓存状态，提高攻击准确性。</a:t>
            </a:r>
            <a:endParaRPr lang="zh-CN" altLang="en-US" sz="1600"/>
          </a:p>
        </p:txBody>
      </p:sp>
      <p:pic>
        <p:nvPicPr>
          <p:cNvPr id="9" name="图片 8" descr="post_object_image_257980799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1610" y="1536700"/>
            <a:ext cx="6550025" cy="979805"/>
          </a:xfrm>
          <a:prstGeom prst="rect">
            <a:avLst/>
          </a:prstGeom>
        </p:spPr>
      </p:pic>
      <p:pic>
        <p:nvPicPr>
          <p:cNvPr id="10" name="图片 9" descr="post_object_image_38515213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1610" y="4533265"/>
            <a:ext cx="4970780" cy="513080"/>
          </a:xfrm>
          <a:prstGeom prst="rect">
            <a:avLst/>
          </a:prstGeom>
        </p:spPr>
      </p:pic>
      <p:pic>
        <p:nvPicPr>
          <p:cNvPr id="11" name="图片 10" descr="post_object_image_280602987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1610" y="6296025"/>
            <a:ext cx="5903595" cy="55308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2. FLUSH</a:t>
            </a:r>
            <a:r>
              <a:rPr lang="zh-CN" altLang="en-US">
                <a:solidFill>
                  <a:schemeClr val="bg1"/>
                </a:solidFill>
              </a:rPr>
              <a:t>阶段 - </a:t>
            </a:r>
            <a:r>
              <a:rPr lang="en-US" altLang="zh-CN">
                <a:solidFill>
                  <a:schemeClr val="bg1"/>
                </a:solidFill>
              </a:rPr>
              <a:t>uarf_fr_flush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11" name="图片 10" descr="post_object_image_31655663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9637"/>
            <a:ext cx="6386820" cy="4005263"/>
          </a:xfrm>
          <a:prstGeom prst="rect">
            <a:avLst/>
          </a:prstGeom>
        </p:spPr>
      </p:pic>
      <p:sp>
        <p:nvSpPr>
          <p:cNvPr id="12" name="文本框 11"/>
          <p:cNvSpPr txBox="1"/>
          <p:nvPr userDrawn="1"/>
        </p:nvSpPr>
        <p:spPr>
          <a:xfrm>
            <a:off x="6386830" y="909320"/>
            <a:ext cx="5907405" cy="3220720"/>
          </a:xfrm>
          <a:prstGeom prst="rect">
            <a:avLst/>
          </a:prstGeom>
        </p:spPr>
        <p:txBody>
          <a:bodyPr wrap="square" rtlCol="0">
            <a:noAutofit/>
          </a:bodyPr>
          <a:p>
            <a:pPr algn="l"/>
            <a:r>
              <a:rPr lang="en-US" altLang="zh-CN"/>
              <a:t>1. </a:t>
            </a:r>
            <a:r>
              <a:rPr lang="zh-CN" altLang="en-US" b="1"/>
              <a:t>多重内存屏障</a:t>
            </a:r>
            <a:r>
              <a:rPr lang="zh-CN" altLang="en-US"/>
              <a:t>：</a:t>
            </a:r>
            <a:r>
              <a:rPr lang="en-US" altLang="zh-CN"/>
              <a:t>uarf_mfence(); uarf_sfence(); uarf_lfence(); </a:t>
            </a:r>
            <a:r>
              <a:rPr lang="zh-CN" altLang="en-US"/>
              <a:t>防止</a:t>
            </a:r>
            <a:r>
              <a:rPr lang="en-US" altLang="zh-CN"/>
              <a:t>CPU</a:t>
            </a:r>
            <a:r>
              <a:rPr lang="zh-CN" altLang="en-US"/>
              <a:t>乱序执行内存操作，确保内存操作的顺序性和</a:t>
            </a:r>
            <a:r>
              <a:rPr lang="zh-CN" altLang="en-US"/>
              <a:t>可控性。</a:t>
            </a:r>
            <a:endParaRPr lang="zh-CN" altLang="en-US"/>
          </a:p>
          <a:p>
            <a:pPr algn="l"/>
            <a:r>
              <a:rPr lang="en-US" altLang="zh-CN"/>
              <a:t>2.</a:t>
            </a:r>
            <a:r>
              <a:rPr lang="zh-CN" altLang="en-US"/>
              <a:t> </a:t>
            </a:r>
            <a:r>
              <a:rPr lang="en-US" altLang="zh-CN" b="1"/>
              <a:t>clflush</a:t>
            </a:r>
            <a:r>
              <a:rPr lang="zh-CN" altLang="en-US" b="1"/>
              <a:t>指令</a:t>
            </a:r>
            <a:r>
              <a:rPr lang="zh-CN" altLang="en-US"/>
              <a:t>：遍历缓冲区中的所有槽位，执行</a:t>
            </a:r>
            <a:r>
              <a:rPr lang="en-US" altLang="zh-CN"/>
              <a:t>clflush</a:t>
            </a:r>
            <a:r>
              <a:rPr lang="zh-CN" altLang="en-US"/>
              <a:t>指令，清除该地址所在的整个缓存行。而</a:t>
            </a:r>
            <a:r>
              <a:rPr lang="en-US" altLang="zh-CN"/>
              <a:t>uarf_clflush()</a:t>
            </a:r>
            <a:r>
              <a:rPr lang="zh-CN" altLang="en-US"/>
              <a:t>的定义在</a:t>
            </a:r>
            <a:r>
              <a:rPr lang="en-US" altLang="zh-CN"/>
              <a:t>uARF\include\lib.h</a:t>
            </a:r>
            <a:r>
              <a:rPr lang="zh-CN" altLang="en-US"/>
              <a:t>文件中：</a:t>
            </a:r>
            <a:endParaRPr lang="zh-CN" altLang="en-US"/>
          </a:p>
          <a:p>
            <a:pPr algn="l"/>
            <a:endParaRPr lang="zh-CN" altLang="en-US"/>
          </a:p>
          <a:p>
            <a:pPr algn="l"/>
            <a:endParaRPr lang="zh-CN" altLang="en-US"/>
          </a:p>
          <a:p>
            <a:pPr algn="l"/>
            <a:endParaRPr lang="zh-CN" altLang="en-US"/>
          </a:p>
          <a:p>
            <a:pPr algn="l"/>
            <a:r>
              <a:rPr lang="zh-CN" altLang="en-US"/>
              <a:t>通过内联汇编封装</a:t>
            </a:r>
            <a:r>
              <a:rPr lang="en-US" altLang="zh-CN"/>
              <a:t>x86</a:t>
            </a:r>
            <a:r>
              <a:rPr lang="zh-CN" altLang="en-US"/>
              <a:t>架构的</a:t>
            </a:r>
            <a:r>
              <a:rPr lang="en-US" altLang="zh-CN"/>
              <a:t>clflush</a:t>
            </a:r>
            <a:r>
              <a:rPr lang="zh-CN" altLang="en-US"/>
              <a:t>指令，刷新特定内存地址的缓存行。</a:t>
            </a:r>
            <a:endParaRPr lang="zh-CN" altLang="en-US"/>
          </a:p>
        </p:txBody>
      </p:sp>
      <p:pic>
        <p:nvPicPr>
          <p:cNvPr id="13" name="图片 12" descr="post_object_image_286489629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523" y="2654937"/>
            <a:ext cx="5550218" cy="705164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3. </a:t>
            </a:r>
            <a:r>
              <a:rPr lang="zh-CN" altLang="en-US">
                <a:solidFill>
                  <a:schemeClr val="bg1"/>
                </a:solidFill>
              </a:rPr>
              <a:t>分箱辅助函数</a:t>
            </a:r>
            <a:r>
              <a:rPr lang="en-US" altLang="zh-CN">
                <a:solidFill>
                  <a:schemeClr val="bg1"/>
                </a:solidFill>
              </a:rPr>
              <a:t> </a:t>
            </a:r>
            <a:r>
              <a:rPr lang="zh-CN" altLang="en-US">
                <a:solidFill>
                  <a:schemeClr val="bg1"/>
                </a:solidFill>
              </a:rPr>
              <a:t>- </a:t>
            </a:r>
            <a:r>
              <a:rPr lang="en-US" altLang="zh-CN">
                <a:solidFill>
                  <a:schemeClr val="bg1"/>
                </a:solidFill>
              </a:rPr>
              <a:t>uarf_get_bin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zh-CN" altLang="en-US">
              <a:solidFill>
                <a:schemeClr val="bg1"/>
              </a:solidFill>
            </a:endParaRPr>
          </a:p>
        </p:txBody>
      </p:sp>
      <p:pic>
        <p:nvPicPr>
          <p:cNvPr id="3" name="图片 2" descr="post_object_image_15087452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5372100" cy="2857500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5560695" y="1095375"/>
            <a:ext cx="6357620" cy="1476375"/>
          </a:xfrm>
          <a:prstGeom prst="rect">
            <a:avLst/>
          </a:prstGeom>
        </p:spPr>
        <p:txBody>
          <a:bodyPr wrap="none" rtlCol="0">
            <a:spAutoFit/>
          </a:bodyPr>
          <a:p>
            <a:pPr algn="l"/>
            <a:r>
              <a:rPr lang="zh-CN" altLang="en-US" b="1"/>
              <a:t>功能：</a:t>
            </a:r>
            <a:endParaRPr lang="zh-CN" altLang="en-US" b="1"/>
          </a:p>
          <a:p>
            <a:pPr algn="l"/>
            <a:r>
              <a:rPr lang="zh-CN" altLang="en-US"/>
              <a:t>将多次迭代的结果</a:t>
            </a:r>
            <a:r>
              <a:rPr lang="zh-CN" altLang="en-US" b="1"/>
              <a:t>分组统计</a:t>
            </a:r>
            <a:r>
              <a:rPr lang="zh-CN" altLang="en-US"/>
              <a:t>，便于分析不同阶段的攻击效果，</a:t>
            </a:r>
            <a:endParaRPr lang="zh-CN" altLang="en-US"/>
          </a:p>
          <a:p>
            <a:pPr algn="l"/>
            <a:r>
              <a:rPr lang="zh-CN" altLang="en-US"/>
              <a:t>每个分箱对应一定范围的迭代次数，</a:t>
            </a:r>
            <a:endParaRPr lang="zh-CN" altLang="en-US"/>
          </a:p>
          <a:p>
            <a:pPr algn="l"/>
            <a:r>
              <a:rPr lang="zh-CN" altLang="en-US"/>
              <a:t>可以根据不同的攻击阶段调整统计粒度，</a:t>
            </a:r>
            <a:endParaRPr lang="zh-CN" altLang="en-US"/>
          </a:p>
          <a:p>
            <a:pPr algn="l"/>
            <a:r>
              <a:rPr lang="zh-CN" altLang="en-US"/>
              <a:t>支持按时间或迭代次数分析攻击效果的变化。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4. Reload</a:t>
            </a:r>
            <a:r>
              <a:rPr lang="zh-CN" altLang="en-US">
                <a:solidFill>
                  <a:schemeClr val="bg1"/>
                </a:solidFill>
              </a:rPr>
              <a:t>阶段 - </a:t>
            </a:r>
            <a:r>
              <a:rPr lang="en-US" altLang="zh-CN">
                <a:solidFill>
                  <a:schemeClr val="bg1"/>
                </a:solidFill>
              </a:rPr>
              <a:t>uarf_fr_reload_binned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3" name="图片 2" descr="post_object_image_18567283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9638"/>
            <a:ext cx="5440863" cy="5948362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5440839" y="909638"/>
            <a:ext cx="6751184" cy="5948362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/>
              <a:t>1. </a:t>
            </a:r>
            <a:r>
              <a:rPr lang="zh-CN" altLang="en-US" b="1"/>
              <a:t>重新加载</a:t>
            </a:r>
            <a:r>
              <a:rPr lang="en-US" altLang="zh-CN" b="1"/>
              <a:t>TLB</a:t>
            </a:r>
            <a:r>
              <a:rPr lang="zh-CN" altLang="en-US"/>
              <a:t>：遍历所有槽位，触发</a:t>
            </a:r>
            <a:r>
              <a:rPr lang="en-US" altLang="zh-CN"/>
              <a:t>TLB</a:t>
            </a:r>
            <a:r>
              <a:rPr lang="zh-CN" altLang="en-US"/>
              <a:t>加载，确保 </a:t>
            </a:r>
            <a:r>
              <a:rPr lang="en-US" altLang="zh-CN"/>
              <a:t>TLB </a:t>
            </a:r>
            <a:r>
              <a:rPr lang="zh-CN" altLang="en-US"/>
              <a:t>中存</a:t>
            </a:r>
            <a:endParaRPr lang="zh-CN" altLang="en-US"/>
          </a:p>
          <a:p>
            <a:r>
              <a:rPr lang="zh-CN" altLang="en-US"/>
              <a:t>在对应的条目，减少 </a:t>
            </a:r>
            <a:r>
              <a:rPr lang="en-US" altLang="zh-CN"/>
              <a:t>TLB </a:t>
            </a:r>
            <a:r>
              <a:rPr lang="zh-CN" altLang="en-US"/>
              <a:t>未命中对测量时间的影响，提高攻击</a:t>
            </a:r>
            <a:endParaRPr lang="zh-CN" altLang="en-US"/>
          </a:p>
          <a:p>
            <a:r>
              <a:rPr lang="zh-CN" altLang="en-US"/>
              <a:t>的准确性。</a:t>
            </a: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 </a:t>
            </a:r>
            <a:r>
              <a:rPr lang="zh-CN" altLang="en-US" b="1"/>
              <a:t>对抗缓存预取器</a:t>
            </a:r>
            <a:r>
              <a:rPr lang="zh-CN" altLang="en-US"/>
              <a:t>：</a:t>
            </a:r>
            <a:endParaRPr lang="zh-CN" altLang="en-US"/>
          </a:p>
          <a:p>
            <a:r>
              <a:rPr lang="zh-CN" altLang="en-US"/>
              <a:t>①</a:t>
            </a:r>
            <a:r>
              <a:rPr lang="zh-CN" altLang="en-US" b="1"/>
              <a:t>循环展开</a:t>
            </a:r>
            <a:endParaRPr lang="zh-CN" altLang="en-US" b="1"/>
          </a:p>
          <a:p>
            <a:r>
              <a:rPr lang="zh-CN" altLang="en-US"/>
              <a:t>循环展开是一种编译器优化技术，将循环体中的迭代展开为多个重复的代码块，减少分支预测，打破规律性，编译器可以进行指令重排序打乱访问顺序，从而影响指令流水线的执行顺序，确保测量的时间反映真实的缓存状态，而非预取器的干扰。</a:t>
            </a:r>
            <a:endParaRPr lang="zh-CN" altLang="en-US"/>
          </a:p>
          <a:p>
            <a:r>
              <a:rPr lang="zh-CN" altLang="en-US"/>
              <a:t>展开因子：将循环展开成多少个独立的迭代块。</a:t>
            </a:r>
            <a:endParaRPr lang="zh-CN" altLang="en-US"/>
          </a:p>
          <a:p>
            <a:r>
              <a:rPr lang="zh-CN" altLang="en-US"/>
              <a:t>②</a:t>
            </a:r>
            <a:r>
              <a:rPr lang="zh-CN" altLang="en-US" b="1"/>
              <a:t>访问顺序打乱</a:t>
            </a:r>
            <a:endParaRPr lang="zh-CN" altLang="en-US" b="1"/>
          </a:p>
          <a:p>
            <a:r>
              <a:rPr lang="zh-CN" altLang="en-US"/>
              <a:t>使用哈希函数打乱访问顺序，防止空间局部性触发预取。</a:t>
            </a:r>
            <a:r>
              <a:rPr lang="en-US" altLang="zh-CN"/>
              <a:t>421</a:t>
            </a:r>
            <a:r>
              <a:rPr lang="zh-CN" altLang="en-US"/>
              <a:t>是一个质数，用于生成均匀分布的索引</a:t>
            </a:r>
            <a:r>
              <a:rPr lang="zh-CN" altLang="en-US">
                <a:solidFill>
                  <a:schemeClr val="tx1"/>
                </a:solidFill>
              </a:rPr>
              <a:t>。</a:t>
            </a:r>
            <a:r>
              <a:rPr lang="en-US" altLang="zh-CN"/>
              <a:t> &amp; (conf-&gt;num_slots - 1) </a:t>
            </a:r>
            <a:r>
              <a:rPr lang="zh-CN" altLang="en-US"/>
              <a:t>相当于取模运算，要求</a:t>
            </a:r>
            <a:r>
              <a:rPr lang="en-US" altLang="zh-CN"/>
              <a:t>conf-&gt;num_slots</a:t>
            </a:r>
            <a:r>
              <a:rPr lang="zh-CN" altLang="en-US"/>
              <a:t>是</a:t>
            </a:r>
            <a:r>
              <a:rPr lang="en-US" altLang="zh-CN"/>
              <a:t>2</a:t>
            </a:r>
            <a:r>
              <a:rPr lang="zh-CN" altLang="en-US"/>
              <a:t>的幂</a:t>
            </a:r>
            <a:r>
              <a:rPr lang="zh-CN" altLang="en-US">
                <a:solidFill>
                  <a:schemeClr val="tx1"/>
                </a:solidFill>
              </a:rPr>
              <a:t>。</a:t>
            </a:r>
            <a:r>
              <a:rPr lang="zh-CN" altLang="en-US"/>
              <a:t>这种方式可以有效防止</a:t>
            </a:r>
            <a:r>
              <a:rPr lang="en-US" altLang="zh-CN"/>
              <a:t>CPU</a:t>
            </a:r>
            <a:r>
              <a:rPr lang="zh-CN" altLang="en-US"/>
              <a:t>的预取器预测访问模式</a:t>
            </a:r>
            <a:endParaRPr lang="zh-CN" altLang="en-US"/>
          </a:p>
          <a:p>
            <a:r>
              <a:rPr lang="en-US" altLang="zh-CN"/>
              <a:t>3.</a:t>
            </a:r>
            <a:r>
              <a:rPr lang="zh-CN" altLang="en-US"/>
              <a:t> </a:t>
            </a:r>
            <a:r>
              <a:rPr lang="zh-CN" altLang="en-US" b="1"/>
              <a:t>确定要访问的具体内存地址</a:t>
            </a:r>
            <a:r>
              <a:rPr lang="zh-CN" altLang="en-US"/>
              <a:t>：</a:t>
            </a:r>
            <a:endParaRPr lang="zh-CN" altLang="en-US"/>
          </a:p>
          <a:p>
            <a:r>
              <a:rPr lang="zh-CN" altLang="en-US"/>
              <a:t>内存地址计算</a:t>
            </a:r>
            <a:r>
              <a:rPr lang="zh-CN" altLang="en-US"/>
              <a:t>公式：缓冲区基地址</a:t>
            </a:r>
            <a:r>
              <a:rPr lang="en-US" altLang="zh-CN"/>
              <a:t> </a:t>
            </a:r>
            <a:r>
              <a:rPr lang="zh-CN" altLang="en-US"/>
              <a:t>+ 槽位步长</a:t>
            </a:r>
            <a:r>
              <a:rPr lang="en-US" altLang="zh-CN"/>
              <a:t> </a:t>
            </a:r>
            <a:r>
              <a:rPr lang="zh-CN" altLang="en-US"/>
              <a:t>× 索引偏移 。</a:t>
            </a:r>
            <a:endParaRPr lang="zh-CN" altLang="en-US"/>
          </a:p>
          <a:p>
            <a:r>
              <a:rPr lang="en-US" altLang="zh-CN"/>
              <a:t>4.</a:t>
            </a:r>
            <a:r>
              <a:rPr lang="zh-CN" altLang="en-US"/>
              <a:t> </a:t>
            </a:r>
            <a:r>
              <a:rPr lang="zh-CN" altLang="en-US" b="1"/>
              <a:t>使用</a:t>
            </a:r>
            <a:r>
              <a:rPr lang="en-US" altLang="zh-CN" b="1"/>
              <a:t>rdtsc</a:t>
            </a:r>
            <a:r>
              <a:rPr lang="zh-CN" altLang="en-US" b="1"/>
              <a:t>指令测量访存时间</a:t>
            </a:r>
            <a:r>
              <a:rPr lang="zh-CN" altLang="en-US"/>
              <a:t>：</a:t>
            </a:r>
            <a:endParaRPr lang="zh-CN" altLang="en-US"/>
          </a:p>
          <a:p>
            <a:r>
              <a:rPr lang="en-US" altLang="zh-CN"/>
              <a:t>uarf_get_access_time </a:t>
            </a:r>
            <a:r>
              <a:rPr lang="zh-CN" altLang="en-US"/>
              <a:t>函数通过内联汇编实现的时间戳指令，结合内存屏障和实际内存访问，实现了高精度的内存访问时间测量。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  <p:pic>
        <p:nvPicPr>
          <p:cNvPr id="6" name="图片 5" descr="post_object_image_403460660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2089150"/>
            <a:ext cx="2280356" cy="203200"/>
          </a:xfrm>
          <a:prstGeom prst="rect">
            <a:avLst/>
          </a:prstGeom>
        </p:spPr>
      </p:pic>
      <p:pic>
        <p:nvPicPr>
          <p:cNvPr id="7" name="图片 6" descr="post_object_image_231791317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2800" y="3726656"/>
            <a:ext cx="4726464" cy="238396"/>
          </a:xfrm>
          <a:prstGeom prst="rect">
            <a:avLst/>
          </a:prstGeom>
        </p:spPr>
      </p:pic>
      <p:pic>
        <p:nvPicPr>
          <p:cNvPr id="8" name="图片 7" descr="post_object_image_155405067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0" y="5094605"/>
            <a:ext cx="3524250" cy="233680"/>
          </a:xfrm>
          <a:prstGeom prst="rect">
            <a:avLst/>
          </a:prstGeom>
        </p:spPr>
      </p:pic>
      <p:pic>
        <p:nvPicPr>
          <p:cNvPr id="9" name="图片 8" descr="post_object_image_12303884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955" y="5638800"/>
            <a:ext cx="3408045" cy="246380"/>
          </a:xfrm>
          <a:prstGeom prst="rect">
            <a:avLst/>
          </a:prstGeom>
        </p:spPr>
      </p:pic>
    </p:spTree>
    <p:custDataLst>
      <p:tags r:id="rId7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4. Reload</a:t>
            </a:r>
            <a:r>
              <a:rPr lang="zh-CN" altLang="en-US">
                <a:solidFill>
                  <a:schemeClr val="bg1"/>
                </a:solidFill>
              </a:rPr>
              <a:t>阶段 - </a:t>
            </a:r>
            <a:r>
              <a:rPr lang="en-US" altLang="zh-CN">
                <a:solidFill>
                  <a:schemeClr val="bg1"/>
                </a:solidFill>
              </a:rPr>
              <a:t>uarf_fr_reload_binned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10" name="文本框 9"/>
          <p:cNvSpPr txBox="1"/>
          <p:nvPr userDrawn="1"/>
        </p:nvSpPr>
        <p:spPr>
          <a:xfrm>
            <a:off x="0" y="977900"/>
            <a:ext cx="12192000" cy="1602105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zh-CN" altLang="en-US"/>
              <a:t>进一步</a:t>
            </a:r>
            <a:r>
              <a:rPr lang="zh-CN" altLang="en-US">
                <a:cs typeface="Arial" panose="020B0604020202020204" pitchFamily="34" charset="0"/>
              </a:rPr>
              <a:t>分析：                                                                  </a:t>
            </a:r>
            <a:r>
              <a:rPr lang="en-US" altLang="zh-CN"/>
              <a:t>uarf_get_access_time </a:t>
            </a:r>
            <a:r>
              <a:rPr lang="zh-CN" altLang="en-US"/>
              <a:t>本身是一个内联函数，</a:t>
            </a:r>
            <a:endParaRPr lang="zh-CN" altLang="en-US"/>
          </a:p>
          <a:p>
            <a:r>
              <a:rPr lang="zh-CN" altLang="en-US"/>
              <a:t>在</a:t>
            </a:r>
            <a:r>
              <a:rPr lang="en-US" altLang="zh-CN"/>
              <a:t>lib.h</a:t>
            </a:r>
            <a:r>
              <a:rPr lang="zh-CN" altLang="en-US"/>
              <a:t>文件中发现，其内部调用了</a:t>
            </a:r>
            <a:r>
              <a:rPr lang="en-US" altLang="zh-CN"/>
              <a:t>uarf_rdtsc() </a:t>
            </a:r>
            <a:r>
              <a:rPr lang="zh-CN" altLang="en-US"/>
              <a:t>和 </a:t>
            </a:r>
            <a:r>
              <a:rPr lang="en-US" altLang="zh-CN"/>
              <a:t>uarf_rdtscp() </a:t>
            </a:r>
            <a:r>
              <a:rPr lang="zh-CN" altLang="en-US"/>
              <a:t>两个包含内联汇编的函数。</a:t>
            </a:r>
            <a:endParaRPr lang="zh-CN" altLang="en-US"/>
          </a:p>
        </p:txBody>
      </p:sp>
      <p:pic>
        <p:nvPicPr>
          <p:cNvPr id="11" name="图片 10" descr="post_object_image_12303884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1054735"/>
            <a:ext cx="4517390" cy="248920"/>
          </a:xfrm>
          <a:prstGeom prst="rect">
            <a:avLst/>
          </a:prstGeom>
        </p:spPr>
      </p:pic>
      <p:pic>
        <p:nvPicPr>
          <p:cNvPr id="12" name="图片 11" descr="post_object_image_54982006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7" y="1624541"/>
            <a:ext cx="6191250" cy="2905125"/>
          </a:xfrm>
          <a:prstGeom prst="rect">
            <a:avLst/>
          </a:prstGeom>
        </p:spPr>
      </p:pic>
      <p:pic>
        <p:nvPicPr>
          <p:cNvPr id="13" name="图片 12" descr="post_object_image_33715585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0108" y="1624542"/>
            <a:ext cx="5625042" cy="290512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/>
        </p:nvSpPr>
        <p:spPr>
          <a:xfrm>
            <a:off x="0" y="4741333"/>
            <a:ext cx="11995150" cy="1198880"/>
          </a:xfrm>
          <a:prstGeom prst="rect">
            <a:avLst/>
          </a:prstGeom>
        </p:spPr>
        <p:txBody>
          <a:bodyPr wrap="square" rtlCol="0" anchor="t">
            <a:noAutofit/>
          </a:bodyPr>
          <a:p>
            <a:r>
              <a:rPr lang="en-US" altLang="zh-CN"/>
              <a:t>rdtsc </a:t>
            </a:r>
            <a:r>
              <a:rPr lang="zh-CN" altLang="en-US"/>
              <a:t>和</a:t>
            </a:r>
            <a:r>
              <a:rPr lang="en-US" altLang="zh-CN"/>
              <a:t> rdtscp </a:t>
            </a:r>
            <a:r>
              <a:rPr lang="zh-CN" altLang="en-US"/>
              <a:t>是</a:t>
            </a:r>
            <a:r>
              <a:rPr lang="en-US" altLang="zh-CN"/>
              <a:t> x86 </a:t>
            </a:r>
            <a:r>
              <a:rPr lang="zh-CN" altLang="en-US"/>
              <a:t>架构处理器中用于读取时间戳计数器的指令，主要用于高精度计时和性能测量，是 </a:t>
            </a:r>
            <a:r>
              <a:rPr lang="en-US" altLang="zh-CN"/>
              <a:t>Flush and Reload </a:t>
            </a:r>
            <a:r>
              <a:rPr lang="zh-CN" altLang="en-US"/>
              <a:t>攻击中时间测量的基础，用于实现纳秒级的高精度时间测量。通过测量这个时间差，可以判断内存是否被其他进程访问过，从而实现侧信道攻击。</a:t>
            </a:r>
            <a:endParaRPr lang="zh-CN" altLang="en-US"/>
          </a:p>
        </p:txBody>
      </p:sp>
      <p:sp>
        <p:nvSpPr>
          <p:cNvPr id="15" name="矩形 14"/>
          <p:cNvSpPr/>
          <p:nvPr userDrawn="1"/>
        </p:nvSpPr>
        <p:spPr>
          <a:xfrm>
            <a:off x="2026285" y="2508038"/>
            <a:ext cx="1111250" cy="254000"/>
          </a:xfrm>
          <a:prstGeom prst="rect">
            <a:avLst/>
          </a:prstGeom>
          <a:noFill/>
          <a:ln>
            <a:solidFill>
              <a:srgbClr val="FF0000">
                <a:alpha val="10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327785" y="3397038"/>
            <a:ext cx="1111250" cy="254000"/>
          </a:xfrm>
          <a:prstGeom prst="rect">
            <a:avLst/>
          </a:prstGeom>
          <a:noFill/>
          <a:ln>
            <a:solidFill>
              <a:srgbClr val="FF0000">
                <a:alpha val="10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8458200" y="3714538"/>
            <a:ext cx="701252" cy="254000"/>
          </a:xfrm>
          <a:prstGeom prst="rect">
            <a:avLst/>
          </a:prstGeom>
          <a:noFill/>
          <a:ln>
            <a:solidFill>
              <a:srgbClr val="FF0000">
                <a:alpha val="10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18" name="矩形 17"/>
          <p:cNvSpPr/>
          <p:nvPr userDrawn="1"/>
        </p:nvSpPr>
        <p:spPr>
          <a:xfrm>
            <a:off x="8458200" y="2169371"/>
            <a:ext cx="624417" cy="254000"/>
          </a:xfrm>
          <a:prstGeom prst="rect">
            <a:avLst/>
          </a:prstGeom>
          <a:noFill/>
          <a:ln>
            <a:solidFill>
              <a:srgbClr val="FF0000">
                <a:alpha val="10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cxnSp>
        <p:nvCxnSpPr>
          <p:cNvPr id="19" name="直接箭头连接符 18"/>
          <p:cNvCxnSpPr/>
          <p:nvPr userDrawn="1"/>
        </p:nvCxnSpPr>
        <p:spPr>
          <a:xfrm flipV="1">
            <a:off x="3190875" y="2402205"/>
            <a:ext cx="5185410" cy="285750"/>
          </a:xfrm>
          <a:prstGeom prst="straightConnector1">
            <a:avLst/>
          </a:prstGeom>
          <a:ln w="19050">
            <a:solidFill>
              <a:srgbClr val="FF0000">
                <a:alpha val="100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/>
          <p:nvPr userDrawn="1"/>
        </p:nvCxnSpPr>
        <p:spPr>
          <a:xfrm>
            <a:off x="2481368" y="3418205"/>
            <a:ext cx="5915660" cy="306917"/>
          </a:xfrm>
          <a:prstGeom prst="straightConnector1">
            <a:avLst/>
          </a:prstGeom>
          <a:ln w="19050">
            <a:solidFill>
              <a:srgbClr val="FF0000">
                <a:alpha val="100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5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5. </a:t>
            </a:r>
            <a:r>
              <a:rPr lang="zh-CN" altLang="en-US">
                <a:solidFill>
                  <a:schemeClr val="bg1"/>
                </a:solidFill>
              </a:rPr>
              <a:t>结果统计 - </a:t>
            </a:r>
            <a:r>
              <a:rPr lang="en-US" altLang="zh-CN">
                <a:solidFill>
                  <a:schemeClr val="bg1"/>
                </a:solidFill>
              </a:rPr>
              <a:t>uarf_fr_num_hits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3" name="图片 2" descr="post_object_image_304630304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2283"/>
            <a:ext cx="5990282" cy="183091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0" y="3388360"/>
            <a:ext cx="6457950" cy="952077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b="1"/>
              <a:t>局限</a:t>
            </a:r>
            <a:r>
              <a:rPr lang="zh-CN" altLang="en-US"/>
              <a:t>：</a:t>
            </a:r>
            <a:endParaRPr lang="zh-CN" altLang="en-US"/>
          </a:p>
          <a:p>
            <a:r>
              <a:rPr lang="zh-CN" altLang="en-US"/>
              <a:t>目前仅支持</a:t>
            </a:r>
            <a:r>
              <a:rPr lang="en-US" altLang="zh-CN"/>
              <a:t>1</a:t>
            </a:r>
            <a:r>
              <a:rPr lang="zh-CN" altLang="en-US"/>
              <a:t>个分箱的情况</a:t>
            </a:r>
            <a:endParaRPr lang="zh-CN" altLang="en-US"/>
          </a:p>
          <a:p>
            <a:r>
              <a:rPr lang="zh-CN" altLang="en-US"/>
              <a:t>可以在</a:t>
            </a:r>
            <a:r>
              <a:rPr lang="en-US" altLang="zh-CN"/>
              <a:t>uARF/include/lib.h</a:t>
            </a:r>
            <a:r>
              <a:rPr lang="zh-CN" altLang="en-US"/>
              <a:t>文件中找到</a:t>
            </a:r>
            <a:r>
              <a:rPr lang="en-US" altLang="zh-CN"/>
              <a:t>uarf_assert</a:t>
            </a:r>
            <a:r>
              <a:rPr lang="zh-CN" altLang="en-US"/>
              <a:t>宏定义：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如果</a:t>
            </a:r>
            <a:r>
              <a:rPr lang="en-US" altLang="zh-CN"/>
              <a:t>bin !</a:t>
            </a:r>
            <a:r>
              <a:rPr lang="zh-CN" altLang="en-US"/>
              <a:t>= </a:t>
            </a:r>
            <a:r>
              <a:rPr lang="en-US" altLang="zh-CN"/>
              <a:t>1</a:t>
            </a:r>
            <a:r>
              <a:rPr lang="zh-CN" altLang="en-US"/>
              <a:t>，则传入为</a:t>
            </a:r>
            <a:r>
              <a:rPr lang="en-US" altLang="zh-CN"/>
              <a:t>false</a:t>
            </a:r>
            <a:r>
              <a:rPr lang="zh-CN" altLang="en-US"/>
              <a:t>，断言失败，程序终止。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0" y="2743200"/>
            <a:ext cx="73152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b="1"/>
              <a:t>功能</a:t>
            </a:r>
            <a:r>
              <a:rPr lang="zh-CN" altLang="en-US"/>
              <a:t>：</a:t>
            </a:r>
            <a:endParaRPr lang="zh-CN" altLang="en-US"/>
          </a:p>
          <a:p>
            <a:r>
              <a:rPr lang="zh-CN" altLang="en-US"/>
              <a:t>遍历结果数组，累加所有槽位的命中次数，返回总命中次数。</a:t>
            </a:r>
            <a:endParaRPr lang="zh-CN" altLang="en-US"/>
          </a:p>
        </p:txBody>
      </p:sp>
      <p:pic>
        <p:nvPicPr>
          <p:cNvPr id="6" name="图片 5" descr="post_object_image_314140635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3" y="4394200"/>
            <a:ext cx="7810500" cy="13716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3556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6. </a:t>
            </a:r>
            <a:r>
              <a:rPr lang="zh-CN" altLang="en-US">
                <a:solidFill>
                  <a:schemeClr val="bg1"/>
                </a:solidFill>
              </a:rPr>
              <a:t>结果打印 - </a:t>
            </a:r>
            <a:r>
              <a:rPr lang="en-US" altLang="zh-CN">
                <a:solidFill>
                  <a:schemeClr val="bg1"/>
                </a:solidFill>
              </a:rPr>
              <a:t>uarf_fr_print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-10583" y="4209203"/>
            <a:ext cx="4126442" cy="1759797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/>
              <a:t>颜色</a:t>
            </a:r>
            <a:r>
              <a:rPr lang="zh-CN" altLang="en-US">
                <a:cs typeface="Arial" panose="020B0604020202020204" pitchFamily="34" charset="0"/>
              </a:rPr>
              <a:t>规定</a:t>
            </a:r>
            <a:r>
              <a:rPr lang="zh-CN" altLang="en-US"/>
              <a:t>：有命中的</a:t>
            </a:r>
            <a:r>
              <a:rPr lang="en-US" altLang="zh-CN"/>
              <a:t>slot</a:t>
            </a:r>
            <a:r>
              <a:rPr lang="zh-CN" altLang="en-US"/>
              <a:t>用红色显示，无命中的用默认颜色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结果统计：显示每个分箱的结果和总结果，便于分析攻击效果随时间的变化</a:t>
            </a:r>
            <a:endParaRPr lang="zh-CN" altLang="en-US"/>
          </a:p>
        </p:txBody>
      </p:sp>
      <p:pic>
        <p:nvPicPr>
          <p:cNvPr id="4" name="图片 3" descr="post_object_image_388040649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1341438"/>
            <a:ext cx="3914775" cy="1771650"/>
          </a:xfrm>
          <a:prstGeom prst="rect">
            <a:avLst/>
          </a:prstGeom>
        </p:spPr>
      </p:pic>
      <p:pic>
        <p:nvPicPr>
          <p:cNvPr id="5" name="图片 4" descr="post_object_image_283930649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442" y="1341437"/>
            <a:ext cx="4048125" cy="4800600"/>
          </a:xfrm>
          <a:prstGeom prst="rect">
            <a:avLst/>
          </a:prstGeom>
        </p:spPr>
      </p:pic>
      <p:pic>
        <p:nvPicPr>
          <p:cNvPr id="6" name="图片 5" descr="post_object_image_289265174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3683" y="1341438"/>
            <a:ext cx="3771900" cy="3857625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95250" y="973138"/>
            <a:ext cx="10624185" cy="368300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/>
              <a:t>单分箱</a:t>
            </a:r>
            <a:r>
              <a:rPr lang="zh-CN" altLang="en-US">
                <a:cs typeface="Arial" panose="020B0604020202020204" pitchFamily="34" charset="0"/>
              </a:rPr>
              <a:t>情况：                                      多分箱情况：                                         结果可视化打印：</a:t>
            </a:r>
            <a:endParaRPr lang="zh-CN" altLang="en-US"/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7. </a:t>
            </a:r>
            <a:r>
              <a:rPr lang="zh-CN" altLang="en-US">
                <a:solidFill>
                  <a:schemeClr val="bg1"/>
                </a:solidFill>
              </a:rPr>
              <a:t>资源释放实现</a:t>
            </a:r>
            <a:r>
              <a:rPr lang="en-US" altLang="zh-CN">
                <a:solidFill>
                  <a:schemeClr val="bg1"/>
                </a:solidFill>
              </a:rPr>
              <a:t> </a:t>
            </a:r>
            <a:r>
              <a:rPr lang="zh-CN" altLang="en-US">
                <a:solidFill>
                  <a:schemeClr val="bg1"/>
                </a:solidFill>
              </a:rPr>
              <a:t>- </a:t>
            </a:r>
            <a:r>
              <a:rPr lang="en-US" altLang="zh-CN">
                <a:solidFill>
                  <a:schemeClr val="bg1"/>
                </a:solidFill>
              </a:rPr>
              <a:t>uarf_fr_deinit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3" name="图片 2" descr="post_object_image_65221114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8104"/>
            <a:ext cx="5795105" cy="1846792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6000750" y="1076854"/>
            <a:ext cx="731520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/>
              <a:t>1. </a:t>
            </a:r>
            <a:r>
              <a:rPr lang="zh-CN" altLang="en-US"/>
              <a:t>释放主缓冲区的内存映射</a:t>
            </a:r>
            <a:endParaRPr lang="zh-CN" altLang="en-US"/>
          </a:p>
          <a:p>
            <a:r>
              <a:rPr lang="en-US" altLang="zh-CN"/>
              <a:t>2. </a:t>
            </a:r>
            <a:r>
              <a:rPr lang="zh-CN" altLang="en-US"/>
              <a:t>释放辅助缓冲区的内存映射</a:t>
            </a:r>
            <a:endParaRPr lang="zh-CN" altLang="en-US"/>
          </a:p>
          <a:p>
            <a:r>
              <a:rPr lang="en-US" altLang="zh-CN"/>
              <a:t>3. </a:t>
            </a:r>
            <a:r>
              <a:rPr lang="zh-CN" altLang="en-US"/>
              <a:t>释放结果数组的内存映射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8. </a:t>
            </a:r>
            <a:r>
              <a:rPr lang="zh-CN" altLang="en-US">
                <a:solidFill>
                  <a:schemeClr val="bg1"/>
                </a:solidFill>
              </a:rPr>
              <a:t>下周</a:t>
            </a:r>
            <a:r>
              <a:rPr lang="zh-CN" altLang="en-US">
                <a:solidFill>
                  <a:schemeClr val="bg1"/>
                </a:solidFill>
                <a:cs typeface="Arial" panose="020B0604020202020204" pitchFamily="34" charset="0"/>
              </a:rPr>
              <a:t>目标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144992" y="1007533"/>
            <a:ext cx="5122545" cy="429895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 sz="2200"/>
              <a:t>分析 推测执行攻击 </a:t>
            </a:r>
            <a:r>
              <a:rPr lang="en-US" altLang="zh-CN" sz="2200"/>
              <a:t>Spectre</a:t>
            </a:r>
            <a:r>
              <a:rPr lang="zh-CN" altLang="en-US" sz="2200"/>
              <a:t>-</a:t>
            </a:r>
            <a:r>
              <a:rPr lang="en-US" altLang="zh-CN" sz="2200"/>
              <a:t>BTI </a:t>
            </a:r>
            <a:r>
              <a:rPr lang="zh-CN" altLang="en-US" sz="2200"/>
              <a:t>的代码</a:t>
            </a:r>
            <a:endParaRPr lang="zh-CN" altLang="en-US" sz="22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>
            <a:off x="0" y="3950964"/>
            <a:ext cx="12192000" cy="29070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524000" y="1612241"/>
            <a:ext cx="9144000" cy="1260058"/>
          </a:xfrm>
        </p:spPr>
        <p:txBody>
          <a:bodyPr/>
          <a:lstStyle/>
          <a:p>
            <a:r>
              <a:rPr lang="zh-CN" altLang="en-US" dirty="0">
                <a:solidFill>
                  <a:schemeClr val="bg1"/>
                </a:solidFill>
              </a:rPr>
              <a:t>   谢谢！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524000" y="4552548"/>
            <a:ext cx="9144000" cy="1655762"/>
          </a:xfrm>
        </p:spPr>
        <p:txBody>
          <a:bodyPr/>
          <a:lstStyle/>
          <a:p>
            <a:r>
              <a:rPr lang="zh-CN" altLang="en-US" dirty="0">
                <a:solidFill>
                  <a:schemeClr val="accent1"/>
                </a:solidFill>
                <a:latin typeface="+mj-lt"/>
              </a:rPr>
              <a:t>杨宇鑫</a:t>
            </a:r>
            <a:endParaRPr lang="zh-CN" altLang="en-US" dirty="0">
              <a:solidFill>
                <a:schemeClr val="accent1"/>
              </a:solidFill>
              <a:latin typeface="+mj-lt"/>
            </a:endParaRPr>
          </a:p>
          <a:p>
            <a:r>
              <a:rPr lang="en-US" altLang="zh-CN" dirty="0">
                <a:solidFill>
                  <a:schemeClr val="accent1"/>
                </a:solidFill>
                <a:latin typeface="+mj-lt"/>
              </a:rPr>
              <a:t>2026.01.21</a:t>
            </a:r>
            <a:endParaRPr lang="zh-CN" alt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6" name="矩形 5"/>
          <p:cNvSpPr/>
          <p:nvPr>
            <p:custDataLst>
              <p:tags r:id="rId4"/>
            </p:custDataLst>
          </p:nvPr>
        </p:nvSpPr>
        <p:spPr>
          <a:xfrm>
            <a:off x="1524000" y="1612241"/>
            <a:ext cx="9144000" cy="1507191"/>
          </a:xfrm>
          <a:prstGeom prst="rect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random/>
      </p:transition>
    </mc:Choice>
    <mc:Fallback>
      <p:transition spd="slow">
        <p:random/>
      </p:transition>
    </mc:Fallback>
  </mc:AlternateContent>
</p:sld>
</file>

<file path=ppt/tags/tag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9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f51be442d348dcd3676fa585af84194925b45e"/>
  <p:tag name="KSO_WM_NEWLAYOUT_GROUP_ID" val="layout_10007"/>
  <p:tag name="KSO_WM_NEWLAYOUT_ID" val="slide_6b62f1f9edcefd50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fdaeedc869f7909be1b4acd7e9ae2b145a1e17d9"/>
  <p:tag name="KSO_WM_NEWLAYOUT_GROUP_ID" val="layout_10003"/>
  <p:tag name="KSO_WM_NEWLAYOUT_ID" val="slide_f03f66a8173a28af"/>
</p:tagLst>
</file>

<file path=ppt/tags/tag2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4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5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6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4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028ba39ccea91001d33bde68707bc4f8d970998"/>
  <p:tag name="KSO_WM_NEWLAYOUT_GROUP_ID" val="layout_10004"/>
  <p:tag name="KSO_WM_NEWLAYOUT_ID" val="slide_2413216d433b758f"/>
</p:tagLst>
</file>

<file path=ppt/tags/tag41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4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4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4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bc9125b8975ae5e7de56b93eb0dac3ca0c57159"/>
  <p:tag name="KSO_WM_NEWLAYOUT_GROUP_ID" val="layout_14"/>
  <p:tag name="KSO_WM_NEWLAYOUT_ID" val="slide_fbd1737be693ef9a"/>
</p:tagLst>
</file>

<file path=ppt/tags/tag56.xml><?xml version="1.0" encoding="utf-8"?>
<p:tagLst xmlns:p="http://schemas.openxmlformats.org/presentationml/2006/main">
  <p:tag name="KSO_WM_FIGMA_DECORATION_INDEX" val="18_contentModel"/>
  <p:tag name="$PH_EXT" val="2"/>
  <p:tag name="KSO_WM_BEAUTIFY_FLAG" val="#fgm#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"/>
  <p:tag name="KSO_WM_UNIT_TYPE" val="l_i"/>
</p:tagLst>
</file>

<file path=ppt/tags/tag5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5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5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6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652b3ac7b201e87e19932171151b4a173c6c2dc"/>
  <p:tag name="KSO_WM_NEWLAYOUT_GROUP_ID" val="layout_30"/>
  <p:tag name="KSO_WM_NEWLAYOUT_ID" val="slide_3d2465070914cbc5"/>
</p:tagLst>
</file>

<file path=ppt/tags/tag6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8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6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7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71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7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7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74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7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7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7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7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7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4641a8daa89333762de2f03c211b475a9c258d0"/>
  <p:tag name="KSO_WM_NEWLAYOUT_GROUP_ID" val="layout_6"/>
  <p:tag name="KSO_WM_NEWLAYOUT_ID" val="slide_db6ecc7827b66e6e"/>
</p:tagLst>
</file>

<file path=ppt/tags/tag86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87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8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8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90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9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9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93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9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9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96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9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9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9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0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0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0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0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0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</p:tagLst>
</file>

<file path=ppt/tags/tag105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0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0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0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0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1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5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6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7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5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6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7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8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9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20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21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22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2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24.xml><?xml version="1.0" encoding="utf-8"?>
<p:tagLst xmlns:p="http://schemas.openxmlformats.org/presentationml/2006/main">
  <p:tag name="KSO_WM_AITEMPLATE_STYLE_ID" val="0"/>
</p:tagLst>
</file>

<file path=ppt/tags/tag325.xml><?xml version="1.0" encoding="utf-8"?>
<p:tagLst xmlns:p="http://schemas.openxmlformats.org/presentationml/2006/main">
  <p:tag name="KSO_WM_UNIT_TYPE" val="i"/>
  <p:tag name="KSO_WM_DECORATE_TYPE" val="i_cd"/>
  <p:tag name="KSO_WM_UNIT_INDEX" val="1"/>
  <p:tag name="KSO_WM_BEAUTIFY_FLAG" val="#wm#"/>
  <p:tag name="KSO_WM_TAG_VERSION" val="3.0"/>
  <p:tag name="KSO_WM_TEMPLATE_NEED_RESERVE" val="1"/>
  <p:tag name="KSO_WM_TEMPLATE_INDEX" val="4"/>
  <p:tag name="KSO_WM_TEMPLATE_CATEGORY" val="custom"/>
  <p:tag name="KSO_WM_UNIT_ID" val="custom4_1*i*1"/>
  <p:tag name="KSO_WM_UNIT_LAYERLEVEL" val="1"/>
</p:tagLst>
</file>

<file path=ppt/tags/tag32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NEED_RESERVE" val="1"/>
  <p:tag name="KSO_WM_UNIT_ID" val="custom4_1*a*1"/>
  <p:tag name="KSO_WM_UNIT_LAYERLEVEL" val="1"/>
  <p:tag name="KSO_WM_TEMPLATE_INDEX" val="4"/>
  <p:tag name="KSO_WM_TEMPLATE_CATEGORY" val="custom"/>
</p:tagLst>
</file>

<file path=ppt/tags/tag327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TEMPLATE_NEED_RESERVE" val="1"/>
  <p:tag name="KSO_WM_UNIT_ID" val="custom4_1*f*1"/>
  <p:tag name="KSO_WM_UNIT_LAYERLEVEL" val="1"/>
  <p:tag name="KSO_WM_TEMPLATE_INDEX" val="4"/>
  <p:tag name="KSO_WM_TEMPLATE_CATEGORY" val="custom"/>
</p:tagLst>
</file>

<file path=ppt/tags/tag328.xml><?xml version="1.0" encoding="utf-8"?>
<p:tagLst xmlns:p="http://schemas.openxmlformats.org/presentationml/2006/main">
  <p:tag name="KSO_WM_UNIT_TYPE" val="i"/>
  <p:tag name="KSO_WM_DECORATE_TYPE" val="i_cd"/>
  <p:tag name="KSO_WM_UNIT_INDEX" val="2"/>
  <p:tag name="KSO_WM_BEAUTIFY_FLAG" val="#wm#"/>
  <p:tag name="KSO_WM_TAG_VERSION" val="3.0"/>
  <p:tag name="KSO_WM_TEMPLATE_NEED_RESERVE" val="1"/>
  <p:tag name="KSO_WM_TEMPLATE_INDEX" val="4"/>
  <p:tag name="KSO_WM_TEMPLATE_CATEGORY" val="custom"/>
  <p:tag name="KSO_WM_UNIT_ID" val="custom4_1*i*2"/>
  <p:tag name="KSO_WM_UNIT_LAYERLEVEL" val="1"/>
</p:tagLst>
</file>

<file path=ppt/tags/tag329.xml><?xml version="1.0" encoding="utf-8"?>
<p:tagLst xmlns:p="http://schemas.openxmlformats.org/presentationml/2006/main">
  <p:tag name="KSO_WM_SLIDE_TYPE" val="title"/>
  <p:tag name="KSO_WM_TEMPLATE_SUBCATEGORY" val="29"/>
  <p:tag name="KSO_WM_TEMPLATE_COLOR_TYPE" val="0"/>
  <p:tag name="KSO_WM_TAG_VERSION" val="3.0"/>
  <p:tag name="KSO_WM_TEMPLATE_PLACEHOLDER_POS" val="246,146.25,712,386.25"/>
  <p:tag name="KSO_WM_SLIDE_SUBTYPE" val="pureTxt"/>
  <p:tag name="KSO_WM_SLIDE_ITEM_CNT" val="0"/>
  <p:tag name="KSO_WM_TEMPLATE_INDEX" val="4"/>
  <p:tag name="KSO_WM_SLIDE_THEME_ID" val="20232095"/>
  <p:tag name="KSO_WM_SLIDE_INDEX" val="1"/>
  <p:tag name="KSO_WM_BEAUTIFY_FLAG" val="#wm#"/>
  <p:tag name="KSO_WM_TEMPLATE_CATEGORY" val="custom"/>
  <p:tag name="KSO_WM_TEMPLATE_THUMBS_INDEX" val="1、5"/>
  <p:tag name="KSO_WM_SLIDE_ID" val="custom4_1"/>
  <p:tag name="KSO_WM_SLIDE_LAYOUT" val="_a_f_i"/>
  <p:tag name="KSO_WM_SLIDE_LAYOUT_CNT" val="1_1_1_2"/>
</p:tagLst>
</file>

<file path=ppt/tags/tag33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31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32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33.xml><?xml version="1.0" encoding="utf-8"?>
<p:tagLst xmlns:p="http://schemas.openxmlformats.org/presentationml/2006/main">
  <p:tag name="KSO_WM_UNIT_TYPE" val="l_h_i"/>
  <p:tag name="KSO_WM_UNIT_SUBTYPE" val="h"/>
  <p:tag name="KSO_WM_UNIT_INDEX" val="1_1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1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34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35.xml><?xml version="1.0" encoding="utf-8"?>
<p:tagLst xmlns:p="http://schemas.openxmlformats.org/presentationml/2006/main">
  <p:tag name="KSO_WM_UNIT_TYPE" val="l_h_i"/>
  <p:tag name="KSO_WM_UNIT_SUBTYPE" val="d"/>
  <p:tag name="KSO_WM_UNIT_INDEX" val="1_1_1"/>
  <p:tag name="KSO_WM_BEAUTIFY_FLAG" val="#wm#"/>
  <p:tag name="KSO_WM_TAG_VERSION" val="3.0"/>
  <p:tag name="KSO_WM_TEMPLATE_NEED_RESERVE" val="1"/>
  <p:tag name="KSO_WM_DIAGRAM_VERSION" val="3"/>
  <p:tag name="KSO_WM_UNIT_PRESET_TEXT" val="1"/>
  <p:tag name="KSO_WM_UNIT_ISCONTENTSTITLE" val="1"/>
  <p:tag name="KSO_WM_TEMPLATE_INDEX" val="4"/>
  <p:tag name="KSO_WM_TEMPLATE_CATEGORY" val="custom"/>
  <p:tag name="KSO_WM_UNIT_ID" val="custom4_2*l_h_i*1_1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36.xml><?xml version="1.0" encoding="utf-8"?>
<p:tagLst xmlns:p="http://schemas.openxmlformats.org/presentationml/2006/main">
  <p:tag name="KSO_WM_UNIT_TYPE" val="l_h_f"/>
  <p:tag name="KSO_WM_UNIT_SUBTYPE" val="a"/>
  <p:tag name="KSO_WM_UNIT_INDEX" val="1_1_1"/>
  <p:tag name="KSO_WM_BEAUTIFY_FLAG" val="#wm#"/>
  <p:tag name="KSO_WM_TAG_VERSION" val="3.0"/>
  <p:tag name="KSO_WM_TEMPLATE_NEED_RESERVE" val="1"/>
  <p:tag name="KSO_WM_DIAGRAM_VERSION" val="3"/>
  <p:tag name="KSO_WM_UNIT_PRESET_TEXT" val="个人思想情况"/>
  <p:tag name="KSO_WM_UNIT_ISCONTENTSTITLE" val="1"/>
  <p:tag name="KSO_WM_TEMPLATE_INDEX" val="4"/>
  <p:tag name="KSO_WM_TEMPLATE_CATEGORY" val="custom"/>
  <p:tag name="KSO_WM_UNIT_ID" val="custom4_2*l_h_f*1_1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37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38.xml><?xml version="1.0" encoding="utf-8"?>
<p:tagLst xmlns:p="http://schemas.openxmlformats.org/presentationml/2006/main">
  <p:tag name="KSO_WM_UNIT_TYPE" val="l_h_i"/>
  <p:tag name="KSO_WM_UNIT_SUBTYPE" val="h"/>
  <p:tag name="KSO_WM_UNIT_INDEX" val="1_2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2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39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40.xml><?xml version="1.0" encoding="utf-8"?>
<p:tagLst xmlns:p="http://schemas.openxmlformats.org/presentationml/2006/main">
  <p:tag name="KSO_WM_UNIT_TYPE" val="l_h_i"/>
  <p:tag name="KSO_WM_UNIT_SUBTYPE" val="d"/>
  <p:tag name="KSO_WM_UNIT_INDEX" val="1_2_1"/>
  <p:tag name="KSO_WM_BEAUTIFY_FLAG" val="#wm#"/>
  <p:tag name="KSO_WM_TAG_VERSION" val="3.0"/>
  <p:tag name="KSO_WM_TEMPLATE_NEED_RESERVE" val="1"/>
  <p:tag name="KSO_WM_DIAGRAM_VERSION" val="3"/>
  <p:tag name="KSO_WM_UNIT_PRESET_TEXT" val="2"/>
  <p:tag name="KSO_WM_UNIT_ISCONTENTSTITLE" val="1"/>
  <p:tag name="KSO_WM_TEMPLATE_INDEX" val="4"/>
  <p:tag name="KSO_WM_TEMPLATE_CATEGORY" val="custom"/>
  <p:tag name="KSO_WM_UNIT_ID" val="custom4_2*l_h_i*1_2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1.xml><?xml version="1.0" encoding="utf-8"?>
<p:tagLst xmlns:p="http://schemas.openxmlformats.org/presentationml/2006/main">
  <p:tag name="KSO_WM_UNIT_TYPE" val="l_h_f"/>
  <p:tag name="KSO_WM_UNIT_SUBTYPE" val="a"/>
  <p:tag name="KSO_WM_UNIT_INDEX" val="1_2_1"/>
  <p:tag name="KSO_WM_BEAUTIFY_FLAG" val="#wm#"/>
  <p:tag name="KSO_WM_TAG_VERSION" val="3.0"/>
  <p:tag name="KSO_WM_TEMPLATE_NEED_RESERVE" val="1"/>
  <p:tag name="KSO_WM_DIAGRAM_VERSION" val="3"/>
  <p:tag name="KSO_WM_UNIT_PRESET_TEXT" val="学生工作"/>
  <p:tag name="KSO_WM_UNIT_ISCONTENTSTITLE" val="1"/>
  <p:tag name="KSO_WM_TEMPLATE_INDEX" val="4"/>
  <p:tag name="KSO_WM_TEMPLATE_CATEGORY" val="custom"/>
  <p:tag name="KSO_WM_UNIT_ID" val="custom4_2*l_h_f*1_2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2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43.xml><?xml version="1.0" encoding="utf-8"?>
<p:tagLst xmlns:p="http://schemas.openxmlformats.org/presentationml/2006/main">
  <p:tag name="KSO_WM_UNIT_TYPE" val="l_h_i"/>
  <p:tag name="KSO_WM_UNIT_SUBTYPE" val="h"/>
  <p:tag name="KSO_WM_UNIT_INDEX" val="1_3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3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4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45.xml><?xml version="1.0" encoding="utf-8"?>
<p:tagLst xmlns:p="http://schemas.openxmlformats.org/presentationml/2006/main">
  <p:tag name="KSO_WM_UNIT_TYPE" val="l_h_i"/>
  <p:tag name="KSO_WM_UNIT_SUBTYPE" val="d"/>
  <p:tag name="KSO_WM_UNIT_INDEX" val="1_3_1"/>
  <p:tag name="KSO_WM_BEAUTIFY_FLAG" val="#wm#"/>
  <p:tag name="KSO_WM_TAG_VERSION" val="3.0"/>
  <p:tag name="KSO_WM_TEMPLATE_NEED_RESERVE" val="1"/>
  <p:tag name="KSO_WM_DIAGRAM_VERSION" val="3"/>
  <p:tag name="KSO_WM_UNIT_PRESET_TEXT" val="3"/>
  <p:tag name="KSO_WM_UNIT_ISCONTENTSTITLE" val="1"/>
  <p:tag name="KSO_WM_TEMPLATE_INDEX" val="4"/>
  <p:tag name="KSO_WM_TEMPLATE_CATEGORY" val="custom"/>
  <p:tag name="KSO_WM_UNIT_ID" val="custom4_2*l_h_i*1_3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6.xml><?xml version="1.0" encoding="utf-8"?>
<p:tagLst xmlns:p="http://schemas.openxmlformats.org/presentationml/2006/main">
  <p:tag name="KSO_WM_UNIT_TYPE" val="l_h_f"/>
  <p:tag name="KSO_WM_UNIT_SUBTYPE" val="a"/>
  <p:tag name="KSO_WM_UNIT_INDEX" val="1_3_1"/>
  <p:tag name="KSO_WM_BEAUTIFY_FLAG" val="#wm#"/>
  <p:tag name="KSO_WM_TAG_VERSION" val="3.0"/>
  <p:tag name="KSO_WM_TEMPLATE_NEED_RESERVE" val="1"/>
  <p:tag name="KSO_WM_DIAGRAM_VERSION" val="3"/>
  <p:tag name="KSO_WM_UNIT_PRESET_TEXT" val="科研竞赛"/>
  <p:tag name="KSO_WM_UNIT_ISCONTENTSTITLE" val="1"/>
  <p:tag name="KSO_WM_TEMPLATE_INDEX" val="4"/>
  <p:tag name="KSO_WM_TEMPLATE_CATEGORY" val="custom"/>
  <p:tag name="KSO_WM_UNIT_ID" val="custom4_2*l_h_f*1_3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7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48.xml><?xml version="1.0" encoding="utf-8"?>
<p:tagLst xmlns:p="http://schemas.openxmlformats.org/presentationml/2006/main">
  <p:tag name="KSO_WM_UNIT_TYPE" val="l_h_i"/>
  <p:tag name="KSO_WM_UNIT_SUBTYPE" val="h"/>
  <p:tag name="KSO_WM_UNIT_INDEX" val="1_4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4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9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50.xml><?xml version="1.0" encoding="utf-8"?>
<p:tagLst xmlns:p="http://schemas.openxmlformats.org/presentationml/2006/main">
  <p:tag name="KSO_WM_UNIT_TYPE" val="l_h_i"/>
  <p:tag name="KSO_WM_UNIT_SUBTYPE" val="d"/>
  <p:tag name="KSO_WM_UNIT_INDEX" val="1_4_1"/>
  <p:tag name="KSO_WM_BEAUTIFY_FLAG" val="#wm#"/>
  <p:tag name="KSO_WM_TAG_VERSION" val="3.0"/>
  <p:tag name="KSO_WM_TEMPLATE_NEED_RESERVE" val="1"/>
  <p:tag name="KSO_WM_DIAGRAM_VERSION" val="3"/>
  <p:tag name="KSO_WM_UNIT_PRESET_TEXT" val="4"/>
  <p:tag name="KSO_WM_UNIT_ISCONTENTSTITLE" val="1"/>
  <p:tag name="KSO_WM_TEMPLATE_INDEX" val="4"/>
  <p:tag name="KSO_WM_TEMPLATE_CATEGORY" val="custom"/>
  <p:tag name="KSO_WM_UNIT_ID" val="custom4_2*l_h_i*1_4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51.xml><?xml version="1.0" encoding="utf-8"?>
<p:tagLst xmlns:p="http://schemas.openxmlformats.org/presentationml/2006/main">
  <p:tag name="KSO_WM_UNIT_TYPE" val="l_h_f"/>
  <p:tag name="KSO_WM_UNIT_SUBTYPE" val="a"/>
  <p:tag name="KSO_WM_UNIT_INDEX" val="1_4_1"/>
  <p:tag name="KSO_WM_BEAUTIFY_FLAG" val="#wm#"/>
  <p:tag name="KSO_WM_TAG_VERSION" val="3.0"/>
  <p:tag name="KSO_WM_TEMPLATE_NEED_RESERVE" val="1"/>
  <p:tag name="KSO_WM_DIAGRAM_VERSION" val="3"/>
  <p:tag name="KSO_WM_UNIT_PRESET_TEXT" val="实践公益"/>
  <p:tag name="KSO_WM_UNIT_ISCONTENTSTITLE" val="1"/>
  <p:tag name="KSO_WM_TEMPLATE_INDEX" val="4"/>
  <p:tag name="KSO_WM_TEMPLATE_CATEGORY" val="custom"/>
  <p:tag name="KSO_WM_UNIT_ID" val="custom4_2*l_h_f*1_4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52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5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NEED_RESERVE" val="1"/>
  <p:tag name="KSO_WM_TEMPLATE_INDEX" val="4"/>
  <p:tag name="KSO_WM_TEMPLATE_CATEGORY" val="custom"/>
  <p:tag name="KSO_WM_UNIT_ID" val="custom4_2*a*1"/>
  <p:tag name="KSO_WM_DIAGRAM_GROUP_CODE" val="l1-1"/>
  <p:tag name="KSO_WM_DIAGRAM_COLOR_TRICK" val="1"/>
  <p:tag name="KSO_WM_DIAGRAM_COLOR_TEXT_CAN_REMOVE" val="n"/>
  <p:tag name="KSO_WM_UNIT_ISCONTENTSTITLE" val="1"/>
  <p:tag name="KSO_WM_UNIT_LAYERLEVEL" val="1"/>
</p:tagLst>
</file>

<file path=ppt/tags/tag354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  <p:tag name="KSO_WM_TEMPLATE_NEED_RESERVE" val="1"/>
  <p:tag name="KSO_WM_UNIT_ISCONTENTSTITLE" val="1"/>
  <p:tag name="KSO_WM_TEMPLATE_INDEX" val="4"/>
  <p:tag name="KSO_WM_TEMPLATE_CATEGORY" val="custom"/>
  <p:tag name="KSO_WM_UNIT_ID" val="custom4_2*d*1"/>
  <p:tag name="KSO_WM_DIAGRAM_GROUP_CODE" val="l1-1"/>
  <p:tag name="KSO_WM_DIAGRAM_COLOR_TRICK" val="1"/>
  <p:tag name="KSO_WM_DIAGRAM_COLOR_TEXT_CAN_REMOVE" val="n"/>
  <p:tag name="KSO_WM_UNIT_LAYERLEVEL" val="1"/>
</p:tagLst>
</file>

<file path=ppt/tags/tag355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56.xml><?xml version="1.0" encoding="utf-8"?>
<p:tagLst xmlns:p="http://schemas.openxmlformats.org/presentationml/2006/main">
  <p:tag name="KSO_WM_UNIT_TYPE" val="l_h_i"/>
  <p:tag name="KSO_WM_UNIT_SUBTYPE" val="h"/>
  <p:tag name="KSO_WM_UNIT_INDEX" val="1_1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1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57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58.xml><?xml version="1.0" encoding="utf-8"?>
<p:tagLst xmlns:p="http://schemas.openxmlformats.org/presentationml/2006/main">
  <p:tag name="KSO_WM_UNIT_TYPE" val="l_h_i"/>
  <p:tag name="KSO_WM_UNIT_SUBTYPE" val="d"/>
  <p:tag name="KSO_WM_UNIT_INDEX" val="1_1_1"/>
  <p:tag name="KSO_WM_BEAUTIFY_FLAG" val="#wm#"/>
  <p:tag name="KSO_WM_TAG_VERSION" val="3.0"/>
  <p:tag name="KSO_WM_TEMPLATE_NEED_RESERVE" val="1"/>
  <p:tag name="KSO_WM_DIAGRAM_VERSION" val="3"/>
  <p:tag name="KSO_WM_UNIT_PRESET_TEXT" val="1"/>
  <p:tag name="KSO_WM_UNIT_ISCONTENTSTITLE" val="1"/>
  <p:tag name="KSO_WM_TEMPLATE_INDEX" val="4"/>
  <p:tag name="KSO_WM_TEMPLATE_CATEGORY" val="custom"/>
  <p:tag name="KSO_WM_UNIT_ID" val="custom4_2*l_h_i*1_1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59.xml><?xml version="1.0" encoding="utf-8"?>
<p:tagLst xmlns:p="http://schemas.openxmlformats.org/presentationml/2006/main">
  <p:tag name="KSO_WM_UNIT_TYPE" val="l_h_f"/>
  <p:tag name="KSO_WM_UNIT_SUBTYPE" val="a"/>
  <p:tag name="KSO_WM_UNIT_INDEX" val="1_1_1"/>
  <p:tag name="KSO_WM_BEAUTIFY_FLAG" val="#wm#"/>
  <p:tag name="KSO_WM_TAG_VERSION" val="3.0"/>
  <p:tag name="KSO_WM_TEMPLATE_NEED_RESERVE" val="1"/>
  <p:tag name="KSO_WM_DIAGRAM_VERSION" val="3"/>
  <p:tag name="KSO_WM_UNIT_PRESET_TEXT" val="个人思想情况"/>
  <p:tag name="KSO_WM_UNIT_ISCONTENTSTITLE" val="1"/>
  <p:tag name="KSO_WM_TEMPLATE_INDEX" val="4"/>
  <p:tag name="KSO_WM_TEMPLATE_CATEGORY" val="custom"/>
  <p:tag name="KSO_WM_UNIT_ID" val="custom4_2*l_h_f*1_1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0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61.xml><?xml version="1.0" encoding="utf-8"?>
<p:tagLst xmlns:p="http://schemas.openxmlformats.org/presentationml/2006/main">
  <p:tag name="KSO_WM_UNIT_TYPE" val="l_h_i"/>
  <p:tag name="KSO_WM_UNIT_SUBTYPE" val="h"/>
  <p:tag name="KSO_WM_UNIT_INDEX" val="1_2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2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2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63.xml><?xml version="1.0" encoding="utf-8"?>
<p:tagLst xmlns:p="http://schemas.openxmlformats.org/presentationml/2006/main">
  <p:tag name="KSO_WM_UNIT_TYPE" val="l_h_i"/>
  <p:tag name="KSO_WM_UNIT_SUBTYPE" val="d"/>
  <p:tag name="KSO_WM_UNIT_INDEX" val="1_2_1"/>
  <p:tag name="KSO_WM_BEAUTIFY_FLAG" val="#wm#"/>
  <p:tag name="KSO_WM_TAG_VERSION" val="3.0"/>
  <p:tag name="KSO_WM_TEMPLATE_NEED_RESERVE" val="1"/>
  <p:tag name="KSO_WM_DIAGRAM_VERSION" val="3"/>
  <p:tag name="KSO_WM_UNIT_PRESET_TEXT" val="2"/>
  <p:tag name="KSO_WM_UNIT_ISCONTENTSTITLE" val="1"/>
  <p:tag name="KSO_WM_TEMPLATE_INDEX" val="4"/>
  <p:tag name="KSO_WM_TEMPLATE_CATEGORY" val="custom"/>
  <p:tag name="KSO_WM_UNIT_ID" val="custom4_2*l_h_i*1_2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4.xml><?xml version="1.0" encoding="utf-8"?>
<p:tagLst xmlns:p="http://schemas.openxmlformats.org/presentationml/2006/main">
  <p:tag name="KSO_WM_UNIT_TYPE" val="l_h_f"/>
  <p:tag name="KSO_WM_UNIT_SUBTYPE" val="a"/>
  <p:tag name="KSO_WM_UNIT_INDEX" val="1_2_1"/>
  <p:tag name="KSO_WM_BEAUTIFY_FLAG" val="#wm#"/>
  <p:tag name="KSO_WM_TAG_VERSION" val="3.0"/>
  <p:tag name="KSO_WM_TEMPLATE_NEED_RESERVE" val="1"/>
  <p:tag name="KSO_WM_DIAGRAM_VERSION" val="3"/>
  <p:tag name="KSO_WM_UNIT_PRESET_TEXT" val="学生工作"/>
  <p:tag name="KSO_WM_UNIT_ISCONTENTSTITLE" val="1"/>
  <p:tag name="KSO_WM_TEMPLATE_INDEX" val="4"/>
  <p:tag name="KSO_WM_TEMPLATE_CATEGORY" val="custom"/>
  <p:tag name="KSO_WM_UNIT_ID" val="custom4_2*l_h_f*1_2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5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66.xml><?xml version="1.0" encoding="utf-8"?>
<p:tagLst xmlns:p="http://schemas.openxmlformats.org/presentationml/2006/main">
  <p:tag name="KSO_WM_UNIT_TYPE" val="l_h_i"/>
  <p:tag name="KSO_WM_UNIT_SUBTYPE" val="h"/>
  <p:tag name="KSO_WM_UNIT_INDEX" val="1_3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3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7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68.xml><?xml version="1.0" encoding="utf-8"?>
<p:tagLst xmlns:p="http://schemas.openxmlformats.org/presentationml/2006/main">
  <p:tag name="KSO_WM_UNIT_TYPE" val="l_h_i"/>
  <p:tag name="KSO_WM_UNIT_SUBTYPE" val="d"/>
  <p:tag name="KSO_WM_UNIT_INDEX" val="1_3_1"/>
  <p:tag name="KSO_WM_BEAUTIFY_FLAG" val="#wm#"/>
  <p:tag name="KSO_WM_TAG_VERSION" val="3.0"/>
  <p:tag name="KSO_WM_TEMPLATE_NEED_RESERVE" val="1"/>
  <p:tag name="KSO_WM_DIAGRAM_VERSION" val="3"/>
  <p:tag name="KSO_WM_UNIT_PRESET_TEXT" val="3"/>
  <p:tag name="KSO_WM_UNIT_ISCONTENTSTITLE" val="1"/>
  <p:tag name="KSO_WM_TEMPLATE_INDEX" val="4"/>
  <p:tag name="KSO_WM_TEMPLATE_CATEGORY" val="custom"/>
  <p:tag name="KSO_WM_UNIT_ID" val="custom4_2*l_h_i*1_3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9.xml><?xml version="1.0" encoding="utf-8"?>
<p:tagLst xmlns:p="http://schemas.openxmlformats.org/presentationml/2006/main">
  <p:tag name="KSO_WM_UNIT_TYPE" val="l_h_f"/>
  <p:tag name="KSO_WM_UNIT_SUBTYPE" val="a"/>
  <p:tag name="KSO_WM_UNIT_INDEX" val="1_3_1"/>
  <p:tag name="KSO_WM_BEAUTIFY_FLAG" val="#wm#"/>
  <p:tag name="KSO_WM_TAG_VERSION" val="3.0"/>
  <p:tag name="KSO_WM_TEMPLATE_NEED_RESERVE" val="1"/>
  <p:tag name="KSO_WM_DIAGRAM_VERSION" val="3"/>
  <p:tag name="KSO_WM_UNIT_PRESET_TEXT" val="科研竞赛"/>
  <p:tag name="KSO_WM_UNIT_ISCONTENTSTITLE" val="1"/>
  <p:tag name="KSO_WM_TEMPLATE_INDEX" val="4"/>
  <p:tag name="KSO_WM_TEMPLATE_CATEGORY" val="custom"/>
  <p:tag name="KSO_WM_UNIT_ID" val="custom4_2*l_h_f*1_3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70.xml><?xml version="1.0" encoding="utf-8"?>
<p:tagLst xmlns:p="http://schemas.openxmlformats.org/presentationml/2006/main">
  <p:tag name="KSO_WM_SLIDE_TYPE" val="contents"/>
  <p:tag name="KSO_WM_TEMPLATE_SUBCATEGORY" val="29"/>
  <p:tag name="KSO_WM_TEMPLATE_COLOR_TYPE" val="0"/>
  <p:tag name="KSO_WM_TAG_VERSION" val="3.0"/>
  <p:tag name="KSO_WM_TEMPLATE_PLACEHOLDER_POS" val="306,50.625,728,446.25"/>
  <p:tag name="KSO_WM_TEMPLATE_PLACEHOLDER_POS2" val="306,223.639,728,446.25"/>
  <p:tag name="KSO_WM_SLIDE_SUBTYPE" val="diag"/>
  <p:tag name="KSO_WM_SLIDE_ITEM_CNT" val="4"/>
  <p:tag name="KSO_WM_TEMPLATE_INDEX" val="4"/>
  <p:tag name="KSO_WM_SLIDE_THEME_ID" val="20237937"/>
  <p:tag name="KSO_WM_SLIDE_INDEX" val="2"/>
  <p:tag name="KSO_WM_BEAUTIFY_FLAG" val="#wm#"/>
  <p:tag name="KSO_WM_TEMPLATE_CATEGORY" val="custom"/>
  <p:tag name="KSO_WM_ASSEMBLE_CHIP_INDEX" val="diag"/>
  <p:tag name="KSO_WM_DIAGRAM_GROUP_CODE" val="l1-1"/>
  <p:tag name="KSO_WM_SLIDE_ID" val="custom4_2"/>
  <p:tag name="KSO_WM_SLIDE_LAYOUT" val="_a_d_l"/>
  <p:tag name="KSO_WM_SLIDE_LAYOUT_CNT" val="5_1_1_1"/>
</p:tagLst>
</file>

<file path=ppt/tags/tag37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72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7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74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7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76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7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78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79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80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8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82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8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84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8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86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8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88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89.xml><?xml version="1.0" encoding="utf-8"?>
<p:tagLst xmlns:p="http://schemas.openxmlformats.org/presentationml/2006/main">
  <p:tag name="KSO_WM_UNIT_TYPE" val="i"/>
  <p:tag name="KSO_WM_DECORATE_TYPE" val="i_cd"/>
  <p:tag name="KSO_WM_UNIT_INDEX" val="1"/>
  <p:tag name="KSO_WM_BEAUTIFY_FLAG" val="#wm#"/>
  <p:tag name="KSO_WM_TAG_VERSION" val="3.0"/>
  <p:tag name="KSO_WM_TEMPLATE_NEED_RESERVE" val="1"/>
  <p:tag name="KSO_WM_TEMPLATE_INDEX" val="4"/>
  <p:tag name="KSO_WM_TEMPLATE_CATEGORY" val="custom"/>
  <p:tag name="KSO_WM_UNIT_ID" val="custom4_5*i*1"/>
  <p:tag name="KSO_WM_UNIT_LAYERLEVEL" val="1"/>
</p:tagLst>
</file>

<file path=ppt/tags/tag39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NEED_RESERVE" val="1"/>
  <p:tag name="KSO_WM_UNIT_ID" val="custom4_5*a*1"/>
  <p:tag name="KSO_WM_UNIT_LAYERLEVEL" val="1"/>
  <p:tag name="KSO_WM_TEMPLATE_INDEX" val="4"/>
  <p:tag name="KSO_WM_TEMPLATE_CATEGORY" val="custom"/>
</p:tagLst>
</file>

<file path=ppt/tags/tag391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TEMPLATE_NEED_RESERVE" val="1"/>
  <p:tag name="KSO_WM_UNIT_ID" val="custom4_5*f*1"/>
  <p:tag name="KSO_WM_UNIT_LAYERLEVEL" val="1"/>
  <p:tag name="KSO_WM_TEMPLATE_INDEX" val="4"/>
  <p:tag name="KSO_WM_TEMPLATE_CATEGORY" val="custom"/>
</p:tagLst>
</file>

<file path=ppt/tags/tag392.xml><?xml version="1.0" encoding="utf-8"?>
<p:tagLst xmlns:p="http://schemas.openxmlformats.org/presentationml/2006/main">
  <p:tag name="KSO_WM_UNIT_TYPE" val="i"/>
  <p:tag name="KSO_WM_DECORATE_TYPE" val="i_cd"/>
  <p:tag name="KSO_WM_UNIT_INDEX" val="2"/>
  <p:tag name="KSO_WM_BEAUTIFY_FLAG" val="#wm#"/>
  <p:tag name="KSO_WM_TAG_VERSION" val="3.0"/>
  <p:tag name="KSO_WM_TEMPLATE_NEED_RESERVE" val="1"/>
  <p:tag name="KSO_WM_TEMPLATE_INDEX" val="4"/>
  <p:tag name="KSO_WM_TEMPLATE_CATEGORY" val="custom"/>
  <p:tag name="KSO_WM_UNIT_ID" val="custom4_5*i*2"/>
  <p:tag name="KSO_WM_UNIT_LAYERLEVEL" val="1"/>
</p:tagLst>
</file>

<file path=ppt/tags/tag393.xml><?xml version="1.0" encoding="utf-8"?>
<p:tagLst xmlns:p="http://schemas.openxmlformats.org/presentationml/2006/main">
  <p:tag name="KSO_WM_SLIDE_TYPE" val="endPage"/>
  <p:tag name="KSO_WM_TEMPLATE_SUBCATEGORY" val="29"/>
  <p:tag name="KSO_WM_TEMPLATE_COLOR_TYPE" val="0"/>
  <p:tag name="KSO_WM_TAG_VERSION" val="3.0"/>
  <p:tag name="KSO_WM_TEMPLATE_PLACEHOLDER_POS" val="222,146.25,736,459.375"/>
  <p:tag name="KSO_WM_SLIDE_SUBTYPE" val="pureTxt"/>
  <p:tag name="KSO_WM_SLIDE_ITEM_CNT" val="0"/>
  <p:tag name="KSO_WM_TEMPLATE_INDEX" val="4"/>
  <p:tag name="KSO_WM_SLIDE_THEME_ID" val="20232246"/>
  <p:tag name="KSO_WM_SLIDE_INDEX" val="5"/>
  <p:tag name="KSO_WM_BEAUTIFY_FLAG" val="#wm#"/>
  <p:tag name="KSO_WM_TEMPLATE_CATEGORY" val="custom"/>
  <p:tag name="KSO_WM_SLIDE_ID" val="custom4_5"/>
  <p:tag name="KSO_WM_SLIDE_LAYOUT" val="a_f_i"/>
  <p:tag name="KSO_WM_SLIDE_LAYOUT_CNT" val="1_1_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spect">
      <a:maj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E426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2232</Words>
  <Application>WPS 演示</Application>
  <PresentationFormat>宽屏</PresentationFormat>
  <Paragraphs>141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宋体</vt:lpstr>
      <vt:lpstr>Wingdings</vt:lpstr>
      <vt:lpstr>微软雅黑</vt:lpstr>
      <vt:lpstr>汉仪尚巍手书W</vt:lpstr>
      <vt:lpstr>Lato Regular</vt:lpstr>
      <vt:lpstr>Lato</vt:lpstr>
      <vt:lpstr>Lato Hairline</vt:lpstr>
      <vt:lpstr>Lato Light</vt:lpstr>
      <vt:lpstr>Arial Unicode MS</vt:lpstr>
      <vt:lpstr>Calibri</vt:lpstr>
      <vt:lpstr>Office 主题</vt:lpstr>
      <vt:lpstr>Office 主题​​</vt:lpstr>
      <vt:lpstr>FLUSH AND RELOAD</vt:lpstr>
      <vt:lpstr>flush and reload 代码分析</vt:lpstr>
      <vt:lpstr>PowerPoint 演示文稿</vt:lpstr>
      <vt:lpstr>1. 初始化 - uarf_fr_init（）</vt:lpstr>
      <vt:lpstr>2. FLUSH阶段 - uarf_fr_flush（）</vt:lpstr>
      <vt:lpstr>3. 分箱辅助函数 - uarf_get_bin（）</vt:lpstr>
      <vt:lpstr>4. Reload阶段 - uarf_fr_reload_binned（）</vt:lpstr>
      <vt:lpstr>4. Reload阶段 - uarf_fr_reload_binned（）</vt:lpstr>
      <vt:lpstr>5. 结果统计 - uarf_fr_num_hits（）</vt:lpstr>
      <vt:lpstr>6. 结果打印 - uarf_fr_print（）</vt:lpstr>
      <vt:lpstr>7. 资源释放实现 - uarf_fr_deinit（）</vt:lpstr>
      <vt:lpstr>8. 下周目标</vt:lpstr>
      <vt:lpstr>   谢谢！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FLUSH AND RELOAD</dc:title>
  <dc:creator/>
  <cp:lastModifiedBy>杨宇鑫</cp:lastModifiedBy>
  <cp:revision>9</cp:revision>
  <dcterms:created xsi:type="dcterms:W3CDTF">2026-01-21T07:12:00Z</dcterms:created>
  <dcterms:modified xsi:type="dcterms:W3CDTF">2026-01-21T08:14:05Z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B75C98F4C40948689CB49D1002CA5FAC</vt:lpwstr>
  </property>
</Properties>
</file>