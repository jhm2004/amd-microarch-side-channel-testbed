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6"/>
  </p:notesMasterIdLst>
  <p:sldIdLst>
    <p:sldId id="256" r:id="rId3"/>
    <p:sldId id="269" r:id="rId4"/>
    <p:sldId id="258" r:id="rId5"/>
    <p:sldId id="270" r:id="rId6"/>
    <p:sldId id="268" r:id="rId7"/>
    <p:sldId id="274" r:id="rId8"/>
    <p:sldId id="275" r:id="rId9"/>
    <p:sldId id="278" r:id="rId10"/>
    <p:sldId id="279" r:id="rId11"/>
    <p:sldId id="280" r:id="rId12"/>
    <p:sldId id="281" r:id="rId13"/>
    <p:sldId id="282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261" r:id="rId35"/>
  </p:sldIdLst>
  <p:sldSz cx="12192000" cy="6858000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B159"/>
    <a:srgbClr val="235787"/>
    <a:srgbClr val="26A9E0"/>
    <a:srgbClr val="2A9CA2"/>
    <a:srgbClr val="258A8F"/>
    <a:srgbClr val="2283CD"/>
    <a:srgbClr val="E71D3A"/>
    <a:srgbClr val="18BCE2"/>
    <a:srgbClr val="55BEC9"/>
    <a:srgbClr val="1561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182" autoAdjust="0"/>
  </p:normalViewPr>
  <p:slideViewPr>
    <p:cSldViewPr snapToGrid="0">
      <p:cViewPr varScale="1">
        <p:scale>
          <a:sx n="106" d="100"/>
          <a:sy n="106" d="100"/>
        </p:scale>
        <p:origin x="13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gs" Target="tags/tag26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notesMaster" Target="notesMasters/notesMaster1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1076325"/>
            <a:ext cx="9810750" cy="4705350"/>
          </a:xfrm>
          <a:prstGeom prst="rect">
            <a:avLst/>
          </a:prstGeom>
          <a:blipFill rotWithShape="1">
            <a:blip r:embed="rId2"/>
            <a:srcRect/>
            <a:stretch>
              <a:fillRect t="-18985" b="-1898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9886384" y="1076325"/>
            <a:ext cx="2305616" cy="4705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821418" y="3018203"/>
            <a:ext cx="3832671" cy="558799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dirty="0"/>
              <a:t>Click to edit Master subtitle style</a:t>
            </a:r>
            <a:endParaRPr lang="en-US" altLang="zh-CN" dirty="0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821418" y="1942012"/>
            <a:ext cx="5032375" cy="1041584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21418" y="3992020"/>
            <a:ext cx="294957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821418" y="4258720"/>
            <a:ext cx="294957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矩形 125"/>
          <p:cNvSpPr/>
          <p:nvPr userDrawn="1"/>
        </p:nvSpPr>
        <p:spPr>
          <a:xfrm>
            <a:off x="0" y="2060121"/>
            <a:ext cx="12192000" cy="2786744"/>
          </a:xfrm>
          <a:prstGeom prst="rect">
            <a:avLst/>
          </a:prstGeom>
          <a:solidFill>
            <a:schemeClr val="accent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6722155" y="2406650"/>
            <a:ext cx="4535055" cy="656792"/>
          </a:xfrm>
        </p:spPr>
        <p:txBody>
          <a:bodyPr anchor="ctr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6722155" y="3302000"/>
            <a:ext cx="4546600" cy="1015623"/>
          </a:xfrm>
        </p:spPr>
        <p:txBody>
          <a:bodyPr anchor="t">
            <a:normAutofit/>
          </a:bodyPr>
          <a:lstStyle>
            <a:lvl1pPr marL="0" indent="0" algn="l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1076325"/>
            <a:ext cx="6153150" cy="4705350"/>
          </a:xfrm>
          <a:prstGeom prst="rect">
            <a:avLst/>
          </a:prstGeom>
          <a:blipFill rotWithShape="1">
            <a:blip r:embed="rId2"/>
            <a:srcRect/>
            <a:stretch>
              <a:fillRect l="-7782" r="-778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2381250" y="1076325"/>
            <a:ext cx="9810750" cy="4705350"/>
          </a:xfrm>
          <a:prstGeom prst="rect">
            <a:avLst/>
          </a:prstGeom>
          <a:blipFill rotWithShape="1">
            <a:blip r:embed="rId2"/>
            <a:srcRect/>
            <a:stretch>
              <a:fillRect t="-18985" b="-1898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>
            <p:ph type="ctrTitle" hasCustomPrompt="1"/>
          </p:nvPr>
        </p:nvSpPr>
        <p:spPr>
          <a:xfrm>
            <a:off x="2990848" y="1695450"/>
            <a:ext cx="5029200" cy="742950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4" name="文本占位符 62"/>
          <p:cNvSpPr>
            <a:spLocks noGrp="1"/>
          </p:cNvSpPr>
          <p:nvPr>
            <p:ph type="body" sz="quarter" idx="17" hasCustomPrompt="1"/>
          </p:nvPr>
        </p:nvSpPr>
        <p:spPr>
          <a:xfrm>
            <a:off x="2990848" y="3109338"/>
            <a:ext cx="2849642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6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5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2990848" y="3424972"/>
            <a:ext cx="2849642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6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1076325"/>
            <a:ext cx="2305616" cy="4705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jpeg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7.jpeg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jpeg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jpeg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jpeg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jpeg"/><Relationship Id="rId1" Type="http://schemas.openxmlformats.org/officeDocument/2006/relationships/tags" Target="../tags/tag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1.jpeg"/><Relationship Id="rId1" Type="http://schemas.openxmlformats.org/officeDocument/2006/relationships/tags" Target="../tags/tag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jpeg"/><Relationship Id="rId1" Type="http://schemas.openxmlformats.org/officeDocument/2006/relationships/tags" Target="../tags/tag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3.jpeg"/><Relationship Id="rId1" Type="http://schemas.openxmlformats.org/officeDocument/2006/relationships/tags" Target="../tags/tag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4.jpeg"/><Relationship Id="rId1" Type="http://schemas.openxmlformats.org/officeDocument/2006/relationships/tags" Target="../tags/tag2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5.jpeg"/><Relationship Id="rId1" Type="http://schemas.openxmlformats.org/officeDocument/2006/relationships/tags" Target="../tags/tag2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6.jpeg"/><Relationship Id="rId1" Type="http://schemas.openxmlformats.org/officeDocument/2006/relationships/tags" Target="../tags/tag2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821418" y="2675303"/>
            <a:ext cx="3832671" cy="558799"/>
          </a:xfrm>
        </p:spPr>
        <p:txBody>
          <a:bodyPr/>
          <a:lstStyle/>
          <a:p>
            <a:r>
              <a:rPr lang="en-US" altLang="zh-CN" dirty="0"/>
              <a:t>Subtitle here</a:t>
            </a:r>
            <a:endParaRPr lang="en-US" altLang="zh-CN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821418" y="1635370"/>
            <a:ext cx="5032375" cy="1005326"/>
          </a:xfrm>
        </p:spPr>
        <p:txBody>
          <a:bodyPr>
            <a:normAutofit fontScale="90000"/>
          </a:bodyPr>
          <a:lstStyle/>
          <a:p>
            <a:r>
              <a:rPr lang="en-US" altLang="zh-CN" sz="3100" dirty="0"/>
              <a:t>iSlide</a:t>
            </a:r>
            <a:r>
              <a:rPr lang="en-US" altLang="zh-CN" sz="3100" baseline="30000" dirty="0"/>
              <a:t>®</a:t>
            </a:r>
            <a:r>
              <a:rPr lang="en-US" altLang="zh-CN" sz="3100" dirty="0"/>
              <a:t> PowerPoint </a:t>
            </a:r>
            <a:r>
              <a:rPr lang="en-US" altLang="zh-CN" dirty="0"/>
              <a:t>standard template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821418" y="3649120"/>
            <a:ext cx="2949575" cy="296271"/>
          </a:xfrm>
        </p:spPr>
        <p:txBody>
          <a:bodyPr/>
          <a:lstStyle/>
          <a:p>
            <a:r>
              <a:rPr lang="en-US" altLang="zh-CN" dirty="0"/>
              <a:t>Speaker name and title</a:t>
            </a:r>
            <a:endParaRPr lang="en-US" altLang="zh-CN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821418" y="3915820"/>
            <a:ext cx="2949575" cy="296271"/>
          </a:xfrm>
        </p:spPr>
        <p:txBody>
          <a:bodyPr/>
          <a:lstStyle/>
          <a:p>
            <a:r>
              <a:rPr lang="en-US" altLang="zh-CN"/>
              <a:t>www.islide.cc</a:t>
            </a:r>
            <a:endParaRPr lang="en-US" altLang="en-US" dirty="0"/>
          </a:p>
        </p:txBody>
      </p:sp>
      <p:sp>
        <p:nvSpPr>
          <p:cNvPr id="10" name="椭圆 9"/>
          <p:cNvSpPr/>
          <p:nvPr/>
        </p:nvSpPr>
        <p:spPr>
          <a:xfrm>
            <a:off x="8902371" y="3711121"/>
            <a:ext cx="1638300" cy="1638300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9157043" y="4111171"/>
            <a:ext cx="1128956" cy="838200"/>
            <a:chOff x="8317842" y="2330798"/>
            <a:chExt cx="1742414" cy="1293667"/>
          </a:xfrm>
        </p:grpSpPr>
        <p:sp>
          <p:nvSpPr>
            <p:cNvPr id="18" name="文本框 17"/>
            <p:cNvSpPr txBox="1"/>
            <p:nvPr/>
          </p:nvSpPr>
          <p:spPr>
            <a:xfrm>
              <a:off x="8346936" y="2971800"/>
              <a:ext cx="1711464" cy="652665"/>
            </a:xfrm>
            <a:prstGeom prst="rect">
              <a:avLst/>
            </a:prstGeom>
            <a:noFill/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Impact" panose="020B0806030902050204" pitchFamily="34" charset="0"/>
                </a:rPr>
                <a:t>2018</a:t>
              </a:r>
              <a:endParaRPr lang="zh-CN" altLang="en-US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8317842" y="2330798"/>
              <a:ext cx="1742414" cy="588861"/>
            </a:xfrm>
            <a:prstGeom prst="rect">
              <a:avLst/>
            </a:prstGeom>
            <a:noFill/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3020204020204" pitchFamily="34" charset="-122"/>
                </a:rPr>
                <a:t>OUTLOOK</a:t>
              </a:r>
              <a:endParaRPr lang="zh-CN" altLang="en-US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</p:grpSp>
      <p:pic>
        <p:nvPicPr>
          <p:cNvPr id="8" name="图片 7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4365" y="3416935"/>
            <a:ext cx="2933700" cy="27336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3e8992b5-5db5-46cc-947c-ea2e40ebc0c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321617"/>
            <a:ext cx="9260331" cy="4665617"/>
            <a:chOff x="669925" y="1321617"/>
            <a:chExt cx="9260331" cy="4665617"/>
          </a:xfrm>
        </p:grpSpPr>
        <p:cxnSp>
          <p:nvCxnSpPr>
            <p:cNvPr id="12" name="直接连接符 11"/>
            <p:cNvCxnSpPr/>
            <p:nvPr/>
          </p:nvCxnSpPr>
          <p:spPr>
            <a:xfrm flipH="1">
              <a:off x="669925" y="2388826"/>
              <a:ext cx="75773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669925" y="2848657"/>
              <a:ext cx="259107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íṥḷíḑé"/>
            <p:cNvSpPr txBox="1"/>
            <p:nvPr/>
          </p:nvSpPr>
          <p:spPr>
            <a:xfrm>
              <a:off x="5610256" y="1424279"/>
              <a:ext cx="466794" cy="461665"/>
            </a:xfrm>
            <a:prstGeom prst="rect">
              <a:avLst/>
            </a:prstGeom>
            <a:noFill/>
          </p:spPr>
          <p:txBody>
            <a:bodyPr wrap="none" anchor="ctr">
              <a:noAutofit/>
            </a:bodyPr>
            <a:lstStyle/>
            <a:p>
              <a:pPr algn="ctr"/>
              <a:r>
                <a:rPr lang="en-US" altLang="zh-CN" sz="2800" dirty="0">
                  <a:solidFill>
                    <a:schemeClr val="accent1">
                      <a:lumMod val="100000"/>
                    </a:schemeClr>
                  </a:solidFill>
                  <a:latin typeface="Impact" panose="020B0806030902050204" pitchFamily="34" charset="0"/>
                </a:rPr>
                <a:t>01</a:t>
              </a:r>
              <a:endParaRPr lang="en-US" altLang="zh-CN" sz="2800" dirty="0">
                <a:solidFill>
                  <a:schemeClr val="accent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>
            <a:xfrm>
              <a:off x="6208722" y="1395504"/>
              <a:ext cx="0" cy="51921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išḻidé"/>
            <p:cNvSpPr/>
            <p:nvPr/>
          </p:nvSpPr>
          <p:spPr bwMode="auto">
            <a:xfrm>
              <a:off x="6295143" y="1672545"/>
              <a:ext cx="3610267" cy="316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7" name="îsľïḑê"/>
            <p:cNvSpPr txBox="1"/>
            <p:nvPr/>
          </p:nvSpPr>
          <p:spPr bwMode="auto">
            <a:xfrm>
              <a:off x="6295143" y="1321617"/>
              <a:ext cx="3610267" cy="350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18" name="îṧ1ïḋê"/>
            <p:cNvSpPr txBox="1"/>
            <p:nvPr/>
          </p:nvSpPr>
          <p:spPr>
            <a:xfrm>
              <a:off x="5610256" y="2224005"/>
              <a:ext cx="503663" cy="461665"/>
            </a:xfrm>
            <a:prstGeom prst="rect">
              <a:avLst/>
            </a:prstGeom>
            <a:noFill/>
          </p:spPr>
          <p:txBody>
            <a:bodyPr wrap="none" anchor="ctr">
              <a:noAutofit/>
            </a:bodyPr>
            <a:lstStyle/>
            <a:p>
              <a:pPr algn="ctr"/>
              <a:r>
                <a:rPr lang="en-US" altLang="zh-CN" sz="2800">
                  <a:solidFill>
                    <a:schemeClr val="accent2">
                      <a:lumMod val="100000"/>
                    </a:schemeClr>
                  </a:solidFill>
                  <a:latin typeface="Impact" panose="020B0806030902050204" pitchFamily="34" charset="0"/>
                </a:rPr>
                <a:t>02</a:t>
              </a:r>
              <a:endParaRPr lang="en-US" altLang="zh-CN" sz="2800">
                <a:solidFill>
                  <a:schemeClr val="accent2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6227156" y="2195230"/>
              <a:ext cx="0" cy="519214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îSľiḓe"/>
            <p:cNvSpPr/>
            <p:nvPr/>
          </p:nvSpPr>
          <p:spPr bwMode="auto">
            <a:xfrm>
              <a:off x="6313577" y="2472271"/>
              <a:ext cx="3610267" cy="316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21" name="íŝḻiḓê"/>
            <p:cNvSpPr txBox="1"/>
            <p:nvPr/>
          </p:nvSpPr>
          <p:spPr bwMode="auto">
            <a:xfrm>
              <a:off x="6313577" y="2121343"/>
              <a:ext cx="3610267" cy="350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22" name="isľîḋé"/>
            <p:cNvSpPr txBox="1"/>
            <p:nvPr/>
          </p:nvSpPr>
          <p:spPr>
            <a:xfrm>
              <a:off x="5610256" y="3023731"/>
              <a:ext cx="513282" cy="461665"/>
            </a:xfrm>
            <a:prstGeom prst="rect">
              <a:avLst/>
            </a:prstGeom>
            <a:noFill/>
          </p:spPr>
          <p:txBody>
            <a:bodyPr wrap="none" anchor="ctr">
              <a:noAutofit/>
            </a:bodyPr>
            <a:lstStyle/>
            <a:p>
              <a:pPr algn="ctr"/>
              <a:r>
                <a:rPr lang="en-US" altLang="zh-CN" sz="2800">
                  <a:solidFill>
                    <a:schemeClr val="accent3">
                      <a:lumMod val="100000"/>
                    </a:schemeClr>
                  </a:solidFill>
                  <a:latin typeface="Impact" panose="020B0806030902050204" pitchFamily="34" charset="0"/>
                </a:rPr>
                <a:t>03</a:t>
              </a:r>
              <a:endParaRPr lang="en-US" altLang="zh-CN" sz="2800">
                <a:solidFill>
                  <a:schemeClr val="accent3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6231966" y="2994956"/>
              <a:ext cx="0" cy="519214"/>
            </a:xfrm>
            <a:prstGeom prst="line">
              <a:avLst/>
            </a:prstGeom>
            <a:ln w="28575" cap="flat" cmpd="sng" algn="ctr">
              <a:solidFill>
                <a:schemeClr val="accent3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íśḻíḍé"/>
            <p:cNvSpPr/>
            <p:nvPr/>
          </p:nvSpPr>
          <p:spPr bwMode="auto">
            <a:xfrm>
              <a:off x="6318387" y="3271997"/>
              <a:ext cx="3610267" cy="316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25" name="ísḻiḍe"/>
            <p:cNvSpPr txBox="1"/>
            <p:nvPr/>
          </p:nvSpPr>
          <p:spPr bwMode="auto">
            <a:xfrm>
              <a:off x="6318387" y="2921069"/>
              <a:ext cx="3610267" cy="350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26" name="îṡlïḓé"/>
            <p:cNvSpPr txBox="1"/>
            <p:nvPr/>
          </p:nvSpPr>
          <p:spPr>
            <a:xfrm>
              <a:off x="5610256" y="3823457"/>
              <a:ext cx="503663" cy="461665"/>
            </a:xfrm>
            <a:prstGeom prst="rect">
              <a:avLst/>
            </a:prstGeom>
            <a:noFill/>
          </p:spPr>
          <p:txBody>
            <a:bodyPr wrap="none" anchor="ctr">
              <a:noAutofit/>
            </a:bodyPr>
            <a:lstStyle/>
            <a:p>
              <a:pPr algn="ctr"/>
              <a:r>
                <a:rPr lang="en-US" altLang="zh-CN" sz="2800">
                  <a:solidFill>
                    <a:schemeClr val="accent4">
                      <a:lumMod val="100000"/>
                    </a:schemeClr>
                  </a:solidFill>
                  <a:latin typeface="Impact" panose="020B0806030902050204" pitchFamily="34" charset="0"/>
                </a:rPr>
                <a:t>04</a:t>
              </a:r>
              <a:endParaRPr lang="en-US" altLang="zh-CN" sz="2800">
                <a:solidFill>
                  <a:schemeClr val="accent4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cxnSp>
          <p:nvCxnSpPr>
            <p:cNvPr id="27" name="直接连接符 26"/>
            <p:cNvCxnSpPr/>
            <p:nvPr/>
          </p:nvCxnSpPr>
          <p:spPr>
            <a:xfrm>
              <a:off x="6227156" y="3794682"/>
              <a:ext cx="0" cy="519214"/>
            </a:xfrm>
            <a:prstGeom prst="line">
              <a:avLst/>
            </a:prstGeom>
            <a:ln w="28575" cap="flat" cmpd="sng" algn="ctr">
              <a:solidFill>
                <a:schemeClr val="accent4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is1ïḑè"/>
            <p:cNvSpPr/>
            <p:nvPr/>
          </p:nvSpPr>
          <p:spPr bwMode="auto">
            <a:xfrm>
              <a:off x="6313577" y="4071723"/>
              <a:ext cx="3610267" cy="316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29" name="îṩľîḓè"/>
            <p:cNvSpPr txBox="1"/>
            <p:nvPr/>
          </p:nvSpPr>
          <p:spPr bwMode="auto">
            <a:xfrm>
              <a:off x="6313577" y="3720795"/>
              <a:ext cx="3610267" cy="350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30" name="î$ļíḍê"/>
            <p:cNvSpPr txBox="1"/>
            <p:nvPr/>
          </p:nvSpPr>
          <p:spPr>
            <a:xfrm>
              <a:off x="5610256" y="4623183"/>
              <a:ext cx="514885" cy="461665"/>
            </a:xfrm>
            <a:prstGeom prst="rect">
              <a:avLst/>
            </a:prstGeom>
            <a:noFill/>
          </p:spPr>
          <p:txBody>
            <a:bodyPr wrap="none" anchor="ctr">
              <a:noAutofit/>
            </a:bodyPr>
            <a:lstStyle/>
            <a:p>
              <a:pPr algn="ctr"/>
              <a:r>
                <a:rPr lang="en-US" altLang="zh-CN" sz="2800">
                  <a:solidFill>
                    <a:schemeClr val="accent5">
                      <a:lumMod val="100000"/>
                    </a:schemeClr>
                  </a:solidFill>
                  <a:latin typeface="Impact" panose="020B0806030902050204" pitchFamily="34" charset="0"/>
                </a:rPr>
                <a:t>05</a:t>
              </a:r>
              <a:endParaRPr lang="en-US" altLang="zh-CN" sz="2800">
                <a:solidFill>
                  <a:schemeClr val="accent5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cxnSp>
          <p:nvCxnSpPr>
            <p:cNvPr id="31" name="直接连接符 30"/>
            <p:cNvCxnSpPr/>
            <p:nvPr/>
          </p:nvCxnSpPr>
          <p:spPr>
            <a:xfrm>
              <a:off x="6232767" y="4594408"/>
              <a:ext cx="0" cy="519214"/>
            </a:xfrm>
            <a:prstGeom prst="line">
              <a:avLst/>
            </a:prstGeom>
            <a:ln w="28575" cap="flat" cmpd="sng" algn="ctr">
              <a:solidFill>
                <a:schemeClr val="accent5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ïṡļîḑé"/>
            <p:cNvSpPr/>
            <p:nvPr/>
          </p:nvSpPr>
          <p:spPr bwMode="auto">
            <a:xfrm>
              <a:off x="6319188" y="4871449"/>
              <a:ext cx="3610267" cy="316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33" name="iśľîḍè"/>
            <p:cNvSpPr txBox="1"/>
            <p:nvPr/>
          </p:nvSpPr>
          <p:spPr bwMode="auto">
            <a:xfrm>
              <a:off x="6319188" y="4520521"/>
              <a:ext cx="3610267" cy="350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34" name="î$ľïḍe"/>
            <p:cNvSpPr txBox="1"/>
            <p:nvPr/>
          </p:nvSpPr>
          <p:spPr>
            <a:xfrm>
              <a:off x="5610256" y="5422908"/>
              <a:ext cx="516487" cy="461665"/>
            </a:xfrm>
            <a:prstGeom prst="rect">
              <a:avLst/>
            </a:prstGeom>
            <a:noFill/>
          </p:spPr>
          <p:txBody>
            <a:bodyPr wrap="none" anchor="ctr">
              <a:noAutofit/>
            </a:bodyPr>
            <a:lstStyle/>
            <a:p>
              <a:pPr algn="ctr"/>
              <a:r>
                <a:rPr lang="en-US" altLang="zh-CN" sz="2800">
                  <a:solidFill>
                    <a:schemeClr val="accent6">
                      <a:lumMod val="100000"/>
                    </a:schemeClr>
                  </a:solidFill>
                  <a:latin typeface="Impact" panose="020B0806030902050204" pitchFamily="34" charset="0"/>
                </a:rPr>
                <a:t>06</a:t>
              </a:r>
              <a:endParaRPr lang="en-US" altLang="zh-CN" sz="2800">
                <a:solidFill>
                  <a:schemeClr val="accent6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cxnSp>
          <p:nvCxnSpPr>
            <p:cNvPr id="35" name="直接连接符 34"/>
            <p:cNvCxnSpPr/>
            <p:nvPr/>
          </p:nvCxnSpPr>
          <p:spPr>
            <a:xfrm>
              <a:off x="6233568" y="5394133"/>
              <a:ext cx="0" cy="519214"/>
            </a:xfrm>
            <a:prstGeom prst="line">
              <a:avLst/>
            </a:prstGeom>
            <a:ln w="28575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îṣļîḑe"/>
            <p:cNvSpPr/>
            <p:nvPr/>
          </p:nvSpPr>
          <p:spPr bwMode="auto">
            <a:xfrm>
              <a:off x="6319989" y="5671174"/>
              <a:ext cx="3610267" cy="316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37" name="išľíḑe"/>
            <p:cNvSpPr txBox="1"/>
            <p:nvPr/>
          </p:nvSpPr>
          <p:spPr bwMode="auto">
            <a:xfrm>
              <a:off x="6319989" y="5320246"/>
              <a:ext cx="3610267" cy="350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38" name="îśḻídè"/>
            <p:cNvSpPr txBox="1"/>
            <p:nvPr/>
          </p:nvSpPr>
          <p:spPr bwMode="auto">
            <a:xfrm>
              <a:off x="1349230" y="2224005"/>
              <a:ext cx="1139207" cy="654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4000" b="1" dirty="0">
                  <a:solidFill>
                    <a:schemeClr val="tx2"/>
                  </a:solidFill>
                </a:rPr>
                <a:t>content</a:t>
              </a:r>
              <a:endParaRPr lang="en-US" altLang="zh-CN" sz="4000" b="1" dirty="0">
                <a:solidFill>
                  <a:schemeClr val="tx2"/>
                </a:solidFill>
              </a:endParaRPr>
            </a:p>
          </p:txBody>
        </p:sp>
      </p:grpSp>
      <p:pic>
        <p:nvPicPr>
          <p:cNvPr id="2" name="图片 1" descr="logo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" y="3916045"/>
            <a:ext cx="4711700" cy="1968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 userDrawn="1"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Section Header Here</a:t>
            </a:r>
            <a:endParaRPr lang="zh-CN" altLang="en-US" b="0" dirty="0"/>
          </a:p>
        </p:txBody>
      </p:sp>
      <p:sp>
        <p:nvSpPr>
          <p:cNvPr id="6" name="文本占位符 5"/>
          <p:cNvSpPr>
            <a:spLocks noGrp="1"/>
          </p:cNvSpPr>
          <p:nvPr userDrawn="1">
            <p:ph type="body"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US" altLang="zh-CN" dirty="0"/>
              <a:t>Supporting text here.</a:t>
            </a:r>
            <a:endParaRPr lang="en-US" altLang="zh-CN" dirty="0"/>
          </a:p>
          <a:p>
            <a:pPr lvl="0">
              <a:lnSpc>
                <a:spcPct val="100000"/>
              </a:lnSpc>
            </a:pPr>
            <a:r>
              <a:rPr lang="en-US" altLang="zh-CN" dirty="0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564817" y="2984046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2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  <a:endParaRPr lang="zh-CN" altLang="en-US" spc="100" dirty="0">
              <a:solidFill>
                <a:schemeClr val="accent2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4140" y="5264785"/>
            <a:ext cx="1477645" cy="1376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11" name="451225da-3c90-4c5b-b1b3-854286319c6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-9525" y="1130301"/>
            <a:ext cx="12201525" cy="5013324"/>
            <a:chOff x="-9525" y="1130301"/>
            <a:chExt cx="12201525" cy="5013324"/>
          </a:xfrm>
        </p:grpSpPr>
        <p:sp>
          <p:nvSpPr>
            <p:cNvPr id="12" name="ïśliďe"/>
            <p:cNvSpPr/>
            <p:nvPr/>
          </p:nvSpPr>
          <p:spPr>
            <a:xfrm>
              <a:off x="-9525" y="1130301"/>
              <a:ext cx="12201525" cy="1983700"/>
            </a:xfrm>
            <a:prstGeom prst="rect">
              <a:avLst/>
            </a:prstGeom>
            <a:blipFill>
              <a:blip r:embed="rId2"/>
              <a:srcRect/>
              <a:stretch>
                <a:fillRect t="-163548" b="-8244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dirty="0">
                <a:solidFill>
                  <a:schemeClr val="lt1"/>
                </a:solidFill>
              </a:endParaRPr>
            </a:p>
          </p:txBody>
        </p:sp>
        <p:sp>
          <p:nvSpPr>
            <p:cNvPr id="13" name="îṧḻïďe"/>
            <p:cNvSpPr/>
            <p:nvPr/>
          </p:nvSpPr>
          <p:spPr>
            <a:xfrm>
              <a:off x="0" y="2483999"/>
              <a:ext cx="12192000" cy="630001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 w="12700">
              <a:miter lim="400000"/>
            </a:ln>
          </p:spPr>
          <p:txBody>
            <a:bodyPr wrap="none" lIns="90000" tIns="46800" rIns="90000" bIns="46800" anchor="ctr">
              <a:norm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</a:rPr>
                <a:t>Text Here</a:t>
              </a:r>
              <a:endParaRPr lang="en-US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ïṡľïďé"/>
            <p:cNvSpPr/>
            <p:nvPr/>
          </p:nvSpPr>
          <p:spPr>
            <a:xfrm rot="16200000">
              <a:off x="5720954" y="-617183"/>
              <a:ext cx="750094" cy="8331202"/>
            </a:xfrm>
            <a:prstGeom prst="rightBrace">
              <a:avLst>
                <a:gd name="adj1" fmla="val 42642"/>
                <a:gd name="adj2" fmla="val 50000"/>
              </a:avLst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15" name="íśľîḑê"/>
            <p:cNvSpPr txBox="1"/>
            <p:nvPr/>
          </p:nvSpPr>
          <p:spPr bwMode="auto">
            <a:xfrm>
              <a:off x="677082" y="4804594"/>
              <a:ext cx="2462186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6" name="ïSļïḓe"/>
            <p:cNvSpPr/>
            <p:nvPr/>
          </p:nvSpPr>
          <p:spPr bwMode="auto">
            <a:xfrm>
              <a:off x="677082" y="5246400"/>
              <a:ext cx="2462186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7" name="iṡlîdè"/>
            <p:cNvSpPr/>
            <p:nvPr/>
          </p:nvSpPr>
          <p:spPr bwMode="auto">
            <a:xfrm>
              <a:off x="1603333" y="4104311"/>
              <a:ext cx="609685" cy="492312"/>
            </a:xfrm>
            <a:custGeom>
              <a:avLst/>
              <a:gdLst>
                <a:gd name="connsiteX0" fmla="*/ 499361 w 608838"/>
                <a:gd name="connsiteY0" fmla="*/ 285654 h 491629"/>
                <a:gd name="connsiteX1" fmla="*/ 499361 w 608838"/>
                <a:gd name="connsiteY1" fmla="*/ 344437 h 491629"/>
                <a:gd name="connsiteX2" fmla="*/ 558245 w 608838"/>
                <a:gd name="connsiteY2" fmla="*/ 344437 h 491629"/>
                <a:gd name="connsiteX3" fmla="*/ 558245 w 608838"/>
                <a:gd name="connsiteY3" fmla="*/ 285654 h 491629"/>
                <a:gd name="connsiteX4" fmla="*/ 50593 w 608838"/>
                <a:gd name="connsiteY4" fmla="*/ 285654 h 491629"/>
                <a:gd name="connsiteX5" fmla="*/ 50593 w 608838"/>
                <a:gd name="connsiteY5" fmla="*/ 344437 h 491629"/>
                <a:gd name="connsiteX6" fmla="*/ 109477 w 608838"/>
                <a:gd name="connsiteY6" fmla="*/ 344437 h 491629"/>
                <a:gd name="connsiteX7" fmla="*/ 109477 w 608838"/>
                <a:gd name="connsiteY7" fmla="*/ 285654 h 491629"/>
                <a:gd name="connsiteX8" fmla="*/ 324062 w 608838"/>
                <a:gd name="connsiteY8" fmla="*/ 265425 h 491629"/>
                <a:gd name="connsiteX9" fmla="*/ 324062 w 608838"/>
                <a:gd name="connsiteY9" fmla="*/ 329947 h 491629"/>
                <a:gd name="connsiteX10" fmla="*/ 388693 w 608838"/>
                <a:gd name="connsiteY10" fmla="*/ 329947 h 491629"/>
                <a:gd name="connsiteX11" fmla="*/ 388693 w 608838"/>
                <a:gd name="connsiteY11" fmla="*/ 265425 h 491629"/>
                <a:gd name="connsiteX12" fmla="*/ 220144 w 608838"/>
                <a:gd name="connsiteY12" fmla="*/ 265425 h 491629"/>
                <a:gd name="connsiteX13" fmla="*/ 220144 w 608838"/>
                <a:gd name="connsiteY13" fmla="*/ 329947 h 491629"/>
                <a:gd name="connsiteX14" fmla="*/ 284775 w 608838"/>
                <a:gd name="connsiteY14" fmla="*/ 329947 h 491629"/>
                <a:gd name="connsiteX15" fmla="*/ 284775 w 608838"/>
                <a:gd name="connsiteY15" fmla="*/ 265425 h 491629"/>
                <a:gd name="connsiteX16" fmla="*/ 499361 w 608838"/>
                <a:gd name="connsiteY16" fmla="*/ 191225 h 491629"/>
                <a:gd name="connsiteX17" fmla="*/ 499361 w 608838"/>
                <a:gd name="connsiteY17" fmla="*/ 250008 h 491629"/>
                <a:gd name="connsiteX18" fmla="*/ 558245 w 608838"/>
                <a:gd name="connsiteY18" fmla="*/ 250008 h 491629"/>
                <a:gd name="connsiteX19" fmla="*/ 558245 w 608838"/>
                <a:gd name="connsiteY19" fmla="*/ 191225 h 491629"/>
                <a:gd name="connsiteX20" fmla="*/ 50593 w 608838"/>
                <a:gd name="connsiteY20" fmla="*/ 191225 h 491629"/>
                <a:gd name="connsiteX21" fmla="*/ 50593 w 608838"/>
                <a:gd name="connsiteY21" fmla="*/ 250008 h 491629"/>
                <a:gd name="connsiteX22" fmla="*/ 109477 w 608838"/>
                <a:gd name="connsiteY22" fmla="*/ 250008 h 491629"/>
                <a:gd name="connsiteX23" fmla="*/ 109477 w 608838"/>
                <a:gd name="connsiteY23" fmla="*/ 191225 h 491629"/>
                <a:gd name="connsiteX24" fmla="*/ 324062 w 608838"/>
                <a:gd name="connsiteY24" fmla="*/ 161682 h 491629"/>
                <a:gd name="connsiteX25" fmla="*/ 324062 w 608838"/>
                <a:gd name="connsiteY25" fmla="*/ 226204 h 491629"/>
                <a:gd name="connsiteX26" fmla="*/ 388693 w 608838"/>
                <a:gd name="connsiteY26" fmla="*/ 226204 h 491629"/>
                <a:gd name="connsiteX27" fmla="*/ 388693 w 608838"/>
                <a:gd name="connsiteY27" fmla="*/ 161682 h 491629"/>
                <a:gd name="connsiteX28" fmla="*/ 220144 w 608838"/>
                <a:gd name="connsiteY28" fmla="*/ 161682 h 491629"/>
                <a:gd name="connsiteX29" fmla="*/ 220144 w 608838"/>
                <a:gd name="connsiteY29" fmla="*/ 226204 h 491629"/>
                <a:gd name="connsiteX30" fmla="*/ 284775 w 608838"/>
                <a:gd name="connsiteY30" fmla="*/ 226204 h 491629"/>
                <a:gd name="connsiteX31" fmla="*/ 284775 w 608838"/>
                <a:gd name="connsiteY31" fmla="*/ 161682 h 491629"/>
                <a:gd name="connsiteX32" fmla="*/ 499361 w 608838"/>
                <a:gd name="connsiteY32" fmla="*/ 96797 h 491629"/>
                <a:gd name="connsiteX33" fmla="*/ 499361 w 608838"/>
                <a:gd name="connsiteY33" fmla="*/ 155579 h 491629"/>
                <a:gd name="connsiteX34" fmla="*/ 558245 w 608838"/>
                <a:gd name="connsiteY34" fmla="*/ 155579 h 491629"/>
                <a:gd name="connsiteX35" fmla="*/ 558245 w 608838"/>
                <a:gd name="connsiteY35" fmla="*/ 96797 h 491629"/>
                <a:gd name="connsiteX36" fmla="*/ 50593 w 608838"/>
                <a:gd name="connsiteY36" fmla="*/ 96797 h 491629"/>
                <a:gd name="connsiteX37" fmla="*/ 50593 w 608838"/>
                <a:gd name="connsiteY37" fmla="*/ 155579 h 491629"/>
                <a:gd name="connsiteX38" fmla="*/ 109477 w 608838"/>
                <a:gd name="connsiteY38" fmla="*/ 155579 h 491629"/>
                <a:gd name="connsiteX39" fmla="*/ 109477 w 608838"/>
                <a:gd name="connsiteY39" fmla="*/ 96797 h 491629"/>
                <a:gd name="connsiteX40" fmla="*/ 324062 w 608838"/>
                <a:gd name="connsiteY40" fmla="*/ 57938 h 491629"/>
                <a:gd name="connsiteX41" fmla="*/ 324062 w 608838"/>
                <a:gd name="connsiteY41" fmla="*/ 122461 h 491629"/>
                <a:gd name="connsiteX42" fmla="*/ 388693 w 608838"/>
                <a:gd name="connsiteY42" fmla="*/ 122461 h 491629"/>
                <a:gd name="connsiteX43" fmla="*/ 388693 w 608838"/>
                <a:gd name="connsiteY43" fmla="*/ 57938 h 491629"/>
                <a:gd name="connsiteX44" fmla="*/ 220144 w 608838"/>
                <a:gd name="connsiteY44" fmla="*/ 57938 h 491629"/>
                <a:gd name="connsiteX45" fmla="*/ 220144 w 608838"/>
                <a:gd name="connsiteY45" fmla="*/ 122461 h 491629"/>
                <a:gd name="connsiteX46" fmla="*/ 284775 w 608838"/>
                <a:gd name="connsiteY46" fmla="*/ 122461 h 491629"/>
                <a:gd name="connsiteX47" fmla="*/ 284775 w 608838"/>
                <a:gd name="connsiteY47" fmla="*/ 57938 h 491629"/>
                <a:gd name="connsiteX48" fmla="*/ 469401 w 608838"/>
                <a:gd name="connsiteY48" fmla="*/ 44033 h 491629"/>
                <a:gd name="connsiteX49" fmla="*/ 608838 w 608838"/>
                <a:gd name="connsiteY49" fmla="*/ 44033 h 491629"/>
                <a:gd name="connsiteX50" fmla="*/ 608838 w 608838"/>
                <a:gd name="connsiteY50" fmla="*/ 491629 h 491629"/>
                <a:gd name="connsiteX51" fmla="*/ 510950 w 608838"/>
                <a:gd name="connsiteY51" fmla="*/ 491629 h 491629"/>
                <a:gd name="connsiteX52" fmla="*/ 510950 w 608838"/>
                <a:gd name="connsiteY52" fmla="*/ 391651 h 491629"/>
                <a:gd name="connsiteX53" fmla="*/ 469401 w 608838"/>
                <a:gd name="connsiteY53" fmla="*/ 391651 h 491629"/>
                <a:gd name="connsiteX54" fmla="*/ 0 w 608838"/>
                <a:gd name="connsiteY54" fmla="*/ 44033 h 491629"/>
                <a:gd name="connsiteX55" fmla="*/ 139437 w 608838"/>
                <a:gd name="connsiteY55" fmla="*/ 44033 h 491629"/>
                <a:gd name="connsiteX56" fmla="*/ 139437 w 608838"/>
                <a:gd name="connsiteY56" fmla="*/ 391651 h 491629"/>
                <a:gd name="connsiteX57" fmla="*/ 97889 w 608838"/>
                <a:gd name="connsiteY57" fmla="*/ 391651 h 491629"/>
                <a:gd name="connsiteX58" fmla="*/ 97889 w 608838"/>
                <a:gd name="connsiteY58" fmla="*/ 491629 h 491629"/>
                <a:gd name="connsiteX59" fmla="*/ 0 w 608838"/>
                <a:gd name="connsiteY59" fmla="*/ 491629 h 491629"/>
                <a:gd name="connsiteX60" fmla="*/ 164558 w 608838"/>
                <a:gd name="connsiteY60" fmla="*/ 0 h 491629"/>
                <a:gd name="connsiteX61" fmla="*/ 444279 w 608838"/>
                <a:gd name="connsiteY61" fmla="*/ 0 h 491629"/>
                <a:gd name="connsiteX62" fmla="*/ 444279 w 608838"/>
                <a:gd name="connsiteY62" fmla="*/ 491629 h 491629"/>
                <a:gd name="connsiteX63" fmla="*/ 336781 w 608838"/>
                <a:gd name="connsiteY63" fmla="*/ 491629 h 491629"/>
                <a:gd name="connsiteX64" fmla="*/ 336781 w 608838"/>
                <a:gd name="connsiteY64" fmla="*/ 381866 h 491629"/>
                <a:gd name="connsiteX65" fmla="*/ 272056 w 608838"/>
                <a:gd name="connsiteY65" fmla="*/ 381866 h 491629"/>
                <a:gd name="connsiteX66" fmla="*/ 272056 w 608838"/>
                <a:gd name="connsiteY66" fmla="*/ 491629 h 491629"/>
                <a:gd name="connsiteX67" fmla="*/ 164558 w 608838"/>
                <a:gd name="connsiteY67" fmla="*/ 491629 h 491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608838" h="491629">
                  <a:moveTo>
                    <a:pt x="499361" y="285654"/>
                  </a:moveTo>
                  <a:lnTo>
                    <a:pt x="499361" y="344437"/>
                  </a:lnTo>
                  <a:lnTo>
                    <a:pt x="558245" y="344437"/>
                  </a:lnTo>
                  <a:lnTo>
                    <a:pt x="558245" y="285654"/>
                  </a:lnTo>
                  <a:close/>
                  <a:moveTo>
                    <a:pt x="50593" y="285654"/>
                  </a:moveTo>
                  <a:lnTo>
                    <a:pt x="50593" y="344437"/>
                  </a:lnTo>
                  <a:lnTo>
                    <a:pt x="109477" y="344437"/>
                  </a:lnTo>
                  <a:lnTo>
                    <a:pt x="109477" y="285654"/>
                  </a:lnTo>
                  <a:close/>
                  <a:moveTo>
                    <a:pt x="324062" y="265425"/>
                  </a:moveTo>
                  <a:lnTo>
                    <a:pt x="324062" y="329947"/>
                  </a:lnTo>
                  <a:lnTo>
                    <a:pt x="388693" y="329947"/>
                  </a:lnTo>
                  <a:lnTo>
                    <a:pt x="388693" y="265425"/>
                  </a:lnTo>
                  <a:close/>
                  <a:moveTo>
                    <a:pt x="220144" y="265425"/>
                  </a:moveTo>
                  <a:lnTo>
                    <a:pt x="220144" y="329947"/>
                  </a:lnTo>
                  <a:lnTo>
                    <a:pt x="284775" y="329947"/>
                  </a:lnTo>
                  <a:lnTo>
                    <a:pt x="284775" y="265425"/>
                  </a:lnTo>
                  <a:close/>
                  <a:moveTo>
                    <a:pt x="499361" y="191225"/>
                  </a:moveTo>
                  <a:lnTo>
                    <a:pt x="499361" y="250008"/>
                  </a:lnTo>
                  <a:lnTo>
                    <a:pt x="558245" y="250008"/>
                  </a:lnTo>
                  <a:lnTo>
                    <a:pt x="558245" y="191225"/>
                  </a:lnTo>
                  <a:close/>
                  <a:moveTo>
                    <a:pt x="50593" y="191225"/>
                  </a:moveTo>
                  <a:lnTo>
                    <a:pt x="50593" y="250008"/>
                  </a:lnTo>
                  <a:lnTo>
                    <a:pt x="109477" y="250008"/>
                  </a:lnTo>
                  <a:lnTo>
                    <a:pt x="109477" y="191225"/>
                  </a:lnTo>
                  <a:close/>
                  <a:moveTo>
                    <a:pt x="324062" y="161682"/>
                  </a:moveTo>
                  <a:lnTo>
                    <a:pt x="324062" y="226204"/>
                  </a:lnTo>
                  <a:lnTo>
                    <a:pt x="388693" y="226204"/>
                  </a:lnTo>
                  <a:lnTo>
                    <a:pt x="388693" y="161682"/>
                  </a:lnTo>
                  <a:close/>
                  <a:moveTo>
                    <a:pt x="220144" y="161682"/>
                  </a:moveTo>
                  <a:lnTo>
                    <a:pt x="220144" y="226204"/>
                  </a:lnTo>
                  <a:lnTo>
                    <a:pt x="284775" y="226204"/>
                  </a:lnTo>
                  <a:lnTo>
                    <a:pt x="284775" y="161682"/>
                  </a:lnTo>
                  <a:close/>
                  <a:moveTo>
                    <a:pt x="499361" y="96797"/>
                  </a:moveTo>
                  <a:lnTo>
                    <a:pt x="499361" y="155579"/>
                  </a:lnTo>
                  <a:lnTo>
                    <a:pt x="558245" y="155579"/>
                  </a:lnTo>
                  <a:lnTo>
                    <a:pt x="558245" y="96797"/>
                  </a:lnTo>
                  <a:close/>
                  <a:moveTo>
                    <a:pt x="50593" y="96797"/>
                  </a:moveTo>
                  <a:lnTo>
                    <a:pt x="50593" y="155579"/>
                  </a:lnTo>
                  <a:lnTo>
                    <a:pt x="109477" y="155579"/>
                  </a:lnTo>
                  <a:lnTo>
                    <a:pt x="109477" y="96797"/>
                  </a:lnTo>
                  <a:close/>
                  <a:moveTo>
                    <a:pt x="324062" y="57938"/>
                  </a:moveTo>
                  <a:lnTo>
                    <a:pt x="324062" y="122461"/>
                  </a:lnTo>
                  <a:lnTo>
                    <a:pt x="388693" y="122461"/>
                  </a:lnTo>
                  <a:lnTo>
                    <a:pt x="388693" y="57938"/>
                  </a:lnTo>
                  <a:close/>
                  <a:moveTo>
                    <a:pt x="220144" y="57938"/>
                  </a:moveTo>
                  <a:lnTo>
                    <a:pt x="220144" y="122461"/>
                  </a:lnTo>
                  <a:lnTo>
                    <a:pt x="284775" y="122461"/>
                  </a:lnTo>
                  <a:lnTo>
                    <a:pt x="284775" y="57938"/>
                  </a:lnTo>
                  <a:close/>
                  <a:moveTo>
                    <a:pt x="469401" y="44033"/>
                  </a:moveTo>
                  <a:lnTo>
                    <a:pt x="608838" y="44033"/>
                  </a:lnTo>
                  <a:lnTo>
                    <a:pt x="608838" y="491629"/>
                  </a:lnTo>
                  <a:lnTo>
                    <a:pt x="510950" y="491629"/>
                  </a:lnTo>
                  <a:lnTo>
                    <a:pt x="510950" y="391651"/>
                  </a:lnTo>
                  <a:lnTo>
                    <a:pt x="469401" y="391651"/>
                  </a:lnTo>
                  <a:close/>
                  <a:moveTo>
                    <a:pt x="0" y="44033"/>
                  </a:moveTo>
                  <a:lnTo>
                    <a:pt x="139437" y="44033"/>
                  </a:lnTo>
                  <a:lnTo>
                    <a:pt x="139437" y="391651"/>
                  </a:lnTo>
                  <a:lnTo>
                    <a:pt x="97889" y="391651"/>
                  </a:lnTo>
                  <a:lnTo>
                    <a:pt x="97889" y="491629"/>
                  </a:lnTo>
                  <a:lnTo>
                    <a:pt x="0" y="491629"/>
                  </a:lnTo>
                  <a:close/>
                  <a:moveTo>
                    <a:pt x="164558" y="0"/>
                  </a:moveTo>
                  <a:lnTo>
                    <a:pt x="444279" y="0"/>
                  </a:lnTo>
                  <a:lnTo>
                    <a:pt x="444279" y="491629"/>
                  </a:lnTo>
                  <a:lnTo>
                    <a:pt x="336781" y="491629"/>
                  </a:lnTo>
                  <a:lnTo>
                    <a:pt x="336781" y="381866"/>
                  </a:lnTo>
                  <a:lnTo>
                    <a:pt x="272056" y="381866"/>
                  </a:lnTo>
                  <a:lnTo>
                    <a:pt x="272056" y="491629"/>
                  </a:lnTo>
                  <a:lnTo>
                    <a:pt x="164558" y="49162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iṥļíďè"/>
            <p:cNvSpPr txBox="1"/>
            <p:nvPr/>
          </p:nvSpPr>
          <p:spPr bwMode="auto">
            <a:xfrm>
              <a:off x="9059082" y="4804594"/>
              <a:ext cx="2462186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9" name="îSlîḓé"/>
            <p:cNvSpPr/>
            <p:nvPr/>
          </p:nvSpPr>
          <p:spPr bwMode="auto">
            <a:xfrm>
              <a:off x="9059082" y="5246400"/>
              <a:ext cx="2462186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20" name="îṡľídé"/>
            <p:cNvSpPr/>
            <p:nvPr/>
          </p:nvSpPr>
          <p:spPr bwMode="auto">
            <a:xfrm>
              <a:off x="9985333" y="4104311"/>
              <a:ext cx="609685" cy="492312"/>
            </a:xfrm>
            <a:custGeom>
              <a:avLst/>
              <a:gdLst>
                <a:gd name="connsiteX0" fmla="*/ 499361 w 608838"/>
                <a:gd name="connsiteY0" fmla="*/ 285654 h 491629"/>
                <a:gd name="connsiteX1" fmla="*/ 499361 w 608838"/>
                <a:gd name="connsiteY1" fmla="*/ 344437 h 491629"/>
                <a:gd name="connsiteX2" fmla="*/ 558245 w 608838"/>
                <a:gd name="connsiteY2" fmla="*/ 344437 h 491629"/>
                <a:gd name="connsiteX3" fmla="*/ 558245 w 608838"/>
                <a:gd name="connsiteY3" fmla="*/ 285654 h 491629"/>
                <a:gd name="connsiteX4" fmla="*/ 50593 w 608838"/>
                <a:gd name="connsiteY4" fmla="*/ 285654 h 491629"/>
                <a:gd name="connsiteX5" fmla="*/ 50593 w 608838"/>
                <a:gd name="connsiteY5" fmla="*/ 344437 h 491629"/>
                <a:gd name="connsiteX6" fmla="*/ 109477 w 608838"/>
                <a:gd name="connsiteY6" fmla="*/ 344437 h 491629"/>
                <a:gd name="connsiteX7" fmla="*/ 109477 w 608838"/>
                <a:gd name="connsiteY7" fmla="*/ 285654 h 491629"/>
                <a:gd name="connsiteX8" fmla="*/ 324062 w 608838"/>
                <a:gd name="connsiteY8" fmla="*/ 265425 h 491629"/>
                <a:gd name="connsiteX9" fmla="*/ 324062 w 608838"/>
                <a:gd name="connsiteY9" fmla="*/ 329947 h 491629"/>
                <a:gd name="connsiteX10" fmla="*/ 388693 w 608838"/>
                <a:gd name="connsiteY10" fmla="*/ 329947 h 491629"/>
                <a:gd name="connsiteX11" fmla="*/ 388693 w 608838"/>
                <a:gd name="connsiteY11" fmla="*/ 265425 h 491629"/>
                <a:gd name="connsiteX12" fmla="*/ 220144 w 608838"/>
                <a:gd name="connsiteY12" fmla="*/ 265425 h 491629"/>
                <a:gd name="connsiteX13" fmla="*/ 220144 w 608838"/>
                <a:gd name="connsiteY13" fmla="*/ 329947 h 491629"/>
                <a:gd name="connsiteX14" fmla="*/ 284775 w 608838"/>
                <a:gd name="connsiteY14" fmla="*/ 329947 h 491629"/>
                <a:gd name="connsiteX15" fmla="*/ 284775 w 608838"/>
                <a:gd name="connsiteY15" fmla="*/ 265425 h 491629"/>
                <a:gd name="connsiteX16" fmla="*/ 499361 w 608838"/>
                <a:gd name="connsiteY16" fmla="*/ 191225 h 491629"/>
                <a:gd name="connsiteX17" fmla="*/ 499361 w 608838"/>
                <a:gd name="connsiteY17" fmla="*/ 250008 h 491629"/>
                <a:gd name="connsiteX18" fmla="*/ 558245 w 608838"/>
                <a:gd name="connsiteY18" fmla="*/ 250008 h 491629"/>
                <a:gd name="connsiteX19" fmla="*/ 558245 w 608838"/>
                <a:gd name="connsiteY19" fmla="*/ 191225 h 491629"/>
                <a:gd name="connsiteX20" fmla="*/ 50593 w 608838"/>
                <a:gd name="connsiteY20" fmla="*/ 191225 h 491629"/>
                <a:gd name="connsiteX21" fmla="*/ 50593 w 608838"/>
                <a:gd name="connsiteY21" fmla="*/ 250008 h 491629"/>
                <a:gd name="connsiteX22" fmla="*/ 109477 w 608838"/>
                <a:gd name="connsiteY22" fmla="*/ 250008 h 491629"/>
                <a:gd name="connsiteX23" fmla="*/ 109477 w 608838"/>
                <a:gd name="connsiteY23" fmla="*/ 191225 h 491629"/>
                <a:gd name="connsiteX24" fmla="*/ 324062 w 608838"/>
                <a:gd name="connsiteY24" fmla="*/ 161682 h 491629"/>
                <a:gd name="connsiteX25" fmla="*/ 324062 w 608838"/>
                <a:gd name="connsiteY25" fmla="*/ 226204 h 491629"/>
                <a:gd name="connsiteX26" fmla="*/ 388693 w 608838"/>
                <a:gd name="connsiteY26" fmla="*/ 226204 h 491629"/>
                <a:gd name="connsiteX27" fmla="*/ 388693 w 608838"/>
                <a:gd name="connsiteY27" fmla="*/ 161682 h 491629"/>
                <a:gd name="connsiteX28" fmla="*/ 220144 w 608838"/>
                <a:gd name="connsiteY28" fmla="*/ 161682 h 491629"/>
                <a:gd name="connsiteX29" fmla="*/ 220144 w 608838"/>
                <a:gd name="connsiteY29" fmla="*/ 226204 h 491629"/>
                <a:gd name="connsiteX30" fmla="*/ 284775 w 608838"/>
                <a:gd name="connsiteY30" fmla="*/ 226204 h 491629"/>
                <a:gd name="connsiteX31" fmla="*/ 284775 w 608838"/>
                <a:gd name="connsiteY31" fmla="*/ 161682 h 491629"/>
                <a:gd name="connsiteX32" fmla="*/ 499361 w 608838"/>
                <a:gd name="connsiteY32" fmla="*/ 96797 h 491629"/>
                <a:gd name="connsiteX33" fmla="*/ 499361 w 608838"/>
                <a:gd name="connsiteY33" fmla="*/ 155579 h 491629"/>
                <a:gd name="connsiteX34" fmla="*/ 558245 w 608838"/>
                <a:gd name="connsiteY34" fmla="*/ 155579 h 491629"/>
                <a:gd name="connsiteX35" fmla="*/ 558245 w 608838"/>
                <a:gd name="connsiteY35" fmla="*/ 96797 h 491629"/>
                <a:gd name="connsiteX36" fmla="*/ 50593 w 608838"/>
                <a:gd name="connsiteY36" fmla="*/ 96797 h 491629"/>
                <a:gd name="connsiteX37" fmla="*/ 50593 w 608838"/>
                <a:gd name="connsiteY37" fmla="*/ 155579 h 491629"/>
                <a:gd name="connsiteX38" fmla="*/ 109477 w 608838"/>
                <a:gd name="connsiteY38" fmla="*/ 155579 h 491629"/>
                <a:gd name="connsiteX39" fmla="*/ 109477 w 608838"/>
                <a:gd name="connsiteY39" fmla="*/ 96797 h 491629"/>
                <a:gd name="connsiteX40" fmla="*/ 324062 w 608838"/>
                <a:gd name="connsiteY40" fmla="*/ 57938 h 491629"/>
                <a:gd name="connsiteX41" fmla="*/ 324062 w 608838"/>
                <a:gd name="connsiteY41" fmla="*/ 122461 h 491629"/>
                <a:gd name="connsiteX42" fmla="*/ 388693 w 608838"/>
                <a:gd name="connsiteY42" fmla="*/ 122461 h 491629"/>
                <a:gd name="connsiteX43" fmla="*/ 388693 w 608838"/>
                <a:gd name="connsiteY43" fmla="*/ 57938 h 491629"/>
                <a:gd name="connsiteX44" fmla="*/ 220144 w 608838"/>
                <a:gd name="connsiteY44" fmla="*/ 57938 h 491629"/>
                <a:gd name="connsiteX45" fmla="*/ 220144 w 608838"/>
                <a:gd name="connsiteY45" fmla="*/ 122461 h 491629"/>
                <a:gd name="connsiteX46" fmla="*/ 284775 w 608838"/>
                <a:gd name="connsiteY46" fmla="*/ 122461 h 491629"/>
                <a:gd name="connsiteX47" fmla="*/ 284775 w 608838"/>
                <a:gd name="connsiteY47" fmla="*/ 57938 h 491629"/>
                <a:gd name="connsiteX48" fmla="*/ 469401 w 608838"/>
                <a:gd name="connsiteY48" fmla="*/ 44033 h 491629"/>
                <a:gd name="connsiteX49" fmla="*/ 608838 w 608838"/>
                <a:gd name="connsiteY49" fmla="*/ 44033 h 491629"/>
                <a:gd name="connsiteX50" fmla="*/ 608838 w 608838"/>
                <a:gd name="connsiteY50" fmla="*/ 491629 h 491629"/>
                <a:gd name="connsiteX51" fmla="*/ 510950 w 608838"/>
                <a:gd name="connsiteY51" fmla="*/ 491629 h 491629"/>
                <a:gd name="connsiteX52" fmla="*/ 510950 w 608838"/>
                <a:gd name="connsiteY52" fmla="*/ 391651 h 491629"/>
                <a:gd name="connsiteX53" fmla="*/ 469401 w 608838"/>
                <a:gd name="connsiteY53" fmla="*/ 391651 h 491629"/>
                <a:gd name="connsiteX54" fmla="*/ 0 w 608838"/>
                <a:gd name="connsiteY54" fmla="*/ 44033 h 491629"/>
                <a:gd name="connsiteX55" fmla="*/ 139437 w 608838"/>
                <a:gd name="connsiteY55" fmla="*/ 44033 h 491629"/>
                <a:gd name="connsiteX56" fmla="*/ 139437 w 608838"/>
                <a:gd name="connsiteY56" fmla="*/ 391651 h 491629"/>
                <a:gd name="connsiteX57" fmla="*/ 97889 w 608838"/>
                <a:gd name="connsiteY57" fmla="*/ 391651 h 491629"/>
                <a:gd name="connsiteX58" fmla="*/ 97889 w 608838"/>
                <a:gd name="connsiteY58" fmla="*/ 491629 h 491629"/>
                <a:gd name="connsiteX59" fmla="*/ 0 w 608838"/>
                <a:gd name="connsiteY59" fmla="*/ 491629 h 491629"/>
                <a:gd name="connsiteX60" fmla="*/ 164558 w 608838"/>
                <a:gd name="connsiteY60" fmla="*/ 0 h 491629"/>
                <a:gd name="connsiteX61" fmla="*/ 444279 w 608838"/>
                <a:gd name="connsiteY61" fmla="*/ 0 h 491629"/>
                <a:gd name="connsiteX62" fmla="*/ 444279 w 608838"/>
                <a:gd name="connsiteY62" fmla="*/ 491629 h 491629"/>
                <a:gd name="connsiteX63" fmla="*/ 336781 w 608838"/>
                <a:gd name="connsiteY63" fmla="*/ 491629 h 491629"/>
                <a:gd name="connsiteX64" fmla="*/ 336781 w 608838"/>
                <a:gd name="connsiteY64" fmla="*/ 381866 h 491629"/>
                <a:gd name="connsiteX65" fmla="*/ 272056 w 608838"/>
                <a:gd name="connsiteY65" fmla="*/ 381866 h 491629"/>
                <a:gd name="connsiteX66" fmla="*/ 272056 w 608838"/>
                <a:gd name="connsiteY66" fmla="*/ 491629 h 491629"/>
                <a:gd name="connsiteX67" fmla="*/ 164558 w 608838"/>
                <a:gd name="connsiteY67" fmla="*/ 491629 h 491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608838" h="491629">
                  <a:moveTo>
                    <a:pt x="499361" y="285654"/>
                  </a:moveTo>
                  <a:lnTo>
                    <a:pt x="499361" y="344437"/>
                  </a:lnTo>
                  <a:lnTo>
                    <a:pt x="558245" y="344437"/>
                  </a:lnTo>
                  <a:lnTo>
                    <a:pt x="558245" y="285654"/>
                  </a:lnTo>
                  <a:close/>
                  <a:moveTo>
                    <a:pt x="50593" y="285654"/>
                  </a:moveTo>
                  <a:lnTo>
                    <a:pt x="50593" y="344437"/>
                  </a:lnTo>
                  <a:lnTo>
                    <a:pt x="109477" y="344437"/>
                  </a:lnTo>
                  <a:lnTo>
                    <a:pt x="109477" y="285654"/>
                  </a:lnTo>
                  <a:close/>
                  <a:moveTo>
                    <a:pt x="324062" y="265425"/>
                  </a:moveTo>
                  <a:lnTo>
                    <a:pt x="324062" y="329947"/>
                  </a:lnTo>
                  <a:lnTo>
                    <a:pt x="388693" y="329947"/>
                  </a:lnTo>
                  <a:lnTo>
                    <a:pt x="388693" y="265425"/>
                  </a:lnTo>
                  <a:close/>
                  <a:moveTo>
                    <a:pt x="220144" y="265425"/>
                  </a:moveTo>
                  <a:lnTo>
                    <a:pt x="220144" y="329947"/>
                  </a:lnTo>
                  <a:lnTo>
                    <a:pt x="284775" y="329947"/>
                  </a:lnTo>
                  <a:lnTo>
                    <a:pt x="284775" y="265425"/>
                  </a:lnTo>
                  <a:close/>
                  <a:moveTo>
                    <a:pt x="499361" y="191225"/>
                  </a:moveTo>
                  <a:lnTo>
                    <a:pt x="499361" y="250008"/>
                  </a:lnTo>
                  <a:lnTo>
                    <a:pt x="558245" y="250008"/>
                  </a:lnTo>
                  <a:lnTo>
                    <a:pt x="558245" y="191225"/>
                  </a:lnTo>
                  <a:close/>
                  <a:moveTo>
                    <a:pt x="50593" y="191225"/>
                  </a:moveTo>
                  <a:lnTo>
                    <a:pt x="50593" y="250008"/>
                  </a:lnTo>
                  <a:lnTo>
                    <a:pt x="109477" y="250008"/>
                  </a:lnTo>
                  <a:lnTo>
                    <a:pt x="109477" y="191225"/>
                  </a:lnTo>
                  <a:close/>
                  <a:moveTo>
                    <a:pt x="324062" y="161682"/>
                  </a:moveTo>
                  <a:lnTo>
                    <a:pt x="324062" y="226204"/>
                  </a:lnTo>
                  <a:lnTo>
                    <a:pt x="388693" y="226204"/>
                  </a:lnTo>
                  <a:lnTo>
                    <a:pt x="388693" y="161682"/>
                  </a:lnTo>
                  <a:close/>
                  <a:moveTo>
                    <a:pt x="220144" y="161682"/>
                  </a:moveTo>
                  <a:lnTo>
                    <a:pt x="220144" y="226204"/>
                  </a:lnTo>
                  <a:lnTo>
                    <a:pt x="284775" y="226204"/>
                  </a:lnTo>
                  <a:lnTo>
                    <a:pt x="284775" y="161682"/>
                  </a:lnTo>
                  <a:close/>
                  <a:moveTo>
                    <a:pt x="499361" y="96797"/>
                  </a:moveTo>
                  <a:lnTo>
                    <a:pt x="499361" y="155579"/>
                  </a:lnTo>
                  <a:lnTo>
                    <a:pt x="558245" y="155579"/>
                  </a:lnTo>
                  <a:lnTo>
                    <a:pt x="558245" y="96797"/>
                  </a:lnTo>
                  <a:close/>
                  <a:moveTo>
                    <a:pt x="50593" y="96797"/>
                  </a:moveTo>
                  <a:lnTo>
                    <a:pt x="50593" y="155579"/>
                  </a:lnTo>
                  <a:lnTo>
                    <a:pt x="109477" y="155579"/>
                  </a:lnTo>
                  <a:lnTo>
                    <a:pt x="109477" y="96797"/>
                  </a:lnTo>
                  <a:close/>
                  <a:moveTo>
                    <a:pt x="324062" y="57938"/>
                  </a:moveTo>
                  <a:lnTo>
                    <a:pt x="324062" y="122461"/>
                  </a:lnTo>
                  <a:lnTo>
                    <a:pt x="388693" y="122461"/>
                  </a:lnTo>
                  <a:lnTo>
                    <a:pt x="388693" y="57938"/>
                  </a:lnTo>
                  <a:close/>
                  <a:moveTo>
                    <a:pt x="220144" y="57938"/>
                  </a:moveTo>
                  <a:lnTo>
                    <a:pt x="220144" y="122461"/>
                  </a:lnTo>
                  <a:lnTo>
                    <a:pt x="284775" y="122461"/>
                  </a:lnTo>
                  <a:lnTo>
                    <a:pt x="284775" y="57938"/>
                  </a:lnTo>
                  <a:close/>
                  <a:moveTo>
                    <a:pt x="469401" y="44033"/>
                  </a:moveTo>
                  <a:lnTo>
                    <a:pt x="608838" y="44033"/>
                  </a:lnTo>
                  <a:lnTo>
                    <a:pt x="608838" y="491629"/>
                  </a:lnTo>
                  <a:lnTo>
                    <a:pt x="510950" y="491629"/>
                  </a:lnTo>
                  <a:lnTo>
                    <a:pt x="510950" y="391651"/>
                  </a:lnTo>
                  <a:lnTo>
                    <a:pt x="469401" y="391651"/>
                  </a:lnTo>
                  <a:close/>
                  <a:moveTo>
                    <a:pt x="0" y="44033"/>
                  </a:moveTo>
                  <a:lnTo>
                    <a:pt x="139437" y="44033"/>
                  </a:lnTo>
                  <a:lnTo>
                    <a:pt x="139437" y="391651"/>
                  </a:lnTo>
                  <a:lnTo>
                    <a:pt x="97889" y="391651"/>
                  </a:lnTo>
                  <a:lnTo>
                    <a:pt x="97889" y="491629"/>
                  </a:lnTo>
                  <a:lnTo>
                    <a:pt x="0" y="491629"/>
                  </a:lnTo>
                  <a:close/>
                  <a:moveTo>
                    <a:pt x="164558" y="0"/>
                  </a:moveTo>
                  <a:lnTo>
                    <a:pt x="444279" y="0"/>
                  </a:lnTo>
                  <a:lnTo>
                    <a:pt x="444279" y="491629"/>
                  </a:lnTo>
                  <a:lnTo>
                    <a:pt x="336781" y="491629"/>
                  </a:lnTo>
                  <a:lnTo>
                    <a:pt x="336781" y="381866"/>
                  </a:lnTo>
                  <a:lnTo>
                    <a:pt x="272056" y="381866"/>
                  </a:lnTo>
                  <a:lnTo>
                    <a:pt x="272056" y="491629"/>
                  </a:lnTo>
                  <a:lnTo>
                    <a:pt x="164558" y="49162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íṡļíḋê"/>
            <p:cNvSpPr txBox="1"/>
            <p:nvPr/>
          </p:nvSpPr>
          <p:spPr bwMode="auto">
            <a:xfrm>
              <a:off x="6265082" y="4804594"/>
              <a:ext cx="2462186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22" name="îṧ1îḑè"/>
            <p:cNvSpPr/>
            <p:nvPr/>
          </p:nvSpPr>
          <p:spPr bwMode="auto">
            <a:xfrm>
              <a:off x="6265082" y="5246400"/>
              <a:ext cx="2462186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23" name="ï$lïḓè"/>
            <p:cNvSpPr/>
            <p:nvPr/>
          </p:nvSpPr>
          <p:spPr bwMode="auto">
            <a:xfrm>
              <a:off x="7191333" y="4104311"/>
              <a:ext cx="609685" cy="492312"/>
            </a:xfrm>
            <a:custGeom>
              <a:avLst/>
              <a:gdLst>
                <a:gd name="connsiteX0" fmla="*/ 499361 w 608838"/>
                <a:gd name="connsiteY0" fmla="*/ 285654 h 491629"/>
                <a:gd name="connsiteX1" fmla="*/ 499361 w 608838"/>
                <a:gd name="connsiteY1" fmla="*/ 344437 h 491629"/>
                <a:gd name="connsiteX2" fmla="*/ 558245 w 608838"/>
                <a:gd name="connsiteY2" fmla="*/ 344437 h 491629"/>
                <a:gd name="connsiteX3" fmla="*/ 558245 w 608838"/>
                <a:gd name="connsiteY3" fmla="*/ 285654 h 491629"/>
                <a:gd name="connsiteX4" fmla="*/ 50593 w 608838"/>
                <a:gd name="connsiteY4" fmla="*/ 285654 h 491629"/>
                <a:gd name="connsiteX5" fmla="*/ 50593 w 608838"/>
                <a:gd name="connsiteY5" fmla="*/ 344437 h 491629"/>
                <a:gd name="connsiteX6" fmla="*/ 109477 w 608838"/>
                <a:gd name="connsiteY6" fmla="*/ 344437 h 491629"/>
                <a:gd name="connsiteX7" fmla="*/ 109477 w 608838"/>
                <a:gd name="connsiteY7" fmla="*/ 285654 h 491629"/>
                <a:gd name="connsiteX8" fmla="*/ 324062 w 608838"/>
                <a:gd name="connsiteY8" fmla="*/ 265425 h 491629"/>
                <a:gd name="connsiteX9" fmla="*/ 324062 w 608838"/>
                <a:gd name="connsiteY9" fmla="*/ 329947 h 491629"/>
                <a:gd name="connsiteX10" fmla="*/ 388693 w 608838"/>
                <a:gd name="connsiteY10" fmla="*/ 329947 h 491629"/>
                <a:gd name="connsiteX11" fmla="*/ 388693 w 608838"/>
                <a:gd name="connsiteY11" fmla="*/ 265425 h 491629"/>
                <a:gd name="connsiteX12" fmla="*/ 220144 w 608838"/>
                <a:gd name="connsiteY12" fmla="*/ 265425 h 491629"/>
                <a:gd name="connsiteX13" fmla="*/ 220144 w 608838"/>
                <a:gd name="connsiteY13" fmla="*/ 329947 h 491629"/>
                <a:gd name="connsiteX14" fmla="*/ 284775 w 608838"/>
                <a:gd name="connsiteY14" fmla="*/ 329947 h 491629"/>
                <a:gd name="connsiteX15" fmla="*/ 284775 w 608838"/>
                <a:gd name="connsiteY15" fmla="*/ 265425 h 491629"/>
                <a:gd name="connsiteX16" fmla="*/ 499361 w 608838"/>
                <a:gd name="connsiteY16" fmla="*/ 191225 h 491629"/>
                <a:gd name="connsiteX17" fmla="*/ 499361 w 608838"/>
                <a:gd name="connsiteY17" fmla="*/ 250008 h 491629"/>
                <a:gd name="connsiteX18" fmla="*/ 558245 w 608838"/>
                <a:gd name="connsiteY18" fmla="*/ 250008 h 491629"/>
                <a:gd name="connsiteX19" fmla="*/ 558245 w 608838"/>
                <a:gd name="connsiteY19" fmla="*/ 191225 h 491629"/>
                <a:gd name="connsiteX20" fmla="*/ 50593 w 608838"/>
                <a:gd name="connsiteY20" fmla="*/ 191225 h 491629"/>
                <a:gd name="connsiteX21" fmla="*/ 50593 w 608838"/>
                <a:gd name="connsiteY21" fmla="*/ 250008 h 491629"/>
                <a:gd name="connsiteX22" fmla="*/ 109477 w 608838"/>
                <a:gd name="connsiteY22" fmla="*/ 250008 h 491629"/>
                <a:gd name="connsiteX23" fmla="*/ 109477 w 608838"/>
                <a:gd name="connsiteY23" fmla="*/ 191225 h 491629"/>
                <a:gd name="connsiteX24" fmla="*/ 324062 w 608838"/>
                <a:gd name="connsiteY24" fmla="*/ 161682 h 491629"/>
                <a:gd name="connsiteX25" fmla="*/ 324062 w 608838"/>
                <a:gd name="connsiteY25" fmla="*/ 226204 h 491629"/>
                <a:gd name="connsiteX26" fmla="*/ 388693 w 608838"/>
                <a:gd name="connsiteY26" fmla="*/ 226204 h 491629"/>
                <a:gd name="connsiteX27" fmla="*/ 388693 w 608838"/>
                <a:gd name="connsiteY27" fmla="*/ 161682 h 491629"/>
                <a:gd name="connsiteX28" fmla="*/ 220144 w 608838"/>
                <a:gd name="connsiteY28" fmla="*/ 161682 h 491629"/>
                <a:gd name="connsiteX29" fmla="*/ 220144 w 608838"/>
                <a:gd name="connsiteY29" fmla="*/ 226204 h 491629"/>
                <a:gd name="connsiteX30" fmla="*/ 284775 w 608838"/>
                <a:gd name="connsiteY30" fmla="*/ 226204 h 491629"/>
                <a:gd name="connsiteX31" fmla="*/ 284775 w 608838"/>
                <a:gd name="connsiteY31" fmla="*/ 161682 h 491629"/>
                <a:gd name="connsiteX32" fmla="*/ 499361 w 608838"/>
                <a:gd name="connsiteY32" fmla="*/ 96797 h 491629"/>
                <a:gd name="connsiteX33" fmla="*/ 499361 w 608838"/>
                <a:gd name="connsiteY33" fmla="*/ 155579 h 491629"/>
                <a:gd name="connsiteX34" fmla="*/ 558245 w 608838"/>
                <a:gd name="connsiteY34" fmla="*/ 155579 h 491629"/>
                <a:gd name="connsiteX35" fmla="*/ 558245 w 608838"/>
                <a:gd name="connsiteY35" fmla="*/ 96797 h 491629"/>
                <a:gd name="connsiteX36" fmla="*/ 50593 w 608838"/>
                <a:gd name="connsiteY36" fmla="*/ 96797 h 491629"/>
                <a:gd name="connsiteX37" fmla="*/ 50593 w 608838"/>
                <a:gd name="connsiteY37" fmla="*/ 155579 h 491629"/>
                <a:gd name="connsiteX38" fmla="*/ 109477 w 608838"/>
                <a:gd name="connsiteY38" fmla="*/ 155579 h 491629"/>
                <a:gd name="connsiteX39" fmla="*/ 109477 w 608838"/>
                <a:gd name="connsiteY39" fmla="*/ 96797 h 491629"/>
                <a:gd name="connsiteX40" fmla="*/ 324062 w 608838"/>
                <a:gd name="connsiteY40" fmla="*/ 57938 h 491629"/>
                <a:gd name="connsiteX41" fmla="*/ 324062 w 608838"/>
                <a:gd name="connsiteY41" fmla="*/ 122461 h 491629"/>
                <a:gd name="connsiteX42" fmla="*/ 388693 w 608838"/>
                <a:gd name="connsiteY42" fmla="*/ 122461 h 491629"/>
                <a:gd name="connsiteX43" fmla="*/ 388693 w 608838"/>
                <a:gd name="connsiteY43" fmla="*/ 57938 h 491629"/>
                <a:gd name="connsiteX44" fmla="*/ 220144 w 608838"/>
                <a:gd name="connsiteY44" fmla="*/ 57938 h 491629"/>
                <a:gd name="connsiteX45" fmla="*/ 220144 w 608838"/>
                <a:gd name="connsiteY45" fmla="*/ 122461 h 491629"/>
                <a:gd name="connsiteX46" fmla="*/ 284775 w 608838"/>
                <a:gd name="connsiteY46" fmla="*/ 122461 h 491629"/>
                <a:gd name="connsiteX47" fmla="*/ 284775 w 608838"/>
                <a:gd name="connsiteY47" fmla="*/ 57938 h 491629"/>
                <a:gd name="connsiteX48" fmla="*/ 469401 w 608838"/>
                <a:gd name="connsiteY48" fmla="*/ 44033 h 491629"/>
                <a:gd name="connsiteX49" fmla="*/ 608838 w 608838"/>
                <a:gd name="connsiteY49" fmla="*/ 44033 h 491629"/>
                <a:gd name="connsiteX50" fmla="*/ 608838 w 608838"/>
                <a:gd name="connsiteY50" fmla="*/ 491629 h 491629"/>
                <a:gd name="connsiteX51" fmla="*/ 510950 w 608838"/>
                <a:gd name="connsiteY51" fmla="*/ 491629 h 491629"/>
                <a:gd name="connsiteX52" fmla="*/ 510950 w 608838"/>
                <a:gd name="connsiteY52" fmla="*/ 391651 h 491629"/>
                <a:gd name="connsiteX53" fmla="*/ 469401 w 608838"/>
                <a:gd name="connsiteY53" fmla="*/ 391651 h 491629"/>
                <a:gd name="connsiteX54" fmla="*/ 0 w 608838"/>
                <a:gd name="connsiteY54" fmla="*/ 44033 h 491629"/>
                <a:gd name="connsiteX55" fmla="*/ 139437 w 608838"/>
                <a:gd name="connsiteY55" fmla="*/ 44033 h 491629"/>
                <a:gd name="connsiteX56" fmla="*/ 139437 w 608838"/>
                <a:gd name="connsiteY56" fmla="*/ 391651 h 491629"/>
                <a:gd name="connsiteX57" fmla="*/ 97889 w 608838"/>
                <a:gd name="connsiteY57" fmla="*/ 391651 h 491629"/>
                <a:gd name="connsiteX58" fmla="*/ 97889 w 608838"/>
                <a:gd name="connsiteY58" fmla="*/ 491629 h 491629"/>
                <a:gd name="connsiteX59" fmla="*/ 0 w 608838"/>
                <a:gd name="connsiteY59" fmla="*/ 491629 h 491629"/>
                <a:gd name="connsiteX60" fmla="*/ 164558 w 608838"/>
                <a:gd name="connsiteY60" fmla="*/ 0 h 491629"/>
                <a:gd name="connsiteX61" fmla="*/ 444279 w 608838"/>
                <a:gd name="connsiteY61" fmla="*/ 0 h 491629"/>
                <a:gd name="connsiteX62" fmla="*/ 444279 w 608838"/>
                <a:gd name="connsiteY62" fmla="*/ 491629 h 491629"/>
                <a:gd name="connsiteX63" fmla="*/ 336781 w 608838"/>
                <a:gd name="connsiteY63" fmla="*/ 491629 h 491629"/>
                <a:gd name="connsiteX64" fmla="*/ 336781 w 608838"/>
                <a:gd name="connsiteY64" fmla="*/ 381866 h 491629"/>
                <a:gd name="connsiteX65" fmla="*/ 272056 w 608838"/>
                <a:gd name="connsiteY65" fmla="*/ 381866 h 491629"/>
                <a:gd name="connsiteX66" fmla="*/ 272056 w 608838"/>
                <a:gd name="connsiteY66" fmla="*/ 491629 h 491629"/>
                <a:gd name="connsiteX67" fmla="*/ 164558 w 608838"/>
                <a:gd name="connsiteY67" fmla="*/ 491629 h 491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608838" h="491629">
                  <a:moveTo>
                    <a:pt x="499361" y="285654"/>
                  </a:moveTo>
                  <a:lnTo>
                    <a:pt x="499361" y="344437"/>
                  </a:lnTo>
                  <a:lnTo>
                    <a:pt x="558245" y="344437"/>
                  </a:lnTo>
                  <a:lnTo>
                    <a:pt x="558245" y="285654"/>
                  </a:lnTo>
                  <a:close/>
                  <a:moveTo>
                    <a:pt x="50593" y="285654"/>
                  </a:moveTo>
                  <a:lnTo>
                    <a:pt x="50593" y="344437"/>
                  </a:lnTo>
                  <a:lnTo>
                    <a:pt x="109477" y="344437"/>
                  </a:lnTo>
                  <a:lnTo>
                    <a:pt x="109477" y="285654"/>
                  </a:lnTo>
                  <a:close/>
                  <a:moveTo>
                    <a:pt x="324062" y="265425"/>
                  </a:moveTo>
                  <a:lnTo>
                    <a:pt x="324062" y="329947"/>
                  </a:lnTo>
                  <a:lnTo>
                    <a:pt x="388693" y="329947"/>
                  </a:lnTo>
                  <a:lnTo>
                    <a:pt x="388693" y="265425"/>
                  </a:lnTo>
                  <a:close/>
                  <a:moveTo>
                    <a:pt x="220144" y="265425"/>
                  </a:moveTo>
                  <a:lnTo>
                    <a:pt x="220144" y="329947"/>
                  </a:lnTo>
                  <a:lnTo>
                    <a:pt x="284775" y="329947"/>
                  </a:lnTo>
                  <a:lnTo>
                    <a:pt x="284775" y="265425"/>
                  </a:lnTo>
                  <a:close/>
                  <a:moveTo>
                    <a:pt x="499361" y="191225"/>
                  </a:moveTo>
                  <a:lnTo>
                    <a:pt x="499361" y="250008"/>
                  </a:lnTo>
                  <a:lnTo>
                    <a:pt x="558245" y="250008"/>
                  </a:lnTo>
                  <a:lnTo>
                    <a:pt x="558245" y="191225"/>
                  </a:lnTo>
                  <a:close/>
                  <a:moveTo>
                    <a:pt x="50593" y="191225"/>
                  </a:moveTo>
                  <a:lnTo>
                    <a:pt x="50593" y="250008"/>
                  </a:lnTo>
                  <a:lnTo>
                    <a:pt x="109477" y="250008"/>
                  </a:lnTo>
                  <a:lnTo>
                    <a:pt x="109477" y="191225"/>
                  </a:lnTo>
                  <a:close/>
                  <a:moveTo>
                    <a:pt x="324062" y="161682"/>
                  </a:moveTo>
                  <a:lnTo>
                    <a:pt x="324062" y="226204"/>
                  </a:lnTo>
                  <a:lnTo>
                    <a:pt x="388693" y="226204"/>
                  </a:lnTo>
                  <a:lnTo>
                    <a:pt x="388693" y="161682"/>
                  </a:lnTo>
                  <a:close/>
                  <a:moveTo>
                    <a:pt x="220144" y="161682"/>
                  </a:moveTo>
                  <a:lnTo>
                    <a:pt x="220144" y="226204"/>
                  </a:lnTo>
                  <a:lnTo>
                    <a:pt x="284775" y="226204"/>
                  </a:lnTo>
                  <a:lnTo>
                    <a:pt x="284775" y="161682"/>
                  </a:lnTo>
                  <a:close/>
                  <a:moveTo>
                    <a:pt x="499361" y="96797"/>
                  </a:moveTo>
                  <a:lnTo>
                    <a:pt x="499361" y="155579"/>
                  </a:lnTo>
                  <a:lnTo>
                    <a:pt x="558245" y="155579"/>
                  </a:lnTo>
                  <a:lnTo>
                    <a:pt x="558245" y="96797"/>
                  </a:lnTo>
                  <a:close/>
                  <a:moveTo>
                    <a:pt x="50593" y="96797"/>
                  </a:moveTo>
                  <a:lnTo>
                    <a:pt x="50593" y="155579"/>
                  </a:lnTo>
                  <a:lnTo>
                    <a:pt x="109477" y="155579"/>
                  </a:lnTo>
                  <a:lnTo>
                    <a:pt x="109477" y="96797"/>
                  </a:lnTo>
                  <a:close/>
                  <a:moveTo>
                    <a:pt x="324062" y="57938"/>
                  </a:moveTo>
                  <a:lnTo>
                    <a:pt x="324062" y="122461"/>
                  </a:lnTo>
                  <a:lnTo>
                    <a:pt x="388693" y="122461"/>
                  </a:lnTo>
                  <a:lnTo>
                    <a:pt x="388693" y="57938"/>
                  </a:lnTo>
                  <a:close/>
                  <a:moveTo>
                    <a:pt x="220144" y="57938"/>
                  </a:moveTo>
                  <a:lnTo>
                    <a:pt x="220144" y="122461"/>
                  </a:lnTo>
                  <a:lnTo>
                    <a:pt x="284775" y="122461"/>
                  </a:lnTo>
                  <a:lnTo>
                    <a:pt x="284775" y="57938"/>
                  </a:lnTo>
                  <a:close/>
                  <a:moveTo>
                    <a:pt x="469401" y="44033"/>
                  </a:moveTo>
                  <a:lnTo>
                    <a:pt x="608838" y="44033"/>
                  </a:lnTo>
                  <a:lnTo>
                    <a:pt x="608838" y="491629"/>
                  </a:lnTo>
                  <a:lnTo>
                    <a:pt x="510950" y="491629"/>
                  </a:lnTo>
                  <a:lnTo>
                    <a:pt x="510950" y="391651"/>
                  </a:lnTo>
                  <a:lnTo>
                    <a:pt x="469401" y="391651"/>
                  </a:lnTo>
                  <a:close/>
                  <a:moveTo>
                    <a:pt x="0" y="44033"/>
                  </a:moveTo>
                  <a:lnTo>
                    <a:pt x="139437" y="44033"/>
                  </a:lnTo>
                  <a:lnTo>
                    <a:pt x="139437" y="391651"/>
                  </a:lnTo>
                  <a:lnTo>
                    <a:pt x="97889" y="391651"/>
                  </a:lnTo>
                  <a:lnTo>
                    <a:pt x="97889" y="491629"/>
                  </a:lnTo>
                  <a:lnTo>
                    <a:pt x="0" y="491629"/>
                  </a:lnTo>
                  <a:close/>
                  <a:moveTo>
                    <a:pt x="164558" y="0"/>
                  </a:moveTo>
                  <a:lnTo>
                    <a:pt x="444279" y="0"/>
                  </a:lnTo>
                  <a:lnTo>
                    <a:pt x="444279" y="491629"/>
                  </a:lnTo>
                  <a:lnTo>
                    <a:pt x="336781" y="491629"/>
                  </a:lnTo>
                  <a:lnTo>
                    <a:pt x="336781" y="381866"/>
                  </a:lnTo>
                  <a:lnTo>
                    <a:pt x="272056" y="381866"/>
                  </a:lnTo>
                  <a:lnTo>
                    <a:pt x="272056" y="491629"/>
                  </a:lnTo>
                  <a:lnTo>
                    <a:pt x="164558" y="49162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iSľiďé"/>
            <p:cNvSpPr txBox="1"/>
            <p:nvPr/>
          </p:nvSpPr>
          <p:spPr bwMode="auto">
            <a:xfrm>
              <a:off x="3471082" y="4804594"/>
              <a:ext cx="2462186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25" name="îślïḋè"/>
            <p:cNvSpPr/>
            <p:nvPr/>
          </p:nvSpPr>
          <p:spPr bwMode="auto">
            <a:xfrm>
              <a:off x="3471082" y="5246400"/>
              <a:ext cx="2462186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26" name="ïşlîḋé"/>
            <p:cNvSpPr/>
            <p:nvPr/>
          </p:nvSpPr>
          <p:spPr bwMode="auto">
            <a:xfrm>
              <a:off x="4397333" y="4104311"/>
              <a:ext cx="609685" cy="492312"/>
            </a:xfrm>
            <a:custGeom>
              <a:avLst/>
              <a:gdLst>
                <a:gd name="connsiteX0" fmla="*/ 499361 w 608838"/>
                <a:gd name="connsiteY0" fmla="*/ 285654 h 491629"/>
                <a:gd name="connsiteX1" fmla="*/ 499361 w 608838"/>
                <a:gd name="connsiteY1" fmla="*/ 344437 h 491629"/>
                <a:gd name="connsiteX2" fmla="*/ 558245 w 608838"/>
                <a:gd name="connsiteY2" fmla="*/ 344437 h 491629"/>
                <a:gd name="connsiteX3" fmla="*/ 558245 w 608838"/>
                <a:gd name="connsiteY3" fmla="*/ 285654 h 491629"/>
                <a:gd name="connsiteX4" fmla="*/ 50593 w 608838"/>
                <a:gd name="connsiteY4" fmla="*/ 285654 h 491629"/>
                <a:gd name="connsiteX5" fmla="*/ 50593 w 608838"/>
                <a:gd name="connsiteY5" fmla="*/ 344437 h 491629"/>
                <a:gd name="connsiteX6" fmla="*/ 109477 w 608838"/>
                <a:gd name="connsiteY6" fmla="*/ 344437 h 491629"/>
                <a:gd name="connsiteX7" fmla="*/ 109477 w 608838"/>
                <a:gd name="connsiteY7" fmla="*/ 285654 h 491629"/>
                <a:gd name="connsiteX8" fmla="*/ 324062 w 608838"/>
                <a:gd name="connsiteY8" fmla="*/ 265425 h 491629"/>
                <a:gd name="connsiteX9" fmla="*/ 324062 w 608838"/>
                <a:gd name="connsiteY9" fmla="*/ 329947 h 491629"/>
                <a:gd name="connsiteX10" fmla="*/ 388693 w 608838"/>
                <a:gd name="connsiteY10" fmla="*/ 329947 h 491629"/>
                <a:gd name="connsiteX11" fmla="*/ 388693 w 608838"/>
                <a:gd name="connsiteY11" fmla="*/ 265425 h 491629"/>
                <a:gd name="connsiteX12" fmla="*/ 220144 w 608838"/>
                <a:gd name="connsiteY12" fmla="*/ 265425 h 491629"/>
                <a:gd name="connsiteX13" fmla="*/ 220144 w 608838"/>
                <a:gd name="connsiteY13" fmla="*/ 329947 h 491629"/>
                <a:gd name="connsiteX14" fmla="*/ 284775 w 608838"/>
                <a:gd name="connsiteY14" fmla="*/ 329947 h 491629"/>
                <a:gd name="connsiteX15" fmla="*/ 284775 w 608838"/>
                <a:gd name="connsiteY15" fmla="*/ 265425 h 491629"/>
                <a:gd name="connsiteX16" fmla="*/ 499361 w 608838"/>
                <a:gd name="connsiteY16" fmla="*/ 191225 h 491629"/>
                <a:gd name="connsiteX17" fmla="*/ 499361 w 608838"/>
                <a:gd name="connsiteY17" fmla="*/ 250008 h 491629"/>
                <a:gd name="connsiteX18" fmla="*/ 558245 w 608838"/>
                <a:gd name="connsiteY18" fmla="*/ 250008 h 491629"/>
                <a:gd name="connsiteX19" fmla="*/ 558245 w 608838"/>
                <a:gd name="connsiteY19" fmla="*/ 191225 h 491629"/>
                <a:gd name="connsiteX20" fmla="*/ 50593 w 608838"/>
                <a:gd name="connsiteY20" fmla="*/ 191225 h 491629"/>
                <a:gd name="connsiteX21" fmla="*/ 50593 w 608838"/>
                <a:gd name="connsiteY21" fmla="*/ 250008 h 491629"/>
                <a:gd name="connsiteX22" fmla="*/ 109477 w 608838"/>
                <a:gd name="connsiteY22" fmla="*/ 250008 h 491629"/>
                <a:gd name="connsiteX23" fmla="*/ 109477 w 608838"/>
                <a:gd name="connsiteY23" fmla="*/ 191225 h 491629"/>
                <a:gd name="connsiteX24" fmla="*/ 324062 w 608838"/>
                <a:gd name="connsiteY24" fmla="*/ 161682 h 491629"/>
                <a:gd name="connsiteX25" fmla="*/ 324062 w 608838"/>
                <a:gd name="connsiteY25" fmla="*/ 226204 h 491629"/>
                <a:gd name="connsiteX26" fmla="*/ 388693 w 608838"/>
                <a:gd name="connsiteY26" fmla="*/ 226204 h 491629"/>
                <a:gd name="connsiteX27" fmla="*/ 388693 w 608838"/>
                <a:gd name="connsiteY27" fmla="*/ 161682 h 491629"/>
                <a:gd name="connsiteX28" fmla="*/ 220144 w 608838"/>
                <a:gd name="connsiteY28" fmla="*/ 161682 h 491629"/>
                <a:gd name="connsiteX29" fmla="*/ 220144 w 608838"/>
                <a:gd name="connsiteY29" fmla="*/ 226204 h 491629"/>
                <a:gd name="connsiteX30" fmla="*/ 284775 w 608838"/>
                <a:gd name="connsiteY30" fmla="*/ 226204 h 491629"/>
                <a:gd name="connsiteX31" fmla="*/ 284775 w 608838"/>
                <a:gd name="connsiteY31" fmla="*/ 161682 h 491629"/>
                <a:gd name="connsiteX32" fmla="*/ 499361 w 608838"/>
                <a:gd name="connsiteY32" fmla="*/ 96797 h 491629"/>
                <a:gd name="connsiteX33" fmla="*/ 499361 w 608838"/>
                <a:gd name="connsiteY33" fmla="*/ 155579 h 491629"/>
                <a:gd name="connsiteX34" fmla="*/ 558245 w 608838"/>
                <a:gd name="connsiteY34" fmla="*/ 155579 h 491629"/>
                <a:gd name="connsiteX35" fmla="*/ 558245 w 608838"/>
                <a:gd name="connsiteY35" fmla="*/ 96797 h 491629"/>
                <a:gd name="connsiteX36" fmla="*/ 50593 w 608838"/>
                <a:gd name="connsiteY36" fmla="*/ 96797 h 491629"/>
                <a:gd name="connsiteX37" fmla="*/ 50593 w 608838"/>
                <a:gd name="connsiteY37" fmla="*/ 155579 h 491629"/>
                <a:gd name="connsiteX38" fmla="*/ 109477 w 608838"/>
                <a:gd name="connsiteY38" fmla="*/ 155579 h 491629"/>
                <a:gd name="connsiteX39" fmla="*/ 109477 w 608838"/>
                <a:gd name="connsiteY39" fmla="*/ 96797 h 491629"/>
                <a:gd name="connsiteX40" fmla="*/ 324062 w 608838"/>
                <a:gd name="connsiteY40" fmla="*/ 57938 h 491629"/>
                <a:gd name="connsiteX41" fmla="*/ 324062 w 608838"/>
                <a:gd name="connsiteY41" fmla="*/ 122461 h 491629"/>
                <a:gd name="connsiteX42" fmla="*/ 388693 w 608838"/>
                <a:gd name="connsiteY42" fmla="*/ 122461 h 491629"/>
                <a:gd name="connsiteX43" fmla="*/ 388693 w 608838"/>
                <a:gd name="connsiteY43" fmla="*/ 57938 h 491629"/>
                <a:gd name="connsiteX44" fmla="*/ 220144 w 608838"/>
                <a:gd name="connsiteY44" fmla="*/ 57938 h 491629"/>
                <a:gd name="connsiteX45" fmla="*/ 220144 w 608838"/>
                <a:gd name="connsiteY45" fmla="*/ 122461 h 491629"/>
                <a:gd name="connsiteX46" fmla="*/ 284775 w 608838"/>
                <a:gd name="connsiteY46" fmla="*/ 122461 h 491629"/>
                <a:gd name="connsiteX47" fmla="*/ 284775 w 608838"/>
                <a:gd name="connsiteY47" fmla="*/ 57938 h 491629"/>
                <a:gd name="connsiteX48" fmla="*/ 469401 w 608838"/>
                <a:gd name="connsiteY48" fmla="*/ 44033 h 491629"/>
                <a:gd name="connsiteX49" fmla="*/ 608838 w 608838"/>
                <a:gd name="connsiteY49" fmla="*/ 44033 h 491629"/>
                <a:gd name="connsiteX50" fmla="*/ 608838 w 608838"/>
                <a:gd name="connsiteY50" fmla="*/ 491629 h 491629"/>
                <a:gd name="connsiteX51" fmla="*/ 510950 w 608838"/>
                <a:gd name="connsiteY51" fmla="*/ 491629 h 491629"/>
                <a:gd name="connsiteX52" fmla="*/ 510950 w 608838"/>
                <a:gd name="connsiteY52" fmla="*/ 391651 h 491629"/>
                <a:gd name="connsiteX53" fmla="*/ 469401 w 608838"/>
                <a:gd name="connsiteY53" fmla="*/ 391651 h 491629"/>
                <a:gd name="connsiteX54" fmla="*/ 0 w 608838"/>
                <a:gd name="connsiteY54" fmla="*/ 44033 h 491629"/>
                <a:gd name="connsiteX55" fmla="*/ 139437 w 608838"/>
                <a:gd name="connsiteY55" fmla="*/ 44033 h 491629"/>
                <a:gd name="connsiteX56" fmla="*/ 139437 w 608838"/>
                <a:gd name="connsiteY56" fmla="*/ 391651 h 491629"/>
                <a:gd name="connsiteX57" fmla="*/ 97889 w 608838"/>
                <a:gd name="connsiteY57" fmla="*/ 391651 h 491629"/>
                <a:gd name="connsiteX58" fmla="*/ 97889 w 608838"/>
                <a:gd name="connsiteY58" fmla="*/ 491629 h 491629"/>
                <a:gd name="connsiteX59" fmla="*/ 0 w 608838"/>
                <a:gd name="connsiteY59" fmla="*/ 491629 h 491629"/>
                <a:gd name="connsiteX60" fmla="*/ 164558 w 608838"/>
                <a:gd name="connsiteY60" fmla="*/ 0 h 491629"/>
                <a:gd name="connsiteX61" fmla="*/ 444279 w 608838"/>
                <a:gd name="connsiteY61" fmla="*/ 0 h 491629"/>
                <a:gd name="connsiteX62" fmla="*/ 444279 w 608838"/>
                <a:gd name="connsiteY62" fmla="*/ 491629 h 491629"/>
                <a:gd name="connsiteX63" fmla="*/ 336781 w 608838"/>
                <a:gd name="connsiteY63" fmla="*/ 491629 h 491629"/>
                <a:gd name="connsiteX64" fmla="*/ 336781 w 608838"/>
                <a:gd name="connsiteY64" fmla="*/ 381866 h 491629"/>
                <a:gd name="connsiteX65" fmla="*/ 272056 w 608838"/>
                <a:gd name="connsiteY65" fmla="*/ 381866 h 491629"/>
                <a:gd name="connsiteX66" fmla="*/ 272056 w 608838"/>
                <a:gd name="connsiteY66" fmla="*/ 491629 h 491629"/>
                <a:gd name="connsiteX67" fmla="*/ 164558 w 608838"/>
                <a:gd name="connsiteY67" fmla="*/ 491629 h 491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608838" h="491629">
                  <a:moveTo>
                    <a:pt x="499361" y="285654"/>
                  </a:moveTo>
                  <a:lnTo>
                    <a:pt x="499361" y="344437"/>
                  </a:lnTo>
                  <a:lnTo>
                    <a:pt x="558245" y="344437"/>
                  </a:lnTo>
                  <a:lnTo>
                    <a:pt x="558245" y="285654"/>
                  </a:lnTo>
                  <a:close/>
                  <a:moveTo>
                    <a:pt x="50593" y="285654"/>
                  </a:moveTo>
                  <a:lnTo>
                    <a:pt x="50593" y="344437"/>
                  </a:lnTo>
                  <a:lnTo>
                    <a:pt x="109477" y="344437"/>
                  </a:lnTo>
                  <a:lnTo>
                    <a:pt x="109477" y="285654"/>
                  </a:lnTo>
                  <a:close/>
                  <a:moveTo>
                    <a:pt x="324062" y="265425"/>
                  </a:moveTo>
                  <a:lnTo>
                    <a:pt x="324062" y="329947"/>
                  </a:lnTo>
                  <a:lnTo>
                    <a:pt x="388693" y="329947"/>
                  </a:lnTo>
                  <a:lnTo>
                    <a:pt x="388693" y="265425"/>
                  </a:lnTo>
                  <a:close/>
                  <a:moveTo>
                    <a:pt x="220144" y="265425"/>
                  </a:moveTo>
                  <a:lnTo>
                    <a:pt x="220144" y="329947"/>
                  </a:lnTo>
                  <a:lnTo>
                    <a:pt x="284775" y="329947"/>
                  </a:lnTo>
                  <a:lnTo>
                    <a:pt x="284775" y="265425"/>
                  </a:lnTo>
                  <a:close/>
                  <a:moveTo>
                    <a:pt x="499361" y="191225"/>
                  </a:moveTo>
                  <a:lnTo>
                    <a:pt x="499361" y="250008"/>
                  </a:lnTo>
                  <a:lnTo>
                    <a:pt x="558245" y="250008"/>
                  </a:lnTo>
                  <a:lnTo>
                    <a:pt x="558245" y="191225"/>
                  </a:lnTo>
                  <a:close/>
                  <a:moveTo>
                    <a:pt x="50593" y="191225"/>
                  </a:moveTo>
                  <a:lnTo>
                    <a:pt x="50593" y="250008"/>
                  </a:lnTo>
                  <a:lnTo>
                    <a:pt x="109477" y="250008"/>
                  </a:lnTo>
                  <a:lnTo>
                    <a:pt x="109477" y="191225"/>
                  </a:lnTo>
                  <a:close/>
                  <a:moveTo>
                    <a:pt x="324062" y="161682"/>
                  </a:moveTo>
                  <a:lnTo>
                    <a:pt x="324062" y="226204"/>
                  </a:lnTo>
                  <a:lnTo>
                    <a:pt x="388693" y="226204"/>
                  </a:lnTo>
                  <a:lnTo>
                    <a:pt x="388693" y="161682"/>
                  </a:lnTo>
                  <a:close/>
                  <a:moveTo>
                    <a:pt x="220144" y="161682"/>
                  </a:moveTo>
                  <a:lnTo>
                    <a:pt x="220144" y="226204"/>
                  </a:lnTo>
                  <a:lnTo>
                    <a:pt x="284775" y="226204"/>
                  </a:lnTo>
                  <a:lnTo>
                    <a:pt x="284775" y="161682"/>
                  </a:lnTo>
                  <a:close/>
                  <a:moveTo>
                    <a:pt x="499361" y="96797"/>
                  </a:moveTo>
                  <a:lnTo>
                    <a:pt x="499361" y="155579"/>
                  </a:lnTo>
                  <a:lnTo>
                    <a:pt x="558245" y="155579"/>
                  </a:lnTo>
                  <a:lnTo>
                    <a:pt x="558245" y="96797"/>
                  </a:lnTo>
                  <a:close/>
                  <a:moveTo>
                    <a:pt x="50593" y="96797"/>
                  </a:moveTo>
                  <a:lnTo>
                    <a:pt x="50593" y="155579"/>
                  </a:lnTo>
                  <a:lnTo>
                    <a:pt x="109477" y="155579"/>
                  </a:lnTo>
                  <a:lnTo>
                    <a:pt x="109477" y="96797"/>
                  </a:lnTo>
                  <a:close/>
                  <a:moveTo>
                    <a:pt x="324062" y="57938"/>
                  </a:moveTo>
                  <a:lnTo>
                    <a:pt x="324062" y="122461"/>
                  </a:lnTo>
                  <a:lnTo>
                    <a:pt x="388693" y="122461"/>
                  </a:lnTo>
                  <a:lnTo>
                    <a:pt x="388693" y="57938"/>
                  </a:lnTo>
                  <a:close/>
                  <a:moveTo>
                    <a:pt x="220144" y="57938"/>
                  </a:moveTo>
                  <a:lnTo>
                    <a:pt x="220144" y="122461"/>
                  </a:lnTo>
                  <a:lnTo>
                    <a:pt x="284775" y="122461"/>
                  </a:lnTo>
                  <a:lnTo>
                    <a:pt x="284775" y="57938"/>
                  </a:lnTo>
                  <a:close/>
                  <a:moveTo>
                    <a:pt x="469401" y="44033"/>
                  </a:moveTo>
                  <a:lnTo>
                    <a:pt x="608838" y="44033"/>
                  </a:lnTo>
                  <a:lnTo>
                    <a:pt x="608838" y="491629"/>
                  </a:lnTo>
                  <a:lnTo>
                    <a:pt x="510950" y="491629"/>
                  </a:lnTo>
                  <a:lnTo>
                    <a:pt x="510950" y="391651"/>
                  </a:lnTo>
                  <a:lnTo>
                    <a:pt x="469401" y="391651"/>
                  </a:lnTo>
                  <a:close/>
                  <a:moveTo>
                    <a:pt x="0" y="44033"/>
                  </a:moveTo>
                  <a:lnTo>
                    <a:pt x="139437" y="44033"/>
                  </a:lnTo>
                  <a:lnTo>
                    <a:pt x="139437" y="391651"/>
                  </a:lnTo>
                  <a:lnTo>
                    <a:pt x="97889" y="391651"/>
                  </a:lnTo>
                  <a:lnTo>
                    <a:pt x="97889" y="491629"/>
                  </a:lnTo>
                  <a:lnTo>
                    <a:pt x="0" y="491629"/>
                  </a:lnTo>
                  <a:close/>
                  <a:moveTo>
                    <a:pt x="164558" y="0"/>
                  </a:moveTo>
                  <a:lnTo>
                    <a:pt x="444279" y="0"/>
                  </a:lnTo>
                  <a:lnTo>
                    <a:pt x="444279" y="491629"/>
                  </a:lnTo>
                  <a:lnTo>
                    <a:pt x="336781" y="491629"/>
                  </a:lnTo>
                  <a:lnTo>
                    <a:pt x="336781" y="381866"/>
                  </a:lnTo>
                  <a:lnTo>
                    <a:pt x="272056" y="381866"/>
                  </a:lnTo>
                  <a:lnTo>
                    <a:pt x="272056" y="491629"/>
                  </a:lnTo>
                  <a:lnTo>
                    <a:pt x="164558" y="49162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ïṣlîḓe"/>
            <p:cNvSpPr/>
            <p:nvPr/>
          </p:nvSpPr>
          <p:spPr>
            <a:xfrm rot="16200000">
              <a:off x="5720954" y="2202217"/>
              <a:ext cx="750094" cy="2692402"/>
            </a:xfrm>
            <a:prstGeom prst="rightBrace">
              <a:avLst>
                <a:gd name="adj1" fmla="val 42642"/>
                <a:gd name="adj2" fmla="val 50000"/>
              </a:avLst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 dirty="0"/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3134000" y="4959000"/>
              <a:ext cx="0" cy="1184625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5953400" y="4959000"/>
              <a:ext cx="0" cy="1184625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8727268" y="4959000"/>
              <a:ext cx="0" cy="1184625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73dd3c15-0711-4946-a04f-d2b41b2deb0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307470" y="1565507"/>
            <a:ext cx="9613068" cy="4296774"/>
            <a:chOff x="1307470" y="1565507"/>
            <a:chExt cx="9613068" cy="4296774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8472266" y="3668207"/>
              <a:ext cx="244827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1307470" y="3668207"/>
              <a:ext cx="244827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ís1ïďê"/>
            <p:cNvSpPr/>
            <p:nvPr/>
          </p:nvSpPr>
          <p:spPr bwMode="auto">
            <a:xfrm>
              <a:off x="3944143" y="1565507"/>
              <a:ext cx="4303713" cy="4296774"/>
            </a:xfrm>
            <a:custGeom>
              <a:avLst/>
              <a:gdLst>
                <a:gd name="connsiteX0" fmla="*/ 135672 w 609076"/>
                <a:gd name="connsiteY0" fmla="*/ 378765 h 608094"/>
                <a:gd name="connsiteX1" fmla="*/ 268220 w 609076"/>
                <a:gd name="connsiteY1" fmla="*/ 423490 h 608094"/>
                <a:gd name="connsiteX2" fmla="*/ 270801 w 609076"/>
                <a:gd name="connsiteY2" fmla="*/ 426343 h 608094"/>
                <a:gd name="connsiteX3" fmla="*/ 269787 w 609076"/>
                <a:gd name="connsiteY3" fmla="*/ 430116 h 608094"/>
                <a:gd name="connsiteX4" fmla="*/ 255408 w 609076"/>
                <a:gd name="connsiteY4" fmla="*/ 444380 h 608094"/>
                <a:gd name="connsiteX5" fmla="*/ 304538 w 609076"/>
                <a:gd name="connsiteY5" fmla="*/ 493430 h 608094"/>
                <a:gd name="connsiteX6" fmla="*/ 356341 w 609076"/>
                <a:gd name="connsiteY6" fmla="*/ 441619 h 608094"/>
                <a:gd name="connsiteX7" fmla="*/ 346478 w 609076"/>
                <a:gd name="connsiteY7" fmla="*/ 470699 h 608094"/>
                <a:gd name="connsiteX8" fmla="*/ 355511 w 609076"/>
                <a:gd name="connsiteY8" fmla="*/ 509534 h 608094"/>
                <a:gd name="connsiteX9" fmla="*/ 382426 w 609076"/>
                <a:gd name="connsiteY9" fmla="*/ 520669 h 608094"/>
                <a:gd name="connsiteX10" fmla="*/ 394778 w 609076"/>
                <a:gd name="connsiteY10" fmla="*/ 518645 h 608094"/>
                <a:gd name="connsiteX11" fmla="*/ 423629 w 609076"/>
                <a:gd name="connsiteY11" fmla="*/ 508890 h 608094"/>
                <a:gd name="connsiteX12" fmla="*/ 338182 w 609076"/>
                <a:gd name="connsiteY12" fmla="*/ 594198 h 608094"/>
                <a:gd name="connsiteX13" fmla="*/ 304538 w 609076"/>
                <a:gd name="connsiteY13" fmla="*/ 608094 h 608094"/>
                <a:gd name="connsiteX14" fmla="*/ 270894 w 609076"/>
                <a:gd name="connsiteY14" fmla="*/ 594198 h 608094"/>
                <a:gd name="connsiteX15" fmla="*/ 188120 w 609076"/>
                <a:gd name="connsiteY15" fmla="*/ 511559 h 608094"/>
                <a:gd name="connsiteX16" fmla="*/ 173832 w 609076"/>
                <a:gd name="connsiteY16" fmla="*/ 525915 h 608094"/>
                <a:gd name="connsiteX17" fmla="*/ 170053 w 609076"/>
                <a:gd name="connsiteY17" fmla="*/ 526927 h 608094"/>
                <a:gd name="connsiteX18" fmla="*/ 167288 w 609076"/>
                <a:gd name="connsiteY18" fmla="*/ 524350 h 608094"/>
                <a:gd name="connsiteX19" fmla="*/ 122398 w 609076"/>
                <a:gd name="connsiteY19" fmla="*/ 392017 h 608094"/>
                <a:gd name="connsiteX20" fmla="*/ 135672 w 609076"/>
                <a:gd name="connsiteY20" fmla="*/ 378765 h 608094"/>
                <a:gd name="connsiteX21" fmla="*/ 513252 w 609076"/>
                <a:gd name="connsiteY21" fmla="*/ 188723 h 608094"/>
                <a:gd name="connsiteX22" fmla="*/ 595111 w 609076"/>
                <a:gd name="connsiteY22" fmla="*/ 270462 h 608094"/>
                <a:gd name="connsiteX23" fmla="*/ 595111 w 609076"/>
                <a:gd name="connsiteY23" fmla="*/ 337658 h 608094"/>
                <a:gd name="connsiteX24" fmla="*/ 516017 w 609076"/>
                <a:gd name="connsiteY24" fmla="*/ 416635 h 608094"/>
                <a:gd name="connsiteX25" fmla="*/ 530398 w 609076"/>
                <a:gd name="connsiteY25" fmla="*/ 430995 h 608094"/>
                <a:gd name="connsiteX26" fmla="*/ 531412 w 609076"/>
                <a:gd name="connsiteY26" fmla="*/ 434677 h 608094"/>
                <a:gd name="connsiteX27" fmla="*/ 528831 w 609076"/>
                <a:gd name="connsiteY27" fmla="*/ 437530 h 608094"/>
                <a:gd name="connsiteX28" fmla="*/ 396271 w 609076"/>
                <a:gd name="connsiteY28" fmla="*/ 482266 h 608094"/>
                <a:gd name="connsiteX29" fmla="*/ 382997 w 609076"/>
                <a:gd name="connsiteY29" fmla="*/ 469011 h 608094"/>
                <a:gd name="connsiteX30" fmla="*/ 427798 w 609076"/>
                <a:gd name="connsiteY30" fmla="*/ 336645 h 608094"/>
                <a:gd name="connsiteX31" fmla="*/ 430655 w 609076"/>
                <a:gd name="connsiteY31" fmla="*/ 334068 h 608094"/>
                <a:gd name="connsiteX32" fmla="*/ 434343 w 609076"/>
                <a:gd name="connsiteY32" fmla="*/ 335172 h 608094"/>
                <a:gd name="connsiteX33" fmla="*/ 448631 w 609076"/>
                <a:gd name="connsiteY33" fmla="*/ 349440 h 608094"/>
                <a:gd name="connsiteX34" fmla="*/ 494170 w 609076"/>
                <a:gd name="connsiteY34" fmla="*/ 304060 h 608094"/>
                <a:gd name="connsiteX35" fmla="*/ 445958 w 609076"/>
                <a:gd name="connsiteY35" fmla="*/ 255919 h 608094"/>
                <a:gd name="connsiteX36" fmla="*/ 474996 w 609076"/>
                <a:gd name="connsiteY36" fmla="*/ 265768 h 608094"/>
                <a:gd name="connsiteX37" fmla="*/ 487164 w 609076"/>
                <a:gd name="connsiteY37" fmla="*/ 267701 h 608094"/>
                <a:gd name="connsiteX38" fmla="*/ 514082 w 609076"/>
                <a:gd name="connsiteY38" fmla="*/ 256563 h 608094"/>
                <a:gd name="connsiteX39" fmla="*/ 523116 w 609076"/>
                <a:gd name="connsiteY39" fmla="*/ 217719 h 608094"/>
                <a:gd name="connsiteX40" fmla="*/ 212828 w 609076"/>
                <a:gd name="connsiteY40" fmla="*/ 125789 h 608094"/>
                <a:gd name="connsiteX41" fmla="*/ 226102 w 609076"/>
                <a:gd name="connsiteY41" fmla="*/ 139043 h 608094"/>
                <a:gd name="connsiteX42" fmla="*/ 181209 w 609076"/>
                <a:gd name="connsiteY42" fmla="*/ 271491 h 608094"/>
                <a:gd name="connsiteX43" fmla="*/ 178351 w 609076"/>
                <a:gd name="connsiteY43" fmla="*/ 273976 h 608094"/>
                <a:gd name="connsiteX44" fmla="*/ 174664 w 609076"/>
                <a:gd name="connsiteY44" fmla="*/ 272964 h 608094"/>
                <a:gd name="connsiteX45" fmla="*/ 160376 w 609076"/>
                <a:gd name="connsiteY45" fmla="*/ 258697 h 608094"/>
                <a:gd name="connsiteX46" fmla="*/ 114929 w 609076"/>
                <a:gd name="connsiteY46" fmla="*/ 304074 h 608094"/>
                <a:gd name="connsiteX47" fmla="*/ 163141 w 609076"/>
                <a:gd name="connsiteY47" fmla="*/ 352212 h 608094"/>
                <a:gd name="connsiteX48" fmla="*/ 134011 w 609076"/>
                <a:gd name="connsiteY48" fmla="*/ 342363 h 608094"/>
                <a:gd name="connsiteX49" fmla="*/ 121843 w 609076"/>
                <a:gd name="connsiteY49" fmla="*/ 340338 h 608094"/>
                <a:gd name="connsiteX50" fmla="*/ 95202 w 609076"/>
                <a:gd name="connsiteY50" fmla="*/ 351383 h 608094"/>
                <a:gd name="connsiteX51" fmla="*/ 85891 w 609076"/>
                <a:gd name="connsiteY51" fmla="*/ 390317 h 608094"/>
                <a:gd name="connsiteX52" fmla="*/ 95755 w 609076"/>
                <a:gd name="connsiteY52" fmla="*/ 419402 h 608094"/>
                <a:gd name="connsiteX53" fmla="*/ 13896 w 609076"/>
                <a:gd name="connsiteY53" fmla="*/ 337669 h 608094"/>
                <a:gd name="connsiteX54" fmla="*/ 13896 w 609076"/>
                <a:gd name="connsiteY54" fmla="*/ 270478 h 608094"/>
                <a:gd name="connsiteX55" fmla="*/ 93082 w 609076"/>
                <a:gd name="connsiteY55" fmla="*/ 191414 h 608094"/>
                <a:gd name="connsiteX56" fmla="*/ 78701 w 609076"/>
                <a:gd name="connsiteY56" fmla="*/ 177148 h 608094"/>
                <a:gd name="connsiteX57" fmla="*/ 77687 w 609076"/>
                <a:gd name="connsiteY57" fmla="*/ 173466 h 608094"/>
                <a:gd name="connsiteX58" fmla="*/ 80268 w 609076"/>
                <a:gd name="connsiteY58" fmla="*/ 170613 h 608094"/>
                <a:gd name="connsiteX59" fmla="*/ 212828 w 609076"/>
                <a:gd name="connsiteY59" fmla="*/ 125789 h 608094"/>
                <a:gd name="connsiteX60" fmla="*/ 304478 w 609076"/>
                <a:gd name="connsiteY60" fmla="*/ 0 h 608094"/>
                <a:gd name="connsiteX61" fmla="*/ 338157 w 609076"/>
                <a:gd name="connsiteY61" fmla="*/ 13876 h 608094"/>
                <a:gd name="connsiteX62" fmla="*/ 420931 w 609076"/>
                <a:gd name="connsiteY62" fmla="*/ 96535 h 608094"/>
                <a:gd name="connsiteX63" fmla="*/ 435218 w 609076"/>
                <a:gd name="connsiteY63" fmla="*/ 82267 h 608094"/>
                <a:gd name="connsiteX64" fmla="*/ 438905 w 609076"/>
                <a:gd name="connsiteY64" fmla="*/ 81163 h 608094"/>
                <a:gd name="connsiteX65" fmla="*/ 441762 w 609076"/>
                <a:gd name="connsiteY65" fmla="*/ 83740 h 608094"/>
                <a:gd name="connsiteX66" fmla="*/ 486560 w 609076"/>
                <a:gd name="connsiteY66" fmla="*/ 216105 h 608094"/>
                <a:gd name="connsiteX67" fmla="*/ 473286 w 609076"/>
                <a:gd name="connsiteY67" fmla="*/ 229360 h 608094"/>
                <a:gd name="connsiteX68" fmla="*/ 340830 w 609076"/>
                <a:gd name="connsiteY68" fmla="*/ 184625 h 608094"/>
                <a:gd name="connsiteX69" fmla="*/ 338157 w 609076"/>
                <a:gd name="connsiteY69" fmla="*/ 181771 h 608094"/>
                <a:gd name="connsiteX70" fmla="*/ 339263 w 609076"/>
                <a:gd name="connsiteY70" fmla="*/ 178089 h 608094"/>
                <a:gd name="connsiteX71" fmla="*/ 353550 w 609076"/>
                <a:gd name="connsiteY71" fmla="*/ 163730 h 608094"/>
                <a:gd name="connsiteX72" fmla="*/ 304512 w 609076"/>
                <a:gd name="connsiteY72" fmla="*/ 114760 h 608094"/>
                <a:gd name="connsiteX73" fmla="*/ 252617 w 609076"/>
                <a:gd name="connsiteY73" fmla="*/ 166491 h 608094"/>
                <a:gd name="connsiteX74" fmla="*/ 262480 w 609076"/>
                <a:gd name="connsiteY74" fmla="*/ 137496 h 608094"/>
                <a:gd name="connsiteX75" fmla="*/ 253447 w 609076"/>
                <a:gd name="connsiteY75" fmla="*/ 98652 h 608094"/>
                <a:gd name="connsiteX76" fmla="*/ 226624 w 609076"/>
                <a:gd name="connsiteY76" fmla="*/ 87422 h 608094"/>
                <a:gd name="connsiteX77" fmla="*/ 214272 w 609076"/>
                <a:gd name="connsiteY77" fmla="*/ 89539 h 608094"/>
                <a:gd name="connsiteX78" fmla="*/ 185329 w 609076"/>
                <a:gd name="connsiteY78" fmla="*/ 99296 h 608094"/>
                <a:gd name="connsiteX79" fmla="*/ 270868 w 609076"/>
                <a:gd name="connsiteY79" fmla="*/ 13876 h 608094"/>
                <a:gd name="connsiteX80" fmla="*/ 304478 w 609076"/>
                <a:gd name="connsiteY80" fmla="*/ 0 h 608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609076" h="608094">
                  <a:moveTo>
                    <a:pt x="135672" y="378765"/>
                  </a:moveTo>
                  <a:cubicBezTo>
                    <a:pt x="177243" y="392753"/>
                    <a:pt x="257159" y="419809"/>
                    <a:pt x="268220" y="423490"/>
                  </a:cubicBezTo>
                  <a:cubicBezTo>
                    <a:pt x="269511" y="423950"/>
                    <a:pt x="270525" y="425054"/>
                    <a:pt x="270801" y="426343"/>
                  </a:cubicBezTo>
                  <a:cubicBezTo>
                    <a:pt x="271078" y="427723"/>
                    <a:pt x="270709" y="429103"/>
                    <a:pt x="269787" y="430116"/>
                  </a:cubicBezTo>
                  <a:lnTo>
                    <a:pt x="255408" y="444380"/>
                  </a:lnTo>
                  <a:lnTo>
                    <a:pt x="304538" y="493430"/>
                  </a:lnTo>
                  <a:lnTo>
                    <a:pt x="356341" y="441619"/>
                  </a:lnTo>
                  <a:lnTo>
                    <a:pt x="346478" y="470699"/>
                  </a:lnTo>
                  <a:cubicBezTo>
                    <a:pt x="341869" y="484319"/>
                    <a:pt x="345280" y="499227"/>
                    <a:pt x="355511" y="509534"/>
                  </a:cubicBezTo>
                  <a:cubicBezTo>
                    <a:pt x="362793" y="516712"/>
                    <a:pt x="372287" y="520669"/>
                    <a:pt x="382426" y="520669"/>
                  </a:cubicBezTo>
                  <a:cubicBezTo>
                    <a:pt x="386574" y="520669"/>
                    <a:pt x="390722" y="520025"/>
                    <a:pt x="394778" y="518645"/>
                  </a:cubicBezTo>
                  <a:lnTo>
                    <a:pt x="423629" y="508890"/>
                  </a:lnTo>
                  <a:lnTo>
                    <a:pt x="338182" y="594198"/>
                  </a:lnTo>
                  <a:cubicBezTo>
                    <a:pt x="328872" y="603493"/>
                    <a:pt x="316705" y="608094"/>
                    <a:pt x="304538" y="608094"/>
                  </a:cubicBezTo>
                  <a:cubicBezTo>
                    <a:pt x="292371" y="608094"/>
                    <a:pt x="280111" y="603493"/>
                    <a:pt x="270894" y="594198"/>
                  </a:cubicBezTo>
                  <a:lnTo>
                    <a:pt x="188120" y="511559"/>
                  </a:lnTo>
                  <a:lnTo>
                    <a:pt x="173832" y="525915"/>
                  </a:lnTo>
                  <a:cubicBezTo>
                    <a:pt x="172818" y="526835"/>
                    <a:pt x="171436" y="527295"/>
                    <a:pt x="170053" y="526927"/>
                  </a:cubicBezTo>
                  <a:cubicBezTo>
                    <a:pt x="168763" y="526651"/>
                    <a:pt x="167657" y="525639"/>
                    <a:pt x="167288" y="524350"/>
                  </a:cubicBezTo>
                  <a:cubicBezTo>
                    <a:pt x="163232" y="512571"/>
                    <a:pt x="135856" y="431864"/>
                    <a:pt x="122398" y="392017"/>
                  </a:cubicBezTo>
                  <a:cubicBezTo>
                    <a:pt x="119633" y="383826"/>
                    <a:pt x="127468" y="376004"/>
                    <a:pt x="135672" y="378765"/>
                  </a:cubicBezTo>
                  <a:close/>
                  <a:moveTo>
                    <a:pt x="513252" y="188723"/>
                  </a:moveTo>
                  <a:lnTo>
                    <a:pt x="595111" y="270462"/>
                  </a:lnTo>
                  <a:cubicBezTo>
                    <a:pt x="613732" y="288964"/>
                    <a:pt x="613732" y="319064"/>
                    <a:pt x="595111" y="337658"/>
                  </a:cubicBezTo>
                  <a:lnTo>
                    <a:pt x="516017" y="416635"/>
                  </a:lnTo>
                  <a:lnTo>
                    <a:pt x="530398" y="430995"/>
                  </a:lnTo>
                  <a:cubicBezTo>
                    <a:pt x="531320" y="431915"/>
                    <a:pt x="531689" y="433296"/>
                    <a:pt x="531412" y="434677"/>
                  </a:cubicBezTo>
                  <a:cubicBezTo>
                    <a:pt x="531043" y="435965"/>
                    <a:pt x="530122" y="437070"/>
                    <a:pt x="528831" y="437530"/>
                  </a:cubicBezTo>
                  <a:cubicBezTo>
                    <a:pt x="513160" y="442869"/>
                    <a:pt x="524130" y="439095"/>
                    <a:pt x="396271" y="482266"/>
                  </a:cubicBezTo>
                  <a:cubicBezTo>
                    <a:pt x="388067" y="485027"/>
                    <a:pt x="380231" y="477203"/>
                    <a:pt x="382997" y="469011"/>
                  </a:cubicBezTo>
                  <a:cubicBezTo>
                    <a:pt x="399313" y="420593"/>
                    <a:pt x="423004" y="350913"/>
                    <a:pt x="427798" y="336645"/>
                  </a:cubicBezTo>
                  <a:cubicBezTo>
                    <a:pt x="428259" y="335356"/>
                    <a:pt x="429365" y="334436"/>
                    <a:pt x="430655" y="334068"/>
                  </a:cubicBezTo>
                  <a:cubicBezTo>
                    <a:pt x="431946" y="333792"/>
                    <a:pt x="433421" y="334160"/>
                    <a:pt x="434343" y="335172"/>
                  </a:cubicBezTo>
                  <a:lnTo>
                    <a:pt x="448631" y="349440"/>
                  </a:lnTo>
                  <a:lnTo>
                    <a:pt x="494170" y="304060"/>
                  </a:lnTo>
                  <a:lnTo>
                    <a:pt x="445958" y="255919"/>
                  </a:lnTo>
                  <a:lnTo>
                    <a:pt x="474996" y="265768"/>
                  </a:lnTo>
                  <a:cubicBezTo>
                    <a:pt x="478775" y="267056"/>
                    <a:pt x="482924" y="267701"/>
                    <a:pt x="487164" y="267701"/>
                  </a:cubicBezTo>
                  <a:cubicBezTo>
                    <a:pt x="497212" y="267701"/>
                    <a:pt x="506983" y="263651"/>
                    <a:pt x="514082" y="256563"/>
                  </a:cubicBezTo>
                  <a:cubicBezTo>
                    <a:pt x="524037" y="246714"/>
                    <a:pt x="527725" y="231434"/>
                    <a:pt x="523116" y="217719"/>
                  </a:cubicBezTo>
                  <a:close/>
                  <a:moveTo>
                    <a:pt x="212828" y="125789"/>
                  </a:moveTo>
                  <a:cubicBezTo>
                    <a:pt x="221032" y="123027"/>
                    <a:pt x="228868" y="130851"/>
                    <a:pt x="226102" y="139043"/>
                  </a:cubicBezTo>
                  <a:cubicBezTo>
                    <a:pt x="211445" y="182302"/>
                    <a:pt x="186095" y="257316"/>
                    <a:pt x="181209" y="271491"/>
                  </a:cubicBezTo>
                  <a:cubicBezTo>
                    <a:pt x="180840" y="272779"/>
                    <a:pt x="179734" y="273700"/>
                    <a:pt x="178351" y="273976"/>
                  </a:cubicBezTo>
                  <a:cubicBezTo>
                    <a:pt x="177061" y="274344"/>
                    <a:pt x="175678" y="273976"/>
                    <a:pt x="174664" y="272964"/>
                  </a:cubicBezTo>
                  <a:lnTo>
                    <a:pt x="160376" y="258697"/>
                  </a:lnTo>
                  <a:lnTo>
                    <a:pt x="114929" y="304074"/>
                  </a:lnTo>
                  <a:lnTo>
                    <a:pt x="163141" y="352212"/>
                  </a:lnTo>
                  <a:lnTo>
                    <a:pt x="134011" y="342363"/>
                  </a:lnTo>
                  <a:cubicBezTo>
                    <a:pt x="130232" y="341075"/>
                    <a:pt x="126083" y="340338"/>
                    <a:pt x="121843" y="340338"/>
                  </a:cubicBezTo>
                  <a:cubicBezTo>
                    <a:pt x="111795" y="340338"/>
                    <a:pt x="102300" y="344204"/>
                    <a:pt x="95202" y="351383"/>
                  </a:cubicBezTo>
                  <a:cubicBezTo>
                    <a:pt x="84785" y="361784"/>
                    <a:pt x="81282" y="376695"/>
                    <a:pt x="85891" y="390317"/>
                  </a:cubicBezTo>
                  <a:lnTo>
                    <a:pt x="95755" y="419402"/>
                  </a:lnTo>
                  <a:lnTo>
                    <a:pt x="13896" y="337669"/>
                  </a:lnTo>
                  <a:cubicBezTo>
                    <a:pt x="-4633" y="319077"/>
                    <a:pt x="-4633" y="288979"/>
                    <a:pt x="13896" y="270478"/>
                  </a:cubicBezTo>
                  <a:lnTo>
                    <a:pt x="93082" y="191414"/>
                  </a:lnTo>
                  <a:lnTo>
                    <a:pt x="78701" y="177148"/>
                  </a:lnTo>
                  <a:cubicBezTo>
                    <a:pt x="77779" y="176135"/>
                    <a:pt x="77318" y="174755"/>
                    <a:pt x="77687" y="173466"/>
                  </a:cubicBezTo>
                  <a:cubicBezTo>
                    <a:pt x="77963" y="172086"/>
                    <a:pt x="78978" y="170981"/>
                    <a:pt x="80268" y="170613"/>
                  </a:cubicBezTo>
                  <a:cubicBezTo>
                    <a:pt x="81098" y="170337"/>
                    <a:pt x="166183" y="141528"/>
                    <a:pt x="212828" y="125789"/>
                  </a:cubicBezTo>
                  <a:close/>
                  <a:moveTo>
                    <a:pt x="304478" y="0"/>
                  </a:moveTo>
                  <a:cubicBezTo>
                    <a:pt x="316657" y="0"/>
                    <a:pt x="328847" y="4625"/>
                    <a:pt x="338157" y="13876"/>
                  </a:cubicBezTo>
                  <a:lnTo>
                    <a:pt x="420931" y="96535"/>
                  </a:lnTo>
                  <a:lnTo>
                    <a:pt x="435218" y="82267"/>
                  </a:lnTo>
                  <a:cubicBezTo>
                    <a:pt x="436140" y="81255"/>
                    <a:pt x="437522" y="80887"/>
                    <a:pt x="438905" y="81163"/>
                  </a:cubicBezTo>
                  <a:cubicBezTo>
                    <a:pt x="440287" y="81531"/>
                    <a:pt x="441301" y="82451"/>
                    <a:pt x="441762" y="83740"/>
                  </a:cubicBezTo>
                  <a:cubicBezTo>
                    <a:pt x="445634" y="95246"/>
                    <a:pt x="472272" y="173855"/>
                    <a:pt x="486560" y="216105"/>
                  </a:cubicBezTo>
                  <a:cubicBezTo>
                    <a:pt x="489325" y="224297"/>
                    <a:pt x="481490" y="232121"/>
                    <a:pt x="473286" y="229360"/>
                  </a:cubicBezTo>
                  <a:cubicBezTo>
                    <a:pt x="417059" y="210398"/>
                    <a:pt x="353734" y="188951"/>
                    <a:pt x="340830" y="184625"/>
                  </a:cubicBezTo>
                  <a:cubicBezTo>
                    <a:pt x="339447" y="184164"/>
                    <a:pt x="338525" y="183152"/>
                    <a:pt x="338157" y="181771"/>
                  </a:cubicBezTo>
                  <a:cubicBezTo>
                    <a:pt x="337880" y="180482"/>
                    <a:pt x="338249" y="179010"/>
                    <a:pt x="339263" y="178089"/>
                  </a:cubicBezTo>
                  <a:lnTo>
                    <a:pt x="353550" y="163730"/>
                  </a:lnTo>
                  <a:lnTo>
                    <a:pt x="304512" y="114760"/>
                  </a:lnTo>
                  <a:lnTo>
                    <a:pt x="252617" y="166491"/>
                  </a:lnTo>
                  <a:lnTo>
                    <a:pt x="262480" y="137496"/>
                  </a:lnTo>
                  <a:cubicBezTo>
                    <a:pt x="267181" y="123781"/>
                    <a:pt x="263678" y="108961"/>
                    <a:pt x="253447" y="98652"/>
                  </a:cubicBezTo>
                  <a:cubicBezTo>
                    <a:pt x="246165" y="91380"/>
                    <a:pt x="236671" y="87422"/>
                    <a:pt x="226624" y="87422"/>
                  </a:cubicBezTo>
                  <a:cubicBezTo>
                    <a:pt x="222384" y="87422"/>
                    <a:pt x="218236" y="88158"/>
                    <a:pt x="214272" y="89539"/>
                  </a:cubicBezTo>
                  <a:lnTo>
                    <a:pt x="185329" y="99296"/>
                  </a:lnTo>
                  <a:lnTo>
                    <a:pt x="270868" y="13876"/>
                  </a:lnTo>
                  <a:cubicBezTo>
                    <a:pt x="280132" y="4625"/>
                    <a:pt x="292299" y="0"/>
                    <a:pt x="304478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 dirty="0"/>
            </a:p>
          </p:txBody>
        </p:sp>
        <p:sp>
          <p:nvSpPr>
            <p:cNvPr id="9" name="îṡ1íḍé"/>
            <p:cNvSpPr txBox="1"/>
            <p:nvPr/>
          </p:nvSpPr>
          <p:spPr>
            <a:xfrm>
              <a:off x="5447928" y="3453034"/>
              <a:ext cx="1431853" cy="521720"/>
            </a:xfrm>
            <a:prstGeom prst="rect">
              <a:avLst/>
            </a:prstGeom>
            <a:noFill/>
          </p:spPr>
          <p:txBody>
            <a:bodyPr wrap="none" lIns="90000" tIns="46800" rIns="90000" bIns="46800" anchor="ctr" anchorCtr="0">
              <a:normAutofit/>
            </a:bodyPr>
            <a:lstStyle/>
            <a:p>
              <a:pPr algn="ctr"/>
              <a:r>
                <a:rPr lang="en-US" altLang="zh-CN" sz="2000" b="1" dirty="0"/>
                <a:t>Key words</a:t>
              </a:r>
              <a:endParaRPr lang="zh-CN" altLang="en-US" sz="2000" b="1" dirty="0"/>
            </a:p>
          </p:txBody>
        </p:sp>
        <p:grpSp>
          <p:nvGrpSpPr>
            <p:cNvPr id="10" name="išľiḓé"/>
            <p:cNvGrpSpPr/>
            <p:nvPr/>
          </p:nvGrpSpPr>
          <p:grpSpPr>
            <a:xfrm>
              <a:off x="1307470" y="2636912"/>
              <a:ext cx="2195910" cy="908538"/>
              <a:chOff x="1268227" y="1619185"/>
              <a:chExt cx="2195910" cy="908538"/>
            </a:xfrm>
          </p:grpSpPr>
          <p:sp>
            <p:nvSpPr>
              <p:cNvPr id="20" name="iSḻïḍê"/>
              <p:cNvSpPr/>
              <p:nvPr/>
            </p:nvSpPr>
            <p:spPr bwMode="auto">
              <a:xfrm>
                <a:off x="1268227" y="1970324"/>
                <a:ext cx="2195910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rIns="90000" anchor="t" anchorCtr="0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000" dirty="0"/>
                  <a:t>Copy paste fonts. Choose the only option to retain text.</a:t>
                </a:r>
                <a:endParaRPr lang="en-US" altLang="zh-CN" sz="1000" dirty="0"/>
              </a:p>
            </p:txBody>
          </p:sp>
          <p:sp>
            <p:nvSpPr>
              <p:cNvPr id="21" name="ísļiḋé"/>
              <p:cNvSpPr txBox="1"/>
              <p:nvPr/>
            </p:nvSpPr>
            <p:spPr bwMode="auto">
              <a:xfrm>
                <a:off x="1268227" y="1619185"/>
                <a:ext cx="2195910" cy="3511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rIns="90000">
                <a:normAutofit lnSpcReduction="10000"/>
              </a:bodyPr>
              <a:lstStyle/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>
                    <a:solidFill>
                      <a:schemeClr val="accent1"/>
                    </a:solidFill>
                  </a:rPr>
                  <a:t>Text here</a:t>
                </a:r>
                <a:endParaRPr lang="zh-CN" altLang="en-US" sz="1800" b="1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1" name="îśľiḍe"/>
            <p:cNvGrpSpPr/>
            <p:nvPr/>
          </p:nvGrpSpPr>
          <p:grpSpPr>
            <a:xfrm>
              <a:off x="1307470" y="3799185"/>
              <a:ext cx="2195910" cy="908538"/>
              <a:chOff x="1268227" y="1619185"/>
              <a:chExt cx="2195910" cy="908538"/>
            </a:xfrm>
          </p:grpSpPr>
          <p:sp>
            <p:nvSpPr>
              <p:cNvPr id="18" name="îṩḻîdê"/>
              <p:cNvSpPr/>
              <p:nvPr/>
            </p:nvSpPr>
            <p:spPr bwMode="auto">
              <a:xfrm>
                <a:off x="1268227" y="1970324"/>
                <a:ext cx="2195910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rIns="90000" anchor="t" anchorCtr="0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000" dirty="0"/>
                  <a:t>Copy paste fonts. Choose the only option to retain text.</a:t>
                </a:r>
                <a:endParaRPr lang="en-US" altLang="zh-CN" sz="1000" dirty="0"/>
              </a:p>
            </p:txBody>
          </p:sp>
          <p:sp>
            <p:nvSpPr>
              <p:cNvPr id="19" name="îšḻïḓê"/>
              <p:cNvSpPr txBox="1"/>
              <p:nvPr/>
            </p:nvSpPr>
            <p:spPr bwMode="auto">
              <a:xfrm>
                <a:off x="1268227" y="1619185"/>
                <a:ext cx="2195910" cy="3511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rIns="90000">
                <a:normAutofit lnSpcReduction="10000"/>
              </a:bodyPr>
              <a:lstStyle/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>
                    <a:solidFill>
                      <a:schemeClr val="accent3"/>
                    </a:solidFill>
                  </a:rPr>
                  <a:t>Text here</a:t>
                </a:r>
                <a:endParaRPr lang="zh-CN" altLang="en-US" sz="1800" b="1" dirty="0">
                  <a:solidFill>
                    <a:schemeClr val="accent3"/>
                  </a:solidFill>
                </a:endParaRPr>
              </a:p>
            </p:txBody>
          </p:sp>
        </p:grpSp>
        <p:grpSp>
          <p:nvGrpSpPr>
            <p:cNvPr id="12" name="ïṩ1íḍè"/>
            <p:cNvGrpSpPr/>
            <p:nvPr/>
          </p:nvGrpSpPr>
          <p:grpSpPr>
            <a:xfrm>
              <a:off x="8724628" y="2636912"/>
              <a:ext cx="2195910" cy="908538"/>
              <a:chOff x="1268227" y="1619185"/>
              <a:chExt cx="2195910" cy="908538"/>
            </a:xfrm>
          </p:grpSpPr>
          <p:sp>
            <p:nvSpPr>
              <p:cNvPr id="16" name="í$ḻïďè"/>
              <p:cNvSpPr/>
              <p:nvPr/>
            </p:nvSpPr>
            <p:spPr bwMode="auto">
              <a:xfrm>
                <a:off x="1268227" y="1970324"/>
                <a:ext cx="2195910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rIns="90000" anchor="t" anchorCtr="0">
                <a:norm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en-US" altLang="zh-CN" sz="1000" dirty="0"/>
                  <a:t>Copy paste fonts. Choose the only option to retain text.</a:t>
                </a:r>
                <a:endParaRPr lang="en-US" altLang="zh-CN" sz="1000" dirty="0"/>
              </a:p>
            </p:txBody>
          </p:sp>
          <p:sp>
            <p:nvSpPr>
              <p:cNvPr id="17" name="ïşḻiḑè"/>
              <p:cNvSpPr txBox="1"/>
              <p:nvPr/>
            </p:nvSpPr>
            <p:spPr bwMode="auto">
              <a:xfrm>
                <a:off x="1268227" y="1619185"/>
                <a:ext cx="2195910" cy="3511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rIns="90000">
                <a:normAutofit lnSpcReduction="10000"/>
              </a:bodyPr>
              <a:lstStyle/>
              <a:p>
                <a:pPr algn="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>
                    <a:solidFill>
                      <a:schemeClr val="accent2"/>
                    </a:solidFill>
                  </a:rPr>
                  <a:t>Text here</a:t>
                </a:r>
                <a:endParaRPr lang="zh-CN" altLang="en-US" sz="1800" b="1" dirty="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13" name="ïṩḻíḓè"/>
            <p:cNvGrpSpPr/>
            <p:nvPr/>
          </p:nvGrpSpPr>
          <p:grpSpPr>
            <a:xfrm>
              <a:off x="8724628" y="3799185"/>
              <a:ext cx="2195910" cy="908538"/>
              <a:chOff x="1268227" y="1619185"/>
              <a:chExt cx="2195910" cy="908538"/>
            </a:xfrm>
          </p:grpSpPr>
          <p:sp>
            <p:nvSpPr>
              <p:cNvPr id="14" name="ïṥlïḓê"/>
              <p:cNvSpPr/>
              <p:nvPr/>
            </p:nvSpPr>
            <p:spPr bwMode="auto">
              <a:xfrm>
                <a:off x="1268227" y="1970324"/>
                <a:ext cx="2195910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rIns="90000" anchor="t" anchorCtr="0">
                <a:norm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en-US" altLang="zh-CN" sz="1000" dirty="0"/>
                  <a:t>Copy paste fonts. Choose the only option to retain text.</a:t>
                </a:r>
                <a:endParaRPr lang="en-US" altLang="zh-CN" sz="1000" dirty="0"/>
              </a:p>
            </p:txBody>
          </p:sp>
          <p:sp>
            <p:nvSpPr>
              <p:cNvPr id="15" name="îśḻíḋè"/>
              <p:cNvSpPr txBox="1"/>
              <p:nvPr/>
            </p:nvSpPr>
            <p:spPr bwMode="auto">
              <a:xfrm>
                <a:off x="1268227" y="1619185"/>
                <a:ext cx="2195910" cy="3511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rIns="90000">
                <a:normAutofit lnSpcReduction="10000"/>
              </a:bodyPr>
              <a:lstStyle/>
              <a:p>
                <a:pPr algn="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>
                    <a:solidFill>
                      <a:schemeClr val="accent4"/>
                    </a:solidFill>
                  </a:rPr>
                  <a:t>Text here</a:t>
                </a:r>
                <a:endParaRPr lang="zh-CN" altLang="en-US" sz="1800" b="1" dirty="0">
                  <a:solidFill>
                    <a:schemeClr val="accent4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d24af4d3-2ce9-43ee-b8d4-1a224eca20fd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" y="1821663"/>
            <a:ext cx="11522075" cy="2865087"/>
            <a:chOff x="1" y="1821663"/>
            <a:chExt cx="11522075" cy="2865087"/>
          </a:xfrm>
        </p:grpSpPr>
        <p:sp>
          <p:nvSpPr>
            <p:cNvPr id="6" name="îṣ1iḋè"/>
            <p:cNvSpPr/>
            <p:nvPr/>
          </p:nvSpPr>
          <p:spPr>
            <a:xfrm>
              <a:off x="1" y="1839308"/>
              <a:ext cx="8075999" cy="2847442"/>
            </a:xfrm>
            <a:prstGeom prst="homePlate">
              <a:avLst>
                <a:gd name="adj" fmla="val 36237"/>
              </a:avLst>
            </a:prstGeom>
            <a:blipFill>
              <a:blip r:embed="rId2"/>
              <a:stretch>
                <a:fillRect t="-29902" b="-29636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7" name="ïşḻíďe"/>
            <p:cNvSpPr/>
            <p:nvPr/>
          </p:nvSpPr>
          <p:spPr>
            <a:xfrm>
              <a:off x="669924" y="1821663"/>
              <a:ext cx="6371076" cy="2865087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8" name="ïŝlíḑè"/>
            <p:cNvSpPr txBox="1"/>
            <p:nvPr/>
          </p:nvSpPr>
          <p:spPr>
            <a:xfrm>
              <a:off x="8211000" y="2529000"/>
              <a:ext cx="3311076" cy="1468059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 dirty="0"/>
                <a:t>Unified fonts make reading more fluent.</a:t>
              </a:r>
              <a:endParaRPr lang="en-US" altLang="zh-CN" sz="1100" dirty="0"/>
            </a:p>
            <a:p>
              <a:pPr>
                <a:lnSpc>
                  <a:spcPct val="150000"/>
                </a:lnSpc>
              </a:pPr>
              <a:r>
                <a:rPr lang="en-US" altLang="zh-CN" sz="1200" b="1" dirty="0"/>
                <a:t>Theme color makes PPT more convenient to change.</a:t>
              </a:r>
              <a:endParaRPr lang="en-US" altLang="zh-CN" sz="1200" b="1" dirty="0"/>
            </a:p>
            <a:p>
              <a:pPr>
                <a:lnSpc>
                  <a:spcPct val="150000"/>
                </a:lnSpc>
              </a:pPr>
              <a:r>
                <a:rPr lang="en-US" altLang="zh-CN" sz="1100" dirty="0"/>
                <a:t>Adjust the spacing to adapt to Chinese typesetting, use the reference line in PPT.</a:t>
              </a:r>
              <a:endParaRPr lang="en-US" altLang="zh-CN" sz="1200" b="1" dirty="0"/>
            </a:p>
          </p:txBody>
        </p:sp>
        <p:grpSp>
          <p:nvGrpSpPr>
            <p:cNvPr id="9" name="ïSliḓe"/>
            <p:cNvGrpSpPr/>
            <p:nvPr/>
          </p:nvGrpSpPr>
          <p:grpSpPr>
            <a:xfrm>
              <a:off x="1911000" y="2380194"/>
              <a:ext cx="689718" cy="689717"/>
              <a:chOff x="4755054" y="2276333"/>
              <a:chExt cx="689718" cy="689717"/>
            </a:xfrm>
          </p:grpSpPr>
          <p:sp>
            <p:nvSpPr>
              <p:cNvPr id="20" name="iš1idè"/>
              <p:cNvSpPr/>
              <p:nvPr/>
            </p:nvSpPr>
            <p:spPr>
              <a:xfrm>
                <a:off x="4755054" y="2276333"/>
                <a:ext cx="689718" cy="689717"/>
              </a:xfrm>
              <a:prstGeom prst="ellipse">
                <a:avLst/>
              </a:prstGeom>
              <a:solidFill>
                <a:schemeClr val="accent1"/>
              </a:solidFill>
              <a:ln w="7620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46800" rIns="90000" bIns="46800" anchor="ctr">
                <a:normAutofit/>
              </a:bodyPr>
              <a:lstStyle/>
              <a:p>
                <a:pPr algn="ctr"/>
                <a:endParaRPr dirty="0"/>
              </a:p>
            </p:txBody>
          </p:sp>
          <p:sp>
            <p:nvSpPr>
              <p:cNvPr id="21" name="î$ḻîḑê"/>
              <p:cNvSpPr/>
              <p:nvPr/>
            </p:nvSpPr>
            <p:spPr bwMode="auto">
              <a:xfrm>
                <a:off x="4903676" y="2432408"/>
                <a:ext cx="392474" cy="377566"/>
              </a:xfrm>
              <a:custGeom>
                <a:avLst/>
                <a:gdLst>
                  <a:gd name="connsiteX0" fmla="*/ 195114 w 608814"/>
                  <a:gd name="connsiteY0" fmla="*/ 351627 h 585693"/>
                  <a:gd name="connsiteX1" fmla="*/ 258290 w 608814"/>
                  <a:gd name="connsiteY1" fmla="*/ 351627 h 585693"/>
                  <a:gd name="connsiteX2" fmla="*/ 282731 w 608814"/>
                  <a:gd name="connsiteY2" fmla="*/ 376018 h 585693"/>
                  <a:gd name="connsiteX3" fmla="*/ 282731 w 608814"/>
                  <a:gd name="connsiteY3" fmla="*/ 561210 h 585693"/>
                  <a:gd name="connsiteX4" fmla="*/ 258290 w 608814"/>
                  <a:gd name="connsiteY4" fmla="*/ 585693 h 585693"/>
                  <a:gd name="connsiteX5" fmla="*/ 195114 w 608814"/>
                  <a:gd name="connsiteY5" fmla="*/ 585693 h 585693"/>
                  <a:gd name="connsiteX6" fmla="*/ 170673 w 608814"/>
                  <a:gd name="connsiteY6" fmla="*/ 561210 h 585693"/>
                  <a:gd name="connsiteX7" fmla="*/ 170673 w 608814"/>
                  <a:gd name="connsiteY7" fmla="*/ 376018 h 585693"/>
                  <a:gd name="connsiteX8" fmla="*/ 195114 w 608814"/>
                  <a:gd name="connsiteY8" fmla="*/ 351627 h 585693"/>
                  <a:gd name="connsiteX9" fmla="*/ 358100 w 608814"/>
                  <a:gd name="connsiteY9" fmla="*/ 249872 h 585693"/>
                  <a:gd name="connsiteX10" fmla="*/ 421316 w 608814"/>
                  <a:gd name="connsiteY10" fmla="*/ 249872 h 585693"/>
                  <a:gd name="connsiteX11" fmla="*/ 445737 w 608814"/>
                  <a:gd name="connsiteY11" fmla="*/ 274267 h 585693"/>
                  <a:gd name="connsiteX12" fmla="*/ 445737 w 608814"/>
                  <a:gd name="connsiteY12" fmla="*/ 561206 h 585693"/>
                  <a:gd name="connsiteX13" fmla="*/ 421316 w 608814"/>
                  <a:gd name="connsiteY13" fmla="*/ 585693 h 585693"/>
                  <a:gd name="connsiteX14" fmla="*/ 358100 w 608814"/>
                  <a:gd name="connsiteY14" fmla="*/ 585693 h 585693"/>
                  <a:gd name="connsiteX15" fmla="*/ 333679 w 608814"/>
                  <a:gd name="connsiteY15" fmla="*/ 561206 h 585693"/>
                  <a:gd name="connsiteX16" fmla="*/ 333679 w 608814"/>
                  <a:gd name="connsiteY16" fmla="*/ 274267 h 585693"/>
                  <a:gd name="connsiteX17" fmla="*/ 358100 w 608814"/>
                  <a:gd name="connsiteY17" fmla="*/ 249872 h 585693"/>
                  <a:gd name="connsiteX18" fmla="*/ 140260 w 608814"/>
                  <a:gd name="connsiteY18" fmla="*/ 224680 h 585693"/>
                  <a:gd name="connsiteX19" fmla="*/ 191844 w 608814"/>
                  <a:gd name="connsiteY19" fmla="*/ 276122 h 585693"/>
                  <a:gd name="connsiteX20" fmla="*/ 140260 w 608814"/>
                  <a:gd name="connsiteY20" fmla="*/ 327564 h 585693"/>
                  <a:gd name="connsiteX21" fmla="*/ 88676 w 608814"/>
                  <a:gd name="connsiteY21" fmla="*/ 276122 h 585693"/>
                  <a:gd name="connsiteX22" fmla="*/ 140260 w 608814"/>
                  <a:gd name="connsiteY22" fmla="*/ 224680 h 585693"/>
                  <a:gd name="connsiteX23" fmla="*/ 521177 w 608814"/>
                  <a:gd name="connsiteY23" fmla="*/ 148117 h 585693"/>
                  <a:gd name="connsiteX24" fmla="*/ 584301 w 608814"/>
                  <a:gd name="connsiteY24" fmla="*/ 148117 h 585693"/>
                  <a:gd name="connsiteX25" fmla="*/ 608814 w 608814"/>
                  <a:gd name="connsiteY25" fmla="*/ 172601 h 585693"/>
                  <a:gd name="connsiteX26" fmla="*/ 608814 w 608814"/>
                  <a:gd name="connsiteY26" fmla="*/ 561209 h 585693"/>
                  <a:gd name="connsiteX27" fmla="*/ 584301 w 608814"/>
                  <a:gd name="connsiteY27" fmla="*/ 585693 h 585693"/>
                  <a:gd name="connsiteX28" fmla="*/ 521177 w 608814"/>
                  <a:gd name="connsiteY28" fmla="*/ 585693 h 585693"/>
                  <a:gd name="connsiteX29" fmla="*/ 496756 w 608814"/>
                  <a:gd name="connsiteY29" fmla="*/ 561209 h 585693"/>
                  <a:gd name="connsiteX30" fmla="*/ 496756 w 608814"/>
                  <a:gd name="connsiteY30" fmla="*/ 172601 h 585693"/>
                  <a:gd name="connsiteX31" fmla="*/ 521177 w 608814"/>
                  <a:gd name="connsiteY31" fmla="*/ 148117 h 585693"/>
                  <a:gd name="connsiteX32" fmla="*/ 116229 w 608814"/>
                  <a:gd name="connsiteY32" fmla="*/ 131322 h 585693"/>
                  <a:gd name="connsiteX33" fmla="*/ 164246 w 608814"/>
                  <a:gd name="connsiteY33" fmla="*/ 131322 h 585693"/>
                  <a:gd name="connsiteX34" fmla="*/ 184061 w 608814"/>
                  <a:gd name="connsiteY34" fmla="*/ 151113 h 585693"/>
                  <a:gd name="connsiteX35" fmla="*/ 184061 w 608814"/>
                  <a:gd name="connsiteY35" fmla="*/ 171457 h 585693"/>
                  <a:gd name="connsiteX36" fmla="*/ 208669 w 608814"/>
                  <a:gd name="connsiteY36" fmla="*/ 186094 h 585693"/>
                  <a:gd name="connsiteX37" fmla="*/ 226641 w 608814"/>
                  <a:gd name="connsiteY37" fmla="*/ 175692 h 585693"/>
                  <a:gd name="connsiteX38" fmla="*/ 253737 w 608814"/>
                  <a:gd name="connsiteY38" fmla="*/ 182964 h 585693"/>
                  <a:gd name="connsiteX39" fmla="*/ 277792 w 608814"/>
                  <a:gd name="connsiteY39" fmla="*/ 224572 h 585693"/>
                  <a:gd name="connsiteX40" fmla="*/ 279727 w 608814"/>
                  <a:gd name="connsiteY40" fmla="*/ 239577 h 585693"/>
                  <a:gd name="connsiteX41" fmla="*/ 270511 w 608814"/>
                  <a:gd name="connsiteY41" fmla="*/ 251544 h 585693"/>
                  <a:gd name="connsiteX42" fmla="*/ 252355 w 608814"/>
                  <a:gd name="connsiteY42" fmla="*/ 262038 h 585693"/>
                  <a:gd name="connsiteX43" fmla="*/ 253829 w 608814"/>
                  <a:gd name="connsiteY43" fmla="*/ 276122 h 585693"/>
                  <a:gd name="connsiteX44" fmla="*/ 252355 w 608814"/>
                  <a:gd name="connsiteY44" fmla="*/ 290206 h 585693"/>
                  <a:gd name="connsiteX45" fmla="*/ 270511 w 608814"/>
                  <a:gd name="connsiteY45" fmla="*/ 300700 h 585693"/>
                  <a:gd name="connsiteX46" fmla="*/ 278714 w 608814"/>
                  <a:gd name="connsiteY46" fmla="*/ 325094 h 585693"/>
                  <a:gd name="connsiteX47" fmla="*/ 258253 w 608814"/>
                  <a:gd name="connsiteY47" fmla="*/ 321136 h 585693"/>
                  <a:gd name="connsiteX48" fmla="*/ 195858 w 608814"/>
                  <a:gd name="connsiteY48" fmla="*/ 321136 h 585693"/>
                  <a:gd name="connsiteX49" fmla="*/ 212171 w 608814"/>
                  <a:gd name="connsiteY49" fmla="*/ 276122 h 585693"/>
                  <a:gd name="connsiteX50" fmla="*/ 140191 w 608814"/>
                  <a:gd name="connsiteY50" fmla="*/ 204320 h 585693"/>
                  <a:gd name="connsiteX51" fmla="*/ 68304 w 608814"/>
                  <a:gd name="connsiteY51" fmla="*/ 276122 h 585693"/>
                  <a:gd name="connsiteX52" fmla="*/ 140191 w 608814"/>
                  <a:gd name="connsiteY52" fmla="*/ 348016 h 585693"/>
                  <a:gd name="connsiteX53" fmla="*/ 148486 w 608814"/>
                  <a:gd name="connsiteY53" fmla="*/ 347095 h 585693"/>
                  <a:gd name="connsiteX54" fmla="*/ 140099 w 608814"/>
                  <a:gd name="connsiteY54" fmla="*/ 376000 h 585693"/>
                  <a:gd name="connsiteX55" fmla="*/ 140099 w 608814"/>
                  <a:gd name="connsiteY55" fmla="*/ 420922 h 585693"/>
                  <a:gd name="connsiteX56" fmla="*/ 116229 w 608814"/>
                  <a:gd name="connsiteY56" fmla="*/ 420922 h 585693"/>
                  <a:gd name="connsiteX57" fmla="*/ 96413 w 608814"/>
                  <a:gd name="connsiteY57" fmla="*/ 401131 h 585693"/>
                  <a:gd name="connsiteX58" fmla="*/ 96413 w 608814"/>
                  <a:gd name="connsiteY58" fmla="*/ 380787 h 585693"/>
                  <a:gd name="connsiteX59" fmla="*/ 71806 w 608814"/>
                  <a:gd name="connsiteY59" fmla="*/ 366150 h 585693"/>
                  <a:gd name="connsiteX60" fmla="*/ 53742 w 608814"/>
                  <a:gd name="connsiteY60" fmla="*/ 376552 h 585693"/>
                  <a:gd name="connsiteX61" fmla="*/ 38719 w 608814"/>
                  <a:gd name="connsiteY61" fmla="*/ 378577 h 585693"/>
                  <a:gd name="connsiteX62" fmla="*/ 26738 w 608814"/>
                  <a:gd name="connsiteY62" fmla="*/ 369372 h 585693"/>
                  <a:gd name="connsiteX63" fmla="*/ 2683 w 608814"/>
                  <a:gd name="connsiteY63" fmla="*/ 327764 h 585693"/>
                  <a:gd name="connsiteX64" fmla="*/ 9872 w 608814"/>
                  <a:gd name="connsiteY64" fmla="*/ 300700 h 585693"/>
                  <a:gd name="connsiteX65" fmla="*/ 28120 w 608814"/>
                  <a:gd name="connsiteY65" fmla="*/ 290206 h 585693"/>
                  <a:gd name="connsiteX66" fmla="*/ 26645 w 608814"/>
                  <a:gd name="connsiteY66" fmla="*/ 276122 h 585693"/>
                  <a:gd name="connsiteX67" fmla="*/ 28120 w 608814"/>
                  <a:gd name="connsiteY67" fmla="*/ 262038 h 585693"/>
                  <a:gd name="connsiteX68" fmla="*/ 9872 w 608814"/>
                  <a:gd name="connsiteY68" fmla="*/ 251544 h 585693"/>
                  <a:gd name="connsiteX69" fmla="*/ 2683 w 608814"/>
                  <a:gd name="connsiteY69" fmla="*/ 224572 h 585693"/>
                  <a:gd name="connsiteX70" fmla="*/ 26738 w 608814"/>
                  <a:gd name="connsiteY70" fmla="*/ 182964 h 585693"/>
                  <a:gd name="connsiteX71" fmla="*/ 38719 w 608814"/>
                  <a:gd name="connsiteY71" fmla="*/ 173759 h 585693"/>
                  <a:gd name="connsiteX72" fmla="*/ 53742 w 608814"/>
                  <a:gd name="connsiteY72" fmla="*/ 175692 h 585693"/>
                  <a:gd name="connsiteX73" fmla="*/ 71806 w 608814"/>
                  <a:gd name="connsiteY73" fmla="*/ 186094 h 585693"/>
                  <a:gd name="connsiteX74" fmla="*/ 96413 w 608814"/>
                  <a:gd name="connsiteY74" fmla="*/ 171457 h 585693"/>
                  <a:gd name="connsiteX75" fmla="*/ 96413 w 608814"/>
                  <a:gd name="connsiteY75" fmla="*/ 151113 h 585693"/>
                  <a:gd name="connsiteX76" fmla="*/ 116229 w 608814"/>
                  <a:gd name="connsiteY76" fmla="*/ 131322 h 585693"/>
                  <a:gd name="connsiteX77" fmla="*/ 445756 w 608814"/>
                  <a:gd name="connsiteY77" fmla="*/ 83476 h 585693"/>
                  <a:gd name="connsiteX78" fmla="*/ 414140 w 608814"/>
                  <a:gd name="connsiteY78" fmla="*/ 115044 h 585693"/>
                  <a:gd name="connsiteX79" fmla="*/ 445756 w 608814"/>
                  <a:gd name="connsiteY79" fmla="*/ 146520 h 585693"/>
                  <a:gd name="connsiteX80" fmla="*/ 477371 w 608814"/>
                  <a:gd name="connsiteY80" fmla="*/ 115044 h 585693"/>
                  <a:gd name="connsiteX81" fmla="*/ 445756 w 608814"/>
                  <a:gd name="connsiteY81" fmla="*/ 83476 h 585693"/>
                  <a:gd name="connsiteX82" fmla="*/ 426676 w 608814"/>
                  <a:gd name="connsiteY82" fmla="*/ 0 h 585693"/>
                  <a:gd name="connsiteX83" fmla="*/ 464835 w 608814"/>
                  <a:gd name="connsiteY83" fmla="*/ 0 h 585693"/>
                  <a:gd name="connsiteX84" fmla="*/ 480597 w 608814"/>
                  <a:gd name="connsiteY84" fmla="*/ 15738 h 585693"/>
                  <a:gd name="connsiteX85" fmla="*/ 480597 w 608814"/>
                  <a:gd name="connsiteY85" fmla="*/ 31936 h 585693"/>
                  <a:gd name="connsiteX86" fmla="*/ 500138 w 608814"/>
                  <a:gd name="connsiteY86" fmla="*/ 43533 h 585693"/>
                  <a:gd name="connsiteX87" fmla="*/ 514425 w 608814"/>
                  <a:gd name="connsiteY87" fmla="*/ 35249 h 585693"/>
                  <a:gd name="connsiteX88" fmla="*/ 535901 w 608814"/>
                  <a:gd name="connsiteY88" fmla="*/ 40956 h 585693"/>
                  <a:gd name="connsiteX89" fmla="*/ 554981 w 608814"/>
                  <a:gd name="connsiteY89" fmla="*/ 73996 h 585693"/>
                  <a:gd name="connsiteX90" fmla="*/ 556640 w 608814"/>
                  <a:gd name="connsiteY90" fmla="*/ 85961 h 585693"/>
                  <a:gd name="connsiteX91" fmla="*/ 549266 w 608814"/>
                  <a:gd name="connsiteY91" fmla="*/ 95440 h 585693"/>
                  <a:gd name="connsiteX92" fmla="*/ 534887 w 608814"/>
                  <a:gd name="connsiteY92" fmla="*/ 103815 h 585693"/>
                  <a:gd name="connsiteX93" fmla="*/ 535993 w 608814"/>
                  <a:gd name="connsiteY93" fmla="*/ 115044 h 585693"/>
                  <a:gd name="connsiteX94" fmla="*/ 535717 w 608814"/>
                  <a:gd name="connsiteY94" fmla="*/ 117621 h 585693"/>
                  <a:gd name="connsiteX95" fmla="*/ 521153 w 608814"/>
                  <a:gd name="connsiteY95" fmla="*/ 117621 h 585693"/>
                  <a:gd name="connsiteX96" fmla="*/ 466126 w 608814"/>
                  <a:gd name="connsiteY96" fmla="*/ 172565 h 585693"/>
                  <a:gd name="connsiteX97" fmla="*/ 466126 w 608814"/>
                  <a:gd name="connsiteY97" fmla="*/ 229719 h 585693"/>
                  <a:gd name="connsiteX98" fmla="*/ 466126 w 608814"/>
                  <a:gd name="connsiteY98" fmla="*/ 242604 h 585693"/>
                  <a:gd name="connsiteX99" fmla="*/ 453590 w 608814"/>
                  <a:gd name="connsiteY99" fmla="*/ 229995 h 585693"/>
                  <a:gd name="connsiteX100" fmla="*/ 421330 w 608814"/>
                  <a:gd name="connsiteY100" fmla="*/ 219319 h 585693"/>
                  <a:gd name="connsiteX101" fmla="*/ 411928 w 608814"/>
                  <a:gd name="connsiteY101" fmla="*/ 219319 h 585693"/>
                  <a:gd name="connsiteX102" fmla="*/ 410914 w 608814"/>
                  <a:gd name="connsiteY102" fmla="*/ 214257 h 585693"/>
                  <a:gd name="connsiteX103" fmla="*/ 410914 w 608814"/>
                  <a:gd name="connsiteY103" fmla="*/ 198059 h 585693"/>
                  <a:gd name="connsiteX104" fmla="*/ 391373 w 608814"/>
                  <a:gd name="connsiteY104" fmla="*/ 186463 h 585693"/>
                  <a:gd name="connsiteX105" fmla="*/ 377086 w 608814"/>
                  <a:gd name="connsiteY105" fmla="*/ 194746 h 585693"/>
                  <a:gd name="connsiteX106" fmla="*/ 365104 w 608814"/>
                  <a:gd name="connsiteY106" fmla="*/ 196310 h 585693"/>
                  <a:gd name="connsiteX107" fmla="*/ 355610 w 608814"/>
                  <a:gd name="connsiteY107" fmla="*/ 189040 h 585693"/>
                  <a:gd name="connsiteX108" fmla="*/ 336530 w 608814"/>
                  <a:gd name="connsiteY108" fmla="*/ 155999 h 585693"/>
                  <a:gd name="connsiteX109" fmla="*/ 342245 w 608814"/>
                  <a:gd name="connsiteY109" fmla="*/ 134463 h 585693"/>
                  <a:gd name="connsiteX110" fmla="*/ 356716 w 608814"/>
                  <a:gd name="connsiteY110" fmla="*/ 126180 h 585693"/>
                  <a:gd name="connsiteX111" fmla="*/ 355518 w 608814"/>
                  <a:gd name="connsiteY111" fmla="*/ 115044 h 585693"/>
                  <a:gd name="connsiteX112" fmla="*/ 356716 w 608814"/>
                  <a:gd name="connsiteY112" fmla="*/ 103815 h 585693"/>
                  <a:gd name="connsiteX113" fmla="*/ 342245 w 608814"/>
                  <a:gd name="connsiteY113" fmla="*/ 95440 h 585693"/>
                  <a:gd name="connsiteX114" fmla="*/ 336530 w 608814"/>
                  <a:gd name="connsiteY114" fmla="*/ 73996 h 585693"/>
                  <a:gd name="connsiteX115" fmla="*/ 355610 w 608814"/>
                  <a:gd name="connsiteY115" fmla="*/ 40956 h 585693"/>
                  <a:gd name="connsiteX116" fmla="*/ 365104 w 608814"/>
                  <a:gd name="connsiteY116" fmla="*/ 33685 h 585693"/>
                  <a:gd name="connsiteX117" fmla="*/ 377086 w 608814"/>
                  <a:gd name="connsiteY117" fmla="*/ 35249 h 585693"/>
                  <a:gd name="connsiteX118" fmla="*/ 391373 w 608814"/>
                  <a:gd name="connsiteY118" fmla="*/ 43533 h 585693"/>
                  <a:gd name="connsiteX119" fmla="*/ 410914 w 608814"/>
                  <a:gd name="connsiteY119" fmla="*/ 31936 h 585693"/>
                  <a:gd name="connsiteX120" fmla="*/ 410914 w 608814"/>
                  <a:gd name="connsiteY120" fmla="*/ 15738 h 585693"/>
                  <a:gd name="connsiteX121" fmla="*/ 426676 w 608814"/>
                  <a:gd name="connsiteY121" fmla="*/ 0 h 585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</a:cxnLst>
                <a:rect l="l" t="t" r="r" b="b"/>
                <a:pathLst>
                  <a:path w="608814" h="585693">
                    <a:moveTo>
                      <a:pt x="195114" y="351627"/>
                    </a:moveTo>
                    <a:lnTo>
                      <a:pt x="258290" y="351627"/>
                    </a:lnTo>
                    <a:cubicBezTo>
                      <a:pt x="271848" y="351627"/>
                      <a:pt x="282731" y="362580"/>
                      <a:pt x="282731" y="376018"/>
                    </a:cubicBezTo>
                    <a:lnTo>
                      <a:pt x="282731" y="561210"/>
                    </a:lnTo>
                    <a:cubicBezTo>
                      <a:pt x="282731" y="574740"/>
                      <a:pt x="271848" y="585693"/>
                      <a:pt x="258290" y="585693"/>
                    </a:cubicBezTo>
                    <a:lnTo>
                      <a:pt x="195114" y="585693"/>
                    </a:lnTo>
                    <a:cubicBezTo>
                      <a:pt x="181556" y="585693"/>
                      <a:pt x="170673" y="574740"/>
                      <a:pt x="170673" y="561210"/>
                    </a:cubicBezTo>
                    <a:lnTo>
                      <a:pt x="170673" y="376018"/>
                    </a:lnTo>
                    <a:cubicBezTo>
                      <a:pt x="170673" y="362580"/>
                      <a:pt x="181556" y="351627"/>
                      <a:pt x="195114" y="351627"/>
                    </a:cubicBezTo>
                    <a:close/>
                    <a:moveTo>
                      <a:pt x="358100" y="249872"/>
                    </a:moveTo>
                    <a:lnTo>
                      <a:pt x="421316" y="249872"/>
                    </a:lnTo>
                    <a:cubicBezTo>
                      <a:pt x="434771" y="249872"/>
                      <a:pt x="445737" y="260735"/>
                      <a:pt x="445737" y="274267"/>
                    </a:cubicBezTo>
                    <a:lnTo>
                      <a:pt x="445737" y="561206"/>
                    </a:lnTo>
                    <a:cubicBezTo>
                      <a:pt x="445737" y="574738"/>
                      <a:pt x="434771" y="585693"/>
                      <a:pt x="421316" y="585693"/>
                    </a:cubicBezTo>
                    <a:lnTo>
                      <a:pt x="358100" y="585693"/>
                    </a:lnTo>
                    <a:cubicBezTo>
                      <a:pt x="344645" y="585693"/>
                      <a:pt x="333679" y="574738"/>
                      <a:pt x="333679" y="561206"/>
                    </a:cubicBezTo>
                    <a:lnTo>
                      <a:pt x="333679" y="274267"/>
                    </a:lnTo>
                    <a:cubicBezTo>
                      <a:pt x="333679" y="260735"/>
                      <a:pt x="344645" y="249872"/>
                      <a:pt x="358100" y="249872"/>
                    </a:cubicBezTo>
                    <a:close/>
                    <a:moveTo>
                      <a:pt x="140260" y="224680"/>
                    </a:moveTo>
                    <a:cubicBezTo>
                      <a:pt x="168749" y="224680"/>
                      <a:pt x="191844" y="247711"/>
                      <a:pt x="191844" y="276122"/>
                    </a:cubicBezTo>
                    <a:cubicBezTo>
                      <a:pt x="191844" y="304533"/>
                      <a:pt x="168749" y="327564"/>
                      <a:pt x="140260" y="327564"/>
                    </a:cubicBezTo>
                    <a:cubicBezTo>
                      <a:pt x="111771" y="327564"/>
                      <a:pt x="88676" y="304533"/>
                      <a:pt x="88676" y="276122"/>
                    </a:cubicBezTo>
                    <a:cubicBezTo>
                      <a:pt x="88676" y="247711"/>
                      <a:pt x="111771" y="224680"/>
                      <a:pt x="140260" y="224680"/>
                    </a:cubicBezTo>
                    <a:close/>
                    <a:moveTo>
                      <a:pt x="521177" y="148117"/>
                    </a:moveTo>
                    <a:lnTo>
                      <a:pt x="584301" y="148117"/>
                    </a:lnTo>
                    <a:cubicBezTo>
                      <a:pt x="597848" y="148117"/>
                      <a:pt x="608814" y="159070"/>
                      <a:pt x="608814" y="172601"/>
                    </a:cubicBezTo>
                    <a:lnTo>
                      <a:pt x="608814" y="561209"/>
                    </a:lnTo>
                    <a:cubicBezTo>
                      <a:pt x="608814" y="574740"/>
                      <a:pt x="597848" y="585693"/>
                      <a:pt x="584301" y="585693"/>
                    </a:cubicBezTo>
                    <a:lnTo>
                      <a:pt x="521177" y="585693"/>
                    </a:lnTo>
                    <a:cubicBezTo>
                      <a:pt x="507722" y="585693"/>
                      <a:pt x="496756" y="574740"/>
                      <a:pt x="496756" y="561209"/>
                    </a:cubicBezTo>
                    <a:lnTo>
                      <a:pt x="496756" y="172601"/>
                    </a:lnTo>
                    <a:cubicBezTo>
                      <a:pt x="496756" y="159070"/>
                      <a:pt x="507722" y="148117"/>
                      <a:pt x="521177" y="148117"/>
                    </a:cubicBezTo>
                    <a:close/>
                    <a:moveTo>
                      <a:pt x="116229" y="131322"/>
                    </a:moveTo>
                    <a:lnTo>
                      <a:pt x="164246" y="131322"/>
                    </a:lnTo>
                    <a:cubicBezTo>
                      <a:pt x="175214" y="131322"/>
                      <a:pt x="184061" y="140159"/>
                      <a:pt x="184061" y="151113"/>
                    </a:cubicBezTo>
                    <a:lnTo>
                      <a:pt x="184061" y="171457"/>
                    </a:lnTo>
                    <a:cubicBezTo>
                      <a:pt x="193001" y="175231"/>
                      <a:pt x="201019" y="180386"/>
                      <a:pt x="208669" y="186094"/>
                    </a:cubicBezTo>
                    <a:lnTo>
                      <a:pt x="226641" y="175692"/>
                    </a:lnTo>
                    <a:cubicBezTo>
                      <a:pt x="236134" y="170261"/>
                      <a:pt x="248300" y="173482"/>
                      <a:pt x="253737" y="182964"/>
                    </a:cubicBezTo>
                    <a:lnTo>
                      <a:pt x="277792" y="224572"/>
                    </a:lnTo>
                    <a:cubicBezTo>
                      <a:pt x="280465" y="229083"/>
                      <a:pt x="281110" y="234514"/>
                      <a:pt x="279727" y="239577"/>
                    </a:cubicBezTo>
                    <a:cubicBezTo>
                      <a:pt x="278437" y="244640"/>
                      <a:pt x="275119" y="248966"/>
                      <a:pt x="270511" y="251544"/>
                    </a:cubicBezTo>
                    <a:lnTo>
                      <a:pt x="252355" y="262038"/>
                    </a:lnTo>
                    <a:cubicBezTo>
                      <a:pt x="253000" y="266733"/>
                      <a:pt x="253829" y="271335"/>
                      <a:pt x="253829" y="276122"/>
                    </a:cubicBezTo>
                    <a:cubicBezTo>
                      <a:pt x="253829" y="281001"/>
                      <a:pt x="253000" y="285604"/>
                      <a:pt x="252355" y="290206"/>
                    </a:cubicBezTo>
                    <a:lnTo>
                      <a:pt x="270511" y="300700"/>
                    </a:lnTo>
                    <a:cubicBezTo>
                      <a:pt x="279174" y="305671"/>
                      <a:pt x="282308" y="316165"/>
                      <a:pt x="278714" y="325094"/>
                    </a:cubicBezTo>
                    <a:cubicBezTo>
                      <a:pt x="272354" y="322609"/>
                      <a:pt x="265442" y="321136"/>
                      <a:pt x="258253" y="321136"/>
                    </a:cubicBezTo>
                    <a:lnTo>
                      <a:pt x="195858" y="321136"/>
                    </a:lnTo>
                    <a:cubicBezTo>
                      <a:pt x="205904" y="308709"/>
                      <a:pt x="212171" y="293244"/>
                      <a:pt x="212171" y="276122"/>
                    </a:cubicBezTo>
                    <a:cubicBezTo>
                      <a:pt x="212171" y="236539"/>
                      <a:pt x="179914" y="204320"/>
                      <a:pt x="140191" y="204320"/>
                    </a:cubicBezTo>
                    <a:cubicBezTo>
                      <a:pt x="100561" y="204320"/>
                      <a:pt x="68304" y="236539"/>
                      <a:pt x="68304" y="276122"/>
                    </a:cubicBezTo>
                    <a:cubicBezTo>
                      <a:pt x="68304" y="315797"/>
                      <a:pt x="100561" y="348016"/>
                      <a:pt x="140191" y="348016"/>
                    </a:cubicBezTo>
                    <a:cubicBezTo>
                      <a:pt x="143048" y="348016"/>
                      <a:pt x="145721" y="347463"/>
                      <a:pt x="148486" y="347095"/>
                    </a:cubicBezTo>
                    <a:cubicBezTo>
                      <a:pt x="143233" y="355564"/>
                      <a:pt x="140099" y="365414"/>
                      <a:pt x="140099" y="376000"/>
                    </a:cubicBezTo>
                    <a:lnTo>
                      <a:pt x="140099" y="420922"/>
                    </a:lnTo>
                    <a:lnTo>
                      <a:pt x="116229" y="420922"/>
                    </a:lnTo>
                    <a:cubicBezTo>
                      <a:pt x="105261" y="420922"/>
                      <a:pt x="96413" y="412085"/>
                      <a:pt x="96413" y="401131"/>
                    </a:cubicBezTo>
                    <a:lnTo>
                      <a:pt x="96413" y="380787"/>
                    </a:lnTo>
                    <a:cubicBezTo>
                      <a:pt x="87474" y="377013"/>
                      <a:pt x="79455" y="371950"/>
                      <a:pt x="71806" y="366150"/>
                    </a:cubicBezTo>
                    <a:lnTo>
                      <a:pt x="53742" y="376552"/>
                    </a:lnTo>
                    <a:cubicBezTo>
                      <a:pt x="49226" y="379222"/>
                      <a:pt x="43788" y="379866"/>
                      <a:pt x="38719" y="378577"/>
                    </a:cubicBezTo>
                    <a:cubicBezTo>
                      <a:pt x="33650" y="377197"/>
                      <a:pt x="29318" y="373883"/>
                      <a:pt x="26738" y="369372"/>
                    </a:cubicBezTo>
                    <a:lnTo>
                      <a:pt x="2683" y="327764"/>
                    </a:lnTo>
                    <a:cubicBezTo>
                      <a:pt x="-2847" y="318282"/>
                      <a:pt x="471" y="306131"/>
                      <a:pt x="9872" y="300700"/>
                    </a:cubicBezTo>
                    <a:lnTo>
                      <a:pt x="28120" y="290206"/>
                    </a:lnTo>
                    <a:cubicBezTo>
                      <a:pt x="27475" y="285604"/>
                      <a:pt x="26645" y="281001"/>
                      <a:pt x="26645" y="276122"/>
                    </a:cubicBezTo>
                    <a:cubicBezTo>
                      <a:pt x="26645" y="271335"/>
                      <a:pt x="27475" y="266733"/>
                      <a:pt x="28120" y="262038"/>
                    </a:cubicBezTo>
                    <a:lnTo>
                      <a:pt x="9872" y="251544"/>
                    </a:lnTo>
                    <a:cubicBezTo>
                      <a:pt x="471" y="246113"/>
                      <a:pt x="-2847" y="233962"/>
                      <a:pt x="2683" y="224572"/>
                    </a:cubicBezTo>
                    <a:lnTo>
                      <a:pt x="26738" y="182964"/>
                    </a:lnTo>
                    <a:cubicBezTo>
                      <a:pt x="29318" y="178361"/>
                      <a:pt x="33650" y="175139"/>
                      <a:pt x="38719" y="173759"/>
                    </a:cubicBezTo>
                    <a:cubicBezTo>
                      <a:pt x="43788" y="172378"/>
                      <a:pt x="49226" y="173114"/>
                      <a:pt x="53742" y="175692"/>
                    </a:cubicBezTo>
                    <a:lnTo>
                      <a:pt x="71806" y="186094"/>
                    </a:lnTo>
                    <a:cubicBezTo>
                      <a:pt x="79455" y="180386"/>
                      <a:pt x="87474" y="175231"/>
                      <a:pt x="96413" y="171457"/>
                    </a:cubicBezTo>
                    <a:lnTo>
                      <a:pt x="96413" y="151113"/>
                    </a:lnTo>
                    <a:cubicBezTo>
                      <a:pt x="96413" y="140159"/>
                      <a:pt x="105261" y="131322"/>
                      <a:pt x="116229" y="131322"/>
                    </a:cubicBezTo>
                    <a:close/>
                    <a:moveTo>
                      <a:pt x="445756" y="83476"/>
                    </a:moveTo>
                    <a:cubicBezTo>
                      <a:pt x="428335" y="83476"/>
                      <a:pt x="414140" y="97557"/>
                      <a:pt x="414140" y="115044"/>
                    </a:cubicBezTo>
                    <a:cubicBezTo>
                      <a:pt x="414140" y="132438"/>
                      <a:pt x="428335" y="146520"/>
                      <a:pt x="445756" y="146520"/>
                    </a:cubicBezTo>
                    <a:cubicBezTo>
                      <a:pt x="463176" y="146520"/>
                      <a:pt x="477371" y="132438"/>
                      <a:pt x="477371" y="115044"/>
                    </a:cubicBezTo>
                    <a:cubicBezTo>
                      <a:pt x="477371" y="97557"/>
                      <a:pt x="463176" y="83476"/>
                      <a:pt x="445756" y="83476"/>
                    </a:cubicBezTo>
                    <a:close/>
                    <a:moveTo>
                      <a:pt x="426676" y="0"/>
                    </a:moveTo>
                    <a:lnTo>
                      <a:pt x="464835" y="0"/>
                    </a:lnTo>
                    <a:cubicBezTo>
                      <a:pt x="473500" y="0"/>
                      <a:pt x="480597" y="7087"/>
                      <a:pt x="480597" y="15738"/>
                    </a:cubicBezTo>
                    <a:lnTo>
                      <a:pt x="480597" y="31936"/>
                    </a:lnTo>
                    <a:cubicBezTo>
                      <a:pt x="487694" y="34881"/>
                      <a:pt x="494054" y="38931"/>
                      <a:pt x="500138" y="43533"/>
                    </a:cubicBezTo>
                    <a:lnTo>
                      <a:pt x="514425" y="35249"/>
                    </a:lnTo>
                    <a:cubicBezTo>
                      <a:pt x="521983" y="30924"/>
                      <a:pt x="531569" y="33501"/>
                      <a:pt x="535901" y="40956"/>
                    </a:cubicBezTo>
                    <a:lnTo>
                      <a:pt x="554981" y="73996"/>
                    </a:lnTo>
                    <a:cubicBezTo>
                      <a:pt x="557101" y="77585"/>
                      <a:pt x="557654" y="81911"/>
                      <a:pt x="556640" y="85961"/>
                    </a:cubicBezTo>
                    <a:cubicBezTo>
                      <a:pt x="555534" y="89918"/>
                      <a:pt x="552861" y="93415"/>
                      <a:pt x="549266" y="95440"/>
                    </a:cubicBezTo>
                    <a:lnTo>
                      <a:pt x="534887" y="103815"/>
                    </a:lnTo>
                    <a:cubicBezTo>
                      <a:pt x="535348" y="107497"/>
                      <a:pt x="535993" y="111178"/>
                      <a:pt x="535993" y="115044"/>
                    </a:cubicBezTo>
                    <a:cubicBezTo>
                      <a:pt x="535993" y="115872"/>
                      <a:pt x="535809" y="116700"/>
                      <a:pt x="535717" y="117621"/>
                    </a:cubicBezTo>
                    <a:lnTo>
                      <a:pt x="521153" y="117621"/>
                    </a:lnTo>
                    <a:cubicBezTo>
                      <a:pt x="490828" y="117621"/>
                      <a:pt x="466126" y="142286"/>
                      <a:pt x="466126" y="172565"/>
                    </a:cubicBezTo>
                    <a:lnTo>
                      <a:pt x="466126" y="229719"/>
                    </a:lnTo>
                    <a:lnTo>
                      <a:pt x="466126" y="242604"/>
                    </a:lnTo>
                    <a:cubicBezTo>
                      <a:pt x="462715" y="237726"/>
                      <a:pt x="458383" y="233493"/>
                      <a:pt x="453590" y="229995"/>
                    </a:cubicBezTo>
                    <a:cubicBezTo>
                      <a:pt x="444465" y="223369"/>
                      <a:pt x="433404" y="219319"/>
                      <a:pt x="421330" y="219319"/>
                    </a:cubicBezTo>
                    <a:lnTo>
                      <a:pt x="411928" y="219319"/>
                    </a:lnTo>
                    <a:cubicBezTo>
                      <a:pt x="411375" y="217755"/>
                      <a:pt x="410914" y="216098"/>
                      <a:pt x="410914" y="214257"/>
                    </a:cubicBezTo>
                    <a:lnTo>
                      <a:pt x="410914" y="198059"/>
                    </a:lnTo>
                    <a:cubicBezTo>
                      <a:pt x="403817" y="195114"/>
                      <a:pt x="397457" y="191064"/>
                      <a:pt x="391373" y="186463"/>
                    </a:cubicBezTo>
                    <a:lnTo>
                      <a:pt x="377086" y="194746"/>
                    </a:lnTo>
                    <a:cubicBezTo>
                      <a:pt x="373492" y="196863"/>
                      <a:pt x="369160" y="197415"/>
                      <a:pt x="365104" y="196310"/>
                    </a:cubicBezTo>
                    <a:cubicBezTo>
                      <a:pt x="361140" y="195206"/>
                      <a:pt x="357638" y="192629"/>
                      <a:pt x="355610" y="189040"/>
                    </a:cubicBezTo>
                    <a:lnTo>
                      <a:pt x="336530" y="155999"/>
                    </a:lnTo>
                    <a:cubicBezTo>
                      <a:pt x="332198" y="148452"/>
                      <a:pt x="334687" y="138881"/>
                      <a:pt x="342245" y="134463"/>
                    </a:cubicBezTo>
                    <a:lnTo>
                      <a:pt x="356716" y="126180"/>
                    </a:lnTo>
                    <a:cubicBezTo>
                      <a:pt x="356163" y="122498"/>
                      <a:pt x="355518" y="118817"/>
                      <a:pt x="355518" y="115044"/>
                    </a:cubicBezTo>
                    <a:cubicBezTo>
                      <a:pt x="355518" y="111178"/>
                      <a:pt x="356163" y="107497"/>
                      <a:pt x="356716" y="103815"/>
                    </a:cubicBezTo>
                    <a:lnTo>
                      <a:pt x="342245" y="95440"/>
                    </a:lnTo>
                    <a:cubicBezTo>
                      <a:pt x="334687" y="91115"/>
                      <a:pt x="332198" y="81543"/>
                      <a:pt x="336530" y="73996"/>
                    </a:cubicBezTo>
                    <a:lnTo>
                      <a:pt x="355610" y="40956"/>
                    </a:lnTo>
                    <a:cubicBezTo>
                      <a:pt x="357638" y="37366"/>
                      <a:pt x="361140" y="34789"/>
                      <a:pt x="365104" y="33685"/>
                    </a:cubicBezTo>
                    <a:cubicBezTo>
                      <a:pt x="369160" y="32580"/>
                      <a:pt x="373492" y="33133"/>
                      <a:pt x="377086" y="35249"/>
                    </a:cubicBezTo>
                    <a:lnTo>
                      <a:pt x="391373" y="43533"/>
                    </a:lnTo>
                    <a:cubicBezTo>
                      <a:pt x="397457" y="38931"/>
                      <a:pt x="403817" y="34881"/>
                      <a:pt x="410914" y="31936"/>
                    </a:cubicBezTo>
                    <a:lnTo>
                      <a:pt x="410914" y="15738"/>
                    </a:lnTo>
                    <a:cubicBezTo>
                      <a:pt x="410914" y="7087"/>
                      <a:pt x="418011" y="0"/>
                      <a:pt x="42667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</p:sp>
        </p:grpSp>
        <p:grpSp>
          <p:nvGrpSpPr>
            <p:cNvPr id="10" name="iśḷîḓê"/>
            <p:cNvGrpSpPr/>
            <p:nvPr/>
          </p:nvGrpSpPr>
          <p:grpSpPr>
            <a:xfrm>
              <a:off x="743296" y="3225986"/>
              <a:ext cx="3025126" cy="1259258"/>
              <a:chOff x="2034459" y="3225986"/>
              <a:chExt cx="3025126" cy="1259258"/>
            </a:xfrm>
          </p:grpSpPr>
          <p:sp>
            <p:nvSpPr>
              <p:cNvPr id="18" name="îṣlïḍe"/>
              <p:cNvSpPr/>
              <p:nvPr/>
            </p:nvSpPr>
            <p:spPr bwMode="auto">
              <a:xfrm>
                <a:off x="2034459" y="3595318"/>
                <a:ext cx="3025126" cy="8899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60000"/>
                  </a:lnSpc>
                  <a:spcBef>
                    <a:spcPct val="0"/>
                  </a:spcBef>
                </a:pPr>
                <a:r>
                  <a:rPr lang="en-US" altLang="zh-CN" sz="900" dirty="0"/>
                  <a:t>Supporting text here.</a:t>
                </a:r>
                <a:endParaRPr lang="zh-CN" altLang="en-US" sz="900" dirty="0"/>
              </a:p>
              <a:p>
                <a:pPr algn="ctr">
                  <a:lnSpc>
                    <a:spcPct val="160000"/>
                  </a:lnSpc>
                  <a:spcBef>
                    <a:spcPct val="0"/>
                  </a:spcBef>
                </a:pPr>
                <a:r>
                  <a:rPr lang="en-US" altLang="zh-CN" sz="900" dirty="0"/>
                  <a:t>When you copy &amp; paste, choose "keep text only" option.</a:t>
                </a:r>
                <a:endParaRPr lang="zh-CN" altLang="en-US" sz="900" dirty="0"/>
              </a:p>
            </p:txBody>
          </p:sp>
          <p:sp>
            <p:nvSpPr>
              <p:cNvPr id="19" name="íṩ1ïdè"/>
              <p:cNvSpPr txBox="1"/>
              <p:nvPr/>
            </p:nvSpPr>
            <p:spPr bwMode="auto">
              <a:xfrm>
                <a:off x="2034459" y="3225986"/>
                <a:ext cx="30251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800" b="1" dirty="0">
                    <a:solidFill>
                      <a:schemeClr val="accent1"/>
                    </a:solidFill>
                  </a:rPr>
                  <a:t>Text here</a:t>
                </a:r>
                <a:endParaRPr lang="en-US" altLang="zh-CN" sz="1800" b="1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1" name="ïṣḷiḑê"/>
            <p:cNvGrpSpPr/>
            <p:nvPr/>
          </p:nvGrpSpPr>
          <p:grpSpPr>
            <a:xfrm>
              <a:off x="5191903" y="2380194"/>
              <a:ext cx="689718" cy="689717"/>
              <a:chOff x="4755054" y="2276333"/>
              <a:chExt cx="689718" cy="689717"/>
            </a:xfrm>
          </p:grpSpPr>
          <p:sp>
            <p:nvSpPr>
              <p:cNvPr id="16" name="íṡļiḍé"/>
              <p:cNvSpPr/>
              <p:nvPr/>
            </p:nvSpPr>
            <p:spPr>
              <a:xfrm>
                <a:off x="4755054" y="2276333"/>
                <a:ext cx="689718" cy="689717"/>
              </a:xfrm>
              <a:prstGeom prst="ellipse">
                <a:avLst/>
              </a:prstGeom>
              <a:solidFill>
                <a:schemeClr val="accent3"/>
              </a:solidFill>
              <a:ln w="76200"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46800" rIns="90000" bIns="46800" anchor="ctr">
                <a:normAutofit/>
              </a:bodyPr>
              <a:lstStyle/>
              <a:p>
                <a:pPr algn="ctr"/>
                <a:endParaRPr dirty="0"/>
              </a:p>
            </p:txBody>
          </p:sp>
          <p:sp>
            <p:nvSpPr>
              <p:cNvPr id="17" name="iṣḻîḋê"/>
              <p:cNvSpPr/>
              <p:nvPr/>
            </p:nvSpPr>
            <p:spPr bwMode="auto">
              <a:xfrm>
                <a:off x="4903676" y="2432408"/>
                <a:ext cx="392474" cy="377566"/>
              </a:xfrm>
              <a:custGeom>
                <a:avLst/>
                <a:gdLst>
                  <a:gd name="connsiteX0" fmla="*/ 195114 w 608814"/>
                  <a:gd name="connsiteY0" fmla="*/ 351627 h 585693"/>
                  <a:gd name="connsiteX1" fmla="*/ 258290 w 608814"/>
                  <a:gd name="connsiteY1" fmla="*/ 351627 h 585693"/>
                  <a:gd name="connsiteX2" fmla="*/ 282731 w 608814"/>
                  <a:gd name="connsiteY2" fmla="*/ 376018 h 585693"/>
                  <a:gd name="connsiteX3" fmla="*/ 282731 w 608814"/>
                  <a:gd name="connsiteY3" fmla="*/ 561210 h 585693"/>
                  <a:gd name="connsiteX4" fmla="*/ 258290 w 608814"/>
                  <a:gd name="connsiteY4" fmla="*/ 585693 h 585693"/>
                  <a:gd name="connsiteX5" fmla="*/ 195114 w 608814"/>
                  <a:gd name="connsiteY5" fmla="*/ 585693 h 585693"/>
                  <a:gd name="connsiteX6" fmla="*/ 170673 w 608814"/>
                  <a:gd name="connsiteY6" fmla="*/ 561210 h 585693"/>
                  <a:gd name="connsiteX7" fmla="*/ 170673 w 608814"/>
                  <a:gd name="connsiteY7" fmla="*/ 376018 h 585693"/>
                  <a:gd name="connsiteX8" fmla="*/ 195114 w 608814"/>
                  <a:gd name="connsiteY8" fmla="*/ 351627 h 585693"/>
                  <a:gd name="connsiteX9" fmla="*/ 358100 w 608814"/>
                  <a:gd name="connsiteY9" fmla="*/ 249872 h 585693"/>
                  <a:gd name="connsiteX10" fmla="*/ 421316 w 608814"/>
                  <a:gd name="connsiteY10" fmla="*/ 249872 h 585693"/>
                  <a:gd name="connsiteX11" fmla="*/ 445737 w 608814"/>
                  <a:gd name="connsiteY11" fmla="*/ 274267 h 585693"/>
                  <a:gd name="connsiteX12" fmla="*/ 445737 w 608814"/>
                  <a:gd name="connsiteY12" fmla="*/ 561206 h 585693"/>
                  <a:gd name="connsiteX13" fmla="*/ 421316 w 608814"/>
                  <a:gd name="connsiteY13" fmla="*/ 585693 h 585693"/>
                  <a:gd name="connsiteX14" fmla="*/ 358100 w 608814"/>
                  <a:gd name="connsiteY14" fmla="*/ 585693 h 585693"/>
                  <a:gd name="connsiteX15" fmla="*/ 333679 w 608814"/>
                  <a:gd name="connsiteY15" fmla="*/ 561206 h 585693"/>
                  <a:gd name="connsiteX16" fmla="*/ 333679 w 608814"/>
                  <a:gd name="connsiteY16" fmla="*/ 274267 h 585693"/>
                  <a:gd name="connsiteX17" fmla="*/ 358100 w 608814"/>
                  <a:gd name="connsiteY17" fmla="*/ 249872 h 585693"/>
                  <a:gd name="connsiteX18" fmla="*/ 140260 w 608814"/>
                  <a:gd name="connsiteY18" fmla="*/ 224680 h 585693"/>
                  <a:gd name="connsiteX19" fmla="*/ 191844 w 608814"/>
                  <a:gd name="connsiteY19" fmla="*/ 276122 h 585693"/>
                  <a:gd name="connsiteX20" fmla="*/ 140260 w 608814"/>
                  <a:gd name="connsiteY20" fmla="*/ 327564 h 585693"/>
                  <a:gd name="connsiteX21" fmla="*/ 88676 w 608814"/>
                  <a:gd name="connsiteY21" fmla="*/ 276122 h 585693"/>
                  <a:gd name="connsiteX22" fmla="*/ 140260 w 608814"/>
                  <a:gd name="connsiteY22" fmla="*/ 224680 h 585693"/>
                  <a:gd name="connsiteX23" fmla="*/ 521177 w 608814"/>
                  <a:gd name="connsiteY23" fmla="*/ 148117 h 585693"/>
                  <a:gd name="connsiteX24" fmla="*/ 584301 w 608814"/>
                  <a:gd name="connsiteY24" fmla="*/ 148117 h 585693"/>
                  <a:gd name="connsiteX25" fmla="*/ 608814 w 608814"/>
                  <a:gd name="connsiteY25" fmla="*/ 172601 h 585693"/>
                  <a:gd name="connsiteX26" fmla="*/ 608814 w 608814"/>
                  <a:gd name="connsiteY26" fmla="*/ 561209 h 585693"/>
                  <a:gd name="connsiteX27" fmla="*/ 584301 w 608814"/>
                  <a:gd name="connsiteY27" fmla="*/ 585693 h 585693"/>
                  <a:gd name="connsiteX28" fmla="*/ 521177 w 608814"/>
                  <a:gd name="connsiteY28" fmla="*/ 585693 h 585693"/>
                  <a:gd name="connsiteX29" fmla="*/ 496756 w 608814"/>
                  <a:gd name="connsiteY29" fmla="*/ 561209 h 585693"/>
                  <a:gd name="connsiteX30" fmla="*/ 496756 w 608814"/>
                  <a:gd name="connsiteY30" fmla="*/ 172601 h 585693"/>
                  <a:gd name="connsiteX31" fmla="*/ 521177 w 608814"/>
                  <a:gd name="connsiteY31" fmla="*/ 148117 h 585693"/>
                  <a:gd name="connsiteX32" fmla="*/ 116229 w 608814"/>
                  <a:gd name="connsiteY32" fmla="*/ 131322 h 585693"/>
                  <a:gd name="connsiteX33" fmla="*/ 164246 w 608814"/>
                  <a:gd name="connsiteY33" fmla="*/ 131322 h 585693"/>
                  <a:gd name="connsiteX34" fmla="*/ 184061 w 608814"/>
                  <a:gd name="connsiteY34" fmla="*/ 151113 h 585693"/>
                  <a:gd name="connsiteX35" fmla="*/ 184061 w 608814"/>
                  <a:gd name="connsiteY35" fmla="*/ 171457 h 585693"/>
                  <a:gd name="connsiteX36" fmla="*/ 208669 w 608814"/>
                  <a:gd name="connsiteY36" fmla="*/ 186094 h 585693"/>
                  <a:gd name="connsiteX37" fmla="*/ 226641 w 608814"/>
                  <a:gd name="connsiteY37" fmla="*/ 175692 h 585693"/>
                  <a:gd name="connsiteX38" fmla="*/ 253737 w 608814"/>
                  <a:gd name="connsiteY38" fmla="*/ 182964 h 585693"/>
                  <a:gd name="connsiteX39" fmla="*/ 277792 w 608814"/>
                  <a:gd name="connsiteY39" fmla="*/ 224572 h 585693"/>
                  <a:gd name="connsiteX40" fmla="*/ 279727 w 608814"/>
                  <a:gd name="connsiteY40" fmla="*/ 239577 h 585693"/>
                  <a:gd name="connsiteX41" fmla="*/ 270511 w 608814"/>
                  <a:gd name="connsiteY41" fmla="*/ 251544 h 585693"/>
                  <a:gd name="connsiteX42" fmla="*/ 252355 w 608814"/>
                  <a:gd name="connsiteY42" fmla="*/ 262038 h 585693"/>
                  <a:gd name="connsiteX43" fmla="*/ 253829 w 608814"/>
                  <a:gd name="connsiteY43" fmla="*/ 276122 h 585693"/>
                  <a:gd name="connsiteX44" fmla="*/ 252355 w 608814"/>
                  <a:gd name="connsiteY44" fmla="*/ 290206 h 585693"/>
                  <a:gd name="connsiteX45" fmla="*/ 270511 w 608814"/>
                  <a:gd name="connsiteY45" fmla="*/ 300700 h 585693"/>
                  <a:gd name="connsiteX46" fmla="*/ 278714 w 608814"/>
                  <a:gd name="connsiteY46" fmla="*/ 325094 h 585693"/>
                  <a:gd name="connsiteX47" fmla="*/ 258253 w 608814"/>
                  <a:gd name="connsiteY47" fmla="*/ 321136 h 585693"/>
                  <a:gd name="connsiteX48" fmla="*/ 195858 w 608814"/>
                  <a:gd name="connsiteY48" fmla="*/ 321136 h 585693"/>
                  <a:gd name="connsiteX49" fmla="*/ 212171 w 608814"/>
                  <a:gd name="connsiteY49" fmla="*/ 276122 h 585693"/>
                  <a:gd name="connsiteX50" fmla="*/ 140191 w 608814"/>
                  <a:gd name="connsiteY50" fmla="*/ 204320 h 585693"/>
                  <a:gd name="connsiteX51" fmla="*/ 68304 w 608814"/>
                  <a:gd name="connsiteY51" fmla="*/ 276122 h 585693"/>
                  <a:gd name="connsiteX52" fmla="*/ 140191 w 608814"/>
                  <a:gd name="connsiteY52" fmla="*/ 348016 h 585693"/>
                  <a:gd name="connsiteX53" fmla="*/ 148486 w 608814"/>
                  <a:gd name="connsiteY53" fmla="*/ 347095 h 585693"/>
                  <a:gd name="connsiteX54" fmla="*/ 140099 w 608814"/>
                  <a:gd name="connsiteY54" fmla="*/ 376000 h 585693"/>
                  <a:gd name="connsiteX55" fmla="*/ 140099 w 608814"/>
                  <a:gd name="connsiteY55" fmla="*/ 420922 h 585693"/>
                  <a:gd name="connsiteX56" fmla="*/ 116229 w 608814"/>
                  <a:gd name="connsiteY56" fmla="*/ 420922 h 585693"/>
                  <a:gd name="connsiteX57" fmla="*/ 96413 w 608814"/>
                  <a:gd name="connsiteY57" fmla="*/ 401131 h 585693"/>
                  <a:gd name="connsiteX58" fmla="*/ 96413 w 608814"/>
                  <a:gd name="connsiteY58" fmla="*/ 380787 h 585693"/>
                  <a:gd name="connsiteX59" fmla="*/ 71806 w 608814"/>
                  <a:gd name="connsiteY59" fmla="*/ 366150 h 585693"/>
                  <a:gd name="connsiteX60" fmla="*/ 53742 w 608814"/>
                  <a:gd name="connsiteY60" fmla="*/ 376552 h 585693"/>
                  <a:gd name="connsiteX61" fmla="*/ 38719 w 608814"/>
                  <a:gd name="connsiteY61" fmla="*/ 378577 h 585693"/>
                  <a:gd name="connsiteX62" fmla="*/ 26738 w 608814"/>
                  <a:gd name="connsiteY62" fmla="*/ 369372 h 585693"/>
                  <a:gd name="connsiteX63" fmla="*/ 2683 w 608814"/>
                  <a:gd name="connsiteY63" fmla="*/ 327764 h 585693"/>
                  <a:gd name="connsiteX64" fmla="*/ 9872 w 608814"/>
                  <a:gd name="connsiteY64" fmla="*/ 300700 h 585693"/>
                  <a:gd name="connsiteX65" fmla="*/ 28120 w 608814"/>
                  <a:gd name="connsiteY65" fmla="*/ 290206 h 585693"/>
                  <a:gd name="connsiteX66" fmla="*/ 26645 w 608814"/>
                  <a:gd name="connsiteY66" fmla="*/ 276122 h 585693"/>
                  <a:gd name="connsiteX67" fmla="*/ 28120 w 608814"/>
                  <a:gd name="connsiteY67" fmla="*/ 262038 h 585693"/>
                  <a:gd name="connsiteX68" fmla="*/ 9872 w 608814"/>
                  <a:gd name="connsiteY68" fmla="*/ 251544 h 585693"/>
                  <a:gd name="connsiteX69" fmla="*/ 2683 w 608814"/>
                  <a:gd name="connsiteY69" fmla="*/ 224572 h 585693"/>
                  <a:gd name="connsiteX70" fmla="*/ 26738 w 608814"/>
                  <a:gd name="connsiteY70" fmla="*/ 182964 h 585693"/>
                  <a:gd name="connsiteX71" fmla="*/ 38719 w 608814"/>
                  <a:gd name="connsiteY71" fmla="*/ 173759 h 585693"/>
                  <a:gd name="connsiteX72" fmla="*/ 53742 w 608814"/>
                  <a:gd name="connsiteY72" fmla="*/ 175692 h 585693"/>
                  <a:gd name="connsiteX73" fmla="*/ 71806 w 608814"/>
                  <a:gd name="connsiteY73" fmla="*/ 186094 h 585693"/>
                  <a:gd name="connsiteX74" fmla="*/ 96413 w 608814"/>
                  <a:gd name="connsiteY74" fmla="*/ 171457 h 585693"/>
                  <a:gd name="connsiteX75" fmla="*/ 96413 w 608814"/>
                  <a:gd name="connsiteY75" fmla="*/ 151113 h 585693"/>
                  <a:gd name="connsiteX76" fmla="*/ 116229 w 608814"/>
                  <a:gd name="connsiteY76" fmla="*/ 131322 h 585693"/>
                  <a:gd name="connsiteX77" fmla="*/ 445756 w 608814"/>
                  <a:gd name="connsiteY77" fmla="*/ 83476 h 585693"/>
                  <a:gd name="connsiteX78" fmla="*/ 414140 w 608814"/>
                  <a:gd name="connsiteY78" fmla="*/ 115044 h 585693"/>
                  <a:gd name="connsiteX79" fmla="*/ 445756 w 608814"/>
                  <a:gd name="connsiteY79" fmla="*/ 146520 h 585693"/>
                  <a:gd name="connsiteX80" fmla="*/ 477371 w 608814"/>
                  <a:gd name="connsiteY80" fmla="*/ 115044 h 585693"/>
                  <a:gd name="connsiteX81" fmla="*/ 445756 w 608814"/>
                  <a:gd name="connsiteY81" fmla="*/ 83476 h 585693"/>
                  <a:gd name="connsiteX82" fmla="*/ 426676 w 608814"/>
                  <a:gd name="connsiteY82" fmla="*/ 0 h 585693"/>
                  <a:gd name="connsiteX83" fmla="*/ 464835 w 608814"/>
                  <a:gd name="connsiteY83" fmla="*/ 0 h 585693"/>
                  <a:gd name="connsiteX84" fmla="*/ 480597 w 608814"/>
                  <a:gd name="connsiteY84" fmla="*/ 15738 h 585693"/>
                  <a:gd name="connsiteX85" fmla="*/ 480597 w 608814"/>
                  <a:gd name="connsiteY85" fmla="*/ 31936 h 585693"/>
                  <a:gd name="connsiteX86" fmla="*/ 500138 w 608814"/>
                  <a:gd name="connsiteY86" fmla="*/ 43533 h 585693"/>
                  <a:gd name="connsiteX87" fmla="*/ 514425 w 608814"/>
                  <a:gd name="connsiteY87" fmla="*/ 35249 h 585693"/>
                  <a:gd name="connsiteX88" fmla="*/ 535901 w 608814"/>
                  <a:gd name="connsiteY88" fmla="*/ 40956 h 585693"/>
                  <a:gd name="connsiteX89" fmla="*/ 554981 w 608814"/>
                  <a:gd name="connsiteY89" fmla="*/ 73996 h 585693"/>
                  <a:gd name="connsiteX90" fmla="*/ 556640 w 608814"/>
                  <a:gd name="connsiteY90" fmla="*/ 85961 h 585693"/>
                  <a:gd name="connsiteX91" fmla="*/ 549266 w 608814"/>
                  <a:gd name="connsiteY91" fmla="*/ 95440 h 585693"/>
                  <a:gd name="connsiteX92" fmla="*/ 534887 w 608814"/>
                  <a:gd name="connsiteY92" fmla="*/ 103815 h 585693"/>
                  <a:gd name="connsiteX93" fmla="*/ 535993 w 608814"/>
                  <a:gd name="connsiteY93" fmla="*/ 115044 h 585693"/>
                  <a:gd name="connsiteX94" fmla="*/ 535717 w 608814"/>
                  <a:gd name="connsiteY94" fmla="*/ 117621 h 585693"/>
                  <a:gd name="connsiteX95" fmla="*/ 521153 w 608814"/>
                  <a:gd name="connsiteY95" fmla="*/ 117621 h 585693"/>
                  <a:gd name="connsiteX96" fmla="*/ 466126 w 608814"/>
                  <a:gd name="connsiteY96" fmla="*/ 172565 h 585693"/>
                  <a:gd name="connsiteX97" fmla="*/ 466126 w 608814"/>
                  <a:gd name="connsiteY97" fmla="*/ 229719 h 585693"/>
                  <a:gd name="connsiteX98" fmla="*/ 466126 w 608814"/>
                  <a:gd name="connsiteY98" fmla="*/ 242604 h 585693"/>
                  <a:gd name="connsiteX99" fmla="*/ 453590 w 608814"/>
                  <a:gd name="connsiteY99" fmla="*/ 229995 h 585693"/>
                  <a:gd name="connsiteX100" fmla="*/ 421330 w 608814"/>
                  <a:gd name="connsiteY100" fmla="*/ 219319 h 585693"/>
                  <a:gd name="connsiteX101" fmla="*/ 411928 w 608814"/>
                  <a:gd name="connsiteY101" fmla="*/ 219319 h 585693"/>
                  <a:gd name="connsiteX102" fmla="*/ 410914 w 608814"/>
                  <a:gd name="connsiteY102" fmla="*/ 214257 h 585693"/>
                  <a:gd name="connsiteX103" fmla="*/ 410914 w 608814"/>
                  <a:gd name="connsiteY103" fmla="*/ 198059 h 585693"/>
                  <a:gd name="connsiteX104" fmla="*/ 391373 w 608814"/>
                  <a:gd name="connsiteY104" fmla="*/ 186463 h 585693"/>
                  <a:gd name="connsiteX105" fmla="*/ 377086 w 608814"/>
                  <a:gd name="connsiteY105" fmla="*/ 194746 h 585693"/>
                  <a:gd name="connsiteX106" fmla="*/ 365104 w 608814"/>
                  <a:gd name="connsiteY106" fmla="*/ 196310 h 585693"/>
                  <a:gd name="connsiteX107" fmla="*/ 355610 w 608814"/>
                  <a:gd name="connsiteY107" fmla="*/ 189040 h 585693"/>
                  <a:gd name="connsiteX108" fmla="*/ 336530 w 608814"/>
                  <a:gd name="connsiteY108" fmla="*/ 155999 h 585693"/>
                  <a:gd name="connsiteX109" fmla="*/ 342245 w 608814"/>
                  <a:gd name="connsiteY109" fmla="*/ 134463 h 585693"/>
                  <a:gd name="connsiteX110" fmla="*/ 356716 w 608814"/>
                  <a:gd name="connsiteY110" fmla="*/ 126180 h 585693"/>
                  <a:gd name="connsiteX111" fmla="*/ 355518 w 608814"/>
                  <a:gd name="connsiteY111" fmla="*/ 115044 h 585693"/>
                  <a:gd name="connsiteX112" fmla="*/ 356716 w 608814"/>
                  <a:gd name="connsiteY112" fmla="*/ 103815 h 585693"/>
                  <a:gd name="connsiteX113" fmla="*/ 342245 w 608814"/>
                  <a:gd name="connsiteY113" fmla="*/ 95440 h 585693"/>
                  <a:gd name="connsiteX114" fmla="*/ 336530 w 608814"/>
                  <a:gd name="connsiteY114" fmla="*/ 73996 h 585693"/>
                  <a:gd name="connsiteX115" fmla="*/ 355610 w 608814"/>
                  <a:gd name="connsiteY115" fmla="*/ 40956 h 585693"/>
                  <a:gd name="connsiteX116" fmla="*/ 365104 w 608814"/>
                  <a:gd name="connsiteY116" fmla="*/ 33685 h 585693"/>
                  <a:gd name="connsiteX117" fmla="*/ 377086 w 608814"/>
                  <a:gd name="connsiteY117" fmla="*/ 35249 h 585693"/>
                  <a:gd name="connsiteX118" fmla="*/ 391373 w 608814"/>
                  <a:gd name="connsiteY118" fmla="*/ 43533 h 585693"/>
                  <a:gd name="connsiteX119" fmla="*/ 410914 w 608814"/>
                  <a:gd name="connsiteY119" fmla="*/ 31936 h 585693"/>
                  <a:gd name="connsiteX120" fmla="*/ 410914 w 608814"/>
                  <a:gd name="connsiteY120" fmla="*/ 15738 h 585693"/>
                  <a:gd name="connsiteX121" fmla="*/ 426676 w 608814"/>
                  <a:gd name="connsiteY121" fmla="*/ 0 h 585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</a:cxnLst>
                <a:rect l="l" t="t" r="r" b="b"/>
                <a:pathLst>
                  <a:path w="608814" h="585693">
                    <a:moveTo>
                      <a:pt x="195114" y="351627"/>
                    </a:moveTo>
                    <a:lnTo>
                      <a:pt x="258290" y="351627"/>
                    </a:lnTo>
                    <a:cubicBezTo>
                      <a:pt x="271848" y="351627"/>
                      <a:pt x="282731" y="362580"/>
                      <a:pt x="282731" y="376018"/>
                    </a:cubicBezTo>
                    <a:lnTo>
                      <a:pt x="282731" y="561210"/>
                    </a:lnTo>
                    <a:cubicBezTo>
                      <a:pt x="282731" y="574740"/>
                      <a:pt x="271848" y="585693"/>
                      <a:pt x="258290" y="585693"/>
                    </a:cubicBezTo>
                    <a:lnTo>
                      <a:pt x="195114" y="585693"/>
                    </a:lnTo>
                    <a:cubicBezTo>
                      <a:pt x="181556" y="585693"/>
                      <a:pt x="170673" y="574740"/>
                      <a:pt x="170673" y="561210"/>
                    </a:cubicBezTo>
                    <a:lnTo>
                      <a:pt x="170673" y="376018"/>
                    </a:lnTo>
                    <a:cubicBezTo>
                      <a:pt x="170673" y="362580"/>
                      <a:pt x="181556" y="351627"/>
                      <a:pt x="195114" y="351627"/>
                    </a:cubicBezTo>
                    <a:close/>
                    <a:moveTo>
                      <a:pt x="358100" y="249872"/>
                    </a:moveTo>
                    <a:lnTo>
                      <a:pt x="421316" y="249872"/>
                    </a:lnTo>
                    <a:cubicBezTo>
                      <a:pt x="434771" y="249872"/>
                      <a:pt x="445737" y="260735"/>
                      <a:pt x="445737" y="274267"/>
                    </a:cubicBezTo>
                    <a:lnTo>
                      <a:pt x="445737" y="561206"/>
                    </a:lnTo>
                    <a:cubicBezTo>
                      <a:pt x="445737" y="574738"/>
                      <a:pt x="434771" y="585693"/>
                      <a:pt x="421316" y="585693"/>
                    </a:cubicBezTo>
                    <a:lnTo>
                      <a:pt x="358100" y="585693"/>
                    </a:lnTo>
                    <a:cubicBezTo>
                      <a:pt x="344645" y="585693"/>
                      <a:pt x="333679" y="574738"/>
                      <a:pt x="333679" y="561206"/>
                    </a:cubicBezTo>
                    <a:lnTo>
                      <a:pt x="333679" y="274267"/>
                    </a:lnTo>
                    <a:cubicBezTo>
                      <a:pt x="333679" y="260735"/>
                      <a:pt x="344645" y="249872"/>
                      <a:pt x="358100" y="249872"/>
                    </a:cubicBezTo>
                    <a:close/>
                    <a:moveTo>
                      <a:pt x="140260" y="224680"/>
                    </a:moveTo>
                    <a:cubicBezTo>
                      <a:pt x="168749" y="224680"/>
                      <a:pt x="191844" y="247711"/>
                      <a:pt x="191844" y="276122"/>
                    </a:cubicBezTo>
                    <a:cubicBezTo>
                      <a:pt x="191844" y="304533"/>
                      <a:pt x="168749" y="327564"/>
                      <a:pt x="140260" y="327564"/>
                    </a:cubicBezTo>
                    <a:cubicBezTo>
                      <a:pt x="111771" y="327564"/>
                      <a:pt x="88676" y="304533"/>
                      <a:pt x="88676" y="276122"/>
                    </a:cubicBezTo>
                    <a:cubicBezTo>
                      <a:pt x="88676" y="247711"/>
                      <a:pt x="111771" y="224680"/>
                      <a:pt x="140260" y="224680"/>
                    </a:cubicBezTo>
                    <a:close/>
                    <a:moveTo>
                      <a:pt x="521177" y="148117"/>
                    </a:moveTo>
                    <a:lnTo>
                      <a:pt x="584301" y="148117"/>
                    </a:lnTo>
                    <a:cubicBezTo>
                      <a:pt x="597848" y="148117"/>
                      <a:pt x="608814" y="159070"/>
                      <a:pt x="608814" y="172601"/>
                    </a:cubicBezTo>
                    <a:lnTo>
                      <a:pt x="608814" y="561209"/>
                    </a:lnTo>
                    <a:cubicBezTo>
                      <a:pt x="608814" y="574740"/>
                      <a:pt x="597848" y="585693"/>
                      <a:pt x="584301" y="585693"/>
                    </a:cubicBezTo>
                    <a:lnTo>
                      <a:pt x="521177" y="585693"/>
                    </a:lnTo>
                    <a:cubicBezTo>
                      <a:pt x="507722" y="585693"/>
                      <a:pt x="496756" y="574740"/>
                      <a:pt x="496756" y="561209"/>
                    </a:cubicBezTo>
                    <a:lnTo>
                      <a:pt x="496756" y="172601"/>
                    </a:lnTo>
                    <a:cubicBezTo>
                      <a:pt x="496756" y="159070"/>
                      <a:pt x="507722" y="148117"/>
                      <a:pt x="521177" y="148117"/>
                    </a:cubicBezTo>
                    <a:close/>
                    <a:moveTo>
                      <a:pt x="116229" y="131322"/>
                    </a:moveTo>
                    <a:lnTo>
                      <a:pt x="164246" y="131322"/>
                    </a:lnTo>
                    <a:cubicBezTo>
                      <a:pt x="175214" y="131322"/>
                      <a:pt x="184061" y="140159"/>
                      <a:pt x="184061" y="151113"/>
                    </a:cubicBezTo>
                    <a:lnTo>
                      <a:pt x="184061" y="171457"/>
                    </a:lnTo>
                    <a:cubicBezTo>
                      <a:pt x="193001" y="175231"/>
                      <a:pt x="201019" y="180386"/>
                      <a:pt x="208669" y="186094"/>
                    </a:cubicBezTo>
                    <a:lnTo>
                      <a:pt x="226641" y="175692"/>
                    </a:lnTo>
                    <a:cubicBezTo>
                      <a:pt x="236134" y="170261"/>
                      <a:pt x="248300" y="173482"/>
                      <a:pt x="253737" y="182964"/>
                    </a:cubicBezTo>
                    <a:lnTo>
                      <a:pt x="277792" y="224572"/>
                    </a:lnTo>
                    <a:cubicBezTo>
                      <a:pt x="280465" y="229083"/>
                      <a:pt x="281110" y="234514"/>
                      <a:pt x="279727" y="239577"/>
                    </a:cubicBezTo>
                    <a:cubicBezTo>
                      <a:pt x="278437" y="244640"/>
                      <a:pt x="275119" y="248966"/>
                      <a:pt x="270511" y="251544"/>
                    </a:cubicBezTo>
                    <a:lnTo>
                      <a:pt x="252355" y="262038"/>
                    </a:lnTo>
                    <a:cubicBezTo>
                      <a:pt x="253000" y="266733"/>
                      <a:pt x="253829" y="271335"/>
                      <a:pt x="253829" y="276122"/>
                    </a:cubicBezTo>
                    <a:cubicBezTo>
                      <a:pt x="253829" y="281001"/>
                      <a:pt x="253000" y="285604"/>
                      <a:pt x="252355" y="290206"/>
                    </a:cubicBezTo>
                    <a:lnTo>
                      <a:pt x="270511" y="300700"/>
                    </a:lnTo>
                    <a:cubicBezTo>
                      <a:pt x="279174" y="305671"/>
                      <a:pt x="282308" y="316165"/>
                      <a:pt x="278714" y="325094"/>
                    </a:cubicBezTo>
                    <a:cubicBezTo>
                      <a:pt x="272354" y="322609"/>
                      <a:pt x="265442" y="321136"/>
                      <a:pt x="258253" y="321136"/>
                    </a:cubicBezTo>
                    <a:lnTo>
                      <a:pt x="195858" y="321136"/>
                    </a:lnTo>
                    <a:cubicBezTo>
                      <a:pt x="205904" y="308709"/>
                      <a:pt x="212171" y="293244"/>
                      <a:pt x="212171" y="276122"/>
                    </a:cubicBezTo>
                    <a:cubicBezTo>
                      <a:pt x="212171" y="236539"/>
                      <a:pt x="179914" y="204320"/>
                      <a:pt x="140191" y="204320"/>
                    </a:cubicBezTo>
                    <a:cubicBezTo>
                      <a:pt x="100561" y="204320"/>
                      <a:pt x="68304" y="236539"/>
                      <a:pt x="68304" y="276122"/>
                    </a:cubicBezTo>
                    <a:cubicBezTo>
                      <a:pt x="68304" y="315797"/>
                      <a:pt x="100561" y="348016"/>
                      <a:pt x="140191" y="348016"/>
                    </a:cubicBezTo>
                    <a:cubicBezTo>
                      <a:pt x="143048" y="348016"/>
                      <a:pt x="145721" y="347463"/>
                      <a:pt x="148486" y="347095"/>
                    </a:cubicBezTo>
                    <a:cubicBezTo>
                      <a:pt x="143233" y="355564"/>
                      <a:pt x="140099" y="365414"/>
                      <a:pt x="140099" y="376000"/>
                    </a:cubicBezTo>
                    <a:lnTo>
                      <a:pt x="140099" y="420922"/>
                    </a:lnTo>
                    <a:lnTo>
                      <a:pt x="116229" y="420922"/>
                    </a:lnTo>
                    <a:cubicBezTo>
                      <a:pt x="105261" y="420922"/>
                      <a:pt x="96413" y="412085"/>
                      <a:pt x="96413" y="401131"/>
                    </a:cubicBezTo>
                    <a:lnTo>
                      <a:pt x="96413" y="380787"/>
                    </a:lnTo>
                    <a:cubicBezTo>
                      <a:pt x="87474" y="377013"/>
                      <a:pt x="79455" y="371950"/>
                      <a:pt x="71806" y="366150"/>
                    </a:cubicBezTo>
                    <a:lnTo>
                      <a:pt x="53742" y="376552"/>
                    </a:lnTo>
                    <a:cubicBezTo>
                      <a:pt x="49226" y="379222"/>
                      <a:pt x="43788" y="379866"/>
                      <a:pt x="38719" y="378577"/>
                    </a:cubicBezTo>
                    <a:cubicBezTo>
                      <a:pt x="33650" y="377197"/>
                      <a:pt x="29318" y="373883"/>
                      <a:pt x="26738" y="369372"/>
                    </a:cubicBezTo>
                    <a:lnTo>
                      <a:pt x="2683" y="327764"/>
                    </a:lnTo>
                    <a:cubicBezTo>
                      <a:pt x="-2847" y="318282"/>
                      <a:pt x="471" y="306131"/>
                      <a:pt x="9872" y="300700"/>
                    </a:cubicBezTo>
                    <a:lnTo>
                      <a:pt x="28120" y="290206"/>
                    </a:lnTo>
                    <a:cubicBezTo>
                      <a:pt x="27475" y="285604"/>
                      <a:pt x="26645" y="281001"/>
                      <a:pt x="26645" y="276122"/>
                    </a:cubicBezTo>
                    <a:cubicBezTo>
                      <a:pt x="26645" y="271335"/>
                      <a:pt x="27475" y="266733"/>
                      <a:pt x="28120" y="262038"/>
                    </a:cubicBezTo>
                    <a:lnTo>
                      <a:pt x="9872" y="251544"/>
                    </a:lnTo>
                    <a:cubicBezTo>
                      <a:pt x="471" y="246113"/>
                      <a:pt x="-2847" y="233962"/>
                      <a:pt x="2683" y="224572"/>
                    </a:cubicBezTo>
                    <a:lnTo>
                      <a:pt x="26738" y="182964"/>
                    </a:lnTo>
                    <a:cubicBezTo>
                      <a:pt x="29318" y="178361"/>
                      <a:pt x="33650" y="175139"/>
                      <a:pt x="38719" y="173759"/>
                    </a:cubicBezTo>
                    <a:cubicBezTo>
                      <a:pt x="43788" y="172378"/>
                      <a:pt x="49226" y="173114"/>
                      <a:pt x="53742" y="175692"/>
                    </a:cubicBezTo>
                    <a:lnTo>
                      <a:pt x="71806" y="186094"/>
                    </a:lnTo>
                    <a:cubicBezTo>
                      <a:pt x="79455" y="180386"/>
                      <a:pt x="87474" y="175231"/>
                      <a:pt x="96413" y="171457"/>
                    </a:cubicBezTo>
                    <a:lnTo>
                      <a:pt x="96413" y="151113"/>
                    </a:lnTo>
                    <a:cubicBezTo>
                      <a:pt x="96413" y="140159"/>
                      <a:pt x="105261" y="131322"/>
                      <a:pt x="116229" y="131322"/>
                    </a:cubicBezTo>
                    <a:close/>
                    <a:moveTo>
                      <a:pt x="445756" y="83476"/>
                    </a:moveTo>
                    <a:cubicBezTo>
                      <a:pt x="428335" y="83476"/>
                      <a:pt x="414140" y="97557"/>
                      <a:pt x="414140" y="115044"/>
                    </a:cubicBezTo>
                    <a:cubicBezTo>
                      <a:pt x="414140" y="132438"/>
                      <a:pt x="428335" y="146520"/>
                      <a:pt x="445756" y="146520"/>
                    </a:cubicBezTo>
                    <a:cubicBezTo>
                      <a:pt x="463176" y="146520"/>
                      <a:pt x="477371" y="132438"/>
                      <a:pt x="477371" y="115044"/>
                    </a:cubicBezTo>
                    <a:cubicBezTo>
                      <a:pt x="477371" y="97557"/>
                      <a:pt x="463176" y="83476"/>
                      <a:pt x="445756" y="83476"/>
                    </a:cubicBezTo>
                    <a:close/>
                    <a:moveTo>
                      <a:pt x="426676" y="0"/>
                    </a:moveTo>
                    <a:lnTo>
                      <a:pt x="464835" y="0"/>
                    </a:lnTo>
                    <a:cubicBezTo>
                      <a:pt x="473500" y="0"/>
                      <a:pt x="480597" y="7087"/>
                      <a:pt x="480597" y="15738"/>
                    </a:cubicBezTo>
                    <a:lnTo>
                      <a:pt x="480597" y="31936"/>
                    </a:lnTo>
                    <a:cubicBezTo>
                      <a:pt x="487694" y="34881"/>
                      <a:pt x="494054" y="38931"/>
                      <a:pt x="500138" y="43533"/>
                    </a:cubicBezTo>
                    <a:lnTo>
                      <a:pt x="514425" y="35249"/>
                    </a:lnTo>
                    <a:cubicBezTo>
                      <a:pt x="521983" y="30924"/>
                      <a:pt x="531569" y="33501"/>
                      <a:pt x="535901" y="40956"/>
                    </a:cubicBezTo>
                    <a:lnTo>
                      <a:pt x="554981" y="73996"/>
                    </a:lnTo>
                    <a:cubicBezTo>
                      <a:pt x="557101" y="77585"/>
                      <a:pt x="557654" y="81911"/>
                      <a:pt x="556640" y="85961"/>
                    </a:cubicBezTo>
                    <a:cubicBezTo>
                      <a:pt x="555534" y="89918"/>
                      <a:pt x="552861" y="93415"/>
                      <a:pt x="549266" y="95440"/>
                    </a:cubicBezTo>
                    <a:lnTo>
                      <a:pt x="534887" y="103815"/>
                    </a:lnTo>
                    <a:cubicBezTo>
                      <a:pt x="535348" y="107497"/>
                      <a:pt x="535993" y="111178"/>
                      <a:pt x="535993" y="115044"/>
                    </a:cubicBezTo>
                    <a:cubicBezTo>
                      <a:pt x="535993" y="115872"/>
                      <a:pt x="535809" y="116700"/>
                      <a:pt x="535717" y="117621"/>
                    </a:cubicBezTo>
                    <a:lnTo>
                      <a:pt x="521153" y="117621"/>
                    </a:lnTo>
                    <a:cubicBezTo>
                      <a:pt x="490828" y="117621"/>
                      <a:pt x="466126" y="142286"/>
                      <a:pt x="466126" y="172565"/>
                    </a:cubicBezTo>
                    <a:lnTo>
                      <a:pt x="466126" y="229719"/>
                    </a:lnTo>
                    <a:lnTo>
                      <a:pt x="466126" y="242604"/>
                    </a:lnTo>
                    <a:cubicBezTo>
                      <a:pt x="462715" y="237726"/>
                      <a:pt x="458383" y="233493"/>
                      <a:pt x="453590" y="229995"/>
                    </a:cubicBezTo>
                    <a:cubicBezTo>
                      <a:pt x="444465" y="223369"/>
                      <a:pt x="433404" y="219319"/>
                      <a:pt x="421330" y="219319"/>
                    </a:cubicBezTo>
                    <a:lnTo>
                      <a:pt x="411928" y="219319"/>
                    </a:lnTo>
                    <a:cubicBezTo>
                      <a:pt x="411375" y="217755"/>
                      <a:pt x="410914" y="216098"/>
                      <a:pt x="410914" y="214257"/>
                    </a:cubicBezTo>
                    <a:lnTo>
                      <a:pt x="410914" y="198059"/>
                    </a:lnTo>
                    <a:cubicBezTo>
                      <a:pt x="403817" y="195114"/>
                      <a:pt x="397457" y="191064"/>
                      <a:pt x="391373" y="186463"/>
                    </a:cubicBezTo>
                    <a:lnTo>
                      <a:pt x="377086" y="194746"/>
                    </a:lnTo>
                    <a:cubicBezTo>
                      <a:pt x="373492" y="196863"/>
                      <a:pt x="369160" y="197415"/>
                      <a:pt x="365104" y="196310"/>
                    </a:cubicBezTo>
                    <a:cubicBezTo>
                      <a:pt x="361140" y="195206"/>
                      <a:pt x="357638" y="192629"/>
                      <a:pt x="355610" y="189040"/>
                    </a:cubicBezTo>
                    <a:lnTo>
                      <a:pt x="336530" y="155999"/>
                    </a:lnTo>
                    <a:cubicBezTo>
                      <a:pt x="332198" y="148452"/>
                      <a:pt x="334687" y="138881"/>
                      <a:pt x="342245" y="134463"/>
                    </a:cubicBezTo>
                    <a:lnTo>
                      <a:pt x="356716" y="126180"/>
                    </a:lnTo>
                    <a:cubicBezTo>
                      <a:pt x="356163" y="122498"/>
                      <a:pt x="355518" y="118817"/>
                      <a:pt x="355518" y="115044"/>
                    </a:cubicBezTo>
                    <a:cubicBezTo>
                      <a:pt x="355518" y="111178"/>
                      <a:pt x="356163" y="107497"/>
                      <a:pt x="356716" y="103815"/>
                    </a:cubicBezTo>
                    <a:lnTo>
                      <a:pt x="342245" y="95440"/>
                    </a:lnTo>
                    <a:cubicBezTo>
                      <a:pt x="334687" y="91115"/>
                      <a:pt x="332198" y="81543"/>
                      <a:pt x="336530" y="73996"/>
                    </a:cubicBezTo>
                    <a:lnTo>
                      <a:pt x="355610" y="40956"/>
                    </a:lnTo>
                    <a:cubicBezTo>
                      <a:pt x="357638" y="37366"/>
                      <a:pt x="361140" y="34789"/>
                      <a:pt x="365104" y="33685"/>
                    </a:cubicBezTo>
                    <a:cubicBezTo>
                      <a:pt x="369160" y="32580"/>
                      <a:pt x="373492" y="33133"/>
                      <a:pt x="377086" y="35249"/>
                    </a:cubicBezTo>
                    <a:lnTo>
                      <a:pt x="391373" y="43533"/>
                    </a:lnTo>
                    <a:cubicBezTo>
                      <a:pt x="397457" y="38931"/>
                      <a:pt x="403817" y="34881"/>
                      <a:pt x="410914" y="31936"/>
                    </a:cubicBezTo>
                    <a:lnTo>
                      <a:pt x="410914" y="15738"/>
                    </a:lnTo>
                    <a:cubicBezTo>
                      <a:pt x="410914" y="7087"/>
                      <a:pt x="418011" y="0"/>
                      <a:pt x="42667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</p:sp>
        </p:grpSp>
        <p:grpSp>
          <p:nvGrpSpPr>
            <p:cNvPr id="12" name="ïšľíḑê"/>
            <p:cNvGrpSpPr/>
            <p:nvPr/>
          </p:nvGrpSpPr>
          <p:grpSpPr>
            <a:xfrm>
              <a:off x="4024199" y="3225986"/>
              <a:ext cx="3025126" cy="1259258"/>
              <a:chOff x="2034459" y="3225986"/>
              <a:chExt cx="3025126" cy="1259258"/>
            </a:xfrm>
          </p:grpSpPr>
          <p:sp>
            <p:nvSpPr>
              <p:cNvPr id="14" name="íṥľîḍe"/>
              <p:cNvSpPr/>
              <p:nvPr/>
            </p:nvSpPr>
            <p:spPr bwMode="auto">
              <a:xfrm>
                <a:off x="2034459" y="3595318"/>
                <a:ext cx="3025126" cy="8899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60000"/>
                  </a:lnSpc>
                  <a:spcBef>
                    <a:spcPct val="0"/>
                  </a:spcBef>
                </a:pPr>
                <a:r>
                  <a:rPr lang="en-US" altLang="zh-CN" sz="900" dirty="0"/>
                  <a:t>Supporting text here.</a:t>
                </a:r>
                <a:endParaRPr lang="zh-CN" altLang="en-US" sz="900" dirty="0"/>
              </a:p>
              <a:p>
                <a:pPr algn="ctr">
                  <a:lnSpc>
                    <a:spcPct val="160000"/>
                  </a:lnSpc>
                  <a:spcBef>
                    <a:spcPct val="0"/>
                  </a:spcBef>
                </a:pPr>
                <a:r>
                  <a:rPr lang="en-US" altLang="zh-CN" sz="900" dirty="0"/>
                  <a:t>When you copy &amp; paste, choose "keep text only" option.</a:t>
                </a:r>
                <a:endParaRPr lang="zh-CN" altLang="en-US" sz="900" dirty="0"/>
              </a:p>
            </p:txBody>
          </p:sp>
          <p:sp>
            <p:nvSpPr>
              <p:cNvPr id="15" name="î$ľiďè"/>
              <p:cNvSpPr txBox="1"/>
              <p:nvPr/>
            </p:nvSpPr>
            <p:spPr bwMode="auto">
              <a:xfrm>
                <a:off x="2034459" y="3225986"/>
                <a:ext cx="30251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800" b="1" dirty="0">
                    <a:solidFill>
                      <a:schemeClr val="accent3"/>
                    </a:solidFill>
                  </a:rPr>
                  <a:t>Text here</a:t>
                </a:r>
                <a:endParaRPr lang="en-US" altLang="zh-CN" sz="1800" b="1" dirty="0">
                  <a:solidFill>
                    <a:schemeClr val="accent3"/>
                  </a:solidFill>
                </a:endParaRPr>
              </a:p>
            </p:txBody>
          </p:sp>
        </p:grpSp>
        <p:cxnSp>
          <p:nvCxnSpPr>
            <p:cNvPr id="13" name="直接连接符 12"/>
            <p:cNvCxnSpPr/>
            <p:nvPr/>
          </p:nvCxnSpPr>
          <p:spPr>
            <a:xfrm>
              <a:off x="3881324" y="3069911"/>
              <a:ext cx="0" cy="1415333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5421325e-66d4-4ffe-9309-b6aea6215e7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0" y="0"/>
            <a:ext cx="12192000" cy="6644148"/>
            <a:chOff x="0" y="0"/>
            <a:chExt cx="12192000" cy="6644148"/>
          </a:xfrm>
        </p:grpSpPr>
        <p:sp>
          <p:nvSpPr>
            <p:cNvPr id="6" name="îṧ1iḋê"/>
            <p:cNvSpPr/>
            <p:nvPr/>
          </p:nvSpPr>
          <p:spPr>
            <a:xfrm>
              <a:off x="0" y="0"/>
              <a:ext cx="12192000" cy="415904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/>
            </a:p>
          </p:txBody>
        </p:sp>
        <p:sp>
          <p:nvSpPr>
            <p:cNvPr id="7" name="ïsľiḋè"/>
            <p:cNvSpPr/>
            <p:nvPr/>
          </p:nvSpPr>
          <p:spPr>
            <a:xfrm>
              <a:off x="291588" y="1673942"/>
              <a:ext cx="11608824" cy="4970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39700" dist="63500" dir="3900000" algn="t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500" b="1" spc="300">
                <a:solidFill>
                  <a:srgbClr val="0070C0"/>
                </a:solidFill>
              </a:endParaRPr>
            </a:p>
          </p:txBody>
        </p:sp>
        <p:grpSp>
          <p:nvGrpSpPr>
            <p:cNvPr id="8" name="íṣľíḓê"/>
            <p:cNvGrpSpPr/>
            <p:nvPr/>
          </p:nvGrpSpPr>
          <p:grpSpPr>
            <a:xfrm>
              <a:off x="6843524" y="2540904"/>
              <a:ext cx="4634832" cy="1508050"/>
              <a:chOff x="1941336" y="3219803"/>
              <a:chExt cx="5378800" cy="1508050"/>
            </a:xfrm>
          </p:grpSpPr>
          <p:sp>
            <p:nvSpPr>
              <p:cNvPr id="14" name="íšḷïḍê"/>
              <p:cNvSpPr txBox="1"/>
              <p:nvPr/>
            </p:nvSpPr>
            <p:spPr>
              <a:xfrm>
                <a:off x="1941336" y="3615410"/>
                <a:ext cx="5378800" cy="1112443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rmAutofit/>
              </a:bodyPr>
              <a:lstStyle>
                <a:defPPr>
                  <a:defRPr lang="zh-CN"/>
                </a:defPPr>
                <a:lvl1pPr marL="171450" indent="-171450">
                  <a:lnSpc>
                    <a:spcPct val="160000"/>
                  </a:lnSpc>
                  <a:buFont typeface="Arial" panose="020B0604020202020204" pitchFamily="34" charset="0"/>
                  <a:buChar char="•"/>
                  <a:defRPr sz="1000"/>
                </a:lvl1pPr>
              </a:lstStyle>
              <a:p>
                <a:r>
                  <a:rPr lang="en-US" altLang="zh-CN" dirty="0"/>
                  <a:t>Supporting text here.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You can use the icon library in </a:t>
                </a:r>
                <a:r>
                  <a:rPr lang="en-US" altLang="zh-CN" dirty="0" err="1"/>
                  <a:t>iSlide</a:t>
                </a:r>
                <a:r>
                  <a:rPr lang="en-US" altLang="zh-CN" dirty="0"/>
                  <a:t>  (www.islide.cc) to filter and replace existing icon elements with one click.</a:t>
                </a:r>
                <a:endParaRPr lang="en-US" altLang="zh-CN" dirty="0"/>
              </a:p>
            </p:txBody>
          </p:sp>
          <p:sp>
            <p:nvSpPr>
              <p:cNvPr id="15" name="iṥḷîďé"/>
              <p:cNvSpPr txBox="1"/>
              <p:nvPr/>
            </p:nvSpPr>
            <p:spPr>
              <a:xfrm>
                <a:off x="1941336" y="3219803"/>
                <a:ext cx="5378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dirty="0">
                    <a:solidFill>
                      <a:schemeClr val="accent1"/>
                    </a:solidFill>
                  </a:rPr>
                  <a:t>01-Text here</a:t>
                </a:r>
                <a:endParaRPr lang="en-US" altLang="zh-CN" sz="1600" b="1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9" name="iSļíḍe"/>
            <p:cNvGrpSpPr/>
            <p:nvPr/>
          </p:nvGrpSpPr>
          <p:grpSpPr>
            <a:xfrm>
              <a:off x="6843524" y="4296457"/>
              <a:ext cx="4634832" cy="1512168"/>
              <a:chOff x="1941336" y="3219803"/>
              <a:chExt cx="5378800" cy="1512168"/>
            </a:xfrm>
          </p:grpSpPr>
          <p:sp>
            <p:nvSpPr>
              <p:cNvPr id="12" name="íṡļîḋe"/>
              <p:cNvSpPr txBox="1"/>
              <p:nvPr/>
            </p:nvSpPr>
            <p:spPr>
              <a:xfrm>
                <a:off x="1941336" y="3615410"/>
                <a:ext cx="5378800" cy="1116561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rm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/>
                  <a:t>Supporting text here.</a:t>
                </a:r>
                <a:endParaRPr lang="en-US" altLang="zh-CN" sz="10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/>
                  <a:t>You can use the icon library in </a:t>
                </a:r>
                <a:r>
                  <a:rPr lang="en-US" altLang="zh-CN" sz="1000" dirty="0" err="1"/>
                  <a:t>iSlide</a:t>
                </a:r>
                <a:r>
                  <a:rPr lang="en-US" altLang="zh-CN" sz="1000" dirty="0"/>
                  <a:t>  (www.islide.cc) to filter and replace existing icon elements with one click.</a:t>
                </a:r>
                <a:endParaRPr lang="en-US" altLang="zh-CN" sz="1000" dirty="0"/>
              </a:p>
            </p:txBody>
          </p:sp>
          <p:sp>
            <p:nvSpPr>
              <p:cNvPr id="13" name="ïṩľíḑe"/>
              <p:cNvSpPr txBox="1"/>
              <p:nvPr/>
            </p:nvSpPr>
            <p:spPr>
              <a:xfrm>
                <a:off x="1941336" y="3219803"/>
                <a:ext cx="5378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dirty="0">
                    <a:solidFill>
                      <a:schemeClr val="accent1"/>
                    </a:solidFill>
                  </a:rPr>
                  <a:t>02-Text here</a:t>
                </a:r>
                <a:endParaRPr lang="en-US" altLang="zh-CN" sz="1600" b="1" dirty="0">
                  <a:solidFill>
                    <a:schemeClr val="accent1"/>
                  </a:solidFill>
                </a:endParaRPr>
              </a:p>
            </p:txBody>
          </p:sp>
        </p:grpSp>
        <p:cxnSp>
          <p:nvCxnSpPr>
            <p:cNvPr id="10" name="直接连接符 9"/>
            <p:cNvCxnSpPr/>
            <p:nvPr/>
          </p:nvCxnSpPr>
          <p:spPr>
            <a:xfrm>
              <a:off x="6843524" y="4104000"/>
              <a:ext cx="4343244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ï$ḻïḓé"/>
            <p:cNvSpPr txBox="1"/>
            <p:nvPr/>
          </p:nvSpPr>
          <p:spPr>
            <a:xfrm>
              <a:off x="669925" y="3204165"/>
              <a:ext cx="5664863" cy="1909759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/>
                <a:t>Unified fonts make reading more fluent.</a:t>
              </a:r>
              <a:endParaRPr lang="en-US" altLang="zh-CN" sz="1400" dirty="0"/>
            </a:p>
            <a:p>
              <a:pPr>
                <a:lnSpc>
                  <a:spcPct val="150000"/>
                </a:lnSpc>
              </a:pPr>
              <a:r>
                <a:rPr lang="en-US" altLang="zh-CN" sz="1700" b="1" dirty="0"/>
                <a:t>Theme color makes PPT more convenient to change.</a:t>
              </a:r>
              <a:endParaRPr lang="en-US" altLang="zh-CN" sz="1700" b="1" dirty="0"/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Adjust the spacing to adapt to Chinese typesetting, use the reference line in PPT.</a:t>
              </a:r>
              <a:endParaRPr lang="en-US" sz="1600" b="1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Section Header Here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/>
              <a:t>Supporting text here.</a:t>
            </a:r>
            <a:endParaRPr lang="en-US" altLang="zh-CN"/>
          </a:p>
          <a:p>
            <a:pPr lvl="0"/>
            <a:r>
              <a:rPr lang="en-US" altLang="zh-CN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564817" y="2984046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2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/02</a:t>
            </a:r>
            <a:endParaRPr lang="zh-CN" altLang="en-US" spc="100" dirty="0">
              <a:solidFill>
                <a:schemeClr val="accent2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4140" y="5264785"/>
            <a:ext cx="1477645" cy="1376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16" name="6593355a-d145-4b3a-b681-a37f0829a9bd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0299" y="1201788"/>
            <a:ext cx="10854115" cy="4927662"/>
            <a:chOff x="670299" y="1201788"/>
            <a:chExt cx="10854115" cy="4927662"/>
          </a:xfrm>
        </p:grpSpPr>
        <p:sp>
          <p:nvSpPr>
            <p:cNvPr id="17" name="íşľîḓé"/>
            <p:cNvSpPr/>
            <p:nvPr/>
          </p:nvSpPr>
          <p:spPr>
            <a:xfrm>
              <a:off x="3894108" y="1982115"/>
              <a:ext cx="3931872" cy="3931873"/>
            </a:xfrm>
            <a:prstGeom prst="ellipse">
              <a:avLst/>
            </a:prstGeom>
            <a:blipFill>
              <a:blip r:embed="rId2"/>
              <a:stretch>
                <a:fillRect l="-39015" r="-38763"/>
              </a:stretch>
            </a:blipFill>
            <a:ln w="381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</a:p>
          </p:txBody>
        </p:sp>
        <p:sp>
          <p:nvSpPr>
            <p:cNvPr id="18" name="íṣḷiḋe"/>
            <p:cNvSpPr/>
            <p:nvPr/>
          </p:nvSpPr>
          <p:spPr>
            <a:xfrm>
              <a:off x="4799187" y="2629420"/>
              <a:ext cx="3026792" cy="3026792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anchor="ctr">
              <a:no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</a:rPr>
                <a:t>   50%</a:t>
              </a:r>
              <a:endParaRPr lang="en-US" altLang="zh-CN" sz="3600" dirty="0">
                <a:solidFill>
                  <a:schemeClr val="bg1"/>
                </a:solidFill>
              </a:endParaRPr>
            </a:p>
          </p:txBody>
        </p:sp>
        <p:sp>
          <p:nvSpPr>
            <p:cNvPr id="19" name="íṩľiďê"/>
            <p:cNvSpPr/>
            <p:nvPr/>
          </p:nvSpPr>
          <p:spPr>
            <a:xfrm>
              <a:off x="4144800" y="3747786"/>
              <a:ext cx="1816074" cy="1816075"/>
            </a:xfrm>
            <a:prstGeom prst="ellipse">
              <a:avLst/>
            </a:prstGeom>
            <a:solidFill>
              <a:schemeClr val="accent3">
                <a:alpha val="70000"/>
              </a:schemeClr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anchor="ctr">
              <a:noAutofit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</a:rPr>
                <a:t>30%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20" name="îṣļîďé"/>
            <p:cNvSpPr/>
            <p:nvPr/>
          </p:nvSpPr>
          <p:spPr>
            <a:xfrm>
              <a:off x="4074952" y="2744626"/>
              <a:ext cx="1210717" cy="1210718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anchor="ctr">
              <a:no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</a:rPr>
                <a:t>20%</a:t>
              </a:r>
              <a:endParaRPr lang="en-US" altLang="zh-CN" sz="2400" dirty="0">
                <a:solidFill>
                  <a:schemeClr val="bg1"/>
                </a:solidFill>
              </a:endParaRPr>
            </a:p>
          </p:txBody>
        </p:sp>
        <p:grpSp>
          <p:nvGrpSpPr>
            <p:cNvPr id="21" name="iṡḷiḋe"/>
            <p:cNvGrpSpPr/>
            <p:nvPr/>
          </p:nvGrpSpPr>
          <p:grpSpPr>
            <a:xfrm>
              <a:off x="7334389" y="4466926"/>
              <a:ext cx="690996" cy="690994"/>
              <a:chOff x="7430815" y="4563351"/>
              <a:chExt cx="498143" cy="498143"/>
            </a:xfrm>
          </p:grpSpPr>
          <p:sp>
            <p:nvSpPr>
              <p:cNvPr id="38" name="iṡḻíde"/>
              <p:cNvSpPr/>
              <p:nvPr/>
            </p:nvSpPr>
            <p:spPr>
              <a:xfrm>
                <a:off x="7430815" y="4563351"/>
                <a:ext cx="498143" cy="498143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39" name="iṡlíḑê"/>
              <p:cNvSpPr/>
              <p:nvPr/>
            </p:nvSpPr>
            <p:spPr bwMode="auto">
              <a:xfrm>
                <a:off x="7533730" y="4671816"/>
                <a:ext cx="292314" cy="281212"/>
              </a:xfrm>
              <a:custGeom>
                <a:avLst/>
                <a:gdLst>
                  <a:gd name="connsiteX0" fmla="*/ 195114 w 608814"/>
                  <a:gd name="connsiteY0" fmla="*/ 351627 h 585693"/>
                  <a:gd name="connsiteX1" fmla="*/ 258290 w 608814"/>
                  <a:gd name="connsiteY1" fmla="*/ 351627 h 585693"/>
                  <a:gd name="connsiteX2" fmla="*/ 282731 w 608814"/>
                  <a:gd name="connsiteY2" fmla="*/ 376018 h 585693"/>
                  <a:gd name="connsiteX3" fmla="*/ 282731 w 608814"/>
                  <a:gd name="connsiteY3" fmla="*/ 561210 h 585693"/>
                  <a:gd name="connsiteX4" fmla="*/ 258290 w 608814"/>
                  <a:gd name="connsiteY4" fmla="*/ 585693 h 585693"/>
                  <a:gd name="connsiteX5" fmla="*/ 195114 w 608814"/>
                  <a:gd name="connsiteY5" fmla="*/ 585693 h 585693"/>
                  <a:gd name="connsiteX6" fmla="*/ 170673 w 608814"/>
                  <a:gd name="connsiteY6" fmla="*/ 561210 h 585693"/>
                  <a:gd name="connsiteX7" fmla="*/ 170673 w 608814"/>
                  <a:gd name="connsiteY7" fmla="*/ 376018 h 585693"/>
                  <a:gd name="connsiteX8" fmla="*/ 195114 w 608814"/>
                  <a:gd name="connsiteY8" fmla="*/ 351627 h 585693"/>
                  <a:gd name="connsiteX9" fmla="*/ 358100 w 608814"/>
                  <a:gd name="connsiteY9" fmla="*/ 249872 h 585693"/>
                  <a:gd name="connsiteX10" fmla="*/ 421316 w 608814"/>
                  <a:gd name="connsiteY10" fmla="*/ 249872 h 585693"/>
                  <a:gd name="connsiteX11" fmla="*/ 445737 w 608814"/>
                  <a:gd name="connsiteY11" fmla="*/ 274267 h 585693"/>
                  <a:gd name="connsiteX12" fmla="*/ 445737 w 608814"/>
                  <a:gd name="connsiteY12" fmla="*/ 561206 h 585693"/>
                  <a:gd name="connsiteX13" fmla="*/ 421316 w 608814"/>
                  <a:gd name="connsiteY13" fmla="*/ 585693 h 585693"/>
                  <a:gd name="connsiteX14" fmla="*/ 358100 w 608814"/>
                  <a:gd name="connsiteY14" fmla="*/ 585693 h 585693"/>
                  <a:gd name="connsiteX15" fmla="*/ 333679 w 608814"/>
                  <a:gd name="connsiteY15" fmla="*/ 561206 h 585693"/>
                  <a:gd name="connsiteX16" fmla="*/ 333679 w 608814"/>
                  <a:gd name="connsiteY16" fmla="*/ 274267 h 585693"/>
                  <a:gd name="connsiteX17" fmla="*/ 358100 w 608814"/>
                  <a:gd name="connsiteY17" fmla="*/ 249872 h 585693"/>
                  <a:gd name="connsiteX18" fmla="*/ 140260 w 608814"/>
                  <a:gd name="connsiteY18" fmla="*/ 224680 h 585693"/>
                  <a:gd name="connsiteX19" fmla="*/ 191844 w 608814"/>
                  <a:gd name="connsiteY19" fmla="*/ 276122 h 585693"/>
                  <a:gd name="connsiteX20" fmla="*/ 140260 w 608814"/>
                  <a:gd name="connsiteY20" fmla="*/ 327564 h 585693"/>
                  <a:gd name="connsiteX21" fmla="*/ 88676 w 608814"/>
                  <a:gd name="connsiteY21" fmla="*/ 276122 h 585693"/>
                  <a:gd name="connsiteX22" fmla="*/ 140260 w 608814"/>
                  <a:gd name="connsiteY22" fmla="*/ 224680 h 585693"/>
                  <a:gd name="connsiteX23" fmla="*/ 521177 w 608814"/>
                  <a:gd name="connsiteY23" fmla="*/ 148117 h 585693"/>
                  <a:gd name="connsiteX24" fmla="*/ 584301 w 608814"/>
                  <a:gd name="connsiteY24" fmla="*/ 148117 h 585693"/>
                  <a:gd name="connsiteX25" fmla="*/ 608814 w 608814"/>
                  <a:gd name="connsiteY25" fmla="*/ 172601 h 585693"/>
                  <a:gd name="connsiteX26" fmla="*/ 608814 w 608814"/>
                  <a:gd name="connsiteY26" fmla="*/ 561209 h 585693"/>
                  <a:gd name="connsiteX27" fmla="*/ 584301 w 608814"/>
                  <a:gd name="connsiteY27" fmla="*/ 585693 h 585693"/>
                  <a:gd name="connsiteX28" fmla="*/ 521177 w 608814"/>
                  <a:gd name="connsiteY28" fmla="*/ 585693 h 585693"/>
                  <a:gd name="connsiteX29" fmla="*/ 496756 w 608814"/>
                  <a:gd name="connsiteY29" fmla="*/ 561209 h 585693"/>
                  <a:gd name="connsiteX30" fmla="*/ 496756 w 608814"/>
                  <a:gd name="connsiteY30" fmla="*/ 172601 h 585693"/>
                  <a:gd name="connsiteX31" fmla="*/ 521177 w 608814"/>
                  <a:gd name="connsiteY31" fmla="*/ 148117 h 585693"/>
                  <a:gd name="connsiteX32" fmla="*/ 116229 w 608814"/>
                  <a:gd name="connsiteY32" fmla="*/ 131322 h 585693"/>
                  <a:gd name="connsiteX33" fmla="*/ 164246 w 608814"/>
                  <a:gd name="connsiteY33" fmla="*/ 131322 h 585693"/>
                  <a:gd name="connsiteX34" fmla="*/ 184061 w 608814"/>
                  <a:gd name="connsiteY34" fmla="*/ 151113 h 585693"/>
                  <a:gd name="connsiteX35" fmla="*/ 184061 w 608814"/>
                  <a:gd name="connsiteY35" fmla="*/ 171457 h 585693"/>
                  <a:gd name="connsiteX36" fmla="*/ 208669 w 608814"/>
                  <a:gd name="connsiteY36" fmla="*/ 186094 h 585693"/>
                  <a:gd name="connsiteX37" fmla="*/ 226641 w 608814"/>
                  <a:gd name="connsiteY37" fmla="*/ 175692 h 585693"/>
                  <a:gd name="connsiteX38" fmla="*/ 253737 w 608814"/>
                  <a:gd name="connsiteY38" fmla="*/ 182964 h 585693"/>
                  <a:gd name="connsiteX39" fmla="*/ 277792 w 608814"/>
                  <a:gd name="connsiteY39" fmla="*/ 224572 h 585693"/>
                  <a:gd name="connsiteX40" fmla="*/ 279727 w 608814"/>
                  <a:gd name="connsiteY40" fmla="*/ 239577 h 585693"/>
                  <a:gd name="connsiteX41" fmla="*/ 270511 w 608814"/>
                  <a:gd name="connsiteY41" fmla="*/ 251544 h 585693"/>
                  <a:gd name="connsiteX42" fmla="*/ 252355 w 608814"/>
                  <a:gd name="connsiteY42" fmla="*/ 262038 h 585693"/>
                  <a:gd name="connsiteX43" fmla="*/ 253829 w 608814"/>
                  <a:gd name="connsiteY43" fmla="*/ 276122 h 585693"/>
                  <a:gd name="connsiteX44" fmla="*/ 252355 w 608814"/>
                  <a:gd name="connsiteY44" fmla="*/ 290206 h 585693"/>
                  <a:gd name="connsiteX45" fmla="*/ 270511 w 608814"/>
                  <a:gd name="connsiteY45" fmla="*/ 300700 h 585693"/>
                  <a:gd name="connsiteX46" fmla="*/ 278714 w 608814"/>
                  <a:gd name="connsiteY46" fmla="*/ 325094 h 585693"/>
                  <a:gd name="connsiteX47" fmla="*/ 258253 w 608814"/>
                  <a:gd name="connsiteY47" fmla="*/ 321136 h 585693"/>
                  <a:gd name="connsiteX48" fmla="*/ 195858 w 608814"/>
                  <a:gd name="connsiteY48" fmla="*/ 321136 h 585693"/>
                  <a:gd name="connsiteX49" fmla="*/ 212171 w 608814"/>
                  <a:gd name="connsiteY49" fmla="*/ 276122 h 585693"/>
                  <a:gd name="connsiteX50" fmla="*/ 140191 w 608814"/>
                  <a:gd name="connsiteY50" fmla="*/ 204320 h 585693"/>
                  <a:gd name="connsiteX51" fmla="*/ 68304 w 608814"/>
                  <a:gd name="connsiteY51" fmla="*/ 276122 h 585693"/>
                  <a:gd name="connsiteX52" fmla="*/ 140191 w 608814"/>
                  <a:gd name="connsiteY52" fmla="*/ 348016 h 585693"/>
                  <a:gd name="connsiteX53" fmla="*/ 148486 w 608814"/>
                  <a:gd name="connsiteY53" fmla="*/ 347095 h 585693"/>
                  <a:gd name="connsiteX54" fmla="*/ 140099 w 608814"/>
                  <a:gd name="connsiteY54" fmla="*/ 376000 h 585693"/>
                  <a:gd name="connsiteX55" fmla="*/ 140099 w 608814"/>
                  <a:gd name="connsiteY55" fmla="*/ 420922 h 585693"/>
                  <a:gd name="connsiteX56" fmla="*/ 116229 w 608814"/>
                  <a:gd name="connsiteY56" fmla="*/ 420922 h 585693"/>
                  <a:gd name="connsiteX57" fmla="*/ 96413 w 608814"/>
                  <a:gd name="connsiteY57" fmla="*/ 401131 h 585693"/>
                  <a:gd name="connsiteX58" fmla="*/ 96413 w 608814"/>
                  <a:gd name="connsiteY58" fmla="*/ 380787 h 585693"/>
                  <a:gd name="connsiteX59" fmla="*/ 71806 w 608814"/>
                  <a:gd name="connsiteY59" fmla="*/ 366150 h 585693"/>
                  <a:gd name="connsiteX60" fmla="*/ 53742 w 608814"/>
                  <a:gd name="connsiteY60" fmla="*/ 376552 h 585693"/>
                  <a:gd name="connsiteX61" fmla="*/ 38719 w 608814"/>
                  <a:gd name="connsiteY61" fmla="*/ 378577 h 585693"/>
                  <a:gd name="connsiteX62" fmla="*/ 26738 w 608814"/>
                  <a:gd name="connsiteY62" fmla="*/ 369372 h 585693"/>
                  <a:gd name="connsiteX63" fmla="*/ 2683 w 608814"/>
                  <a:gd name="connsiteY63" fmla="*/ 327764 h 585693"/>
                  <a:gd name="connsiteX64" fmla="*/ 9872 w 608814"/>
                  <a:gd name="connsiteY64" fmla="*/ 300700 h 585693"/>
                  <a:gd name="connsiteX65" fmla="*/ 28120 w 608814"/>
                  <a:gd name="connsiteY65" fmla="*/ 290206 h 585693"/>
                  <a:gd name="connsiteX66" fmla="*/ 26645 w 608814"/>
                  <a:gd name="connsiteY66" fmla="*/ 276122 h 585693"/>
                  <a:gd name="connsiteX67" fmla="*/ 28120 w 608814"/>
                  <a:gd name="connsiteY67" fmla="*/ 262038 h 585693"/>
                  <a:gd name="connsiteX68" fmla="*/ 9872 w 608814"/>
                  <a:gd name="connsiteY68" fmla="*/ 251544 h 585693"/>
                  <a:gd name="connsiteX69" fmla="*/ 2683 w 608814"/>
                  <a:gd name="connsiteY69" fmla="*/ 224572 h 585693"/>
                  <a:gd name="connsiteX70" fmla="*/ 26738 w 608814"/>
                  <a:gd name="connsiteY70" fmla="*/ 182964 h 585693"/>
                  <a:gd name="connsiteX71" fmla="*/ 38719 w 608814"/>
                  <a:gd name="connsiteY71" fmla="*/ 173759 h 585693"/>
                  <a:gd name="connsiteX72" fmla="*/ 53742 w 608814"/>
                  <a:gd name="connsiteY72" fmla="*/ 175692 h 585693"/>
                  <a:gd name="connsiteX73" fmla="*/ 71806 w 608814"/>
                  <a:gd name="connsiteY73" fmla="*/ 186094 h 585693"/>
                  <a:gd name="connsiteX74" fmla="*/ 96413 w 608814"/>
                  <a:gd name="connsiteY74" fmla="*/ 171457 h 585693"/>
                  <a:gd name="connsiteX75" fmla="*/ 96413 w 608814"/>
                  <a:gd name="connsiteY75" fmla="*/ 151113 h 585693"/>
                  <a:gd name="connsiteX76" fmla="*/ 116229 w 608814"/>
                  <a:gd name="connsiteY76" fmla="*/ 131322 h 585693"/>
                  <a:gd name="connsiteX77" fmla="*/ 445756 w 608814"/>
                  <a:gd name="connsiteY77" fmla="*/ 83476 h 585693"/>
                  <a:gd name="connsiteX78" fmla="*/ 414140 w 608814"/>
                  <a:gd name="connsiteY78" fmla="*/ 115044 h 585693"/>
                  <a:gd name="connsiteX79" fmla="*/ 445756 w 608814"/>
                  <a:gd name="connsiteY79" fmla="*/ 146520 h 585693"/>
                  <a:gd name="connsiteX80" fmla="*/ 477371 w 608814"/>
                  <a:gd name="connsiteY80" fmla="*/ 115044 h 585693"/>
                  <a:gd name="connsiteX81" fmla="*/ 445756 w 608814"/>
                  <a:gd name="connsiteY81" fmla="*/ 83476 h 585693"/>
                  <a:gd name="connsiteX82" fmla="*/ 426676 w 608814"/>
                  <a:gd name="connsiteY82" fmla="*/ 0 h 585693"/>
                  <a:gd name="connsiteX83" fmla="*/ 464835 w 608814"/>
                  <a:gd name="connsiteY83" fmla="*/ 0 h 585693"/>
                  <a:gd name="connsiteX84" fmla="*/ 480597 w 608814"/>
                  <a:gd name="connsiteY84" fmla="*/ 15738 h 585693"/>
                  <a:gd name="connsiteX85" fmla="*/ 480597 w 608814"/>
                  <a:gd name="connsiteY85" fmla="*/ 31936 h 585693"/>
                  <a:gd name="connsiteX86" fmla="*/ 500138 w 608814"/>
                  <a:gd name="connsiteY86" fmla="*/ 43533 h 585693"/>
                  <a:gd name="connsiteX87" fmla="*/ 514425 w 608814"/>
                  <a:gd name="connsiteY87" fmla="*/ 35249 h 585693"/>
                  <a:gd name="connsiteX88" fmla="*/ 535901 w 608814"/>
                  <a:gd name="connsiteY88" fmla="*/ 40956 h 585693"/>
                  <a:gd name="connsiteX89" fmla="*/ 554981 w 608814"/>
                  <a:gd name="connsiteY89" fmla="*/ 73996 h 585693"/>
                  <a:gd name="connsiteX90" fmla="*/ 556640 w 608814"/>
                  <a:gd name="connsiteY90" fmla="*/ 85961 h 585693"/>
                  <a:gd name="connsiteX91" fmla="*/ 549266 w 608814"/>
                  <a:gd name="connsiteY91" fmla="*/ 95440 h 585693"/>
                  <a:gd name="connsiteX92" fmla="*/ 534887 w 608814"/>
                  <a:gd name="connsiteY92" fmla="*/ 103815 h 585693"/>
                  <a:gd name="connsiteX93" fmla="*/ 535993 w 608814"/>
                  <a:gd name="connsiteY93" fmla="*/ 115044 h 585693"/>
                  <a:gd name="connsiteX94" fmla="*/ 535717 w 608814"/>
                  <a:gd name="connsiteY94" fmla="*/ 117621 h 585693"/>
                  <a:gd name="connsiteX95" fmla="*/ 521153 w 608814"/>
                  <a:gd name="connsiteY95" fmla="*/ 117621 h 585693"/>
                  <a:gd name="connsiteX96" fmla="*/ 466126 w 608814"/>
                  <a:gd name="connsiteY96" fmla="*/ 172565 h 585693"/>
                  <a:gd name="connsiteX97" fmla="*/ 466126 w 608814"/>
                  <a:gd name="connsiteY97" fmla="*/ 229719 h 585693"/>
                  <a:gd name="connsiteX98" fmla="*/ 466126 w 608814"/>
                  <a:gd name="connsiteY98" fmla="*/ 242604 h 585693"/>
                  <a:gd name="connsiteX99" fmla="*/ 453590 w 608814"/>
                  <a:gd name="connsiteY99" fmla="*/ 229995 h 585693"/>
                  <a:gd name="connsiteX100" fmla="*/ 421330 w 608814"/>
                  <a:gd name="connsiteY100" fmla="*/ 219319 h 585693"/>
                  <a:gd name="connsiteX101" fmla="*/ 411928 w 608814"/>
                  <a:gd name="connsiteY101" fmla="*/ 219319 h 585693"/>
                  <a:gd name="connsiteX102" fmla="*/ 410914 w 608814"/>
                  <a:gd name="connsiteY102" fmla="*/ 214257 h 585693"/>
                  <a:gd name="connsiteX103" fmla="*/ 410914 w 608814"/>
                  <a:gd name="connsiteY103" fmla="*/ 198059 h 585693"/>
                  <a:gd name="connsiteX104" fmla="*/ 391373 w 608814"/>
                  <a:gd name="connsiteY104" fmla="*/ 186463 h 585693"/>
                  <a:gd name="connsiteX105" fmla="*/ 377086 w 608814"/>
                  <a:gd name="connsiteY105" fmla="*/ 194746 h 585693"/>
                  <a:gd name="connsiteX106" fmla="*/ 365104 w 608814"/>
                  <a:gd name="connsiteY106" fmla="*/ 196310 h 585693"/>
                  <a:gd name="connsiteX107" fmla="*/ 355610 w 608814"/>
                  <a:gd name="connsiteY107" fmla="*/ 189040 h 585693"/>
                  <a:gd name="connsiteX108" fmla="*/ 336530 w 608814"/>
                  <a:gd name="connsiteY108" fmla="*/ 155999 h 585693"/>
                  <a:gd name="connsiteX109" fmla="*/ 342245 w 608814"/>
                  <a:gd name="connsiteY109" fmla="*/ 134463 h 585693"/>
                  <a:gd name="connsiteX110" fmla="*/ 356716 w 608814"/>
                  <a:gd name="connsiteY110" fmla="*/ 126180 h 585693"/>
                  <a:gd name="connsiteX111" fmla="*/ 355518 w 608814"/>
                  <a:gd name="connsiteY111" fmla="*/ 115044 h 585693"/>
                  <a:gd name="connsiteX112" fmla="*/ 356716 w 608814"/>
                  <a:gd name="connsiteY112" fmla="*/ 103815 h 585693"/>
                  <a:gd name="connsiteX113" fmla="*/ 342245 w 608814"/>
                  <a:gd name="connsiteY113" fmla="*/ 95440 h 585693"/>
                  <a:gd name="connsiteX114" fmla="*/ 336530 w 608814"/>
                  <a:gd name="connsiteY114" fmla="*/ 73996 h 585693"/>
                  <a:gd name="connsiteX115" fmla="*/ 355610 w 608814"/>
                  <a:gd name="connsiteY115" fmla="*/ 40956 h 585693"/>
                  <a:gd name="connsiteX116" fmla="*/ 365104 w 608814"/>
                  <a:gd name="connsiteY116" fmla="*/ 33685 h 585693"/>
                  <a:gd name="connsiteX117" fmla="*/ 377086 w 608814"/>
                  <a:gd name="connsiteY117" fmla="*/ 35249 h 585693"/>
                  <a:gd name="connsiteX118" fmla="*/ 391373 w 608814"/>
                  <a:gd name="connsiteY118" fmla="*/ 43533 h 585693"/>
                  <a:gd name="connsiteX119" fmla="*/ 410914 w 608814"/>
                  <a:gd name="connsiteY119" fmla="*/ 31936 h 585693"/>
                  <a:gd name="connsiteX120" fmla="*/ 410914 w 608814"/>
                  <a:gd name="connsiteY120" fmla="*/ 15738 h 585693"/>
                  <a:gd name="connsiteX121" fmla="*/ 426676 w 608814"/>
                  <a:gd name="connsiteY121" fmla="*/ 0 h 585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</a:cxnLst>
                <a:rect l="l" t="t" r="r" b="b"/>
                <a:pathLst>
                  <a:path w="608814" h="585693">
                    <a:moveTo>
                      <a:pt x="195114" y="351627"/>
                    </a:moveTo>
                    <a:lnTo>
                      <a:pt x="258290" y="351627"/>
                    </a:lnTo>
                    <a:cubicBezTo>
                      <a:pt x="271848" y="351627"/>
                      <a:pt x="282731" y="362580"/>
                      <a:pt x="282731" y="376018"/>
                    </a:cubicBezTo>
                    <a:lnTo>
                      <a:pt x="282731" y="561210"/>
                    </a:lnTo>
                    <a:cubicBezTo>
                      <a:pt x="282731" y="574740"/>
                      <a:pt x="271848" y="585693"/>
                      <a:pt x="258290" y="585693"/>
                    </a:cubicBezTo>
                    <a:lnTo>
                      <a:pt x="195114" y="585693"/>
                    </a:lnTo>
                    <a:cubicBezTo>
                      <a:pt x="181556" y="585693"/>
                      <a:pt x="170673" y="574740"/>
                      <a:pt x="170673" y="561210"/>
                    </a:cubicBezTo>
                    <a:lnTo>
                      <a:pt x="170673" y="376018"/>
                    </a:lnTo>
                    <a:cubicBezTo>
                      <a:pt x="170673" y="362580"/>
                      <a:pt x="181556" y="351627"/>
                      <a:pt x="195114" y="351627"/>
                    </a:cubicBezTo>
                    <a:close/>
                    <a:moveTo>
                      <a:pt x="358100" y="249872"/>
                    </a:moveTo>
                    <a:lnTo>
                      <a:pt x="421316" y="249872"/>
                    </a:lnTo>
                    <a:cubicBezTo>
                      <a:pt x="434771" y="249872"/>
                      <a:pt x="445737" y="260735"/>
                      <a:pt x="445737" y="274267"/>
                    </a:cubicBezTo>
                    <a:lnTo>
                      <a:pt x="445737" y="561206"/>
                    </a:lnTo>
                    <a:cubicBezTo>
                      <a:pt x="445737" y="574738"/>
                      <a:pt x="434771" y="585693"/>
                      <a:pt x="421316" y="585693"/>
                    </a:cubicBezTo>
                    <a:lnTo>
                      <a:pt x="358100" y="585693"/>
                    </a:lnTo>
                    <a:cubicBezTo>
                      <a:pt x="344645" y="585693"/>
                      <a:pt x="333679" y="574738"/>
                      <a:pt x="333679" y="561206"/>
                    </a:cubicBezTo>
                    <a:lnTo>
                      <a:pt x="333679" y="274267"/>
                    </a:lnTo>
                    <a:cubicBezTo>
                      <a:pt x="333679" y="260735"/>
                      <a:pt x="344645" y="249872"/>
                      <a:pt x="358100" y="249872"/>
                    </a:cubicBezTo>
                    <a:close/>
                    <a:moveTo>
                      <a:pt x="140260" y="224680"/>
                    </a:moveTo>
                    <a:cubicBezTo>
                      <a:pt x="168749" y="224680"/>
                      <a:pt x="191844" y="247711"/>
                      <a:pt x="191844" y="276122"/>
                    </a:cubicBezTo>
                    <a:cubicBezTo>
                      <a:pt x="191844" y="304533"/>
                      <a:pt x="168749" y="327564"/>
                      <a:pt x="140260" y="327564"/>
                    </a:cubicBezTo>
                    <a:cubicBezTo>
                      <a:pt x="111771" y="327564"/>
                      <a:pt x="88676" y="304533"/>
                      <a:pt x="88676" y="276122"/>
                    </a:cubicBezTo>
                    <a:cubicBezTo>
                      <a:pt x="88676" y="247711"/>
                      <a:pt x="111771" y="224680"/>
                      <a:pt x="140260" y="224680"/>
                    </a:cubicBezTo>
                    <a:close/>
                    <a:moveTo>
                      <a:pt x="521177" y="148117"/>
                    </a:moveTo>
                    <a:lnTo>
                      <a:pt x="584301" y="148117"/>
                    </a:lnTo>
                    <a:cubicBezTo>
                      <a:pt x="597848" y="148117"/>
                      <a:pt x="608814" y="159070"/>
                      <a:pt x="608814" y="172601"/>
                    </a:cubicBezTo>
                    <a:lnTo>
                      <a:pt x="608814" y="561209"/>
                    </a:lnTo>
                    <a:cubicBezTo>
                      <a:pt x="608814" y="574740"/>
                      <a:pt x="597848" y="585693"/>
                      <a:pt x="584301" y="585693"/>
                    </a:cubicBezTo>
                    <a:lnTo>
                      <a:pt x="521177" y="585693"/>
                    </a:lnTo>
                    <a:cubicBezTo>
                      <a:pt x="507722" y="585693"/>
                      <a:pt x="496756" y="574740"/>
                      <a:pt x="496756" y="561209"/>
                    </a:cubicBezTo>
                    <a:lnTo>
                      <a:pt x="496756" y="172601"/>
                    </a:lnTo>
                    <a:cubicBezTo>
                      <a:pt x="496756" y="159070"/>
                      <a:pt x="507722" y="148117"/>
                      <a:pt x="521177" y="148117"/>
                    </a:cubicBezTo>
                    <a:close/>
                    <a:moveTo>
                      <a:pt x="116229" y="131322"/>
                    </a:moveTo>
                    <a:lnTo>
                      <a:pt x="164246" y="131322"/>
                    </a:lnTo>
                    <a:cubicBezTo>
                      <a:pt x="175214" y="131322"/>
                      <a:pt x="184061" y="140159"/>
                      <a:pt x="184061" y="151113"/>
                    </a:cubicBezTo>
                    <a:lnTo>
                      <a:pt x="184061" y="171457"/>
                    </a:lnTo>
                    <a:cubicBezTo>
                      <a:pt x="193001" y="175231"/>
                      <a:pt x="201019" y="180386"/>
                      <a:pt x="208669" y="186094"/>
                    </a:cubicBezTo>
                    <a:lnTo>
                      <a:pt x="226641" y="175692"/>
                    </a:lnTo>
                    <a:cubicBezTo>
                      <a:pt x="236134" y="170261"/>
                      <a:pt x="248300" y="173482"/>
                      <a:pt x="253737" y="182964"/>
                    </a:cubicBezTo>
                    <a:lnTo>
                      <a:pt x="277792" y="224572"/>
                    </a:lnTo>
                    <a:cubicBezTo>
                      <a:pt x="280465" y="229083"/>
                      <a:pt x="281110" y="234514"/>
                      <a:pt x="279727" y="239577"/>
                    </a:cubicBezTo>
                    <a:cubicBezTo>
                      <a:pt x="278437" y="244640"/>
                      <a:pt x="275119" y="248966"/>
                      <a:pt x="270511" y="251544"/>
                    </a:cubicBezTo>
                    <a:lnTo>
                      <a:pt x="252355" y="262038"/>
                    </a:lnTo>
                    <a:cubicBezTo>
                      <a:pt x="253000" y="266733"/>
                      <a:pt x="253829" y="271335"/>
                      <a:pt x="253829" y="276122"/>
                    </a:cubicBezTo>
                    <a:cubicBezTo>
                      <a:pt x="253829" y="281001"/>
                      <a:pt x="253000" y="285604"/>
                      <a:pt x="252355" y="290206"/>
                    </a:cubicBezTo>
                    <a:lnTo>
                      <a:pt x="270511" y="300700"/>
                    </a:lnTo>
                    <a:cubicBezTo>
                      <a:pt x="279174" y="305671"/>
                      <a:pt x="282308" y="316165"/>
                      <a:pt x="278714" y="325094"/>
                    </a:cubicBezTo>
                    <a:cubicBezTo>
                      <a:pt x="272354" y="322609"/>
                      <a:pt x="265442" y="321136"/>
                      <a:pt x="258253" y="321136"/>
                    </a:cubicBezTo>
                    <a:lnTo>
                      <a:pt x="195858" y="321136"/>
                    </a:lnTo>
                    <a:cubicBezTo>
                      <a:pt x="205904" y="308709"/>
                      <a:pt x="212171" y="293244"/>
                      <a:pt x="212171" y="276122"/>
                    </a:cubicBezTo>
                    <a:cubicBezTo>
                      <a:pt x="212171" y="236539"/>
                      <a:pt x="179914" y="204320"/>
                      <a:pt x="140191" y="204320"/>
                    </a:cubicBezTo>
                    <a:cubicBezTo>
                      <a:pt x="100561" y="204320"/>
                      <a:pt x="68304" y="236539"/>
                      <a:pt x="68304" y="276122"/>
                    </a:cubicBezTo>
                    <a:cubicBezTo>
                      <a:pt x="68304" y="315797"/>
                      <a:pt x="100561" y="348016"/>
                      <a:pt x="140191" y="348016"/>
                    </a:cubicBezTo>
                    <a:cubicBezTo>
                      <a:pt x="143048" y="348016"/>
                      <a:pt x="145721" y="347463"/>
                      <a:pt x="148486" y="347095"/>
                    </a:cubicBezTo>
                    <a:cubicBezTo>
                      <a:pt x="143233" y="355564"/>
                      <a:pt x="140099" y="365414"/>
                      <a:pt x="140099" y="376000"/>
                    </a:cubicBezTo>
                    <a:lnTo>
                      <a:pt x="140099" y="420922"/>
                    </a:lnTo>
                    <a:lnTo>
                      <a:pt x="116229" y="420922"/>
                    </a:lnTo>
                    <a:cubicBezTo>
                      <a:pt x="105261" y="420922"/>
                      <a:pt x="96413" y="412085"/>
                      <a:pt x="96413" y="401131"/>
                    </a:cubicBezTo>
                    <a:lnTo>
                      <a:pt x="96413" y="380787"/>
                    </a:lnTo>
                    <a:cubicBezTo>
                      <a:pt x="87474" y="377013"/>
                      <a:pt x="79455" y="371950"/>
                      <a:pt x="71806" y="366150"/>
                    </a:cubicBezTo>
                    <a:lnTo>
                      <a:pt x="53742" y="376552"/>
                    </a:lnTo>
                    <a:cubicBezTo>
                      <a:pt x="49226" y="379222"/>
                      <a:pt x="43788" y="379866"/>
                      <a:pt x="38719" y="378577"/>
                    </a:cubicBezTo>
                    <a:cubicBezTo>
                      <a:pt x="33650" y="377197"/>
                      <a:pt x="29318" y="373883"/>
                      <a:pt x="26738" y="369372"/>
                    </a:cubicBezTo>
                    <a:lnTo>
                      <a:pt x="2683" y="327764"/>
                    </a:lnTo>
                    <a:cubicBezTo>
                      <a:pt x="-2847" y="318282"/>
                      <a:pt x="471" y="306131"/>
                      <a:pt x="9872" y="300700"/>
                    </a:cubicBezTo>
                    <a:lnTo>
                      <a:pt x="28120" y="290206"/>
                    </a:lnTo>
                    <a:cubicBezTo>
                      <a:pt x="27475" y="285604"/>
                      <a:pt x="26645" y="281001"/>
                      <a:pt x="26645" y="276122"/>
                    </a:cubicBezTo>
                    <a:cubicBezTo>
                      <a:pt x="26645" y="271335"/>
                      <a:pt x="27475" y="266733"/>
                      <a:pt x="28120" y="262038"/>
                    </a:cubicBezTo>
                    <a:lnTo>
                      <a:pt x="9872" y="251544"/>
                    </a:lnTo>
                    <a:cubicBezTo>
                      <a:pt x="471" y="246113"/>
                      <a:pt x="-2847" y="233962"/>
                      <a:pt x="2683" y="224572"/>
                    </a:cubicBezTo>
                    <a:lnTo>
                      <a:pt x="26738" y="182964"/>
                    </a:lnTo>
                    <a:cubicBezTo>
                      <a:pt x="29318" y="178361"/>
                      <a:pt x="33650" y="175139"/>
                      <a:pt x="38719" y="173759"/>
                    </a:cubicBezTo>
                    <a:cubicBezTo>
                      <a:pt x="43788" y="172378"/>
                      <a:pt x="49226" y="173114"/>
                      <a:pt x="53742" y="175692"/>
                    </a:cubicBezTo>
                    <a:lnTo>
                      <a:pt x="71806" y="186094"/>
                    </a:lnTo>
                    <a:cubicBezTo>
                      <a:pt x="79455" y="180386"/>
                      <a:pt x="87474" y="175231"/>
                      <a:pt x="96413" y="171457"/>
                    </a:cubicBezTo>
                    <a:lnTo>
                      <a:pt x="96413" y="151113"/>
                    </a:lnTo>
                    <a:cubicBezTo>
                      <a:pt x="96413" y="140159"/>
                      <a:pt x="105261" y="131322"/>
                      <a:pt x="116229" y="131322"/>
                    </a:cubicBezTo>
                    <a:close/>
                    <a:moveTo>
                      <a:pt x="445756" y="83476"/>
                    </a:moveTo>
                    <a:cubicBezTo>
                      <a:pt x="428335" y="83476"/>
                      <a:pt x="414140" y="97557"/>
                      <a:pt x="414140" y="115044"/>
                    </a:cubicBezTo>
                    <a:cubicBezTo>
                      <a:pt x="414140" y="132438"/>
                      <a:pt x="428335" y="146520"/>
                      <a:pt x="445756" y="146520"/>
                    </a:cubicBezTo>
                    <a:cubicBezTo>
                      <a:pt x="463176" y="146520"/>
                      <a:pt x="477371" y="132438"/>
                      <a:pt x="477371" y="115044"/>
                    </a:cubicBezTo>
                    <a:cubicBezTo>
                      <a:pt x="477371" y="97557"/>
                      <a:pt x="463176" y="83476"/>
                      <a:pt x="445756" y="83476"/>
                    </a:cubicBezTo>
                    <a:close/>
                    <a:moveTo>
                      <a:pt x="426676" y="0"/>
                    </a:moveTo>
                    <a:lnTo>
                      <a:pt x="464835" y="0"/>
                    </a:lnTo>
                    <a:cubicBezTo>
                      <a:pt x="473500" y="0"/>
                      <a:pt x="480597" y="7087"/>
                      <a:pt x="480597" y="15738"/>
                    </a:cubicBezTo>
                    <a:lnTo>
                      <a:pt x="480597" y="31936"/>
                    </a:lnTo>
                    <a:cubicBezTo>
                      <a:pt x="487694" y="34881"/>
                      <a:pt x="494054" y="38931"/>
                      <a:pt x="500138" y="43533"/>
                    </a:cubicBezTo>
                    <a:lnTo>
                      <a:pt x="514425" y="35249"/>
                    </a:lnTo>
                    <a:cubicBezTo>
                      <a:pt x="521983" y="30924"/>
                      <a:pt x="531569" y="33501"/>
                      <a:pt x="535901" y="40956"/>
                    </a:cubicBezTo>
                    <a:lnTo>
                      <a:pt x="554981" y="73996"/>
                    </a:lnTo>
                    <a:cubicBezTo>
                      <a:pt x="557101" y="77585"/>
                      <a:pt x="557654" y="81911"/>
                      <a:pt x="556640" y="85961"/>
                    </a:cubicBezTo>
                    <a:cubicBezTo>
                      <a:pt x="555534" y="89918"/>
                      <a:pt x="552861" y="93415"/>
                      <a:pt x="549266" y="95440"/>
                    </a:cubicBezTo>
                    <a:lnTo>
                      <a:pt x="534887" y="103815"/>
                    </a:lnTo>
                    <a:cubicBezTo>
                      <a:pt x="535348" y="107497"/>
                      <a:pt x="535993" y="111178"/>
                      <a:pt x="535993" y="115044"/>
                    </a:cubicBezTo>
                    <a:cubicBezTo>
                      <a:pt x="535993" y="115872"/>
                      <a:pt x="535809" y="116700"/>
                      <a:pt x="535717" y="117621"/>
                    </a:cubicBezTo>
                    <a:lnTo>
                      <a:pt x="521153" y="117621"/>
                    </a:lnTo>
                    <a:cubicBezTo>
                      <a:pt x="490828" y="117621"/>
                      <a:pt x="466126" y="142286"/>
                      <a:pt x="466126" y="172565"/>
                    </a:cubicBezTo>
                    <a:lnTo>
                      <a:pt x="466126" y="229719"/>
                    </a:lnTo>
                    <a:lnTo>
                      <a:pt x="466126" y="242604"/>
                    </a:lnTo>
                    <a:cubicBezTo>
                      <a:pt x="462715" y="237726"/>
                      <a:pt x="458383" y="233493"/>
                      <a:pt x="453590" y="229995"/>
                    </a:cubicBezTo>
                    <a:cubicBezTo>
                      <a:pt x="444465" y="223369"/>
                      <a:pt x="433404" y="219319"/>
                      <a:pt x="421330" y="219319"/>
                    </a:cubicBezTo>
                    <a:lnTo>
                      <a:pt x="411928" y="219319"/>
                    </a:lnTo>
                    <a:cubicBezTo>
                      <a:pt x="411375" y="217755"/>
                      <a:pt x="410914" y="216098"/>
                      <a:pt x="410914" y="214257"/>
                    </a:cubicBezTo>
                    <a:lnTo>
                      <a:pt x="410914" y="198059"/>
                    </a:lnTo>
                    <a:cubicBezTo>
                      <a:pt x="403817" y="195114"/>
                      <a:pt x="397457" y="191064"/>
                      <a:pt x="391373" y="186463"/>
                    </a:cubicBezTo>
                    <a:lnTo>
                      <a:pt x="377086" y="194746"/>
                    </a:lnTo>
                    <a:cubicBezTo>
                      <a:pt x="373492" y="196863"/>
                      <a:pt x="369160" y="197415"/>
                      <a:pt x="365104" y="196310"/>
                    </a:cubicBezTo>
                    <a:cubicBezTo>
                      <a:pt x="361140" y="195206"/>
                      <a:pt x="357638" y="192629"/>
                      <a:pt x="355610" y="189040"/>
                    </a:cubicBezTo>
                    <a:lnTo>
                      <a:pt x="336530" y="155999"/>
                    </a:lnTo>
                    <a:cubicBezTo>
                      <a:pt x="332198" y="148452"/>
                      <a:pt x="334687" y="138881"/>
                      <a:pt x="342245" y="134463"/>
                    </a:cubicBezTo>
                    <a:lnTo>
                      <a:pt x="356716" y="126180"/>
                    </a:lnTo>
                    <a:cubicBezTo>
                      <a:pt x="356163" y="122498"/>
                      <a:pt x="355518" y="118817"/>
                      <a:pt x="355518" y="115044"/>
                    </a:cubicBezTo>
                    <a:cubicBezTo>
                      <a:pt x="355518" y="111178"/>
                      <a:pt x="356163" y="107497"/>
                      <a:pt x="356716" y="103815"/>
                    </a:cubicBezTo>
                    <a:lnTo>
                      <a:pt x="342245" y="95440"/>
                    </a:lnTo>
                    <a:cubicBezTo>
                      <a:pt x="334687" y="91115"/>
                      <a:pt x="332198" y="81543"/>
                      <a:pt x="336530" y="73996"/>
                    </a:cubicBezTo>
                    <a:lnTo>
                      <a:pt x="355610" y="40956"/>
                    </a:lnTo>
                    <a:cubicBezTo>
                      <a:pt x="357638" y="37366"/>
                      <a:pt x="361140" y="34789"/>
                      <a:pt x="365104" y="33685"/>
                    </a:cubicBezTo>
                    <a:cubicBezTo>
                      <a:pt x="369160" y="32580"/>
                      <a:pt x="373492" y="33133"/>
                      <a:pt x="377086" y="35249"/>
                    </a:cubicBezTo>
                    <a:lnTo>
                      <a:pt x="391373" y="43533"/>
                    </a:lnTo>
                    <a:cubicBezTo>
                      <a:pt x="397457" y="38931"/>
                      <a:pt x="403817" y="34881"/>
                      <a:pt x="410914" y="31936"/>
                    </a:cubicBezTo>
                    <a:lnTo>
                      <a:pt x="410914" y="15738"/>
                    </a:lnTo>
                    <a:cubicBezTo>
                      <a:pt x="410914" y="7087"/>
                      <a:pt x="418011" y="0"/>
                      <a:pt x="42667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 anchor="ctr">
                <a:noAutofit/>
              </a:bodyPr>
              <a:lstStyle>
                <a:defPPr>
                  <a:defRPr lang="en-US"/>
                </a:defPPr>
                <a:lvl1pPr marL="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6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2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8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4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80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6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2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8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</p:grpSp>
        <p:grpSp>
          <p:nvGrpSpPr>
            <p:cNvPr id="22" name="îšlïďè"/>
            <p:cNvGrpSpPr/>
            <p:nvPr/>
          </p:nvGrpSpPr>
          <p:grpSpPr>
            <a:xfrm>
              <a:off x="4023880" y="4915164"/>
              <a:ext cx="690996" cy="690994"/>
              <a:chOff x="4120306" y="5011589"/>
              <a:chExt cx="498143" cy="498143"/>
            </a:xfrm>
          </p:grpSpPr>
          <p:sp>
            <p:nvSpPr>
              <p:cNvPr id="36" name="išļîḍé"/>
              <p:cNvSpPr/>
              <p:nvPr/>
            </p:nvSpPr>
            <p:spPr>
              <a:xfrm>
                <a:off x="4120306" y="5011589"/>
                <a:ext cx="498143" cy="498143"/>
              </a:xfrm>
              <a:prstGeom prst="ellipse">
                <a:avLst/>
              </a:prstGeom>
              <a:solidFill>
                <a:schemeClr val="accent3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37" name="îṧļiḋê"/>
              <p:cNvSpPr/>
              <p:nvPr/>
            </p:nvSpPr>
            <p:spPr bwMode="auto">
              <a:xfrm>
                <a:off x="4223221" y="5120055"/>
                <a:ext cx="292314" cy="281212"/>
              </a:xfrm>
              <a:custGeom>
                <a:avLst/>
                <a:gdLst>
                  <a:gd name="connsiteX0" fmla="*/ 195114 w 608814"/>
                  <a:gd name="connsiteY0" fmla="*/ 351627 h 585693"/>
                  <a:gd name="connsiteX1" fmla="*/ 258290 w 608814"/>
                  <a:gd name="connsiteY1" fmla="*/ 351627 h 585693"/>
                  <a:gd name="connsiteX2" fmla="*/ 282731 w 608814"/>
                  <a:gd name="connsiteY2" fmla="*/ 376018 h 585693"/>
                  <a:gd name="connsiteX3" fmla="*/ 282731 w 608814"/>
                  <a:gd name="connsiteY3" fmla="*/ 561210 h 585693"/>
                  <a:gd name="connsiteX4" fmla="*/ 258290 w 608814"/>
                  <a:gd name="connsiteY4" fmla="*/ 585693 h 585693"/>
                  <a:gd name="connsiteX5" fmla="*/ 195114 w 608814"/>
                  <a:gd name="connsiteY5" fmla="*/ 585693 h 585693"/>
                  <a:gd name="connsiteX6" fmla="*/ 170673 w 608814"/>
                  <a:gd name="connsiteY6" fmla="*/ 561210 h 585693"/>
                  <a:gd name="connsiteX7" fmla="*/ 170673 w 608814"/>
                  <a:gd name="connsiteY7" fmla="*/ 376018 h 585693"/>
                  <a:gd name="connsiteX8" fmla="*/ 195114 w 608814"/>
                  <a:gd name="connsiteY8" fmla="*/ 351627 h 585693"/>
                  <a:gd name="connsiteX9" fmla="*/ 358100 w 608814"/>
                  <a:gd name="connsiteY9" fmla="*/ 249872 h 585693"/>
                  <a:gd name="connsiteX10" fmla="*/ 421316 w 608814"/>
                  <a:gd name="connsiteY10" fmla="*/ 249872 h 585693"/>
                  <a:gd name="connsiteX11" fmla="*/ 445737 w 608814"/>
                  <a:gd name="connsiteY11" fmla="*/ 274267 h 585693"/>
                  <a:gd name="connsiteX12" fmla="*/ 445737 w 608814"/>
                  <a:gd name="connsiteY12" fmla="*/ 561206 h 585693"/>
                  <a:gd name="connsiteX13" fmla="*/ 421316 w 608814"/>
                  <a:gd name="connsiteY13" fmla="*/ 585693 h 585693"/>
                  <a:gd name="connsiteX14" fmla="*/ 358100 w 608814"/>
                  <a:gd name="connsiteY14" fmla="*/ 585693 h 585693"/>
                  <a:gd name="connsiteX15" fmla="*/ 333679 w 608814"/>
                  <a:gd name="connsiteY15" fmla="*/ 561206 h 585693"/>
                  <a:gd name="connsiteX16" fmla="*/ 333679 w 608814"/>
                  <a:gd name="connsiteY16" fmla="*/ 274267 h 585693"/>
                  <a:gd name="connsiteX17" fmla="*/ 358100 w 608814"/>
                  <a:gd name="connsiteY17" fmla="*/ 249872 h 585693"/>
                  <a:gd name="connsiteX18" fmla="*/ 140260 w 608814"/>
                  <a:gd name="connsiteY18" fmla="*/ 224680 h 585693"/>
                  <a:gd name="connsiteX19" fmla="*/ 191844 w 608814"/>
                  <a:gd name="connsiteY19" fmla="*/ 276122 h 585693"/>
                  <a:gd name="connsiteX20" fmla="*/ 140260 w 608814"/>
                  <a:gd name="connsiteY20" fmla="*/ 327564 h 585693"/>
                  <a:gd name="connsiteX21" fmla="*/ 88676 w 608814"/>
                  <a:gd name="connsiteY21" fmla="*/ 276122 h 585693"/>
                  <a:gd name="connsiteX22" fmla="*/ 140260 w 608814"/>
                  <a:gd name="connsiteY22" fmla="*/ 224680 h 585693"/>
                  <a:gd name="connsiteX23" fmla="*/ 521177 w 608814"/>
                  <a:gd name="connsiteY23" fmla="*/ 148117 h 585693"/>
                  <a:gd name="connsiteX24" fmla="*/ 584301 w 608814"/>
                  <a:gd name="connsiteY24" fmla="*/ 148117 h 585693"/>
                  <a:gd name="connsiteX25" fmla="*/ 608814 w 608814"/>
                  <a:gd name="connsiteY25" fmla="*/ 172601 h 585693"/>
                  <a:gd name="connsiteX26" fmla="*/ 608814 w 608814"/>
                  <a:gd name="connsiteY26" fmla="*/ 561209 h 585693"/>
                  <a:gd name="connsiteX27" fmla="*/ 584301 w 608814"/>
                  <a:gd name="connsiteY27" fmla="*/ 585693 h 585693"/>
                  <a:gd name="connsiteX28" fmla="*/ 521177 w 608814"/>
                  <a:gd name="connsiteY28" fmla="*/ 585693 h 585693"/>
                  <a:gd name="connsiteX29" fmla="*/ 496756 w 608814"/>
                  <a:gd name="connsiteY29" fmla="*/ 561209 h 585693"/>
                  <a:gd name="connsiteX30" fmla="*/ 496756 w 608814"/>
                  <a:gd name="connsiteY30" fmla="*/ 172601 h 585693"/>
                  <a:gd name="connsiteX31" fmla="*/ 521177 w 608814"/>
                  <a:gd name="connsiteY31" fmla="*/ 148117 h 585693"/>
                  <a:gd name="connsiteX32" fmla="*/ 116229 w 608814"/>
                  <a:gd name="connsiteY32" fmla="*/ 131322 h 585693"/>
                  <a:gd name="connsiteX33" fmla="*/ 164246 w 608814"/>
                  <a:gd name="connsiteY33" fmla="*/ 131322 h 585693"/>
                  <a:gd name="connsiteX34" fmla="*/ 184061 w 608814"/>
                  <a:gd name="connsiteY34" fmla="*/ 151113 h 585693"/>
                  <a:gd name="connsiteX35" fmla="*/ 184061 w 608814"/>
                  <a:gd name="connsiteY35" fmla="*/ 171457 h 585693"/>
                  <a:gd name="connsiteX36" fmla="*/ 208669 w 608814"/>
                  <a:gd name="connsiteY36" fmla="*/ 186094 h 585693"/>
                  <a:gd name="connsiteX37" fmla="*/ 226641 w 608814"/>
                  <a:gd name="connsiteY37" fmla="*/ 175692 h 585693"/>
                  <a:gd name="connsiteX38" fmla="*/ 253737 w 608814"/>
                  <a:gd name="connsiteY38" fmla="*/ 182964 h 585693"/>
                  <a:gd name="connsiteX39" fmla="*/ 277792 w 608814"/>
                  <a:gd name="connsiteY39" fmla="*/ 224572 h 585693"/>
                  <a:gd name="connsiteX40" fmla="*/ 279727 w 608814"/>
                  <a:gd name="connsiteY40" fmla="*/ 239577 h 585693"/>
                  <a:gd name="connsiteX41" fmla="*/ 270511 w 608814"/>
                  <a:gd name="connsiteY41" fmla="*/ 251544 h 585693"/>
                  <a:gd name="connsiteX42" fmla="*/ 252355 w 608814"/>
                  <a:gd name="connsiteY42" fmla="*/ 262038 h 585693"/>
                  <a:gd name="connsiteX43" fmla="*/ 253829 w 608814"/>
                  <a:gd name="connsiteY43" fmla="*/ 276122 h 585693"/>
                  <a:gd name="connsiteX44" fmla="*/ 252355 w 608814"/>
                  <a:gd name="connsiteY44" fmla="*/ 290206 h 585693"/>
                  <a:gd name="connsiteX45" fmla="*/ 270511 w 608814"/>
                  <a:gd name="connsiteY45" fmla="*/ 300700 h 585693"/>
                  <a:gd name="connsiteX46" fmla="*/ 278714 w 608814"/>
                  <a:gd name="connsiteY46" fmla="*/ 325094 h 585693"/>
                  <a:gd name="connsiteX47" fmla="*/ 258253 w 608814"/>
                  <a:gd name="connsiteY47" fmla="*/ 321136 h 585693"/>
                  <a:gd name="connsiteX48" fmla="*/ 195858 w 608814"/>
                  <a:gd name="connsiteY48" fmla="*/ 321136 h 585693"/>
                  <a:gd name="connsiteX49" fmla="*/ 212171 w 608814"/>
                  <a:gd name="connsiteY49" fmla="*/ 276122 h 585693"/>
                  <a:gd name="connsiteX50" fmla="*/ 140191 w 608814"/>
                  <a:gd name="connsiteY50" fmla="*/ 204320 h 585693"/>
                  <a:gd name="connsiteX51" fmla="*/ 68304 w 608814"/>
                  <a:gd name="connsiteY51" fmla="*/ 276122 h 585693"/>
                  <a:gd name="connsiteX52" fmla="*/ 140191 w 608814"/>
                  <a:gd name="connsiteY52" fmla="*/ 348016 h 585693"/>
                  <a:gd name="connsiteX53" fmla="*/ 148486 w 608814"/>
                  <a:gd name="connsiteY53" fmla="*/ 347095 h 585693"/>
                  <a:gd name="connsiteX54" fmla="*/ 140099 w 608814"/>
                  <a:gd name="connsiteY54" fmla="*/ 376000 h 585693"/>
                  <a:gd name="connsiteX55" fmla="*/ 140099 w 608814"/>
                  <a:gd name="connsiteY55" fmla="*/ 420922 h 585693"/>
                  <a:gd name="connsiteX56" fmla="*/ 116229 w 608814"/>
                  <a:gd name="connsiteY56" fmla="*/ 420922 h 585693"/>
                  <a:gd name="connsiteX57" fmla="*/ 96413 w 608814"/>
                  <a:gd name="connsiteY57" fmla="*/ 401131 h 585693"/>
                  <a:gd name="connsiteX58" fmla="*/ 96413 w 608814"/>
                  <a:gd name="connsiteY58" fmla="*/ 380787 h 585693"/>
                  <a:gd name="connsiteX59" fmla="*/ 71806 w 608814"/>
                  <a:gd name="connsiteY59" fmla="*/ 366150 h 585693"/>
                  <a:gd name="connsiteX60" fmla="*/ 53742 w 608814"/>
                  <a:gd name="connsiteY60" fmla="*/ 376552 h 585693"/>
                  <a:gd name="connsiteX61" fmla="*/ 38719 w 608814"/>
                  <a:gd name="connsiteY61" fmla="*/ 378577 h 585693"/>
                  <a:gd name="connsiteX62" fmla="*/ 26738 w 608814"/>
                  <a:gd name="connsiteY62" fmla="*/ 369372 h 585693"/>
                  <a:gd name="connsiteX63" fmla="*/ 2683 w 608814"/>
                  <a:gd name="connsiteY63" fmla="*/ 327764 h 585693"/>
                  <a:gd name="connsiteX64" fmla="*/ 9872 w 608814"/>
                  <a:gd name="connsiteY64" fmla="*/ 300700 h 585693"/>
                  <a:gd name="connsiteX65" fmla="*/ 28120 w 608814"/>
                  <a:gd name="connsiteY65" fmla="*/ 290206 h 585693"/>
                  <a:gd name="connsiteX66" fmla="*/ 26645 w 608814"/>
                  <a:gd name="connsiteY66" fmla="*/ 276122 h 585693"/>
                  <a:gd name="connsiteX67" fmla="*/ 28120 w 608814"/>
                  <a:gd name="connsiteY67" fmla="*/ 262038 h 585693"/>
                  <a:gd name="connsiteX68" fmla="*/ 9872 w 608814"/>
                  <a:gd name="connsiteY68" fmla="*/ 251544 h 585693"/>
                  <a:gd name="connsiteX69" fmla="*/ 2683 w 608814"/>
                  <a:gd name="connsiteY69" fmla="*/ 224572 h 585693"/>
                  <a:gd name="connsiteX70" fmla="*/ 26738 w 608814"/>
                  <a:gd name="connsiteY70" fmla="*/ 182964 h 585693"/>
                  <a:gd name="connsiteX71" fmla="*/ 38719 w 608814"/>
                  <a:gd name="connsiteY71" fmla="*/ 173759 h 585693"/>
                  <a:gd name="connsiteX72" fmla="*/ 53742 w 608814"/>
                  <a:gd name="connsiteY72" fmla="*/ 175692 h 585693"/>
                  <a:gd name="connsiteX73" fmla="*/ 71806 w 608814"/>
                  <a:gd name="connsiteY73" fmla="*/ 186094 h 585693"/>
                  <a:gd name="connsiteX74" fmla="*/ 96413 w 608814"/>
                  <a:gd name="connsiteY74" fmla="*/ 171457 h 585693"/>
                  <a:gd name="connsiteX75" fmla="*/ 96413 w 608814"/>
                  <a:gd name="connsiteY75" fmla="*/ 151113 h 585693"/>
                  <a:gd name="connsiteX76" fmla="*/ 116229 w 608814"/>
                  <a:gd name="connsiteY76" fmla="*/ 131322 h 585693"/>
                  <a:gd name="connsiteX77" fmla="*/ 445756 w 608814"/>
                  <a:gd name="connsiteY77" fmla="*/ 83476 h 585693"/>
                  <a:gd name="connsiteX78" fmla="*/ 414140 w 608814"/>
                  <a:gd name="connsiteY78" fmla="*/ 115044 h 585693"/>
                  <a:gd name="connsiteX79" fmla="*/ 445756 w 608814"/>
                  <a:gd name="connsiteY79" fmla="*/ 146520 h 585693"/>
                  <a:gd name="connsiteX80" fmla="*/ 477371 w 608814"/>
                  <a:gd name="connsiteY80" fmla="*/ 115044 h 585693"/>
                  <a:gd name="connsiteX81" fmla="*/ 445756 w 608814"/>
                  <a:gd name="connsiteY81" fmla="*/ 83476 h 585693"/>
                  <a:gd name="connsiteX82" fmla="*/ 426676 w 608814"/>
                  <a:gd name="connsiteY82" fmla="*/ 0 h 585693"/>
                  <a:gd name="connsiteX83" fmla="*/ 464835 w 608814"/>
                  <a:gd name="connsiteY83" fmla="*/ 0 h 585693"/>
                  <a:gd name="connsiteX84" fmla="*/ 480597 w 608814"/>
                  <a:gd name="connsiteY84" fmla="*/ 15738 h 585693"/>
                  <a:gd name="connsiteX85" fmla="*/ 480597 w 608814"/>
                  <a:gd name="connsiteY85" fmla="*/ 31936 h 585693"/>
                  <a:gd name="connsiteX86" fmla="*/ 500138 w 608814"/>
                  <a:gd name="connsiteY86" fmla="*/ 43533 h 585693"/>
                  <a:gd name="connsiteX87" fmla="*/ 514425 w 608814"/>
                  <a:gd name="connsiteY87" fmla="*/ 35249 h 585693"/>
                  <a:gd name="connsiteX88" fmla="*/ 535901 w 608814"/>
                  <a:gd name="connsiteY88" fmla="*/ 40956 h 585693"/>
                  <a:gd name="connsiteX89" fmla="*/ 554981 w 608814"/>
                  <a:gd name="connsiteY89" fmla="*/ 73996 h 585693"/>
                  <a:gd name="connsiteX90" fmla="*/ 556640 w 608814"/>
                  <a:gd name="connsiteY90" fmla="*/ 85961 h 585693"/>
                  <a:gd name="connsiteX91" fmla="*/ 549266 w 608814"/>
                  <a:gd name="connsiteY91" fmla="*/ 95440 h 585693"/>
                  <a:gd name="connsiteX92" fmla="*/ 534887 w 608814"/>
                  <a:gd name="connsiteY92" fmla="*/ 103815 h 585693"/>
                  <a:gd name="connsiteX93" fmla="*/ 535993 w 608814"/>
                  <a:gd name="connsiteY93" fmla="*/ 115044 h 585693"/>
                  <a:gd name="connsiteX94" fmla="*/ 535717 w 608814"/>
                  <a:gd name="connsiteY94" fmla="*/ 117621 h 585693"/>
                  <a:gd name="connsiteX95" fmla="*/ 521153 w 608814"/>
                  <a:gd name="connsiteY95" fmla="*/ 117621 h 585693"/>
                  <a:gd name="connsiteX96" fmla="*/ 466126 w 608814"/>
                  <a:gd name="connsiteY96" fmla="*/ 172565 h 585693"/>
                  <a:gd name="connsiteX97" fmla="*/ 466126 w 608814"/>
                  <a:gd name="connsiteY97" fmla="*/ 229719 h 585693"/>
                  <a:gd name="connsiteX98" fmla="*/ 466126 w 608814"/>
                  <a:gd name="connsiteY98" fmla="*/ 242604 h 585693"/>
                  <a:gd name="connsiteX99" fmla="*/ 453590 w 608814"/>
                  <a:gd name="connsiteY99" fmla="*/ 229995 h 585693"/>
                  <a:gd name="connsiteX100" fmla="*/ 421330 w 608814"/>
                  <a:gd name="connsiteY100" fmla="*/ 219319 h 585693"/>
                  <a:gd name="connsiteX101" fmla="*/ 411928 w 608814"/>
                  <a:gd name="connsiteY101" fmla="*/ 219319 h 585693"/>
                  <a:gd name="connsiteX102" fmla="*/ 410914 w 608814"/>
                  <a:gd name="connsiteY102" fmla="*/ 214257 h 585693"/>
                  <a:gd name="connsiteX103" fmla="*/ 410914 w 608814"/>
                  <a:gd name="connsiteY103" fmla="*/ 198059 h 585693"/>
                  <a:gd name="connsiteX104" fmla="*/ 391373 w 608814"/>
                  <a:gd name="connsiteY104" fmla="*/ 186463 h 585693"/>
                  <a:gd name="connsiteX105" fmla="*/ 377086 w 608814"/>
                  <a:gd name="connsiteY105" fmla="*/ 194746 h 585693"/>
                  <a:gd name="connsiteX106" fmla="*/ 365104 w 608814"/>
                  <a:gd name="connsiteY106" fmla="*/ 196310 h 585693"/>
                  <a:gd name="connsiteX107" fmla="*/ 355610 w 608814"/>
                  <a:gd name="connsiteY107" fmla="*/ 189040 h 585693"/>
                  <a:gd name="connsiteX108" fmla="*/ 336530 w 608814"/>
                  <a:gd name="connsiteY108" fmla="*/ 155999 h 585693"/>
                  <a:gd name="connsiteX109" fmla="*/ 342245 w 608814"/>
                  <a:gd name="connsiteY109" fmla="*/ 134463 h 585693"/>
                  <a:gd name="connsiteX110" fmla="*/ 356716 w 608814"/>
                  <a:gd name="connsiteY110" fmla="*/ 126180 h 585693"/>
                  <a:gd name="connsiteX111" fmla="*/ 355518 w 608814"/>
                  <a:gd name="connsiteY111" fmla="*/ 115044 h 585693"/>
                  <a:gd name="connsiteX112" fmla="*/ 356716 w 608814"/>
                  <a:gd name="connsiteY112" fmla="*/ 103815 h 585693"/>
                  <a:gd name="connsiteX113" fmla="*/ 342245 w 608814"/>
                  <a:gd name="connsiteY113" fmla="*/ 95440 h 585693"/>
                  <a:gd name="connsiteX114" fmla="*/ 336530 w 608814"/>
                  <a:gd name="connsiteY114" fmla="*/ 73996 h 585693"/>
                  <a:gd name="connsiteX115" fmla="*/ 355610 w 608814"/>
                  <a:gd name="connsiteY115" fmla="*/ 40956 h 585693"/>
                  <a:gd name="connsiteX116" fmla="*/ 365104 w 608814"/>
                  <a:gd name="connsiteY116" fmla="*/ 33685 h 585693"/>
                  <a:gd name="connsiteX117" fmla="*/ 377086 w 608814"/>
                  <a:gd name="connsiteY117" fmla="*/ 35249 h 585693"/>
                  <a:gd name="connsiteX118" fmla="*/ 391373 w 608814"/>
                  <a:gd name="connsiteY118" fmla="*/ 43533 h 585693"/>
                  <a:gd name="connsiteX119" fmla="*/ 410914 w 608814"/>
                  <a:gd name="connsiteY119" fmla="*/ 31936 h 585693"/>
                  <a:gd name="connsiteX120" fmla="*/ 410914 w 608814"/>
                  <a:gd name="connsiteY120" fmla="*/ 15738 h 585693"/>
                  <a:gd name="connsiteX121" fmla="*/ 426676 w 608814"/>
                  <a:gd name="connsiteY121" fmla="*/ 0 h 585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</a:cxnLst>
                <a:rect l="l" t="t" r="r" b="b"/>
                <a:pathLst>
                  <a:path w="608814" h="585693">
                    <a:moveTo>
                      <a:pt x="195114" y="351627"/>
                    </a:moveTo>
                    <a:lnTo>
                      <a:pt x="258290" y="351627"/>
                    </a:lnTo>
                    <a:cubicBezTo>
                      <a:pt x="271848" y="351627"/>
                      <a:pt x="282731" y="362580"/>
                      <a:pt x="282731" y="376018"/>
                    </a:cubicBezTo>
                    <a:lnTo>
                      <a:pt x="282731" y="561210"/>
                    </a:lnTo>
                    <a:cubicBezTo>
                      <a:pt x="282731" y="574740"/>
                      <a:pt x="271848" y="585693"/>
                      <a:pt x="258290" y="585693"/>
                    </a:cubicBezTo>
                    <a:lnTo>
                      <a:pt x="195114" y="585693"/>
                    </a:lnTo>
                    <a:cubicBezTo>
                      <a:pt x="181556" y="585693"/>
                      <a:pt x="170673" y="574740"/>
                      <a:pt x="170673" y="561210"/>
                    </a:cubicBezTo>
                    <a:lnTo>
                      <a:pt x="170673" y="376018"/>
                    </a:lnTo>
                    <a:cubicBezTo>
                      <a:pt x="170673" y="362580"/>
                      <a:pt x="181556" y="351627"/>
                      <a:pt x="195114" y="351627"/>
                    </a:cubicBezTo>
                    <a:close/>
                    <a:moveTo>
                      <a:pt x="358100" y="249872"/>
                    </a:moveTo>
                    <a:lnTo>
                      <a:pt x="421316" y="249872"/>
                    </a:lnTo>
                    <a:cubicBezTo>
                      <a:pt x="434771" y="249872"/>
                      <a:pt x="445737" y="260735"/>
                      <a:pt x="445737" y="274267"/>
                    </a:cubicBezTo>
                    <a:lnTo>
                      <a:pt x="445737" y="561206"/>
                    </a:lnTo>
                    <a:cubicBezTo>
                      <a:pt x="445737" y="574738"/>
                      <a:pt x="434771" y="585693"/>
                      <a:pt x="421316" y="585693"/>
                    </a:cubicBezTo>
                    <a:lnTo>
                      <a:pt x="358100" y="585693"/>
                    </a:lnTo>
                    <a:cubicBezTo>
                      <a:pt x="344645" y="585693"/>
                      <a:pt x="333679" y="574738"/>
                      <a:pt x="333679" y="561206"/>
                    </a:cubicBezTo>
                    <a:lnTo>
                      <a:pt x="333679" y="274267"/>
                    </a:lnTo>
                    <a:cubicBezTo>
                      <a:pt x="333679" y="260735"/>
                      <a:pt x="344645" y="249872"/>
                      <a:pt x="358100" y="249872"/>
                    </a:cubicBezTo>
                    <a:close/>
                    <a:moveTo>
                      <a:pt x="140260" y="224680"/>
                    </a:moveTo>
                    <a:cubicBezTo>
                      <a:pt x="168749" y="224680"/>
                      <a:pt x="191844" y="247711"/>
                      <a:pt x="191844" y="276122"/>
                    </a:cubicBezTo>
                    <a:cubicBezTo>
                      <a:pt x="191844" y="304533"/>
                      <a:pt x="168749" y="327564"/>
                      <a:pt x="140260" y="327564"/>
                    </a:cubicBezTo>
                    <a:cubicBezTo>
                      <a:pt x="111771" y="327564"/>
                      <a:pt x="88676" y="304533"/>
                      <a:pt x="88676" y="276122"/>
                    </a:cubicBezTo>
                    <a:cubicBezTo>
                      <a:pt x="88676" y="247711"/>
                      <a:pt x="111771" y="224680"/>
                      <a:pt x="140260" y="224680"/>
                    </a:cubicBezTo>
                    <a:close/>
                    <a:moveTo>
                      <a:pt x="521177" y="148117"/>
                    </a:moveTo>
                    <a:lnTo>
                      <a:pt x="584301" y="148117"/>
                    </a:lnTo>
                    <a:cubicBezTo>
                      <a:pt x="597848" y="148117"/>
                      <a:pt x="608814" y="159070"/>
                      <a:pt x="608814" y="172601"/>
                    </a:cubicBezTo>
                    <a:lnTo>
                      <a:pt x="608814" y="561209"/>
                    </a:lnTo>
                    <a:cubicBezTo>
                      <a:pt x="608814" y="574740"/>
                      <a:pt x="597848" y="585693"/>
                      <a:pt x="584301" y="585693"/>
                    </a:cubicBezTo>
                    <a:lnTo>
                      <a:pt x="521177" y="585693"/>
                    </a:lnTo>
                    <a:cubicBezTo>
                      <a:pt x="507722" y="585693"/>
                      <a:pt x="496756" y="574740"/>
                      <a:pt x="496756" y="561209"/>
                    </a:cubicBezTo>
                    <a:lnTo>
                      <a:pt x="496756" y="172601"/>
                    </a:lnTo>
                    <a:cubicBezTo>
                      <a:pt x="496756" y="159070"/>
                      <a:pt x="507722" y="148117"/>
                      <a:pt x="521177" y="148117"/>
                    </a:cubicBezTo>
                    <a:close/>
                    <a:moveTo>
                      <a:pt x="116229" y="131322"/>
                    </a:moveTo>
                    <a:lnTo>
                      <a:pt x="164246" y="131322"/>
                    </a:lnTo>
                    <a:cubicBezTo>
                      <a:pt x="175214" y="131322"/>
                      <a:pt x="184061" y="140159"/>
                      <a:pt x="184061" y="151113"/>
                    </a:cubicBezTo>
                    <a:lnTo>
                      <a:pt x="184061" y="171457"/>
                    </a:lnTo>
                    <a:cubicBezTo>
                      <a:pt x="193001" y="175231"/>
                      <a:pt x="201019" y="180386"/>
                      <a:pt x="208669" y="186094"/>
                    </a:cubicBezTo>
                    <a:lnTo>
                      <a:pt x="226641" y="175692"/>
                    </a:lnTo>
                    <a:cubicBezTo>
                      <a:pt x="236134" y="170261"/>
                      <a:pt x="248300" y="173482"/>
                      <a:pt x="253737" y="182964"/>
                    </a:cubicBezTo>
                    <a:lnTo>
                      <a:pt x="277792" y="224572"/>
                    </a:lnTo>
                    <a:cubicBezTo>
                      <a:pt x="280465" y="229083"/>
                      <a:pt x="281110" y="234514"/>
                      <a:pt x="279727" y="239577"/>
                    </a:cubicBezTo>
                    <a:cubicBezTo>
                      <a:pt x="278437" y="244640"/>
                      <a:pt x="275119" y="248966"/>
                      <a:pt x="270511" y="251544"/>
                    </a:cubicBezTo>
                    <a:lnTo>
                      <a:pt x="252355" y="262038"/>
                    </a:lnTo>
                    <a:cubicBezTo>
                      <a:pt x="253000" y="266733"/>
                      <a:pt x="253829" y="271335"/>
                      <a:pt x="253829" y="276122"/>
                    </a:cubicBezTo>
                    <a:cubicBezTo>
                      <a:pt x="253829" y="281001"/>
                      <a:pt x="253000" y="285604"/>
                      <a:pt x="252355" y="290206"/>
                    </a:cubicBezTo>
                    <a:lnTo>
                      <a:pt x="270511" y="300700"/>
                    </a:lnTo>
                    <a:cubicBezTo>
                      <a:pt x="279174" y="305671"/>
                      <a:pt x="282308" y="316165"/>
                      <a:pt x="278714" y="325094"/>
                    </a:cubicBezTo>
                    <a:cubicBezTo>
                      <a:pt x="272354" y="322609"/>
                      <a:pt x="265442" y="321136"/>
                      <a:pt x="258253" y="321136"/>
                    </a:cubicBezTo>
                    <a:lnTo>
                      <a:pt x="195858" y="321136"/>
                    </a:lnTo>
                    <a:cubicBezTo>
                      <a:pt x="205904" y="308709"/>
                      <a:pt x="212171" y="293244"/>
                      <a:pt x="212171" y="276122"/>
                    </a:cubicBezTo>
                    <a:cubicBezTo>
                      <a:pt x="212171" y="236539"/>
                      <a:pt x="179914" y="204320"/>
                      <a:pt x="140191" y="204320"/>
                    </a:cubicBezTo>
                    <a:cubicBezTo>
                      <a:pt x="100561" y="204320"/>
                      <a:pt x="68304" y="236539"/>
                      <a:pt x="68304" y="276122"/>
                    </a:cubicBezTo>
                    <a:cubicBezTo>
                      <a:pt x="68304" y="315797"/>
                      <a:pt x="100561" y="348016"/>
                      <a:pt x="140191" y="348016"/>
                    </a:cubicBezTo>
                    <a:cubicBezTo>
                      <a:pt x="143048" y="348016"/>
                      <a:pt x="145721" y="347463"/>
                      <a:pt x="148486" y="347095"/>
                    </a:cubicBezTo>
                    <a:cubicBezTo>
                      <a:pt x="143233" y="355564"/>
                      <a:pt x="140099" y="365414"/>
                      <a:pt x="140099" y="376000"/>
                    </a:cubicBezTo>
                    <a:lnTo>
                      <a:pt x="140099" y="420922"/>
                    </a:lnTo>
                    <a:lnTo>
                      <a:pt x="116229" y="420922"/>
                    </a:lnTo>
                    <a:cubicBezTo>
                      <a:pt x="105261" y="420922"/>
                      <a:pt x="96413" y="412085"/>
                      <a:pt x="96413" y="401131"/>
                    </a:cubicBezTo>
                    <a:lnTo>
                      <a:pt x="96413" y="380787"/>
                    </a:lnTo>
                    <a:cubicBezTo>
                      <a:pt x="87474" y="377013"/>
                      <a:pt x="79455" y="371950"/>
                      <a:pt x="71806" y="366150"/>
                    </a:cubicBezTo>
                    <a:lnTo>
                      <a:pt x="53742" y="376552"/>
                    </a:lnTo>
                    <a:cubicBezTo>
                      <a:pt x="49226" y="379222"/>
                      <a:pt x="43788" y="379866"/>
                      <a:pt x="38719" y="378577"/>
                    </a:cubicBezTo>
                    <a:cubicBezTo>
                      <a:pt x="33650" y="377197"/>
                      <a:pt x="29318" y="373883"/>
                      <a:pt x="26738" y="369372"/>
                    </a:cubicBezTo>
                    <a:lnTo>
                      <a:pt x="2683" y="327764"/>
                    </a:lnTo>
                    <a:cubicBezTo>
                      <a:pt x="-2847" y="318282"/>
                      <a:pt x="471" y="306131"/>
                      <a:pt x="9872" y="300700"/>
                    </a:cubicBezTo>
                    <a:lnTo>
                      <a:pt x="28120" y="290206"/>
                    </a:lnTo>
                    <a:cubicBezTo>
                      <a:pt x="27475" y="285604"/>
                      <a:pt x="26645" y="281001"/>
                      <a:pt x="26645" y="276122"/>
                    </a:cubicBezTo>
                    <a:cubicBezTo>
                      <a:pt x="26645" y="271335"/>
                      <a:pt x="27475" y="266733"/>
                      <a:pt x="28120" y="262038"/>
                    </a:cubicBezTo>
                    <a:lnTo>
                      <a:pt x="9872" y="251544"/>
                    </a:lnTo>
                    <a:cubicBezTo>
                      <a:pt x="471" y="246113"/>
                      <a:pt x="-2847" y="233962"/>
                      <a:pt x="2683" y="224572"/>
                    </a:cubicBezTo>
                    <a:lnTo>
                      <a:pt x="26738" y="182964"/>
                    </a:lnTo>
                    <a:cubicBezTo>
                      <a:pt x="29318" y="178361"/>
                      <a:pt x="33650" y="175139"/>
                      <a:pt x="38719" y="173759"/>
                    </a:cubicBezTo>
                    <a:cubicBezTo>
                      <a:pt x="43788" y="172378"/>
                      <a:pt x="49226" y="173114"/>
                      <a:pt x="53742" y="175692"/>
                    </a:cubicBezTo>
                    <a:lnTo>
                      <a:pt x="71806" y="186094"/>
                    </a:lnTo>
                    <a:cubicBezTo>
                      <a:pt x="79455" y="180386"/>
                      <a:pt x="87474" y="175231"/>
                      <a:pt x="96413" y="171457"/>
                    </a:cubicBezTo>
                    <a:lnTo>
                      <a:pt x="96413" y="151113"/>
                    </a:lnTo>
                    <a:cubicBezTo>
                      <a:pt x="96413" y="140159"/>
                      <a:pt x="105261" y="131322"/>
                      <a:pt x="116229" y="131322"/>
                    </a:cubicBezTo>
                    <a:close/>
                    <a:moveTo>
                      <a:pt x="445756" y="83476"/>
                    </a:moveTo>
                    <a:cubicBezTo>
                      <a:pt x="428335" y="83476"/>
                      <a:pt x="414140" y="97557"/>
                      <a:pt x="414140" y="115044"/>
                    </a:cubicBezTo>
                    <a:cubicBezTo>
                      <a:pt x="414140" y="132438"/>
                      <a:pt x="428335" y="146520"/>
                      <a:pt x="445756" y="146520"/>
                    </a:cubicBezTo>
                    <a:cubicBezTo>
                      <a:pt x="463176" y="146520"/>
                      <a:pt x="477371" y="132438"/>
                      <a:pt x="477371" y="115044"/>
                    </a:cubicBezTo>
                    <a:cubicBezTo>
                      <a:pt x="477371" y="97557"/>
                      <a:pt x="463176" y="83476"/>
                      <a:pt x="445756" y="83476"/>
                    </a:cubicBezTo>
                    <a:close/>
                    <a:moveTo>
                      <a:pt x="426676" y="0"/>
                    </a:moveTo>
                    <a:lnTo>
                      <a:pt x="464835" y="0"/>
                    </a:lnTo>
                    <a:cubicBezTo>
                      <a:pt x="473500" y="0"/>
                      <a:pt x="480597" y="7087"/>
                      <a:pt x="480597" y="15738"/>
                    </a:cubicBezTo>
                    <a:lnTo>
                      <a:pt x="480597" y="31936"/>
                    </a:lnTo>
                    <a:cubicBezTo>
                      <a:pt x="487694" y="34881"/>
                      <a:pt x="494054" y="38931"/>
                      <a:pt x="500138" y="43533"/>
                    </a:cubicBezTo>
                    <a:lnTo>
                      <a:pt x="514425" y="35249"/>
                    </a:lnTo>
                    <a:cubicBezTo>
                      <a:pt x="521983" y="30924"/>
                      <a:pt x="531569" y="33501"/>
                      <a:pt x="535901" y="40956"/>
                    </a:cubicBezTo>
                    <a:lnTo>
                      <a:pt x="554981" y="73996"/>
                    </a:lnTo>
                    <a:cubicBezTo>
                      <a:pt x="557101" y="77585"/>
                      <a:pt x="557654" y="81911"/>
                      <a:pt x="556640" y="85961"/>
                    </a:cubicBezTo>
                    <a:cubicBezTo>
                      <a:pt x="555534" y="89918"/>
                      <a:pt x="552861" y="93415"/>
                      <a:pt x="549266" y="95440"/>
                    </a:cubicBezTo>
                    <a:lnTo>
                      <a:pt x="534887" y="103815"/>
                    </a:lnTo>
                    <a:cubicBezTo>
                      <a:pt x="535348" y="107497"/>
                      <a:pt x="535993" y="111178"/>
                      <a:pt x="535993" y="115044"/>
                    </a:cubicBezTo>
                    <a:cubicBezTo>
                      <a:pt x="535993" y="115872"/>
                      <a:pt x="535809" y="116700"/>
                      <a:pt x="535717" y="117621"/>
                    </a:cubicBezTo>
                    <a:lnTo>
                      <a:pt x="521153" y="117621"/>
                    </a:lnTo>
                    <a:cubicBezTo>
                      <a:pt x="490828" y="117621"/>
                      <a:pt x="466126" y="142286"/>
                      <a:pt x="466126" y="172565"/>
                    </a:cubicBezTo>
                    <a:lnTo>
                      <a:pt x="466126" y="229719"/>
                    </a:lnTo>
                    <a:lnTo>
                      <a:pt x="466126" y="242604"/>
                    </a:lnTo>
                    <a:cubicBezTo>
                      <a:pt x="462715" y="237726"/>
                      <a:pt x="458383" y="233493"/>
                      <a:pt x="453590" y="229995"/>
                    </a:cubicBezTo>
                    <a:cubicBezTo>
                      <a:pt x="444465" y="223369"/>
                      <a:pt x="433404" y="219319"/>
                      <a:pt x="421330" y="219319"/>
                    </a:cubicBezTo>
                    <a:lnTo>
                      <a:pt x="411928" y="219319"/>
                    </a:lnTo>
                    <a:cubicBezTo>
                      <a:pt x="411375" y="217755"/>
                      <a:pt x="410914" y="216098"/>
                      <a:pt x="410914" y="214257"/>
                    </a:cubicBezTo>
                    <a:lnTo>
                      <a:pt x="410914" y="198059"/>
                    </a:lnTo>
                    <a:cubicBezTo>
                      <a:pt x="403817" y="195114"/>
                      <a:pt x="397457" y="191064"/>
                      <a:pt x="391373" y="186463"/>
                    </a:cubicBezTo>
                    <a:lnTo>
                      <a:pt x="377086" y="194746"/>
                    </a:lnTo>
                    <a:cubicBezTo>
                      <a:pt x="373492" y="196863"/>
                      <a:pt x="369160" y="197415"/>
                      <a:pt x="365104" y="196310"/>
                    </a:cubicBezTo>
                    <a:cubicBezTo>
                      <a:pt x="361140" y="195206"/>
                      <a:pt x="357638" y="192629"/>
                      <a:pt x="355610" y="189040"/>
                    </a:cubicBezTo>
                    <a:lnTo>
                      <a:pt x="336530" y="155999"/>
                    </a:lnTo>
                    <a:cubicBezTo>
                      <a:pt x="332198" y="148452"/>
                      <a:pt x="334687" y="138881"/>
                      <a:pt x="342245" y="134463"/>
                    </a:cubicBezTo>
                    <a:lnTo>
                      <a:pt x="356716" y="126180"/>
                    </a:lnTo>
                    <a:cubicBezTo>
                      <a:pt x="356163" y="122498"/>
                      <a:pt x="355518" y="118817"/>
                      <a:pt x="355518" y="115044"/>
                    </a:cubicBezTo>
                    <a:cubicBezTo>
                      <a:pt x="355518" y="111178"/>
                      <a:pt x="356163" y="107497"/>
                      <a:pt x="356716" y="103815"/>
                    </a:cubicBezTo>
                    <a:lnTo>
                      <a:pt x="342245" y="95440"/>
                    </a:lnTo>
                    <a:cubicBezTo>
                      <a:pt x="334687" y="91115"/>
                      <a:pt x="332198" y="81543"/>
                      <a:pt x="336530" y="73996"/>
                    </a:cubicBezTo>
                    <a:lnTo>
                      <a:pt x="355610" y="40956"/>
                    </a:lnTo>
                    <a:cubicBezTo>
                      <a:pt x="357638" y="37366"/>
                      <a:pt x="361140" y="34789"/>
                      <a:pt x="365104" y="33685"/>
                    </a:cubicBezTo>
                    <a:cubicBezTo>
                      <a:pt x="369160" y="32580"/>
                      <a:pt x="373492" y="33133"/>
                      <a:pt x="377086" y="35249"/>
                    </a:cubicBezTo>
                    <a:lnTo>
                      <a:pt x="391373" y="43533"/>
                    </a:lnTo>
                    <a:cubicBezTo>
                      <a:pt x="397457" y="38931"/>
                      <a:pt x="403817" y="34881"/>
                      <a:pt x="410914" y="31936"/>
                    </a:cubicBezTo>
                    <a:lnTo>
                      <a:pt x="410914" y="15738"/>
                    </a:lnTo>
                    <a:cubicBezTo>
                      <a:pt x="410914" y="7087"/>
                      <a:pt x="418011" y="0"/>
                      <a:pt x="42667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 anchor="ctr">
                <a:noAutofit/>
              </a:bodyPr>
              <a:lstStyle>
                <a:defPPr>
                  <a:defRPr lang="en-US"/>
                </a:defPPr>
                <a:lvl1pPr marL="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6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2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8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4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80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6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2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8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</p:grpSp>
        <p:sp>
          <p:nvSpPr>
            <p:cNvPr id="23" name="iṧḷíde"/>
            <p:cNvSpPr txBox="1"/>
            <p:nvPr/>
          </p:nvSpPr>
          <p:spPr>
            <a:xfrm>
              <a:off x="7097950" y="1201788"/>
              <a:ext cx="472878" cy="452191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prstTxWarp prst="textPlain">
                <a:avLst/>
              </a:prstTxWarp>
              <a:noAutofit/>
            </a:bodyPr>
            <a:lstStyle/>
            <a:p>
              <a:r>
                <a:rPr lang="en-US" sz="4800" dirty="0">
                  <a:solidFill>
                    <a:schemeClr val="tx2">
                      <a:lumMod val="20000"/>
                      <a:lumOff val="80000"/>
                    </a:schemeClr>
                  </a:solidFill>
                </a:rPr>
                <a:t>“</a:t>
              </a:r>
              <a:endParaRPr lang="en-US" sz="4800" dirty="0">
                <a:solidFill>
                  <a:schemeClr val="tx2">
                    <a:lumMod val="20000"/>
                    <a:lumOff val="80000"/>
                  </a:schemeClr>
                </a:solidFill>
              </a:endParaRPr>
            </a:p>
          </p:txBody>
        </p:sp>
        <p:grpSp>
          <p:nvGrpSpPr>
            <p:cNvPr id="24" name="îşḻîďe"/>
            <p:cNvGrpSpPr/>
            <p:nvPr/>
          </p:nvGrpSpPr>
          <p:grpSpPr>
            <a:xfrm>
              <a:off x="3633720" y="2896706"/>
              <a:ext cx="690996" cy="690994"/>
              <a:chOff x="3821529" y="2993131"/>
              <a:chExt cx="498143" cy="498143"/>
            </a:xfrm>
          </p:grpSpPr>
          <p:sp>
            <p:nvSpPr>
              <p:cNvPr id="34" name="íŝ1îḍè"/>
              <p:cNvSpPr/>
              <p:nvPr/>
            </p:nvSpPr>
            <p:spPr>
              <a:xfrm>
                <a:off x="3821529" y="2993131"/>
                <a:ext cx="498143" cy="498143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91440" tIns="45720" rIns="91440" bIns="45720" anchor="ctr">
                <a:noAutofit/>
              </a:bodyPr>
              <a:lstStyle/>
              <a:p>
                <a:pPr algn="ctr" defTabSz="914400"/>
                <a:endParaRPr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35" name="îşľîďê"/>
              <p:cNvSpPr/>
              <p:nvPr/>
            </p:nvSpPr>
            <p:spPr bwMode="auto">
              <a:xfrm>
                <a:off x="3924444" y="3101597"/>
                <a:ext cx="292313" cy="281211"/>
              </a:xfrm>
              <a:custGeom>
                <a:avLst/>
                <a:gdLst>
                  <a:gd name="connsiteX0" fmla="*/ 195114 w 608814"/>
                  <a:gd name="connsiteY0" fmla="*/ 351627 h 585693"/>
                  <a:gd name="connsiteX1" fmla="*/ 258290 w 608814"/>
                  <a:gd name="connsiteY1" fmla="*/ 351627 h 585693"/>
                  <a:gd name="connsiteX2" fmla="*/ 282731 w 608814"/>
                  <a:gd name="connsiteY2" fmla="*/ 376018 h 585693"/>
                  <a:gd name="connsiteX3" fmla="*/ 282731 w 608814"/>
                  <a:gd name="connsiteY3" fmla="*/ 561210 h 585693"/>
                  <a:gd name="connsiteX4" fmla="*/ 258290 w 608814"/>
                  <a:gd name="connsiteY4" fmla="*/ 585693 h 585693"/>
                  <a:gd name="connsiteX5" fmla="*/ 195114 w 608814"/>
                  <a:gd name="connsiteY5" fmla="*/ 585693 h 585693"/>
                  <a:gd name="connsiteX6" fmla="*/ 170673 w 608814"/>
                  <a:gd name="connsiteY6" fmla="*/ 561210 h 585693"/>
                  <a:gd name="connsiteX7" fmla="*/ 170673 w 608814"/>
                  <a:gd name="connsiteY7" fmla="*/ 376018 h 585693"/>
                  <a:gd name="connsiteX8" fmla="*/ 195114 w 608814"/>
                  <a:gd name="connsiteY8" fmla="*/ 351627 h 585693"/>
                  <a:gd name="connsiteX9" fmla="*/ 358100 w 608814"/>
                  <a:gd name="connsiteY9" fmla="*/ 249872 h 585693"/>
                  <a:gd name="connsiteX10" fmla="*/ 421316 w 608814"/>
                  <a:gd name="connsiteY10" fmla="*/ 249872 h 585693"/>
                  <a:gd name="connsiteX11" fmla="*/ 445737 w 608814"/>
                  <a:gd name="connsiteY11" fmla="*/ 274267 h 585693"/>
                  <a:gd name="connsiteX12" fmla="*/ 445737 w 608814"/>
                  <a:gd name="connsiteY12" fmla="*/ 561206 h 585693"/>
                  <a:gd name="connsiteX13" fmla="*/ 421316 w 608814"/>
                  <a:gd name="connsiteY13" fmla="*/ 585693 h 585693"/>
                  <a:gd name="connsiteX14" fmla="*/ 358100 w 608814"/>
                  <a:gd name="connsiteY14" fmla="*/ 585693 h 585693"/>
                  <a:gd name="connsiteX15" fmla="*/ 333679 w 608814"/>
                  <a:gd name="connsiteY15" fmla="*/ 561206 h 585693"/>
                  <a:gd name="connsiteX16" fmla="*/ 333679 w 608814"/>
                  <a:gd name="connsiteY16" fmla="*/ 274267 h 585693"/>
                  <a:gd name="connsiteX17" fmla="*/ 358100 w 608814"/>
                  <a:gd name="connsiteY17" fmla="*/ 249872 h 585693"/>
                  <a:gd name="connsiteX18" fmla="*/ 140260 w 608814"/>
                  <a:gd name="connsiteY18" fmla="*/ 224680 h 585693"/>
                  <a:gd name="connsiteX19" fmla="*/ 191844 w 608814"/>
                  <a:gd name="connsiteY19" fmla="*/ 276122 h 585693"/>
                  <a:gd name="connsiteX20" fmla="*/ 140260 w 608814"/>
                  <a:gd name="connsiteY20" fmla="*/ 327564 h 585693"/>
                  <a:gd name="connsiteX21" fmla="*/ 88676 w 608814"/>
                  <a:gd name="connsiteY21" fmla="*/ 276122 h 585693"/>
                  <a:gd name="connsiteX22" fmla="*/ 140260 w 608814"/>
                  <a:gd name="connsiteY22" fmla="*/ 224680 h 585693"/>
                  <a:gd name="connsiteX23" fmla="*/ 521177 w 608814"/>
                  <a:gd name="connsiteY23" fmla="*/ 148117 h 585693"/>
                  <a:gd name="connsiteX24" fmla="*/ 584301 w 608814"/>
                  <a:gd name="connsiteY24" fmla="*/ 148117 h 585693"/>
                  <a:gd name="connsiteX25" fmla="*/ 608814 w 608814"/>
                  <a:gd name="connsiteY25" fmla="*/ 172601 h 585693"/>
                  <a:gd name="connsiteX26" fmla="*/ 608814 w 608814"/>
                  <a:gd name="connsiteY26" fmla="*/ 561209 h 585693"/>
                  <a:gd name="connsiteX27" fmla="*/ 584301 w 608814"/>
                  <a:gd name="connsiteY27" fmla="*/ 585693 h 585693"/>
                  <a:gd name="connsiteX28" fmla="*/ 521177 w 608814"/>
                  <a:gd name="connsiteY28" fmla="*/ 585693 h 585693"/>
                  <a:gd name="connsiteX29" fmla="*/ 496756 w 608814"/>
                  <a:gd name="connsiteY29" fmla="*/ 561209 h 585693"/>
                  <a:gd name="connsiteX30" fmla="*/ 496756 w 608814"/>
                  <a:gd name="connsiteY30" fmla="*/ 172601 h 585693"/>
                  <a:gd name="connsiteX31" fmla="*/ 521177 w 608814"/>
                  <a:gd name="connsiteY31" fmla="*/ 148117 h 585693"/>
                  <a:gd name="connsiteX32" fmla="*/ 116229 w 608814"/>
                  <a:gd name="connsiteY32" fmla="*/ 131322 h 585693"/>
                  <a:gd name="connsiteX33" fmla="*/ 164246 w 608814"/>
                  <a:gd name="connsiteY33" fmla="*/ 131322 h 585693"/>
                  <a:gd name="connsiteX34" fmla="*/ 184061 w 608814"/>
                  <a:gd name="connsiteY34" fmla="*/ 151113 h 585693"/>
                  <a:gd name="connsiteX35" fmla="*/ 184061 w 608814"/>
                  <a:gd name="connsiteY35" fmla="*/ 171457 h 585693"/>
                  <a:gd name="connsiteX36" fmla="*/ 208669 w 608814"/>
                  <a:gd name="connsiteY36" fmla="*/ 186094 h 585693"/>
                  <a:gd name="connsiteX37" fmla="*/ 226641 w 608814"/>
                  <a:gd name="connsiteY37" fmla="*/ 175692 h 585693"/>
                  <a:gd name="connsiteX38" fmla="*/ 253737 w 608814"/>
                  <a:gd name="connsiteY38" fmla="*/ 182964 h 585693"/>
                  <a:gd name="connsiteX39" fmla="*/ 277792 w 608814"/>
                  <a:gd name="connsiteY39" fmla="*/ 224572 h 585693"/>
                  <a:gd name="connsiteX40" fmla="*/ 279727 w 608814"/>
                  <a:gd name="connsiteY40" fmla="*/ 239577 h 585693"/>
                  <a:gd name="connsiteX41" fmla="*/ 270511 w 608814"/>
                  <a:gd name="connsiteY41" fmla="*/ 251544 h 585693"/>
                  <a:gd name="connsiteX42" fmla="*/ 252355 w 608814"/>
                  <a:gd name="connsiteY42" fmla="*/ 262038 h 585693"/>
                  <a:gd name="connsiteX43" fmla="*/ 253829 w 608814"/>
                  <a:gd name="connsiteY43" fmla="*/ 276122 h 585693"/>
                  <a:gd name="connsiteX44" fmla="*/ 252355 w 608814"/>
                  <a:gd name="connsiteY44" fmla="*/ 290206 h 585693"/>
                  <a:gd name="connsiteX45" fmla="*/ 270511 w 608814"/>
                  <a:gd name="connsiteY45" fmla="*/ 300700 h 585693"/>
                  <a:gd name="connsiteX46" fmla="*/ 278714 w 608814"/>
                  <a:gd name="connsiteY46" fmla="*/ 325094 h 585693"/>
                  <a:gd name="connsiteX47" fmla="*/ 258253 w 608814"/>
                  <a:gd name="connsiteY47" fmla="*/ 321136 h 585693"/>
                  <a:gd name="connsiteX48" fmla="*/ 195858 w 608814"/>
                  <a:gd name="connsiteY48" fmla="*/ 321136 h 585693"/>
                  <a:gd name="connsiteX49" fmla="*/ 212171 w 608814"/>
                  <a:gd name="connsiteY49" fmla="*/ 276122 h 585693"/>
                  <a:gd name="connsiteX50" fmla="*/ 140191 w 608814"/>
                  <a:gd name="connsiteY50" fmla="*/ 204320 h 585693"/>
                  <a:gd name="connsiteX51" fmla="*/ 68304 w 608814"/>
                  <a:gd name="connsiteY51" fmla="*/ 276122 h 585693"/>
                  <a:gd name="connsiteX52" fmla="*/ 140191 w 608814"/>
                  <a:gd name="connsiteY52" fmla="*/ 348016 h 585693"/>
                  <a:gd name="connsiteX53" fmla="*/ 148486 w 608814"/>
                  <a:gd name="connsiteY53" fmla="*/ 347095 h 585693"/>
                  <a:gd name="connsiteX54" fmla="*/ 140099 w 608814"/>
                  <a:gd name="connsiteY54" fmla="*/ 376000 h 585693"/>
                  <a:gd name="connsiteX55" fmla="*/ 140099 w 608814"/>
                  <a:gd name="connsiteY55" fmla="*/ 420922 h 585693"/>
                  <a:gd name="connsiteX56" fmla="*/ 116229 w 608814"/>
                  <a:gd name="connsiteY56" fmla="*/ 420922 h 585693"/>
                  <a:gd name="connsiteX57" fmla="*/ 96413 w 608814"/>
                  <a:gd name="connsiteY57" fmla="*/ 401131 h 585693"/>
                  <a:gd name="connsiteX58" fmla="*/ 96413 w 608814"/>
                  <a:gd name="connsiteY58" fmla="*/ 380787 h 585693"/>
                  <a:gd name="connsiteX59" fmla="*/ 71806 w 608814"/>
                  <a:gd name="connsiteY59" fmla="*/ 366150 h 585693"/>
                  <a:gd name="connsiteX60" fmla="*/ 53742 w 608814"/>
                  <a:gd name="connsiteY60" fmla="*/ 376552 h 585693"/>
                  <a:gd name="connsiteX61" fmla="*/ 38719 w 608814"/>
                  <a:gd name="connsiteY61" fmla="*/ 378577 h 585693"/>
                  <a:gd name="connsiteX62" fmla="*/ 26738 w 608814"/>
                  <a:gd name="connsiteY62" fmla="*/ 369372 h 585693"/>
                  <a:gd name="connsiteX63" fmla="*/ 2683 w 608814"/>
                  <a:gd name="connsiteY63" fmla="*/ 327764 h 585693"/>
                  <a:gd name="connsiteX64" fmla="*/ 9872 w 608814"/>
                  <a:gd name="connsiteY64" fmla="*/ 300700 h 585693"/>
                  <a:gd name="connsiteX65" fmla="*/ 28120 w 608814"/>
                  <a:gd name="connsiteY65" fmla="*/ 290206 h 585693"/>
                  <a:gd name="connsiteX66" fmla="*/ 26645 w 608814"/>
                  <a:gd name="connsiteY66" fmla="*/ 276122 h 585693"/>
                  <a:gd name="connsiteX67" fmla="*/ 28120 w 608814"/>
                  <a:gd name="connsiteY67" fmla="*/ 262038 h 585693"/>
                  <a:gd name="connsiteX68" fmla="*/ 9872 w 608814"/>
                  <a:gd name="connsiteY68" fmla="*/ 251544 h 585693"/>
                  <a:gd name="connsiteX69" fmla="*/ 2683 w 608814"/>
                  <a:gd name="connsiteY69" fmla="*/ 224572 h 585693"/>
                  <a:gd name="connsiteX70" fmla="*/ 26738 w 608814"/>
                  <a:gd name="connsiteY70" fmla="*/ 182964 h 585693"/>
                  <a:gd name="connsiteX71" fmla="*/ 38719 w 608814"/>
                  <a:gd name="connsiteY71" fmla="*/ 173759 h 585693"/>
                  <a:gd name="connsiteX72" fmla="*/ 53742 w 608814"/>
                  <a:gd name="connsiteY72" fmla="*/ 175692 h 585693"/>
                  <a:gd name="connsiteX73" fmla="*/ 71806 w 608814"/>
                  <a:gd name="connsiteY73" fmla="*/ 186094 h 585693"/>
                  <a:gd name="connsiteX74" fmla="*/ 96413 w 608814"/>
                  <a:gd name="connsiteY74" fmla="*/ 171457 h 585693"/>
                  <a:gd name="connsiteX75" fmla="*/ 96413 w 608814"/>
                  <a:gd name="connsiteY75" fmla="*/ 151113 h 585693"/>
                  <a:gd name="connsiteX76" fmla="*/ 116229 w 608814"/>
                  <a:gd name="connsiteY76" fmla="*/ 131322 h 585693"/>
                  <a:gd name="connsiteX77" fmla="*/ 445756 w 608814"/>
                  <a:gd name="connsiteY77" fmla="*/ 83476 h 585693"/>
                  <a:gd name="connsiteX78" fmla="*/ 414140 w 608814"/>
                  <a:gd name="connsiteY78" fmla="*/ 115044 h 585693"/>
                  <a:gd name="connsiteX79" fmla="*/ 445756 w 608814"/>
                  <a:gd name="connsiteY79" fmla="*/ 146520 h 585693"/>
                  <a:gd name="connsiteX80" fmla="*/ 477371 w 608814"/>
                  <a:gd name="connsiteY80" fmla="*/ 115044 h 585693"/>
                  <a:gd name="connsiteX81" fmla="*/ 445756 w 608814"/>
                  <a:gd name="connsiteY81" fmla="*/ 83476 h 585693"/>
                  <a:gd name="connsiteX82" fmla="*/ 426676 w 608814"/>
                  <a:gd name="connsiteY82" fmla="*/ 0 h 585693"/>
                  <a:gd name="connsiteX83" fmla="*/ 464835 w 608814"/>
                  <a:gd name="connsiteY83" fmla="*/ 0 h 585693"/>
                  <a:gd name="connsiteX84" fmla="*/ 480597 w 608814"/>
                  <a:gd name="connsiteY84" fmla="*/ 15738 h 585693"/>
                  <a:gd name="connsiteX85" fmla="*/ 480597 w 608814"/>
                  <a:gd name="connsiteY85" fmla="*/ 31936 h 585693"/>
                  <a:gd name="connsiteX86" fmla="*/ 500138 w 608814"/>
                  <a:gd name="connsiteY86" fmla="*/ 43533 h 585693"/>
                  <a:gd name="connsiteX87" fmla="*/ 514425 w 608814"/>
                  <a:gd name="connsiteY87" fmla="*/ 35249 h 585693"/>
                  <a:gd name="connsiteX88" fmla="*/ 535901 w 608814"/>
                  <a:gd name="connsiteY88" fmla="*/ 40956 h 585693"/>
                  <a:gd name="connsiteX89" fmla="*/ 554981 w 608814"/>
                  <a:gd name="connsiteY89" fmla="*/ 73996 h 585693"/>
                  <a:gd name="connsiteX90" fmla="*/ 556640 w 608814"/>
                  <a:gd name="connsiteY90" fmla="*/ 85961 h 585693"/>
                  <a:gd name="connsiteX91" fmla="*/ 549266 w 608814"/>
                  <a:gd name="connsiteY91" fmla="*/ 95440 h 585693"/>
                  <a:gd name="connsiteX92" fmla="*/ 534887 w 608814"/>
                  <a:gd name="connsiteY92" fmla="*/ 103815 h 585693"/>
                  <a:gd name="connsiteX93" fmla="*/ 535993 w 608814"/>
                  <a:gd name="connsiteY93" fmla="*/ 115044 h 585693"/>
                  <a:gd name="connsiteX94" fmla="*/ 535717 w 608814"/>
                  <a:gd name="connsiteY94" fmla="*/ 117621 h 585693"/>
                  <a:gd name="connsiteX95" fmla="*/ 521153 w 608814"/>
                  <a:gd name="connsiteY95" fmla="*/ 117621 h 585693"/>
                  <a:gd name="connsiteX96" fmla="*/ 466126 w 608814"/>
                  <a:gd name="connsiteY96" fmla="*/ 172565 h 585693"/>
                  <a:gd name="connsiteX97" fmla="*/ 466126 w 608814"/>
                  <a:gd name="connsiteY97" fmla="*/ 229719 h 585693"/>
                  <a:gd name="connsiteX98" fmla="*/ 466126 w 608814"/>
                  <a:gd name="connsiteY98" fmla="*/ 242604 h 585693"/>
                  <a:gd name="connsiteX99" fmla="*/ 453590 w 608814"/>
                  <a:gd name="connsiteY99" fmla="*/ 229995 h 585693"/>
                  <a:gd name="connsiteX100" fmla="*/ 421330 w 608814"/>
                  <a:gd name="connsiteY100" fmla="*/ 219319 h 585693"/>
                  <a:gd name="connsiteX101" fmla="*/ 411928 w 608814"/>
                  <a:gd name="connsiteY101" fmla="*/ 219319 h 585693"/>
                  <a:gd name="connsiteX102" fmla="*/ 410914 w 608814"/>
                  <a:gd name="connsiteY102" fmla="*/ 214257 h 585693"/>
                  <a:gd name="connsiteX103" fmla="*/ 410914 w 608814"/>
                  <a:gd name="connsiteY103" fmla="*/ 198059 h 585693"/>
                  <a:gd name="connsiteX104" fmla="*/ 391373 w 608814"/>
                  <a:gd name="connsiteY104" fmla="*/ 186463 h 585693"/>
                  <a:gd name="connsiteX105" fmla="*/ 377086 w 608814"/>
                  <a:gd name="connsiteY105" fmla="*/ 194746 h 585693"/>
                  <a:gd name="connsiteX106" fmla="*/ 365104 w 608814"/>
                  <a:gd name="connsiteY106" fmla="*/ 196310 h 585693"/>
                  <a:gd name="connsiteX107" fmla="*/ 355610 w 608814"/>
                  <a:gd name="connsiteY107" fmla="*/ 189040 h 585693"/>
                  <a:gd name="connsiteX108" fmla="*/ 336530 w 608814"/>
                  <a:gd name="connsiteY108" fmla="*/ 155999 h 585693"/>
                  <a:gd name="connsiteX109" fmla="*/ 342245 w 608814"/>
                  <a:gd name="connsiteY109" fmla="*/ 134463 h 585693"/>
                  <a:gd name="connsiteX110" fmla="*/ 356716 w 608814"/>
                  <a:gd name="connsiteY110" fmla="*/ 126180 h 585693"/>
                  <a:gd name="connsiteX111" fmla="*/ 355518 w 608814"/>
                  <a:gd name="connsiteY111" fmla="*/ 115044 h 585693"/>
                  <a:gd name="connsiteX112" fmla="*/ 356716 w 608814"/>
                  <a:gd name="connsiteY112" fmla="*/ 103815 h 585693"/>
                  <a:gd name="connsiteX113" fmla="*/ 342245 w 608814"/>
                  <a:gd name="connsiteY113" fmla="*/ 95440 h 585693"/>
                  <a:gd name="connsiteX114" fmla="*/ 336530 w 608814"/>
                  <a:gd name="connsiteY114" fmla="*/ 73996 h 585693"/>
                  <a:gd name="connsiteX115" fmla="*/ 355610 w 608814"/>
                  <a:gd name="connsiteY115" fmla="*/ 40956 h 585693"/>
                  <a:gd name="connsiteX116" fmla="*/ 365104 w 608814"/>
                  <a:gd name="connsiteY116" fmla="*/ 33685 h 585693"/>
                  <a:gd name="connsiteX117" fmla="*/ 377086 w 608814"/>
                  <a:gd name="connsiteY117" fmla="*/ 35249 h 585693"/>
                  <a:gd name="connsiteX118" fmla="*/ 391373 w 608814"/>
                  <a:gd name="connsiteY118" fmla="*/ 43533 h 585693"/>
                  <a:gd name="connsiteX119" fmla="*/ 410914 w 608814"/>
                  <a:gd name="connsiteY119" fmla="*/ 31936 h 585693"/>
                  <a:gd name="connsiteX120" fmla="*/ 410914 w 608814"/>
                  <a:gd name="connsiteY120" fmla="*/ 15738 h 585693"/>
                  <a:gd name="connsiteX121" fmla="*/ 426676 w 608814"/>
                  <a:gd name="connsiteY121" fmla="*/ 0 h 585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</a:cxnLst>
                <a:rect l="l" t="t" r="r" b="b"/>
                <a:pathLst>
                  <a:path w="608814" h="585693">
                    <a:moveTo>
                      <a:pt x="195114" y="351627"/>
                    </a:moveTo>
                    <a:lnTo>
                      <a:pt x="258290" y="351627"/>
                    </a:lnTo>
                    <a:cubicBezTo>
                      <a:pt x="271848" y="351627"/>
                      <a:pt x="282731" y="362580"/>
                      <a:pt x="282731" y="376018"/>
                    </a:cubicBezTo>
                    <a:lnTo>
                      <a:pt x="282731" y="561210"/>
                    </a:lnTo>
                    <a:cubicBezTo>
                      <a:pt x="282731" y="574740"/>
                      <a:pt x="271848" y="585693"/>
                      <a:pt x="258290" y="585693"/>
                    </a:cubicBezTo>
                    <a:lnTo>
                      <a:pt x="195114" y="585693"/>
                    </a:lnTo>
                    <a:cubicBezTo>
                      <a:pt x="181556" y="585693"/>
                      <a:pt x="170673" y="574740"/>
                      <a:pt x="170673" y="561210"/>
                    </a:cubicBezTo>
                    <a:lnTo>
                      <a:pt x="170673" y="376018"/>
                    </a:lnTo>
                    <a:cubicBezTo>
                      <a:pt x="170673" y="362580"/>
                      <a:pt x="181556" y="351627"/>
                      <a:pt x="195114" y="351627"/>
                    </a:cubicBezTo>
                    <a:close/>
                    <a:moveTo>
                      <a:pt x="358100" y="249872"/>
                    </a:moveTo>
                    <a:lnTo>
                      <a:pt x="421316" y="249872"/>
                    </a:lnTo>
                    <a:cubicBezTo>
                      <a:pt x="434771" y="249872"/>
                      <a:pt x="445737" y="260735"/>
                      <a:pt x="445737" y="274267"/>
                    </a:cubicBezTo>
                    <a:lnTo>
                      <a:pt x="445737" y="561206"/>
                    </a:lnTo>
                    <a:cubicBezTo>
                      <a:pt x="445737" y="574738"/>
                      <a:pt x="434771" y="585693"/>
                      <a:pt x="421316" y="585693"/>
                    </a:cubicBezTo>
                    <a:lnTo>
                      <a:pt x="358100" y="585693"/>
                    </a:lnTo>
                    <a:cubicBezTo>
                      <a:pt x="344645" y="585693"/>
                      <a:pt x="333679" y="574738"/>
                      <a:pt x="333679" y="561206"/>
                    </a:cubicBezTo>
                    <a:lnTo>
                      <a:pt x="333679" y="274267"/>
                    </a:lnTo>
                    <a:cubicBezTo>
                      <a:pt x="333679" y="260735"/>
                      <a:pt x="344645" y="249872"/>
                      <a:pt x="358100" y="249872"/>
                    </a:cubicBezTo>
                    <a:close/>
                    <a:moveTo>
                      <a:pt x="140260" y="224680"/>
                    </a:moveTo>
                    <a:cubicBezTo>
                      <a:pt x="168749" y="224680"/>
                      <a:pt x="191844" y="247711"/>
                      <a:pt x="191844" y="276122"/>
                    </a:cubicBezTo>
                    <a:cubicBezTo>
                      <a:pt x="191844" y="304533"/>
                      <a:pt x="168749" y="327564"/>
                      <a:pt x="140260" y="327564"/>
                    </a:cubicBezTo>
                    <a:cubicBezTo>
                      <a:pt x="111771" y="327564"/>
                      <a:pt x="88676" y="304533"/>
                      <a:pt x="88676" y="276122"/>
                    </a:cubicBezTo>
                    <a:cubicBezTo>
                      <a:pt x="88676" y="247711"/>
                      <a:pt x="111771" y="224680"/>
                      <a:pt x="140260" y="224680"/>
                    </a:cubicBezTo>
                    <a:close/>
                    <a:moveTo>
                      <a:pt x="521177" y="148117"/>
                    </a:moveTo>
                    <a:lnTo>
                      <a:pt x="584301" y="148117"/>
                    </a:lnTo>
                    <a:cubicBezTo>
                      <a:pt x="597848" y="148117"/>
                      <a:pt x="608814" y="159070"/>
                      <a:pt x="608814" y="172601"/>
                    </a:cubicBezTo>
                    <a:lnTo>
                      <a:pt x="608814" y="561209"/>
                    </a:lnTo>
                    <a:cubicBezTo>
                      <a:pt x="608814" y="574740"/>
                      <a:pt x="597848" y="585693"/>
                      <a:pt x="584301" y="585693"/>
                    </a:cubicBezTo>
                    <a:lnTo>
                      <a:pt x="521177" y="585693"/>
                    </a:lnTo>
                    <a:cubicBezTo>
                      <a:pt x="507722" y="585693"/>
                      <a:pt x="496756" y="574740"/>
                      <a:pt x="496756" y="561209"/>
                    </a:cubicBezTo>
                    <a:lnTo>
                      <a:pt x="496756" y="172601"/>
                    </a:lnTo>
                    <a:cubicBezTo>
                      <a:pt x="496756" y="159070"/>
                      <a:pt x="507722" y="148117"/>
                      <a:pt x="521177" y="148117"/>
                    </a:cubicBezTo>
                    <a:close/>
                    <a:moveTo>
                      <a:pt x="116229" y="131322"/>
                    </a:moveTo>
                    <a:lnTo>
                      <a:pt x="164246" y="131322"/>
                    </a:lnTo>
                    <a:cubicBezTo>
                      <a:pt x="175214" y="131322"/>
                      <a:pt x="184061" y="140159"/>
                      <a:pt x="184061" y="151113"/>
                    </a:cubicBezTo>
                    <a:lnTo>
                      <a:pt x="184061" y="171457"/>
                    </a:lnTo>
                    <a:cubicBezTo>
                      <a:pt x="193001" y="175231"/>
                      <a:pt x="201019" y="180386"/>
                      <a:pt x="208669" y="186094"/>
                    </a:cubicBezTo>
                    <a:lnTo>
                      <a:pt x="226641" y="175692"/>
                    </a:lnTo>
                    <a:cubicBezTo>
                      <a:pt x="236134" y="170261"/>
                      <a:pt x="248300" y="173482"/>
                      <a:pt x="253737" y="182964"/>
                    </a:cubicBezTo>
                    <a:lnTo>
                      <a:pt x="277792" y="224572"/>
                    </a:lnTo>
                    <a:cubicBezTo>
                      <a:pt x="280465" y="229083"/>
                      <a:pt x="281110" y="234514"/>
                      <a:pt x="279727" y="239577"/>
                    </a:cubicBezTo>
                    <a:cubicBezTo>
                      <a:pt x="278437" y="244640"/>
                      <a:pt x="275119" y="248966"/>
                      <a:pt x="270511" y="251544"/>
                    </a:cubicBezTo>
                    <a:lnTo>
                      <a:pt x="252355" y="262038"/>
                    </a:lnTo>
                    <a:cubicBezTo>
                      <a:pt x="253000" y="266733"/>
                      <a:pt x="253829" y="271335"/>
                      <a:pt x="253829" y="276122"/>
                    </a:cubicBezTo>
                    <a:cubicBezTo>
                      <a:pt x="253829" y="281001"/>
                      <a:pt x="253000" y="285604"/>
                      <a:pt x="252355" y="290206"/>
                    </a:cubicBezTo>
                    <a:lnTo>
                      <a:pt x="270511" y="300700"/>
                    </a:lnTo>
                    <a:cubicBezTo>
                      <a:pt x="279174" y="305671"/>
                      <a:pt x="282308" y="316165"/>
                      <a:pt x="278714" y="325094"/>
                    </a:cubicBezTo>
                    <a:cubicBezTo>
                      <a:pt x="272354" y="322609"/>
                      <a:pt x="265442" y="321136"/>
                      <a:pt x="258253" y="321136"/>
                    </a:cubicBezTo>
                    <a:lnTo>
                      <a:pt x="195858" y="321136"/>
                    </a:lnTo>
                    <a:cubicBezTo>
                      <a:pt x="205904" y="308709"/>
                      <a:pt x="212171" y="293244"/>
                      <a:pt x="212171" y="276122"/>
                    </a:cubicBezTo>
                    <a:cubicBezTo>
                      <a:pt x="212171" y="236539"/>
                      <a:pt x="179914" y="204320"/>
                      <a:pt x="140191" y="204320"/>
                    </a:cubicBezTo>
                    <a:cubicBezTo>
                      <a:pt x="100561" y="204320"/>
                      <a:pt x="68304" y="236539"/>
                      <a:pt x="68304" y="276122"/>
                    </a:cubicBezTo>
                    <a:cubicBezTo>
                      <a:pt x="68304" y="315797"/>
                      <a:pt x="100561" y="348016"/>
                      <a:pt x="140191" y="348016"/>
                    </a:cubicBezTo>
                    <a:cubicBezTo>
                      <a:pt x="143048" y="348016"/>
                      <a:pt x="145721" y="347463"/>
                      <a:pt x="148486" y="347095"/>
                    </a:cubicBezTo>
                    <a:cubicBezTo>
                      <a:pt x="143233" y="355564"/>
                      <a:pt x="140099" y="365414"/>
                      <a:pt x="140099" y="376000"/>
                    </a:cubicBezTo>
                    <a:lnTo>
                      <a:pt x="140099" y="420922"/>
                    </a:lnTo>
                    <a:lnTo>
                      <a:pt x="116229" y="420922"/>
                    </a:lnTo>
                    <a:cubicBezTo>
                      <a:pt x="105261" y="420922"/>
                      <a:pt x="96413" y="412085"/>
                      <a:pt x="96413" y="401131"/>
                    </a:cubicBezTo>
                    <a:lnTo>
                      <a:pt x="96413" y="380787"/>
                    </a:lnTo>
                    <a:cubicBezTo>
                      <a:pt x="87474" y="377013"/>
                      <a:pt x="79455" y="371950"/>
                      <a:pt x="71806" y="366150"/>
                    </a:cubicBezTo>
                    <a:lnTo>
                      <a:pt x="53742" y="376552"/>
                    </a:lnTo>
                    <a:cubicBezTo>
                      <a:pt x="49226" y="379222"/>
                      <a:pt x="43788" y="379866"/>
                      <a:pt x="38719" y="378577"/>
                    </a:cubicBezTo>
                    <a:cubicBezTo>
                      <a:pt x="33650" y="377197"/>
                      <a:pt x="29318" y="373883"/>
                      <a:pt x="26738" y="369372"/>
                    </a:cubicBezTo>
                    <a:lnTo>
                      <a:pt x="2683" y="327764"/>
                    </a:lnTo>
                    <a:cubicBezTo>
                      <a:pt x="-2847" y="318282"/>
                      <a:pt x="471" y="306131"/>
                      <a:pt x="9872" y="300700"/>
                    </a:cubicBezTo>
                    <a:lnTo>
                      <a:pt x="28120" y="290206"/>
                    </a:lnTo>
                    <a:cubicBezTo>
                      <a:pt x="27475" y="285604"/>
                      <a:pt x="26645" y="281001"/>
                      <a:pt x="26645" y="276122"/>
                    </a:cubicBezTo>
                    <a:cubicBezTo>
                      <a:pt x="26645" y="271335"/>
                      <a:pt x="27475" y="266733"/>
                      <a:pt x="28120" y="262038"/>
                    </a:cubicBezTo>
                    <a:lnTo>
                      <a:pt x="9872" y="251544"/>
                    </a:lnTo>
                    <a:cubicBezTo>
                      <a:pt x="471" y="246113"/>
                      <a:pt x="-2847" y="233962"/>
                      <a:pt x="2683" y="224572"/>
                    </a:cubicBezTo>
                    <a:lnTo>
                      <a:pt x="26738" y="182964"/>
                    </a:lnTo>
                    <a:cubicBezTo>
                      <a:pt x="29318" y="178361"/>
                      <a:pt x="33650" y="175139"/>
                      <a:pt x="38719" y="173759"/>
                    </a:cubicBezTo>
                    <a:cubicBezTo>
                      <a:pt x="43788" y="172378"/>
                      <a:pt x="49226" y="173114"/>
                      <a:pt x="53742" y="175692"/>
                    </a:cubicBezTo>
                    <a:lnTo>
                      <a:pt x="71806" y="186094"/>
                    </a:lnTo>
                    <a:cubicBezTo>
                      <a:pt x="79455" y="180386"/>
                      <a:pt x="87474" y="175231"/>
                      <a:pt x="96413" y="171457"/>
                    </a:cubicBezTo>
                    <a:lnTo>
                      <a:pt x="96413" y="151113"/>
                    </a:lnTo>
                    <a:cubicBezTo>
                      <a:pt x="96413" y="140159"/>
                      <a:pt x="105261" y="131322"/>
                      <a:pt x="116229" y="131322"/>
                    </a:cubicBezTo>
                    <a:close/>
                    <a:moveTo>
                      <a:pt x="445756" y="83476"/>
                    </a:moveTo>
                    <a:cubicBezTo>
                      <a:pt x="428335" y="83476"/>
                      <a:pt x="414140" y="97557"/>
                      <a:pt x="414140" y="115044"/>
                    </a:cubicBezTo>
                    <a:cubicBezTo>
                      <a:pt x="414140" y="132438"/>
                      <a:pt x="428335" y="146520"/>
                      <a:pt x="445756" y="146520"/>
                    </a:cubicBezTo>
                    <a:cubicBezTo>
                      <a:pt x="463176" y="146520"/>
                      <a:pt x="477371" y="132438"/>
                      <a:pt x="477371" y="115044"/>
                    </a:cubicBezTo>
                    <a:cubicBezTo>
                      <a:pt x="477371" y="97557"/>
                      <a:pt x="463176" y="83476"/>
                      <a:pt x="445756" y="83476"/>
                    </a:cubicBezTo>
                    <a:close/>
                    <a:moveTo>
                      <a:pt x="426676" y="0"/>
                    </a:moveTo>
                    <a:lnTo>
                      <a:pt x="464835" y="0"/>
                    </a:lnTo>
                    <a:cubicBezTo>
                      <a:pt x="473500" y="0"/>
                      <a:pt x="480597" y="7087"/>
                      <a:pt x="480597" y="15738"/>
                    </a:cubicBezTo>
                    <a:lnTo>
                      <a:pt x="480597" y="31936"/>
                    </a:lnTo>
                    <a:cubicBezTo>
                      <a:pt x="487694" y="34881"/>
                      <a:pt x="494054" y="38931"/>
                      <a:pt x="500138" y="43533"/>
                    </a:cubicBezTo>
                    <a:lnTo>
                      <a:pt x="514425" y="35249"/>
                    </a:lnTo>
                    <a:cubicBezTo>
                      <a:pt x="521983" y="30924"/>
                      <a:pt x="531569" y="33501"/>
                      <a:pt x="535901" y="40956"/>
                    </a:cubicBezTo>
                    <a:lnTo>
                      <a:pt x="554981" y="73996"/>
                    </a:lnTo>
                    <a:cubicBezTo>
                      <a:pt x="557101" y="77585"/>
                      <a:pt x="557654" y="81911"/>
                      <a:pt x="556640" y="85961"/>
                    </a:cubicBezTo>
                    <a:cubicBezTo>
                      <a:pt x="555534" y="89918"/>
                      <a:pt x="552861" y="93415"/>
                      <a:pt x="549266" y="95440"/>
                    </a:cubicBezTo>
                    <a:lnTo>
                      <a:pt x="534887" y="103815"/>
                    </a:lnTo>
                    <a:cubicBezTo>
                      <a:pt x="535348" y="107497"/>
                      <a:pt x="535993" y="111178"/>
                      <a:pt x="535993" y="115044"/>
                    </a:cubicBezTo>
                    <a:cubicBezTo>
                      <a:pt x="535993" y="115872"/>
                      <a:pt x="535809" y="116700"/>
                      <a:pt x="535717" y="117621"/>
                    </a:cubicBezTo>
                    <a:lnTo>
                      <a:pt x="521153" y="117621"/>
                    </a:lnTo>
                    <a:cubicBezTo>
                      <a:pt x="490828" y="117621"/>
                      <a:pt x="466126" y="142286"/>
                      <a:pt x="466126" y="172565"/>
                    </a:cubicBezTo>
                    <a:lnTo>
                      <a:pt x="466126" y="229719"/>
                    </a:lnTo>
                    <a:lnTo>
                      <a:pt x="466126" y="242604"/>
                    </a:lnTo>
                    <a:cubicBezTo>
                      <a:pt x="462715" y="237726"/>
                      <a:pt x="458383" y="233493"/>
                      <a:pt x="453590" y="229995"/>
                    </a:cubicBezTo>
                    <a:cubicBezTo>
                      <a:pt x="444465" y="223369"/>
                      <a:pt x="433404" y="219319"/>
                      <a:pt x="421330" y="219319"/>
                    </a:cubicBezTo>
                    <a:lnTo>
                      <a:pt x="411928" y="219319"/>
                    </a:lnTo>
                    <a:cubicBezTo>
                      <a:pt x="411375" y="217755"/>
                      <a:pt x="410914" y="216098"/>
                      <a:pt x="410914" y="214257"/>
                    </a:cubicBezTo>
                    <a:lnTo>
                      <a:pt x="410914" y="198059"/>
                    </a:lnTo>
                    <a:cubicBezTo>
                      <a:pt x="403817" y="195114"/>
                      <a:pt x="397457" y="191064"/>
                      <a:pt x="391373" y="186463"/>
                    </a:cubicBezTo>
                    <a:lnTo>
                      <a:pt x="377086" y="194746"/>
                    </a:lnTo>
                    <a:cubicBezTo>
                      <a:pt x="373492" y="196863"/>
                      <a:pt x="369160" y="197415"/>
                      <a:pt x="365104" y="196310"/>
                    </a:cubicBezTo>
                    <a:cubicBezTo>
                      <a:pt x="361140" y="195206"/>
                      <a:pt x="357638" y="192629"/>
                      <a:pt x="355610" y="189040"/>
                    </a:cubicBezTo>
                    <a:lnTo>
                      <a:pt x="336530" y="155999"/>
                    </a:lnTo>
                    <a:cubicBezTo>
                      <a:pt x="332198" y="148452"/>
                      <a:pt x="334687" y="138881"/>
                      <a:pt x="342245" y="134463"/>
                    </a:cubicBezTo>
                    <a:lnTo>
                      <a:pt x="356716" y="126180"/>
                    </a:lnTo>
                    <a:cubicBezTo>
                      <a:pt x="356163" y="122498"/>
                      <a:pt x="355518" y="118817"/>
                      <a:pt x="355518" y="115044"/>
                    </a:cubicBezTo>
                    <a:cubicBezTo>
                      <a:pt x="355518" y="111178"/>
                      <a:pt x="356163" y="107497"/>
                      <a:pt x="356716" y="103815"/>
                    </a:cubicBezTo>
                    <a:lnTo>
                      <a:pt x="342245" y="95440"/>
                    </a:lnTo>
                    <a:cubicBezTo>
                      <a:pt x="334687" y="91115"/>
                      <a:pt x="332198" y="81543"/>
                      <a:pt x="336530" y="73996"/>
                    </a:cubicBezTo>
                    <a:lnTo>
                      <a:pt x="355610" y="40956"/>
                    </a:lnTo>
                    <a:cubicBezTo>
                      <a:pt x="357638" y="37366"/>
                      <a:pt x="361140" y="34789"/>
                      <a:pt x="365104" y="33685"/>
                    </a:cubicBezTo>
                    <a:cubicBezTo>
                      <a:pt x="369160" y="32580"/>
                      <a:pt x="373492" y="33133"/>
                      <a:pt x="377086" y="35249"/>
                    </a:cubicBezTo>
                    <a:lnTo>
                      <a:pt x="391373" y="43533"/>
                    </a:lnTo>
                    <a:cubicBezTo>
                      <a:pt x="397457" y="38931"/>
                      <a:pt x="403817" y="34881"/>
                      <a:pt x="410914" y="31936"/>
                    </a:cubicBezTo>
                    <a:lnTo>
                      <a:pt x="410914" y="15738"/>
                    </a:lnTo>
                    <a:cubicBezTo>
                      <a:pt x="410914" y="7087"/>
                      <a:pt x="418011" y="0"/>
                      <a:pt x="42667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Autofit/>
              </a:bodyPr>
              <a:lstStyle>
                <a:defPPr>
                  <a:defRPr lang="en-US"/>
                </a:defPPr>
                <a:lvl1pPr marL="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6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2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8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4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80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6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2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800" algn="l" defTabSz="609600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</p:grpSp>
        <p:sp>
          <p:nvSpPr>
            <p:cNvPr id="25" name="ïsḷîḓe"/>
            <p:cNvSpPr txBox="1"/>
            <p:nvPr/>
          </p:nvSpPr>
          <p:spPr bwMode="auto">
            <a:xfrm>
              <a:off x="670299" y="2523723"/>
              <a:ext cx="2963419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26" name="íş1ide"/>
            <p:cNvSpPr/>
            <p:nvPr/>
          </p:nvSpPr>
          <p:spPr bwMode="auto">
            <a:xfrm>
              <a:off x="670299" y="2965529"/>
              <a:ext cx="2963419" cy="1061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27" name="isliḋè"/>
            <p:cNvSpPr txBox="1"/>
            <p:nvPr/>
          </p:nvSpPr>
          <p:spPr bwMode="auto">
            <a:xfrm>
              <a:off x="670299" y="4626326"/>
              <a:ext cx="3223808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28" name="íŝliḓê"/>
            <p:cNvSpPr/>
            <p:nvPr/>
          </p:nvSpPr>
          <p:spPr bwMode="auto">
            <a:xfrm>
              <a:off x="670299" y="5068132"/>
              <a:ext cx="3223808" cy="1061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29" name="ïṩľídé"/>
            <p:cNvSpPr txBox="1"/>
            <p:nvPr/>
          </p:nvSpPr>
          <p:spPr bwMode="auto">
            <a:xfrm>
              <a:off x="8300606" y="4396479"/>
              <a:ext cx="3223808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30" name="işḻîḋe"/>
            <p:cNvSpPr/>
            <p:nvPr/>
          </p:nvSpPr>
          <p:spPr bwMode="auto">
            <a:xfrm>
              <a:off x="8300606" y="4838285"/>
              <a:ext cx="3223808" cy="1061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grpSp>
          <p:nvGrpSpPr>
            <p:cNvPr id="31" name="iṡḻiḋé"/>
            <p:cNvGrpSpPr/>
            <p:nvPr/>
          </p:nvGrpSpPr>
          <p:grpSpPr>
            <a:xfrm>
              <a:off x="7589829" y="1317087"/>
              <a:ext cx="3931872" cy="1899399"/>
              <a:chOff x="687278" y="2398652"/>
              <a:chExt cx="3524773" cy="1899399"/>
            </a:xfrm>
          </p:grpSpPr>
          <p:sp>
            <p:nvSpPr>
              <p:cNvPr id="32" name="ïṣ1îde"/>
              <p:cNvSpPr/>
              <p:nvPr/>
            </p:nvSpPr>
            <p:spPr>
              <a:xfrm>
                <a:off x="687278" y="2840457"/>
                <a:ext cx="3524773" cy="145759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0000" anchor="t" anchorCtr="0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Unified fonts make reading more fluent.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Theme color makes PPT more convenient to change.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Adjust the spacing to adapt to Chinese typesetting, use the reference line in PPT.</a:t>
                </a:r>
                <a:endParaRPr lang="en-US" altLang="zh-CN" sz="1100" dirty="0"/>
              </a:p>
            </p:txBody>
          </p:sp>
          <p:sp>
            <p:nvSpPr>
              <p:cNvPr id="33" name="iṡḷiḑè"/>
              <p:cNvSpPr txBox="1"/>
              <p:nvPr/>
            </p:nvSpPr>
            <p:spPr bwMode="auto">
              <a:xfrm>
                <a:off x="687278" y="2398652"/>
                <a:ext cx="3524773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fb450ce9-1188-4399-bf19-b5a55dee358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8758" y="542388"/>
            <a:ext cx="11159087" cy="5681978"/>
            <a:chOff x="668758" y="542388"/>
            <a:chExt cx="11159087" cy="5681978"/>
          </a:xfrm>
        </p:grpSpPr>
        <p:grpSp>
          <p:nvGrpSpPr>
            <p:cNvPr id="6" name="iŝḷîde"/>
            <p:cNvGrpSpPr/>
            <p:nvPr/>
          </p:nvGrpSpPr>
          <p:grpSpPr>
            <a:xfrm>
              <a:off x="6073681" y="542388"/>
              <a:ext cx="5754164" cy="1933221"/>
              <a:chOff x="6073681" y="542388"/>
              <a:chExt cx="5754164" cy="1933221"/>
            </a:xfrm>
          </p:grpSpPr>
          <p:sp>
            <p:nvSpPr>
              <p:cNvPr id="20" name="íṡḻîḓé"/>
              <p:cNvSpPr/>
              <p:nvPr/>
            </p:nvSpPr>
            <p:spPr>
              <a:xfrm rot="20701810">
                <a:off x="8019912" y="1269153"/>
                <a:ext cx="312242" cy="84357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3" extrusionOk="0">
                    <a:moveTo>
                      <a:pt x="20594" y="0"/>
                    </a:moveTo>
                    <a:cubicBezTo>
                      <a:pt x="20746" y="569"/>
                      <a:pt x="20620" y="5268"/>
                      <a:pt x="20457" y="9823"/>
                    </a:cubicBezTo>
                    <a:cubicBezTo>
                      <a:pt x="20293" y="14379"/>
                      <a:pt x="20091" y="18793"/>
                      <a:pt x="20091" y="18793"/>
                    </a:cubicBezTo>
                    <a:lnTo>
                      <a:pt x="21600" y="19744"/>
                    </a:lnTo>
                    <a:cubicBezTo>
                      <a:pt x="21600" y="19744"/>
                      <a:pt x="21538" y="15261"/>
                      <a:pt x="21430" y="10602"/>
                    </a:cubicBezTo>
                    <a:cubicBezTo>
                      <a:pt x="21322" y="5942"/>
                      <a:pt x="21169" y="1106"/>
                      <a:pt x="20985" y="400"/>
                    </a:cubicBezTo>
                    <a:cubicBezTo>
                      <a:pt x="20960" y="314"/>
                      <a:pt x="20912" y="236"/>
                      <a:pt x="20845" y="169"/>
                    </a:cubicBezTo>
                    <a:cubicBezTo>
                      <a:pt x="20778" y="101"/>
                      <a:pt x="20693" y="44"/>
                      <a:pt x="20594" y="0"/>
                    </a:cubicBezTo>
                    <a:close/>
                    <a:moveTo>
                      <a:pt x="18434" y="7"/>
                    </a:moveTo>
                    <a:cubicBezTo>
                      <a:pt x="16374" y="105"/>
                      <a:pt x="12490" y="1677"/>
                      <a:pt x="11338" y="3584"/>
                    </a:cubicBezTo>
                    <a:cubicBezTo>
                      <a:pt x="9947" y="5886"/>
                      <a:pt x="182" y="21390"/>
                      <a:pt x="0" y="21593"/>
                    </a:cubicBezTo>
                    <a:lnTo>
                      <a:pt x="1602" y="21235"/>
                    </a:lnTo>
                    <a:cubicBezTo>
                      <a:pt x="2983" y="18857"/>
                      <a:pt x="11365" y="5637"/>
                      <a:pt x="12772" y="3501"/>
                    </a:cubicBezTo>
                    <a:cubicBezTo>
                      <a:pt x="13906" y="1780"/>
                      <a:pt x="17061" y="375"/>
                      <a:pt x="19179" y="55"/>
                    </a:cubicBezTo>
                    <a:cubicBezTo>
                      <a:pt x="18976" y="6"/>
                      <a:pt x="18726" y="-7"/>
                      <a:pt x="18434" y="7"/>
                    </a:cubicBezTo>
                    <a:close/>
                  </a:path>
                </a:pathLst>
              </a:custGeom>
              <a:solidFill>
                <a:srgbClr val="7D9892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1" name="ïṩḻîḓè"/>
              <p:cNvSpPr/>
              <p:nvPr/>
            </p:nvSpPr>
            <p:spPr>
              <a:xfrm rot="20701810">
                <a:off x="8769876" y="2314176"/>
                <a:ext cx="206051" cy="926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806" h="18277" extrusionOk="0">
                    <a:moveTo>
                      <a:pt x="19806" y="4019"/>
                    </a:moveTo>
                    <a:cubicBezTo>
                      <a:pt x="19806" y="4019"/>
                      <a:pt x="5085" y="11022"/>
                      <a:pt x="13260" y="15502"/>
                    </a:cubicBezTo>
                    <a:cubicBezTo>
                      <a:pt x="21469" y="20162"/>
                      <a:pt x="13306" y="18026"/>
                      <a:pt x="9439" y="15796"/>
                    </a:cubicBezTo>
                    <a:cubicBezTo>
                      <a:pt x="5562" y="13456"/>
                      <a:pt x="-131" y="10545"/>
                      <a:pt x="2" y="8589"/>
                    </a:cubicBezTo>
                    <a:cubicBezTo>
                      <a:pt x="112" y="6701"/>
                      <a:pt x="11212" y="-1438"/>
                      <a:pt x="14933" y="222"/>
                    </a:cubicBezTo>
                    <a:cubicBezTo>
                      <a:pt x="18688" y="1836"/>
                      <a:pt x="19806" y="4019"/>
                      <a:pt x="19806" y="4019"/>
                    </a:cubicBezTo>
                    <a:close/>
                  </a:path>
                </a:pathLst>
              </a:custGeom>
              <a:solidFill>
                <a:srgbClr val="E0E0E0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2" name="îšļíḍe"/>
              <p:cNvSpPr/>
              <p:nvPr/>
            </p:nvSpPr>
            <p:spPr>
              <a:xfrm rot="20701810">
                <a:off x="8531174" y="2178995"/>
                <a:ext cx="892530" cy="2966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5" h="20611" extrusionOk="0">
                    <a:moveTo>
                      <a:pt x="4246" y="0"/>
                    </a:moveTo>
                    <a:cubicBezTo>
                      <a:pt x="4246" y="0"/>
                      <a:pt x="3603" y="1347"/>
                      <a:pt x="3480" y="1605"/>
                    </a:cubicBezTo>
                    <a:cubicBezTo>
                      <a:pt x="2830" y="2606"/>
                      <a:pt x="0" y="6968"/>
                      <a:pt x="0" y="6968"/>
                    </a:cubicBezTo>
                    <a:cubicBezTo>
                      <a:pt x="48" y="6989"/>
                      <a:pt x="91" y="7008"/>
                      <a:pt x="138" y="7029"/>
                    </a:cubicBezTo>
                    <a:cubicBezTo>
                      <a:pt x="102" y="7084"/>
                      <a:pt x="0" y="7243"/>
                      <a:pt x="0" y="7243"/>
                    </a:cubicBezTo>
                    <a:cubicBezTo>
                      <a:pt x="3939" y="8986"/>
                      <a:pt x="7018" y="11224"/>
                      <a:pt x="12179" y="14930"/>
                    </a:cubicBezTo>
                    <a:cubicBezTo>
                      <a:pt x="17288" y="18560"/>
                      <a:pt x="21291" y="21600"/>
                      <a:pt x="21464" y="20309"/>
                    </a:cubicBezTo>
                    <a:cubicBezTo>
                      <a:pt x="21432" y="20328"/>
                      <a:pt x="21321" y="20256"/>
                      <a:pt x="21278" y="20263"/>
                    </a:cubicBezTo>
                    <a:cubicBezTo>
                      <a:pt x="21374" y="20218"/>
                      <a:pt x="21433" y="20135"/>
                      <a:pt x="21453" y="20003"/>
                    </a:cubicBezTo>
                    <a:cubicBezTo>
                      <a:pt x="21493" y="20083"/>
                      <a:pt x="21568" y="20189"/>
                      <a:pt x="21592" y="20263"/>
                    </a:cubicBezTo>
                    <a:cubicBezTo>
                      <a:pt x="21596" y="20199"/>
                      <a:pt x="21589" y="20138"/>
                      <a:pt x="21586" y="20080"/>
                    </a:cubicBezTo>
                    <a:cubicBezTo>
                      <a:pt x="21587" y="20083"/>
                      <a:pt x="21591" y="20091"/>
                      <a:pt x="21592" y="20095"/>
                    </a:cubicBezTo>
                    <a:cubicBezTo>
                      <a:pt x="21600" y="19956"/>
                      <a:pt x="21592" y="19808"/>
                      <a:pt x="21576" y="19697"/>
                    </a:cubicBezTo>
                    <a:cubicBezTo>
                      <a:pt x="21566" y="19676"/>
                      <a:pt x="21523" y="19628"/>
                      <a:pt x="21512" y="19606"/>
                    </a:cubicBezTo>
                    <a:cubicBezTo>
                      <a:pt x="21479" y="19488"/>
                      <a:pt x="21425" y="19365"/>
                      <a:pt x="21368" y="19239"/>
                    </a:cubicBezTo>
                    <a:cubicBezTo>
                      <a:pt x="21190" y="18707"/>
                      <a:pt x="20463" y="17893"/>
                      <a:pt x="19666" y="17054"/>
                    </a:cubicBezTo>
                    <a:cubicBezTo>
                      <a:pt x="19046" y="16357"/>
                      <a:pt x="18524" y="15750"/>
                      <a:pt x="17479" y="14685"/>
                    </a:cubicBezTo>
                    <a:cubicBezTo>
                      <a:pt x="14156" y="11292"/>
                      <a:pt x="5766" y="2533"/>
                      <a:pt x="4246" y="489"/>
                    </a:cubicBezTo>
                    <a:lnTo>
                      <a:pt x="3985" y="1085"/>
                    </a:lnTo>
                    <a:cubicBezTo>
                      <a:pt x="3967" y="1061"/>
                      <a:pt x="3901" y="1001"/>
                      <a:pt x="3884" y="978"/>
                    </a:cubicBezTo>
                    <a:cubicBezTo>
                      <a:pt x="3884" y="978"/>
                      <a:pt x="3765" y="1164"/>
                      <a:pt x="3756" y="1177"/>
                    </a:cubicBezTo>
                    <a:lnTo>
                      <a:pt x="4246" y="0"/>
                    </a:lnTo>
                    <a:close/>
                  </a:path>
                </a:pathLst>
              </a:custGeom>
              <a:solidFill>
                <a:srgbClr val="53585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3" name="ïŝļiḍe"/>
              <p:cNvSpPr/>
              <p:nvPr/>
            </p:nvSpPr>
            <p:spPr>
              <a:xfrm rot="20701810">
                <a:off x="9137083" y="1484750"/>
                <a:ext cx="2690762" cy="9315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234" y="0"/>
                    </a:moveTo>
                    <a:lnTo>
                      <a:pt x="3988" y="472"/>
                    </a:lnTo>
                    <a:cubicBezTo>
                      <a:pt x="3979" y="488"/>
                      <a:pt x="3950" y="537"/>
                      <a:pt x="3921" y="587"/>
                    </a:cubicBezTo>
                    <a:cubicBezTo>
                      <a:pt x="3892" y="638"/>
                      <a:pt x="3862" y="690"/>
                      <a:pt x="3849" y="712"/>
                    </a:cubicBezTo>
                    <a:cubicBezTo>
                      <a:pt x="3845" y="708"/>
                      <a:pt x="3839" y="701"/>
                      <a:pt x="3833" y="695"/>
                    </a:cubicBezTo>
                    <a:cubicBezTo>
                      <a:pt x="3826" y="688"/>
                      <a:pt x="3820" y="681"/>
                      <a:pt x="3817" y="677"/>
                    </a:cubicBezTo>
                    <a:cubicBezTo>
                      <a:pt x="3817" y="677"/>
                      <a:pt x="3805" y="708"/>
                      <a:pt x="3788" y="753"/>
                    </a:cubicBezTo>
                    <a:cubicBezTo>
                      <a:pt x="3771" y="798"/>
                      <a:pt x="3748" y="858"/>
                      <a:pt x="3727" y="917"/>
                    </a:cubicBezTo>
                    <a:cubicBezTo>
                      <a:pt x="3247" y="1866"/>
                      <a:pt x="2283" y="3713"/>
                      <a:pt x="1405" y="5269"/>
                    </a:cubicBezTo>
                    <a:cubicBezTo>
                      <a:pt x="667" y="6576"/>
                      <a:pt x="13" y="7653"/>
                      <a:pt x="0" y="7675"/>
                    </a:cubicBezTo>
                    <a:cubicBezTo>
                      <a:pt x="12" y="7681"/>
                      <a:pt x="27" y="7689"/>
                      <a:pt x="41" y="7696"/>
                    </a:cubicBezTo>
                    <a:cubicBezTo>
                      <a:pt x="56" y="7704"/>
                      <a:pt x="70" y="7711"/>
                      <a:pt x="83" y="7717"/>
                    </a:cubicBezTo>
                    <a:cubicBezTo>
                      <a:pt x="81" y="7720"/>
                      <a:pt x="61" y="7752"/>
                      <a:pt x="40" y="7783"/>
                    </a:cubicBezTo>
                    <a:cubicBezTo>
                      <a:pt x="20" y="7814"/>
                      <a:pt x="0" y="7844"/>
                      <a:pt x="0" y="7844"/>
                    </a:cubicBezTo>
                    <a:cubicBezTo>
                      <a:pt x="3947" y="10127"/>
                      <a:pt x="7997" y="12622"/>
                      <a:pt x="12185" y="15326"/>
                    </a:cubicBezTo>
                    <a:cubicBezTo>
                      <a:pt x="15328" y="17356"/>
                      <a:pt x="18467" y="19440"/>
                      <a:pt x="21600" y="21600"/>
                    </a:cubicBezTo>
                    <a:lnTo>
                      <a:pt x="21540" y="18473"/>
                    </a:lnTo>
                    <a:lnTo>
                      <a:pt x="4261" y="0"/>
                    </a:lnTo>
                    <a:lnTo>
                      <a:pt x="4249" y="21"/>
                    </a:lnTo>
                    <a:cubicBezTo>
                      <a:pt x="4247" y="19"/>
                      <a:pt x="4244" y="14"/>
                      <a:pt x="4242" y="11"/>
                    </a:cubicBezTo>
                    <a:cubicBezTo>
                      <a:pt x="4239" y="7"/>
                      <a:pt x="4236" y="2"/>
                      <a:pt x="4234" y="0"/>
                    </a:cubicBezTo>
                    <a:close/>
                  </a:path>
                </a:pathLst>
              </a:custGeom>
              <a:solidFill>
                <a:srgbClr val="53585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4" name="islïḋè"/>
              <p:cNvSpPr/>
              <p:nvPr/>
            </p:nvSpPr>
            <p:spPr>
              <a:xfrm rot="20701810">
                <a:off x="7789520" y="988353"/>
                <a:ext cx="2007716" cy="14003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746" h="21591" extrusionOk="0">
                    <a:moveTo>
                      <a:pt x="177" y="19199"/>
                    </a:moveTo>
                    <a:cubicBezTo>
                      <a:pt x="572" y="20772"/>
                      <a:pt x="1989" y="21600"/>
                      <a:pt x="3318" y="21591"/>
                    </a:cubicBezTo>
                    <a:cubicBezTo>
                      <a:pt x="872" y="20783"/>
                      <a:pt x="-854" y="19226"/>
                      <a:pt x="443" y="17305"/>
                    </a:cubicBezTo>
                    <a:cubicBezTo>
                      <a:pt x="1614" y="15571"/>
                      <a:pt x="13360" y="5037"/>
                      <a:pt x="19076" y="1125"/>
                    </a:cubicBezTo>
                    <a:cubicBezTo>
                      <a:pt x="19727" y="679"/>
                      <a:pt x="20274" y="296"/>
                      <a:pt x="20746" y="0"/>
                    </a:cubicBezTo>
                    <a:cubicBezTo>
                      <a:pt x="18741" y="1463"/>
                      <a:pt x="16138" y="3555"/>
                      <a:pt x="14907" y="4543"/>
                    </a:cubicBezTo>
                    <a:cubicBezTo>
                      <a:pt x="13868" y="5376"/>
                      <a:pt x="10471" y="8250"/>
                      <a:pt x="9082" y="9352"/>
                    </a:cubicBezTo>
                    <a:cubicBezTo>
                      <a:pt x="6488" y="11409"/>
                      <a:pt x="-614" y="16054"/>
                      <a:pt x="177" y="19199"/>
                    </a:cubicBezTo>
                    <a:close/>
                  </a:path>
                </a:pathLst>
              </a:custGeom>
              <a:solidFill>
                <a:srgbClr val="E8E9ED"/>
              </a:solidFill>
              <a:ln w="3175" cap="flat">
                <a:solidFill>
                  <a:srgbClr val="CFCFCF"/>
                </a:solidFill>
                <a:prstDash val="solid"/>
                <a:miter lim="4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5" name="ïṡļîḓe"/>
              <p:cNvSpPr/>
              <p:nvPr/>
            </p:nvSpPr>
            <p:spPr>
              <a:xfrm rot="20701810">
                <a:off x="7966687" y="2194634"/>
                <a:ext cx="307877" cy="1880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8890" h="17657" extrusionOk="0">
                    <a:moveTo>
                      <a:pt x="18890" y="3337"/>
                    </a:moveTo>
                    <a:cubicBezTo>
                      <a:pt x="18890" y="3337"/>
                      <a:pt x="16436" y="7763"/>
                      <a:pt x="7316" y="16583"/>
                    </a:cubicBezTo>
                    <a:cubicBezTo>
                      <a:pt x="3964" y="19797"/>
                      <a:pt x="3463" y="15101"/>
                      <a:pt x="372" y="11627"/>
                    </a:cubicBezTo>
                    <a:cubicBezTo>
                      <a:pt x="-2710" y="8132"/>
                      <a:pt x="14287" y="-1803"/>
                      <a:pt x="16706" y="286"/>
                    </a:cubicBezTo>
                    <a:cubicBezTo>
                      <a:pt x="18707" y="1952"/>
                      <a:pt x="18890" y="3337"/>
                      <a:pt x="18890" y="3337"/>
                    </a:cubicBezTo>
                    <a:close/>
                  </a:path>
                </a:pathLst>
              </a:custGeom>
              <a:solidFill>
                <a:srgbClr val="BABBBC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6" name="í$lîḓê"/>
              <p:cNvSpPr/>
              <p:nvPr/>
            </p:nvSpPr>
            <p:spPr>
              <a:xfrm rot="20701810">
                <a:off x="7527740" y="2111954"/>
                <a:ext cx="742152" cy="3081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74" h="20879" extrusionOk="0">
                    <a:moveTo>
                      <a:pt x="499" y="14"/>
                    </a:moveTo>
                    <a:cubicBezTo>
                      <a:pt x="500" y="16"/>
                      <a:pt x="503" y="18"/>
                      <a:pt x="507" y="20"/>
                    </a:cubicBezTo>
                    <a:cubicBezTo>
                      <a:pt x="510" y="22"/>
                      <a:pt x="513" y="24"/>
                      <a:pt x="514" y="26"/>
                    </a:cubicBezTo>
                    <a:cubicBezTo>
                      <a:pt x="513" y="27"/>
                      <a:pt x="510" y="26"/>
                      <a:pt x="507" y="26"/>
                    </a:cubicBezTo>
                    <a:cubicBezTo>
                      <a:pt x="504" y="26"/>
                      <a:pt x="501" y="25"/>
                      <a:pt x="499" y="26"/>
                    </a:cubicBezTo>
                    <a:cubicBezTo>
                      <a:pt x="508" y="37"/>
                      <a:pt x="525" y="53"/>
                      <a:pt x="543" y="68"/>
                    </a:cubicBezTo>
                    <a:cubicBezTo>
                      <a:pt x="560" y="84"/>
                      <a:pt x="578" y="100"/>
                      <a:pt x="588" y="112"/>
                    </a:cubicBezTo>
                    <a:cubicBezTo>
                      <a:pt x="286" y="77"/>
                      <a:pt x="90" y="219"/>
                      <a:pt x="3" y="735"/>
                    </a:cubicBezTo>
                    <a:cubicBezTo>
                      <a:pt x="-3" y="766"/>
                      <a:pt x="39" y="837"/>
                      <a:pt x="50" y="882"/>
                    </a:cubicBezTo>
                    <a:cubicBezTo>
                      <a:pt x="43" y="910"/>
                      <a:pt x="34" y="927"/>
                      <a:pt x="26" y="946"/>
                    </a:cubicBezTo>
                    <a:cubicBezTo>
                      <a:pt x="17" y="964"/>
                      <a:pt x="8" y="984"/>
                      <a:pt x="3" y="1016"/>
                    </a:cubicBezTo>
                    <a:cubicBezTo>
                      <a:pt x="-118" y="1707"/>
                      <a:pt x="3756" y="5786"/>
                      <a:pt x="7260" y="9441"/>
                    </a:cubicBezTo>
                    <a:cubicBezTo>
                      <a:pt x="10758" y="13101"/>
                      <a:pt x="13665" y="15690"/>
                      <a:pt x="15588" y="18563"/>
                    </a:cubicBezTo>
                    <a:cubicBezTo>
                      <a:pt x="17110" y="20847"/>
                      <a:pt x="17119" y="21600"/>
                      <a:pt x="18423" y="20104"/>
                    </a:cubicBezTo>
                    <a:cubicBezTo>
                      <a:pt x="19725" y="18579"/>
                      <a:pt x="21006" y="16466"/>
                      <a:pt x="21222" y="15971"/>
                    </a:cubicBezTo>
                    <a:cubicBezTo>
                      <a:pt x="21285" y="15829"/>
                      <a:pt x="21303" y="15713"/>
                      <a:pt x="21305" y="15592"/>
                    </a:cubicBezTo>
                    <a:cubicBezTo>
                      <a:pt x="21312" y="15593"/>
                      <a:pt x="21330" y="15602"/>
                      <a:pt x="21348" y="15611"/>
                    </a:cubicBezTo>
                    <a:cubicBezTo>
                      <a:pt x="21366" y="15619"/>
                      <a:pt x="21383" y="15628"/>
                      <a:pt x="21389" y="15628"/>
                    </a:cubicBezTo>
                    <a:cubicBezTo>
                      <a:pt x="21413" y="15569"/>
                      <a:pt x="21432" y="15514"/>
                      <a:pt x="21446" y="15462"/>
                    </a:cubicBezTo>
                    <a:cubicBezTo>
                      <a:pt x="21460" y="15409"/>
                      <a:pt x="21469" y="15359"/>
                      <a:pt x="21472" y="15310"/>
                    </a:cubicBezTo>
                    <a:lnTo>
                      <a:pt x="21472" y="15298"/>
                    </a:lnTo>
                    <a:cubicBezTo>
                      <a:pt x="21482" y="15147"/>
                      <a:pt x="21446" y="14998"/>
                      <a:pt x="21368" y="14781"/>
                    </a:cubicBezTo>
                    <a:cubicBezTo>
                      <a:pt x="21291" y="14564"/>
                      <a:pt x="21172" y="14279"/>
                      <a:pt x="21018" y="13855"/>
                    </a:cubicBezTo>
                    <a:cubicBezTo>
                      <a:pt x="21018" y="13855"/>
                      <a:pt x="21008" y="13847"/>
                      <a:pt x="20987" y="13832"/>
                    </a:cubicBezTo>
                    <a:cubicBezTo>
                      <a:pt x="20967" y="13817"/>
                      <a:pt x="20935" y="13795"/>
                      <a:pt x="20893" y="13770"/>
                    </a:cubicBezTo>
                    <a:lnTo>
                      <a:pt x="20895" y="13776"/>
                    </a:lnTo>
                    <a:lnTo>
                      <a:pt x="20898" y="13782"/>
                    </a:lnTo>
                    <a:cubicBezTo>
                      <a:pt x="20707" y="13672"/>
                      <a:pt x="13226" y="9361"/>
                      <a:pt x="6221" y="4037"/>
                    </a:cubicBezTo>
                    <a:cubicBezTo>
                      <a:pt x="2914" y="1520"/>
                      <a:pt x="1513" y="292"/>
                      <a:pt x="828" y="99"/>
                    </a:cubicBezTo>
                    <a:cubicBezTo>
                      <a:pt x="817" y="89"/>
                      <a:pt x="799" y="73"/>
                      <a:pt x="780" y="56"/>
                    </a:cubicBezTo>
                    <a:cubicBezTo>
                      <a:pt x="762" y="40"/>
                      <a:pt x="744" y="24"/>
                      <a:pt x="734" y="14"/>
                    </a:cubicBezTo>
                    <a:cubicBezTo>
                      <a:pt x="688" y="5"/>
                      <a:pt x="647" y="0"/>
                      <a:pt x="608" y="0"/>
                    </a:cubicBezTo>
                    <a:cubicBezTo>
                      <a:pt x="569" y="0"/>
                      <a:pt x="533" y="5"/>
                      <a:pt x="499" y="14"/>
                    </a:cubicBezTo>
                    <a:close/>
                  </a:path>
                </a:pathLst>
              </a:custGeom>
              <a:solidFill>
                <a:srgbClr val="53585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7" name="îṧļïḓè"/>
              <p:cNvSpPr/>
              <p:nvPr/>
            </p:nvSpPr>
            <p:spPr>
              <a:xfrm rot="20701810">
                <a:off x="9549515" y="542388"/>
                <a:ext cx="1087291" cy="3851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57" h="19791" extrusionOk="0">
                    <a:moveTo>
                      <a:pt x="0" y="4899"/>
                    </a:moveTo>
                    <a:cubicBezTo>
                      <a:pt x="620" y="4239"/>
                      <a:pt x="2241" y="2500"/>
                      <a:pt x="4214" y="1282"/>
                    </a:cubicBezTo>
                    <a:cubicBezTo>
                      <a:pt x="6187" y="65"/>
                      <a:pt x="8512" y="-631"/>
                      <a:pt x="10542" y="796"/>
                    </a:cubicBezTo>
                    <a:cubicBezTo>
                      <a:pt x="11774" y="1484"/>
                      <a:pt x="12830" y="2675"/>
                      <a:pt x="13885" y="3625"/>
                    </a:cubicBezTo>
                    <a:cubicBezTo>
                      <a:pt x="15247" y="4851"/>
                      <a:pt x="16644" y="6000"/>
                      <a:pt x="18086" y="5851"/>
                    </a:cubicBezTo>
                    <a:cubicBezTo>
                      <a:pt x="19215" y="5734"/>
                      <a:pt x="20490" y="5170"/>
                      <a:pt x="21112" y="7574"/>
                    </a:cubicBezTo>
                    <a:cubicBezTo>
                      <a:pt x="21600" y="9456"/>
                      <a:pt x="21309" y="11927"/>
                      <a:pt x="20682" y="13675"/>
                    </a:cubicBezTo>
                    <a:cubicBezTo>
                      <a:pt x="20310" y="14710"/>
                      <a:pt x="19867" y="15515"/>
                      <a:pt x="19369" y="16079"/>
                    </a:cubicBezTo>
                    <a:cubicBezTo>
                      <a:pt x="18871" y="16643"/>
                      <a:pt x="18317" y="16966"/>
                      <a:pt x="17726" y="17037"/>
                    </a:cubicBezTo>
                    <a:cubicBezTo>
                      <a:pt x="16899" y="17137"/>
                      <a:pt x="16133" y="16552"/>
                      <a:pt x="15750" y="16159"/>
                    </a:cubicBezTo>
                    <a:cubicBezTo>
                      <a:pt x="16393" y="19869"/>
                      <a:pt x="18210" y="20969"/>
                      <a:pt x="19410" y="18372"/>
                    </a:cubicBezTo>
                    <a:cubicBezTo>
                      <a:pt x="20049" y="16989"/>
                      <a:pt x="20300" y="14905"/>
                      <a:pt x="20626" y="13194"/>
                    </a:cubicBezTo>
                    <a:cubicBezTo>
                      <a:pt x="20911" y="11701"/>
                      <a:pt x="21247" y="10178"/>
                      <a:pt x="21044" y="8526"/>
                    </a:cubicBezTo>
                    <a:cubicBezTo>
                      <a:pt x="20640" y="5250"/>
                      <a:pt x="19001" y="6132"/>
                      <a:pt x="17632" y="6233"/>
                    </a:cubicBezTo>
                    <a:cubicBezTo>
                      <a:pt x="16818" y="6293"/>
                      <a:pt x="16033" y="5710"/>
                      <a:pt x="15268" y="5093"/>
                    </a:cubicBezTo>
                    <a:cubicBezTo>
                      <a:pt x="14453" y="4435"/>
                      <a:pt x="13639" y="3720"/>
                      <a:pt x="12827" y="2945"/>
                    </a:cubicBezTo>
                    <a:cubicBezTo>
                      <a:pt x="10110" y="-92"/>
                      <a:pt x="7202" y="248"/>
                      <a:pt x="4824" y="1422"/>
                    </a:cubicBezTo>
                    <a:cubicBezTo>
                      <a:pt x="2446" y="2596"/>
                      <a:pt x="597" y="4603"/>
                      <a:pt x="0" y="4899"/>
                    </a:cubicBezTo>
                    <a:close/>
                  </a:path>
                </a:pathLst>
              </a:custGeom>
              <a:solidFill>
                <a:srgbClr val="7D9892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8" name="îṧľîďè"/>
              <p:cNvSpPr/>
              <p:nvPr/>
            </p:nvSpPr>
            <p:spPr>
              <a:xfrm rot="20701810">
                <a:off x="8018502" y="944240"/>
                <a:ext cx="2810359" cy="12970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953" extrusionOk="0">
                    <a:moveTo>
                      <a:pt x="14391" y="4771"/>
                    </a:moveTo>
                    <a:cubicBezTo>
                      <a:pt x="18153" y="-115"/>
                      <a:pt x="20531" y="-448"/>
                      <a:pt x="21600" y="310"/>
                    </a:cubicBezTo>
                    <a:cubicBezTo>
                      <a:pt x="21358" y="1667"/>
                      <a:pt x="20960" y="3093"/>
                      <a:pt x="20376" y="4504"/>
                    </a:cubicBezTo>
                    <a:cubicBezTo>
                      <a:pt x="18368" y="9362"/>
                      <a:pt x="14445" y="13052"/>
                      <a:pt x="8839" y="17701"/>
                    </a:cubicBezTo>
                    <a:cubicBezTo>
                      <a:pt x="5581" y="20404"/>
                      <a:pt x="2534" y="21152"/>
                      <a:pt x="1289" y="20911"/>
                    </a:cubicBezTo>
                    <a:cubicBezTo>
                      <a:pt x="843" y="20824"/>
                      <a:pt x="403" y="20674"/>
                      <a:pt x="0" y="20484"/>
                    </a:cubicBezTo>
                    <a:cubicBezTo>
                      <a:pt x="3221" y="16352"/>
                      <a:pt x="10934" y="9261"/>
                      <a:pt x="14391" y="4771"/>
                    </a:cubicBezTo>
                    <a:close/>
                  </a:path>
                </a:pathLst>
              </a:custGeom>
              <a:solidFill>
                <a:srgbClr val="E8E9ED"/>
              </a:solidFill>
              <a:ln w="3175" cap="flat">
                <a:solidFill>
                  <a:srgbClr val="CFCFCF"/>
                </a:solidFill>
                <a:prstDash val="solid"/>
                <a:miter lim="4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9" name="iśḻïḑé"/>
              <p:cNvSpPr/>
              <p:nvPr/>
            </p:nvSpPr>
            <p:spPr>
              <a:xfrm rot="20701810">
                <a:off x="8067152" y="1045618"/>
                <a:ext cx="2697803" cy="119042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613" extrusionOk="0">
                    <a:moveTo>
                      <a:pt x="0" y="20150"/>
                    </a:moveTo>
                    <a:cubicBezTo>
                      <a:pt x="2898" y="16218"/>
                      <a:pt x="11054" y="9069"/>
                      <a:pt x="14524" y="4621"/>
                    </a:cubicBezTo>
                    <a:cubicBezTo>
                      <a:pt x="18741" y="-784"/>
                      <a:pt x="21206" y="-758"/>
                      <a:pt x="21600" y="1215"/>
                    </a:cubicBezTo>
                    <a:cubicBezTo>
                      <a:pt x="21368" y="2032"/>
                      <a:pt x="21066" y="2876"/>
                      <a:pt x="20690" y="3725"/>
                    </a:cubicBezTo>
                    <a:cubicBezTo>
                      <a:pt x="18805" y="7979"/>
                      <a:pt x="15002" y="11983"/>
                      <a:pt x="9055" y="17129"/>
                    </a:cubicBezTo>
                    <a:cubicBezTo>
                      <a:pt x="5633" y="20089"/>
                      <a:pt x="2433" y="20816"/>
                      <a:pt x="1189" y="20569"/>
                    </a:cubicBezTo>
                    <a:cubicBezTo>
                      <a:pt x="768" y="20485"/>
                      <a:pt x="352" y="20349"/>
                      <a:pt x="0" y="2015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CE3F27"/>
                  </a:gs>
                  <a:gs pos="100000">
                    <a:srgbClr val="F2F2F2">
                      <a:alpha val="0"/>
                    </a:srgbClr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" name="íşlîḓè"/>
              <p:cNvSpPr/>
              <p:nvPr/>
            </p:nvSpPr>
            <p:spPr>
              <a:xfrm rot="20701810">
                <a:off x="6073681" y="1241129"/>
                <a:ext cx="2882814" cy="11582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21" extrusionOk="0">
                    <a:moveTo>
                      <a:pt x="0" y="312"/>
                    </a:moveTo>
                    <a:cubicBezTo>
                      <a:pt x="2410" y="3485"/>
                      <a:pt x="4936" y="6087"/>
                      <a:pt x="7335" y="9309"/>
                    </a:cubicBezTo>
                    <a:cubicBezTo>
                      <a:pt x="10313" y="13308"/>
                      <a:pt x="13389" y="15948"/>
                      <a:pt x="15744" y="19046"/>
                    </a:cubicBezTo>
                    <a:cubicBezTo>
                      <a:pt x="16719" y="20329"/>
                      <a:pt x="17075" y="21303"/>
                      <a:pt x="17560" y="21510"/>
                    </a:cubicBezTo>
                    <a:cubicBezTo>
                      <a:pt x="17848" y="21581"/>
                      <a:pt x="18164" y="21336"/>
                      <a:pt x="18683" y="20702"/>
                    </a:cubicBezTo>
                    <a:cubicBezTo>
                      <a:pt x="19999" y="19093"/>
                      <a:pt x="21298" y="17063"/>
                      <a:pt x="21516" y="16537"/>
                    </a:cubicBezTo>
                    <a:cubicBezTo>
                      <a:pt x="21558" y="16435"/>
                      <a:pt x="21584" y="16338"/>
                      <a:pt x="21600" y="16237"/>
                    </a:cubicBezTo>
                    <a:cubicBezTo>
                      <a:pt x="21591" y="16256"/>
                      <a:pt x="21569" y="16290"/>
                      <a:pt x="21546" y="16325"/>
                    </a:cubicBezTo>
                    <a:cubicBezTo>
                      <a:pt x="21523" y="16361"/>
                      <a:pt x="21500" y="16397"/>
                      <a:pt x="21488" y="16418"/>
                    </a:cubicBezTo>
                    <a:cubicBezTo>
                      <a:pt x="21566" y="16179"/>
                      <a:pt x="21565" y="15950"/>
                      <a:pt x="21495" y="15636"/>
                    </a:cubicBezTo>
                    <a:cubicBezTo>
                      <a:pt x="21425" y="15322"/>
                      <a:pt x="21285" y="14923"/>
                      <a:pt x="21087" y="14344"/>
                    </a:cubicBezTo>
                    <a:cubicBezTo>
                      <a:pt x="21087" y="14344"/>
                      <a:pt x="21083" y="14339"/>
                      <a:pt x="21075" y="14332"/>
                    </a:cubicBezTo>
                    <a:cubicBezTo>
                      <a:pt x="21067" y="14325"/>
                      <a:pt x="21055" y="14317"/>
                      <a:pt x="21039" y="14310"/>
                    </a:cubicBezTo>
                    <a:lnTo>
                      <a:pt x="21041" y="14313"/>
                    </a:lnTo>
                    <a:lnTo>
                      <a:pt x="21042" y="14316"/>
                    </a:lnTo>
                    <a:cubicBezTo>
                      <a:pt x="20822" y="14175"/>
                      <a:pt x="13237" y="9270"/>
                      <a:pt x="6139" y="3844"/>
                    </a:cubicBezTo>
                    <a:cubicBezTo>
                      <a:pt x="3712" y="1989"/>
                      <a:pt x="2339" y="777"/>
                      <a:pt x="1461" y="64"/>
                    </a:cubicBezTo>
                    <a:cubicBezTo>
                      <a:pt x="1205" y="-8"/>
                      <a:pt x="947" y="-19"/>
                      <a:pt x="690" y="30"/>
                    </a:cubicBezTo>
                    <a:cubicBezTo>
                      <a:pt x="457" y="75"/>
                      <a:pt x="226" y="169"/>
                      <a:pt x="0" y="312"/>
                    </a:cubicBezTo>
                    <a:close/>
                  </a:path>
                </a:pathLst>
              </a:custGeom>
              <a:solidFill>
                <a:srgbClr val="53585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" name="îşlíde"/>
              <p:cNvSpPr/>
              <p:nvPr/>
            </p:nvSpPr>
            <p:spPr>
              <a:xfrm rot="20701810">
                <a:off x="7798683" y="1699756"/>
                <a:ext cx="458842" cy="42875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8592" h="18044" extrusionOk="0">
                    <a:moveTo>
                      <a:pt x="18592" y="12072"/>
                    </a:moveTo>
                    <a:cubicBezTo>
                      <a:pt x="17779" y="13367"/>
                      <a:pt x="8105" y="20515"/>
                      <a:pt x="1914" y="17154"/>
                    </a:cubicBezTo>
                    <a:cubicBezTo>
                      <a:pt x="-3008" y="14487"/>
                      <a:pt x="2731" y="6883"/>
                      <a:pt x="6069" y="4085"/>
                    </a:cubicBezTo>
                    <a:cubicBezTo>
                      <a:pt x="8619" y="1956"/>
                      <a:pt x="12630" y="-1085"/>
                      <a:pt x="15268" y="389"/>
                    </a:cubicBezTo>
                    <a:cubicBezTo>
                      <a:pt x="14268" y="3789"/>
                      <a:pt x="17267" y="10782"/>
                      <a:pt x="18592" y="120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" name="ïsḻîḍé"/>
              <p:cNvSpPr/>
              <p:nvPr/>
            </p:nvSpPr>
            <p:spPr>
              <a:xfrm rot="20701810">
                <a:off x="7801635" y="1718836"/>
                <a:ext cx="457955" cy="40610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78" h="21421" extrusionOk="0">
                    <a:moveTo>
                      <a:pt x="12307" y="0"/>
                    </a:moveTo>
                    <a:cubicBezTo>
                      <a:pt x="10389" y="1064"/>
                      <a:pt x="8491" y="2647"/>
                      <a:pt x="7019" y="3978"/>
                    </a:cubicBezTo>
                    <a:cubicBezTo>
                      <a:pt x="4912" y="5882"/>
                      <a:pt x="2037" y="9558"/>
                      <a:pt x="714" y="13058"/>
                    </a:cubicBezTo>
                    <a:cubicBezTo>
                      <a:pt x="724" y="12981"/>
                      <a:pt x="716" y="12912"/>
                      <a:pt x="728" y="12834"/>
                    </a:cubicBezTo>
                    <a:cubicBezTo>
                      <a:pt x="572" y="13233"/>
                      <a:pt x="497" y="13613"/>
                      <a:pt x="384" y="14005"/>
                    </a:cubicBezTo>
                    <a:cubicBezTo>
                      <a:pt x="306" y="14275"/>
                      <a:pt x="211" y="14542"/>
                      <a:pt x="155" y="14807"/>
                    </a:cubicBezTo>
                    <a:cubicBezTo>
                      <a:pt x="62" y="15263"/>
                      <a:pt x="54" y="15690"/>
                      <a:pt x="41" y="16122"/>
                    </a:cubicBezTo>
                    <a:cubicBezTo>
                      <a:pt x="28" y="16433"/>
                      <a:pt x="-22" y="16759"/>
                      <a:pt x="12" y="17053"/>
                    </a:cubicBezTo>
                    <a:cubicBezTo>
                      <a:pt x="18" y="17102"/>
                      <a:pt x="33" y="17148"/>
                      <a:pt x="41" y="17197"/>
                    </a:cubicBezTo>
                    <a:cubicBezTo>
                      <a:pt x="226" y="18480"/>
                      <a:pt x="867" y="19585"/>
                      <a:pt x="2190" y="20357"/>
                    </a:cubicBezTo>
                    <a:cubicBezTo>
                      <a:pt x="2635" y="20617"/>
                      <a:pt x="3107" y="20787"/>
                      <a:pt x="3580" y="20951"/>
                    </a:cubicBezTo>
                    <a:cubicBezTo>
                      <a:pt x="4015" y="21102"/>
                      <a:pt x="4459" y="21210"/>
                      <a:pt x="4913" y="21288"/>
                    </a:cubicBezTo>
                    <a:cubicBezTo>
                      <a:pt x="4975" y="21299"/>
                      <a:pt x="5036" y="21311"/>
                      <a:pt x="5099" y="21320"/>
                    </a:cubicBezTo>
                    <a:cubicBezTo>
                      <a:pt x="6962" y="21600"/>
                      <a:pt x="8907" y="21272"/>
                      <a:pt x="10831" y="20662"/>
                    </a:cubicBezTo>
                    <a:cubicBezTo>
                      <a:pt x="11290" y="20517"/>
                      <a:pt x="11727" y="20342"/>
                      <a:pt x="12178" y="20165"/>
                    </a:cubicBezTo>
                    <a:cubicBezTo>
                      <a:pt x="12865" y="19893"/>
                      <a:pt x="13533" y="19658"/>
                      <a:pt x="14184" y="19331"/>
                    </a:cubicBezTo>
                    <a:cubicBezTo>
                      <a:pt x="14198" y="19324"/>
                      <a:pt x="14213" y="19322"/>
                      <a:pt x="14227" y="19315"/>
                    </a:cubicBezTo>
                    <a:cubicBezTo>
                      <a:pt x="14395" y="19230"/>
                      <a:pt x="14535" y="19129"/>
                      <a:pt x="14700" y="19042"/>
                    </a:cubicBezTo>
                    <a:cubicBezTo>
                      <a:pt x="15523" y="18606"/>
                      <a:pt x="16372" y="18179"/>
                      <a:pt x="17093" y="17711"/>
                    </a:cubicBezTo>
                    <a:cubicBezTo>
                      <a:pt x="16942" y="17799"/>
                      <a:pt x="16760" y="17864"/>
                      <a:pt x="16606" y="17951"/>
                    </a:cubicBezTo>
                    <a:cubicBezTo>
                      <a:pt x="19253" y="16305"/>
                      <a:pt x="21210" y="14573"/>
                      <a:pt x="21578" y="13941"/>
                    </a:cubicBezTo>
                    <a:cubicBezTo>
                      <a:pt x="21383" y="13752"/>
                      <a:pt x="21151" y="13406"/>
                      <a:pt x="20890" y="12962"/>
                    </a:cubicBezTo>
                    <a:cubicBezTo>
                      <a:pt x="17497" y="15904"/>
                      <a:pt x="8808" y="21382"/>
                      <a:pt x="2863" y="17935"/>
                    </a:cubicBezTo>
                    <a:cubicBezTo>
                      <a:pt x="2049" y="17453"/>
                      <a:pt x="1528" y="16830"/>
                      <a:pt x="1173" y="16138"/>
                    </a:cubicBezTo>
                    <a:cubicBezTo>
                      <a:pt x="1172" y="16133"/>
                      <a:pt x="1173" y="16127"/>
                      <a:pt x="1173" y="16122"/>
                    </a:cubicBezTo>
                    <a:cubicBezTo>
                      <a:pt x="829" y="11878"/>
                      <a:pt x="5306" y="5884"/>
                      <a:pt x="8223" y="3257"/>
                    </a:cubicBezTo>
                    <a:cubicBezTo>
                      <a:pt x="9379" y="2211"/>
                      <a:pt x="10807" y="985"/>
                      <a:pt x="12307" y="0"/>
                    </a:cubicBezTo>
                    <a:close/>
                  </a:path>
                </a:pathLst>
              </a:custGeom>
              <a:solidFill>
                <a:srgbClr val="D6D6D5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" name="îsľîḋè"/>
              <p:cNvSpPr/>
              <p:nvPr/>
            </p:nvSpPr>
            <p:spPr>
              <a:xfrm rot="20701810">
                <a:off x="7967388" y="1670216"/>
                <a:ext cx="330061" cy="3349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887" h="20922" extrusionOk="0">
                    <a:moveTo>
                      <a:pt x="24" y="9779"/>
                    </a:moveTo>
                    <a:cubicBezTo>
                      <a:pt x="-363" y="15545"/>
                      <a:pt x="3984" y="20496"/>
                      <a:pt x="9730" y="20900"/>
                    </a:cubicBezTo>
                    <a:cubicBezTo>
                      <a:pt x="15484" y="21267"/>
                      <a:pt x="20465" y="16926"/>
                      <a:pt x="20865" y="11168"/>
                    </a:cubicBezTo>
                    <a:cubicBezTo>
                      <a:pt x="21237" y="5382"/>
                      <a:pt x="16905" y="423"/>
                      <a:pt x="11159" y="20"/>
                    </a:cubicBezTo>
                    <a:cubicBezTo>
                      <a:pt x="5399" y="-333"/>
                      <a:pt x="425" y="4021"/>
                      <a:pt x="24" y="9779"/>
                    </a:cubicBezTo>
                    <a:close/>
                  </a:path>
                </a:pathLst>
              </a:custGeom>
              <a:solidFill>
                <a:srgbClr val="E8E9ED"/>
              </a:solidFill>
              <a:ln w="6350" cap="flat">
                <a:solidFill>
                  <a:srgbClr val="A6AAA9"/>
                </a:solidFill>
                <a:prstDash val="solid"/>
                <a:miter lim="4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4" name="ï$ľiḍè"/>
              <p:cNvSpPr/>
              <p:nvPr/>
            </p:nvSpPr>
            <p:spPr>
              <a:xfrm rot="20701810">
                <a:off x="8005055" y="1705771"/>
                <a:ext cx="268541" cy="27183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870" h="20840" extrusionOk="0">
                    <a:moveTo>
                      <a:pt x="22" y="9733"/>
                    </a:moveTo>
                    <a:cubicBezTo>
                      <a:pt x="-353" y="15502"/>
                      <a:pt x="3981" y="20450"/>
                      <a:pt x="9731" y="20812"/>
                    </a:cubicBezTo>
                    <a:cubicBezTo>
                      <a:pt x="15489" y="21227"/>
                      <a:pt x="20460" y="16863"/>
                      <a:pt x="20844" y="11112"/>
                    </a:cubicBezTo>
                    <a:cubicBezTo>
                      <a:pt x="21247" y="5387"/>
                      <a:pt x="16895" y="387"/>
                      <a:pt x="11155" y="25"/>
                    </a:cubicBezTo>
                    <a:cubicBezTo>
                      <a:pt x="5396" y="-373"/>
                      <a:pt x="417" y="3974"/>
                      <a:pt x="22" y="9733"/>
                    </a:cubicBezTo>
                    <a:close/>
                  </a:path>
                </a:pathLst>
              </a:custGeom>
              <a:solidFill>
                <a:srgbClr val="000000">
                  <a:lumMod val="60000"/>
                  <a:lumOff val="4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5" name="iṥḷîḋê"/>
              <p:cNvSpPr/>
              <p:nvPr/>
            </p:nvSpPr>
            <p:spPr>
              <a:xfrm rot="20701810">
                <a:off x="9779300" y="1859278"/>
                <a:ext cx="422734" cy="38631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8591" h="17884" extrusionOk="0">
                    <a:moveTo>
                      <a:pt x="18591" y="12396"/>
                    </a:moveTo>
                    <a:cubicBezTo>
                      <a:pt x="17729" y="13665"/>
                      <a:pt x="7816" y="20451"/>
                      <a:pt x="1786" y="16834"/>
                    </a:cubicBezTo>
                    <a:cubicBezTo>
                      <a:pt x="-3009" y="13938"/>
                      <a:pt x="2991" y="6485"/>
                      <a:pt x="6428" y="3817"/>
                    </a:cubicBezTo>
                    <a:cubicBezTo>
                      <a:pt x="9033" y="1758"/>
                      <a:pt x="13158" y="-1149"/>
                      <a:pt x="15722" y="473"/>
                    </a:cubicBezTo>
                    <a:cubicBezTo>
                      <a:pt x="14598" y="3850"/>
                      <a:pt x="17334" y="11051"/>
                      <a:pt x="18591" y="123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6" name="îš1iḋé"/>
              <p:cNvSpPr/>
              <p:nvPr/>
            </p:nvSpPr>
            <p:spPr>
              <a:xfrm rot="20701810">
                <a:off x="9778617" y="1859487"/>
                <a:ext cx="421824" cy="3809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241" h="21555" extrusionOk="0">
                    <a:moveTo>
                      <a:pt x="13572" y="0"/>
                    </a:moveTo>
                    <a:cubicBezTo>
                      <a:pt x="11294" y="770"/>
                      <a:pt x="8822" y="2750"/>
                      <a:pt x="7020" y="4354"/>
                    </a:cubicBezTo>
                    <a:cubicBezTo>
                      <a:pt x="4063" y="6925"/>
                      <a:pt x="-549" y="13101"/>
                      <a:pt x="161" y="17347"/>
                    </a:cubicBezTo>
                    <a:cubicBezTo>
                      <a:pt x="118" y="17292"/>
                      <a:pt x="41" y="17249"/>
                      <a:pt x="0" y="17193"/>
                    </a:cubicBezTo>
                    <a:cubicBezTo>
                      <a:pt x="65" y="17731"/>
                      <a:pt x="255" y="18230"/>
                      <a:pt x="511" y="18707"/>
                    </a:cubicBezTo>
                    <a:cubicBezTo>
                      <a:pt x="603" y="18878"/>
                      <a:pt x="743" y="19028"/>
                      <a:pt x="861" y="19189"/>
                    </a:cubicBezTo>
                    <a:cubicBezTo>
                      <a:pt x="1049" y="19444"/>
                      <a:pt x="1273" y="19689"/>
                      <a:pt x="1533" y="19912"/>
                    </a:cubicBezTo>
                    <a:cubicBezTo>
                      <a:pt x="1671" y="20031"/>
                      <a:pt x="1738" y="20180"/>
                      <a:pt x="1898" y="20290"/>
                    </a:cubicBezTo>
                    <a:cubicBezTo>
                      <a:pt x="2766" y="20874"/>
                      <a:pt x="3716" y="21206"/>
                      <a:pt x="4699" y="21392"/>
                    </a:cubicBezTo>
                    <a:cubicBezTo>
                      <a:pt x="5635" y="21568"/>
                      <a:pt x="6607" y="21600"/>
                      <a:pt x="7589" y="21495"/>
                    </a:cubicBezTo>
                    <a:cubicBezTo>
                      <a:pt x="7940" y="21459"/>
                      <a:pt x="8287" y="21337"/>
                      <a:pt x="8640" y="21271"/>
                    </a:cubicBezTo>
                    <a:cubicBezTo>
                      <a:pt x="9281" y="21150"/>
                      <a:pt x="9917" y="21043"/>
                      <a:pt x="10551" y="20841"/>
                    </a:cubicBezTo>
                    <a:cubicBezTo>
                      <a:pt x="10996" y="20699"/>
                      <a:pt x="11415" y="20515"/>
                      <a:pt x="11850" y="20342"/>
                    </a:cubicBezTo>
                    <a:cubicBezTo>
                      <a:pt x="12404" y="20122"/>
                      <a:pt x="12957" y="19911"/>
                      <a:pt x="13484" y="19654"/>
                    </a:cubicBezTo>
                    <a:cubicBezTo>
                      <a:pt x="13509" y="19641"/>
                      <a:pt x="13532" y="19631"/>
                      <a:pt x="13557" y="19619"/>
                    </a:cubicBezTo>
                    <a:cubicBezTo>
                      <a:pt x="17022" y="17917"/>
                      <a:pt x="19787" y="15601"/>
                      <a:pt x="20241" y="14852"/>
                    </a:cubicBezTo>
                    <a:cubicBezTo>
                      <a:pt x="19965" y="14533"/>
                      <a:pt x="19650" y="13954"/>
                      <a:pt x="19307" y="13217"/>
                    </a:cubicBezTo>
                    <a:cubicBezTo>
                      <a:pt x="17715" y="15066"/>
                      <a:pt x="9600" y="20953"/>
                      <a:pt x="3415" y="19309"/>
                    </a:cubicBezTo>
                    <a:cubicBezTo>
                      <a:pt x="-1359" y="15664"/>
                      <a:pt x="5013" y="6824"/>
                      <a:pt x="8712" y="3597"/>
                    </a:cubicBezTo>
                    <a:cubicBezTo>
                      <a:pt x="10061" y="2384"/>
                      <a:pt x="11803" y="965"/>
                      <a:pt x="13572" y="0"/>
                    </a:cubicBezTo>
                    <a:close/>
                  </a:path>
                </a:pathLst>
              </a:custGeom>
              <a:solidFill>
                <a:srgbClr val="D6D6D5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7" name="ísḷíďê"/>
              <p:cNvSpPr/>
              <p:nvPr/>
            </p:nvSpPr>
            <p:spPr>
              <a:xfrm rot="20701810">
                <a:off x="9940168" y="1830396"/>
                <a:ext cx="306521" cy="30629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23" h="20660" extrusionOk="0">
                    <a:moveTo>
                      <a:pt x="45" y="9355"/>
                    </a:moveTo>
                    <a:cubicBezTo>
                      <a:pt x="-482" y="15029"/>
                      <a:pt x="3705" y="20065"/>
                      <a:pt x="9365" y="20617"/>
                    </a:cubicBezTo>
                    <a:cubicBezTo>
                      <a:pt x="15040" y="21130"/>
                      <a:pt x="20080" y="16956"/>
                      <a:pt x="20576" y="11252"/>
                    </a:cubicBezTo>
                    <a:cubicBezTo>
                      <a:pt x="21118" y="5585"/>
                      <a:pt x="16932" y="548"/>
                      <a:pt x="11257" y="43"/>
                    </a:cubicBezTo>
                    <a:cubicBezTo>
                      <a:pt x="5581" y="-470"/>
                      <a:pt x="573" y="3673"/>
                      <a:pt x="45" y="9355"/>
                    </a:cubicBezTo>
                    <a:close/>
                  </a:path>
                </a:pathLst>
              </a:custGeom>
              <a:solidFill>
                <a:srgbClr val="E8E9ED"/>
              </a:solidFill>
              <a:ln w="6350" cap="flat">
                <a:solidFill>
                  <a:srgbClr val="A6AAA9"/>
                </a:solidFill>
                <a:prstDash val="solid"/>
                <a:miter lim="4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8" name="íṥḷíḋè"/>
              <p:cNvSpPr/>
              <p:nvPr/>
            </p:nvSpPr>
            <p:spPr>
              <a:xfrm rot="20701810">
                <a:off x="9969484" y="1859413"/>
                <a:ext cx="249373" cy="2490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09" h="20661" extrusionOk="0">
                    <a:moveTo>
                      <a:pt x="46" y="9355"/>
                    </a:moveTo>
                    <a:cubicBezTo>
                      <a:pt x="-488" y="15063"/>
                      <a:pt x="3684" y="20074"/>
                      <a:pt x="9341" y="20618"/>
                    </a:cubicBezTo>
                    <a:cubicBezTo>
                      <a:pt x="15017" y="21135"/>
                      <a:pt x="20045" y="16937"/>
                      <a:pt x="20561" y="11277"/>
                    </a:cubicBezTo>
                    <a:cubicBezTo>
                      <a:pt x="21112" y="5626"/>
                      <a:pt x="16922" y="540"/>
                      <a:pt x="11245" y="42"/>
                    </a:cubicBezTo>
                    <a:cubicBezTo>
                      <a:pt x="5569" y="-465"/>
                      <a:pt x="541" y="3685"/>
                      <a:pt x="46" y="9355"/>
                    </a:cubicBezTo>
                    <a:close/>
                  </a:path>
                </a:pathLst>
              </a:custGeom>
              <a:solidFill>
                <a:srgbClr val="000000">
                  <a:lumMod val="60000"/>
                  <a:lumOff val="4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9" name="iṧļïďé"/>
              <p:cNvSpPr/>
              <p:nvPr/>
            </p:nvSpPr>
            <p:spPr>
              <a:xfrm rot="20701810">
                <a:off x="9788655" y="566872"/>
                <a:ext cx="397444" cy="1430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985" h="18500" extrusionOk="0">
                    <a:moveTo>
                      <a:pt x="19985" y="7897"/>
                    </a:moveTo>
                    <a:cubicBezTo>
                      <a:pt x="17858" y="7678"/>
                      <a:pt x="15093" y="7934"/>
                      <a:pt x="11928" y="9401"/>
                    </a:cubicBezTo>
                    <a:cubicBezTo>
                      <a:pt x="8687" y="10904"/>
                      <a:pt x="5026" y="13679"/>
                      <a:pt x="1154" y="18500"/>
                    </a:cubicBezTo>
                    <a:cubicBezTo>
                      <a:pt x="1099" y="18392"/>
                      <a:pt x="796" y="18676"/>
                      <a:pt x="343" y="15951"/>
                    </a:cubicBezTo>
                    <a:cubicBezTo>
                      <a:pt x="-1615" y="4170"/>
                      <a:pt x="5112" y="-2924"/>
                      <a:pt x="12859" y="1163"/>
                    </a:cubicBezTo>
                    <a:cubicBezTo>
                      <a:pt x="12959" y="1216"/>
                      <a:pt x="13060" y="1267"/>
                      <a:pt x="13160" y="1316"/>
                    </a:cubicBezTo>
                    <a:cubicBezTo>
                      <a:pt x="14500" y="2206"/>
                      <a:pt x="15705" y="3327"/>
                      <a:pt x="16844" y="4509"/>
                    </a:cubicBezTo>
                    <a:cubicBezTo>
                      <a:pt x="17933" y="5637"/>
                      <a:pt x="18967" y="6823"/>
                      <a:pt x="19985" y="7897"/>
                    </a:cubicBezTo>
                    <a:close/>
                  </a:path>
                </a:pathLst>
              </a:custGeom>
              <a:solidFill>
                <a:srgbClr val="53585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0" name="ïṩļîḋé"/>
              <p:cNvSpPr/>
              <p:nvPr/>
            </p:nvSpPr>
            <p:spPr>
              <a:xfrm rot="19041777">
                <a:off x="9599312" y="847220"/>
                <a:ext cx="125044" cy="62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8036" y="0"/>
                      <a:pt x="5259" y="2084"/>
                      <a:pt x="3151" y="6302"/>
                    </a:cubicBezTo>
                    <a:cubicBezTo>
                      <a:pt x="1042" y="10519"/>
                      <a:pt x="0" y="16073"/>
                      <a:pt x="0" y="21600"/>
                    </a:cubicBezTo>
                    <a:lnTo>
                      <a:pt x="21600" y="21600"/>
                    </a:lnTo>
                    <a:cubicBezTo>
                      <a:pt x="21600" y="16073"/>
                      <a:pt x="20538" y="10519"/>
                      <a:pt x="18429" y="6302"/>
                    </a:cubicBezTo>
                    <a:cubicBezTo>
                      <a:pt x="16321" y="2084"/>
                      <a:pt x="13564" y="0"/>
                      <a:pt x="10800" y="0"/>
                    </a:cubicBezTo>
                    <a:close/>
                  </a:path>
                </a:pathLst>
              </a:custGeom>
              <a:solidFill>
                <a:srgbClr val="E8E9ED"/>
              </a:solidFill>
              <a:ln w="6350" cap="flat">
                <a:solidFill>
                  <a:srgbClr val="A6AAA9"/>
                </a:solidFill>
                <a:prstDash val="solid"/>
                <a:miter lim="4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" name="îsḻidé"/>
              <p:cNvSpPr/>
              <p:nvPr/>
            </p:nvSpPr>
            <p:spPr>
              <a:xfrm rot="19041777">
                <a:off x="9456797" y="979647"/>
                <a:ext cx="125043" cy="62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8036" y="0"/>
                      <a:pt x="5259" y="2084"/>
                      <a:pt x="3151" y="6302"/>
                    </a:cubicBezTo>
                    <a:cubicBezTo>
                      <a:pt x="1042" y="10519"/>
                      <a:pt x="0" y="16073"/>
                      <a:pt x="0" y="21600"/>
                    </a:cubicBezTo>
                    <a:lnTo>
                      <a:pt x="21600" y="21600"/>
                    </a:lnTo>
                    <a:cubicBezTo>
                      <a:pt x="21600" y="16073"/>
                      <a:pt x="20538" y="10519"/>
                      <a:pt x="18429" y="6302"/>
                    </a:cubicBezTo>
                    <a:cubicBezTo>
                      <a:pt x="16321" y="2084"/>
                      <a:pt x="13564" y="0"/>
                      <a:pt x="10800" y="0"/>
                    </a:cubicBezTo>
                    <a:close/>
                  </a:path>
                </a:pathLst>
              </a:custGeom>
              <a:solidFill>
                <a:srgbClr val="E8E9ED"/>
              </a:solidFill>
              <a:ln w="6350" cap="flat">
                <a:solidFill>
                  <a:srgbClr val="A6AAA9"/>
                </a:solidFill>
                <a:prstDash val="solid"/>
                <a:miter lim="4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" name="îṩḻîḍe"/>
              <p:cNvSpPr/>
              <p:nvPr/>
            </p:nvSpPr>
            <p:spPr>
              <a:xfrm rot="19041777">
                <a:off x="9315070" y="1112465"/>
                <a:ext cx="125044" cy="62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8036" y="0"/>
                      <a:pt x="5259" y="2084"/>
                      <a:pt x="3151" y="6302"/>
                    </a:cubicBezTo>
                    <a:cubicBezTo>
                      <a:pt x="1042" y="10519"/>
                      <a:pt x="0" y="16073"/>
                      <a:pt x="0" y="21600"/>
                    </a:cubicBezTo>
                    <a:lnTo>
                      <a:pt x="21600" y="21600"/>
                    </a:lnTo>
                    <a:cubicBezTo>
                      <a:pt x="21600" y="16073"/>
                      <a:pt x="20538" y="10519"/>
                      <a:pt x="18429" y="6302"/>
                    </a:cubicBezTo>
                    <a:cubicBezTo>
                      <a:pt x="16321" y="2084"/>
                      <a:pt x="13564" y="0"/>
                      <a:pt x="10800" y="0"/>
                    </a:cubicBezTo>
                    <a:close/>
                  </a:path>
                </a:pathLst>
              </a:custGeom>
              <a:solidFill>
                <a:srgbClr val="E8E9ED"/>
              </a:solidFill>
              <a:ln w="6350" cap="flat">
                <a:solidFill>
                  <a:srgbClr val="A6AAA9"/>
                </a:solidFill>
                <a:prstDash val="solid"/>
                <a:miter lim="4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" name="ïṥlîďê"/>
              <p:cNvSpPr/>
              <p:nvPr/>
            </p:nvSpPr>
            <p:spPr>
              <a:xfrm rot="19041777">
                <a:off x="9173381" y="1246373"/>
                <a:ext cx="125044" cy="625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8036" y="0"/>
                      <a:pt x="5259" y="2084"/>
                      <a:pt x="3151" y="6302"/>
                    </a:cubicBezTo>
                    <a:cubicBezTo>
                      <a:pt x="1042" y="10519"/>
                      <a:pt x="0" y="16073"/>
                      <a:pt x="0" y="21600"/>
                    </a:cubicBezTo>
                    <a:lnTo>
                      <a:pt x="21600" y="21600"/>
                    </a:lnTo>
                    <a:cubicBezTo>
                      <a:pt x="21600" y="16073"/>
                      <a:pt x="20538" y="10519"/>
                      <a:pt x="18429" y="6302"/>
                    </a:cubicBezTo>
                    <a:cubicBezTo>
                      <a:pt x="16321" y="2084"/>
                      <a:pt x="13564" y="0"/>
                      <a:pt x="10800" y="0"/>
                    </a:cubicBezTo>
                    <a:close/>
                  </a:path>
                </a:pathLst>
              </a:custGeom>
              <a:solidFill>
                <a:srgbClr val="E8E9ED"/>
              </a:solidFill>
              <a:ln w="6350" cap="flat">
                <a:solidFill>
                  <a:srgbClr val="A6AAA9"/>
                </a:solidFill>
                <a:prstDash val="solid"/>
                <a:miter lim="400000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cxnSp>
          <p:nvCxnSpPr>
            <p:cNvPr id="7" name="直接连接符 6"/>
            <p:cNvCxnSpPr/>
            <p:nvPr/>
          </p:nvCxnSpPr>
          <p:spPr>
            <a:xfrm>
              <a:off x="669925" y="2899955"/>
              <a:ext cx="10850563" cy="0"/>
            </a:xfrm>
            <a:prstGeom prst="line">
              <a:avLst/>
            </a:prstGeom>
            <a:ln w="3175" cap="rnd">
              <a:solidFill>
                <a:schemeClr val="tx1">
                  <a:lumMod val="50000"/>
                  <a:lumOff val="5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îṧľíḍè"/>
            <p:cNvSpPr txBox="1"/>
            <p:nvPr/>
          </p:nvSpPr>
          <p:spPr>
            <a:xfrm>
              <a:off x="669925" y="4295572"/>
              <a:ext cx="3176074" cy="1848053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/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  <a:tabLst>
                  <a:tab pos="227965" algn="l"/>
                </a:tabLst>
                <a:defRPr/>
              </a:pPr>
              <a:r>
                <a:rPr lang="en-US" altLang="zh-CN" sz="900" dirty="0"/>
                <a:t>Supporting text here.</a:t>
              </a:r>
              <a:endParaRPr lang="en-US" altLang="zh-CN" sz="900" dirty="0"/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  <a:tabLst>
                  <a:tab pos="227965" algn="l"/>
                </a:tabLst>
                <a:defRPr/>
              </a:pPr>
              <a:r>
                <a:rPr lang="en-US" altLang="zh-CN" sz="900" dirty="0"/>
                <a:t>Copy paste fonts. Choose the only option to retain text.</a:t>
              </a:r>
              <a:endParaRPr lang="en-US" altLang="zh-CN" sz="900" dirty="0"/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  <a:tabLst>
                  <a:tab pos="227965" algn="l"/>
                </a:tabLst>
                <a:defRPr/>
              </a:pPr>
              <a:endParaRPr lang="en-US" altLang="zh-CN" sz="900" dirty="0"/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  <a:tabLst>
                  <a:tab pos="227965" algn="l"/>
                </a:tabLst>
                <a:defRPr/>
              </a:pPr>
              <a:r>
                <a:rPr lang="en-US" altLang="zh-CN" sz="900" dirty="0"/>
                <a:t>Supporting text here.</a:t>
              </a:r>
              <a:endParaRPr lang="en-US" altLang="zh-CN" sz="900" dirty="0"/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  <a:tabLst>
                  <a:tab pos="227965" algn="l"/>
                </a:tabLst>
                <a:defRPr/>
              </a:pPr>
              <a:r>
                <a:rPr lang="en-US" altLang="zh-CN" sz="900" dirty="0"/>
                <a:t>You can use the icon library in </a:t>
              </a:r>
              <a:r>
                <a:rPr lang="en-US" altLang="zh-CN" sz="900" dirty="0" err="1"/>
                <a:t>iSlide</a:t>
              </a:r>
              <a:r>
                <a:rPr lang="en-US" altLang="zh-CN" sz="900" dirty="0"/>
                <a:t>  (www.islide.cc) to filter and replace existing icon elements with one click.</a:t>
              </a:r>
              <a:endParaRPr lang="en-US" altLang="zh-CN" sz="900" dirty="0"/>
            </a:p>
          </p:txBody>
        </p:sp>
        <p:sp>
          <p:nvSpPr>
            <p:cNvPr id="9" name="išḻíḋé"/>
            <p:cNvSpPr txBox="1"/>
            <p:nvPr/>
          </p:nvSpPr>
          <p:spPr>
            <a:xfrm>
              <a:off x="669925" y="3899965"/>
              <a:ext cx="3176074" cy="395607"/>
            </a:xfrm>
            <a:prstGeom prst="rect">
              <a:avLst/>
            </a:prstGeom>
            <a:noFill/>
          </p:spPr>
          <p:txBody>
            <a:bodyPr wrap="none" rtlCol="0" anchor="ctr">
              <a:normAutofit/>
            </a:bodyPr>
            <a:lstStyle/>
            <a:p>
              <a:r>
                <a:rPr lang="en-US" altLang="zh-CN" sz="1600" b="1" dirty="0"/>
                <a:t>Text here</a:t>
              </a:r>
              <a:endParaRPr lang="zh-CN" altLang="en-US" sz="1600" b="1" dirty="0"/>
            </a:p>
          </p:txBody>
        </p:sp>
        <p:sp>
          <p:nvSpPr>
            <p:cNvPr id="10" name="iṣḻiḓê"/>
            <p:cNvSpPr/>
            <p:nvPr/>
          </p:nvSpPr>
          <p:spPr bwMode="auto">
            <a:xfrm>
              <a:off x="746042" y="3424163"/>
              <a:ext cx="478639" cy="314632"/>
            </a:xfrm>
            <a:custGeom>
              <a:avLst/>
              <a:gdLst>
                <a:gd name="connsiteX0" fmla="*/ 20293 w 607639"/>
                <a:gd name="connsiteY0" fmla="*/ 364067 h 414642"/>
                <a:gd name="connsiteX1" fmla="*/ 20293 w 607639"/>
                <a:gd name="connsiteY1" fmla="*/ 384244 h 414642"/>
                <a:gd name="connsiteX2" fmla="*/ 30351 w 607639"/>
                <a:gd name="connsiteY2" fmla="*/ 394377 h 414642"/>
                <a:gd name="connsiteX3" fmla="*/ 577199 w 607639"/>
                <a:gd name="connsiteY3" fmla="*/ 394377 h 414642"/>
                <a:gd name="connsiteX4" fmla="*/ 587346 w 607639"/>
                <a:gd name="connsiteY4" fmla="*/ 384244 h 414642"/>
                <a:gd name="connsiteX5" fmla="*/ 587346 w 607639"/>
                <a:gd name="connsiteY5" fmla="*/ 364067 h 414642"/>
                <a:gd name="connsiteX6" fmla="*/ 556995 w 607639"/>
                <a:gd name="connsiteY6" fmla="*/ 364067 h 414642"/>
                <a:gd name="connsiteX7" fmla="*/ 394916 w 607639"/>
                <a:gd name="connsiteY7" fmla="*/ 364067 h 414642"/>
                <a:gd name="connsiteX8" fmla="*/ 394916 w 607639"/>
                <a:gd name="connsiteY8" fmla="*/ 374200 h 414642"/>
                <a:gd name="connsiteX9" fmla="*/ 384859 w 607639"/>
                <a:gd name="connsiteY9" fmla="*/ 384244 h 414642"/>
                <a:gd name="connsiteX10" fmla="*/ 222780 w 607639"/>
                <a:gd name="connsiteY10" fmla="*/ 384244 h 414642"/>
                <a:gd name="connsiteX11" fmla="*/ 212634 w 607639"/>
                <a:gd name="connsiteY11" fmla="*/ 374200 h 414642"/>
                <a:gd name="connsiteX12" fmla="*/ 212634 w 607639"/>
                <a:gd name="connsiteY12" fmla="*/ 364067 h 414642"/>
                <a:gd name="connsiteX13" fmla="*/ 50644 w 607639"/>
                <a:gd name="connsiteY13" fmla="*/ 364067 h 414642"/>
                <a:gd name="connsiteX14" fmla="*/ 141754 w 607639"/>
                <a:gd name="connsiteY14" fmla="*/ 232583 h 414642"/>
                <a:gd name="connsiteX15" fmla="*/ 161961 w 607639"/>
                <a:gd name="connsiteY15" fmla="*/ 232583 h 414642"/>
                <a:gd name="connsiteX16" fmla="*/ 172110 w 607639"/>
                <a:gd name="connsiteY16" fmla="*/ 242719 h 414642"/>
                <a:gd name="connsiteX17" fmla="*/ 161961 w 607639"/>
                <a:gd name="connsiteY17" fmla="*/ 252765 h 414642"/>
                <a:gd name="connsiteX18" fmla="*/ 141754 w 607639"/>
                <a:gd name="connsiteY18" fmla="*/ 252765 h 414642"/>
                <a:gd name="connsiteX19" fmla="*/ 131605 w 607639"/>
                <a:gd name="connsiteY19" fmla="*/ 242719 h 414642"/>
                <a:gd name="connsiteX20" fmla="*/ 141754 w 607639"/>
                <a:gd name="connsiteY20" fmla="*/ 232583 h 414642"/>
                <a:gd name="connsiteX21" fmla="*/ 141758 w 607639"/>
                <a:gd name="connsiteY21" fmla="*/ 192149 h 414642"/>
                <a:gd name="connsiteX22" fmla="*/ 182279 w 607639"/>
                <a:gd name="connsiteY22" fmla="*/ 192149 h 414642"/>
                <a:gd name="connsiteX23" fmla="*/ 192432 w 607639"/>
                <a:gd name="connsiteY23" fmla="*/ 202196 h 414642"/>
                <a:gd name="connsiteX24" fmla="*/ 182279 w 607639"/>
                <a:gd name="connsiteY24" fmla="*/ 212331 h 414642"/>
                <a:gd name="connsiteX25" fmla="*/ 141758 w 607639"/>
                <a:gd name="connsiteY25" fmla="*/ 212331 h 414642"/>
                <a:gd name="connsiteX26" fmla="*/ 131605 w 607639"/>
                <a:gd name="connsiteY26" fmla="*/ 202196 h 414642"/>
                <a:gd name="connsiteX27" fmla="*/ 141758 w 607639"/>
                <a:gd name="connsiteY27" fmla="*/ 192149 h 414642"/>
                <a:gd name="connsiteX28" fmla="*/ 141754 w 607639"/>
                <a:gd name="connsiteY28" fmla="*/ 151716 h 414642"/>
                <a:gd name="connsiteX29" fmla="*/ 161961 w 607639"/>
                <a:gd name="connsiteY29" fmla="*/ 151716 h 414642"/>
                <a:gd name="connsiteX30" fmla="*/ 172110 w 607639"/>
                <a:gd name="connsiteY30" fmla="*/ 161763 h 414642"/>
                <a:gd name="connsiteX31" fmla="*/ 161961 w 607639"/>
                <a:gd name="connsiteY31" fmla="*/ 171898 h 414642"/>
                <a:gd name="connsiteX32" fmla="*/ 141754 w 607639"/>
                <a:gd name="connsiteY32" fmla="*/ 171898 h 414642"/>
                <a:gd name="connsiteX33" fmla="*/ 131605 w 607639"/>
                <a:gd name="connsiteY33" fmla="*/ 161763 h 414642"/>
                <a:gd name="connsiteX34" fmla="*/ 141754 w 607639"/>
                <a:gd name="connsiteY34" fmla="*/ 151716 h 414642"/>
                <a:gd name="connsiteX35" fmla="*/ 141758 w 607639"/>
                <a:gd name="connsiteY35" fmla="*/ 111211 h 414642"/>
                <a:gd name="connsiteX36" fmla="*/ 182279 w 607639"/>
                <a:gd name="connsiteY36" fmla="*/ 111211 h 414642"/>
                <a:gd name="connsiteX37" fmla="*/ 192432 w 607639"/>
                <a:gd name="connsiteY37" fmla="*/ 121337 h 414642"/>
                <a:gd name="connsiteX38" fmla="*/ 182279 w 607639"/>
                <a:gd name="connsiteY38" fmla="*/ 131463 h 414642"/>
                <a:gd name="connsiteX39" fmla="*/ 141758 w 607639"/>
                <a:gd name="connsiteY39" fmla="*/ 131463 h 414642"/>
                <a:gd name="connsiteX40" fmla="*/ 131605 w 607639"/>
                <a:gd name="connsiteY40" fmla="*/ 121337 h 414642"/>
                <a:gd name="connsiteX41" fmla="*/ 141758 w 607639"/>
                <a:gd name="connsiteY41" fmla="*/ 111211 h 414642"/>
                <a:gd name="connsiteX42" fmla="*/ 425367 w 607639"/>
                <a:gd name="connsiteY42" fmla="*/ 101191 h 414642"/>
                <a:gd name="connsiteX43" fmla="*/ 496228 w 607639"/>
                <a:gd name="connsiteY43" fmla="*/ 101191 h 414642"/>
                <a:gd name="connsiteX44" fmla="*/ 506377 w 607639"/>
                <a:gd name="connsiteY44" fmla="*/ 111231 h 414642"/>
                <a:gd name="connsiteX45" fmla="*/ 506377 w 607639"/>
                <a:gd name="connsiteY45" fmla="*/ 182042 h 414642"/>
                <a:gd name="connsiteX46" fmla="*/ 496228 w 607639"/>
                <a:gd name="connsiteY46" fmla="*/ 192171 h 414642"/>
                <a:gd name="connsiteX47" fmla="*/ 486080 w 607639"/>
                <a:gd name="connsiteY47" fmla="*/ 182042 h 414642"/>
                <a:gd name="connsiteX48" fmla="*/ 486080 w 607639"/>
                <a:gd name="connsiteY48" fmla="*/ 135575 h 414642"/>
                <a:gd name="connsiteX49" fmla="*/ 402043 w 607639"/>
                <a:gd name="connsiteY49" fmla="*/ 219447 h 414642"/>
                <a:gd name="connsiteX50" fmla="*/ 394921 w 607639"/>
                <a:gd name="connsiteY50" fmla="*/ 222468 h 414642"/>
                <a:gd name="connsiteX51" fmla="*/ 387889 w 607639"/>
                <a:gd name="connsiteY51" fmla="*/ 219447 h 414642"/>
                <a:gd name="connsiteX52" fmla="*/ 344268 w 607639"/>
                <a:gd name="connsiteY52" fmla="*/ 176001 h 414642"/>
                <a:gd name="connsiteX53" fmla="*/ 270380 w 607639"/>
                <a:gd name="connsiteY53" fmla="*/ 249744 h 414642"/>
                <a:gd name="connsiteX54" fmla="*/ 263258 w 607639"/>
                <a:gd name="connsiteY54" fmla="*/ 252765 h 414642"/>
                <a:gd name="connsiteX55" fmla="*/ 256225 w 607639"/>
                <a:gd name="connsiteY55" fmla="*/ 249744 h 414642"/>
                <a:gd name="connsiteX56" fmla="*/ 256225 w 607639"/>
                <a:gd name="connsiteY56" fmla="*/ 235617 h 414642"/>
                <a:gd name="connsiteX57" fmla="*/ 337235 w 607639"/>
                <a:gd name="connsiteY57" fmla="*/ 154766 h 414642"/>
                <a:gd name="connsiteX58" fmla="*/ 338837 w 607639"/>
                <a:gd name="connsiteY58" fmla="*/ 153433 h 414642"/>
                <a:gd name="connsiteX59" fmla="*/ 340618 w 607639"/>
                <a:gd name="connsiteY59" fmla="*/ 152456 h 414642"/>
                <a:gd name="connsiteX60" fmla="*/ 341508 w 607639"/>
                <a:gd name="connsiteY60" fmla="*/ 152101 h 414642"/>
                <a:gd name="connsiteX61" fmla="*/ 343378 w 607639"/>
                <a:gd name="connsiteY61" fmla="*/ 151745 h 414642"/>
                <a:gd name="connsiteX62" fmla="*/ 344268 w 607639"/>
                <a:gd name="connsiteY62" fmla="*/ 151745 h 414642"/>
                <a:gd name="connsiteX63" fmla="*/ 346226 w 607639"/>
                <a:gd name="connsiteY63" fmla="*/ 151923 h 414642"/>
                <a:gd name="connsiteX64" fmla="*/ 351390 w 607639"/>
                <a:gd name="connsiteY64" fmla="*/ 154766 h 414642"/>
                <a:gd name="connsiteX65" fmla="*/ 394921 w 607639"/>
                <a:gd name="connsiteY65" fmla="*/ 198213 h 414642"/>
                <a:gd name="connsiteX66" fmla="*/ 471925 w 607639"/>
                <a:gd name="connsiteY66" fmla="*/ 121359 h 414642"/>
                <a:gd name="connsiteX67" fmla="*/ 425367 w 607639"/>
                <a:gd name="connsiteY67" fmla="*/ 121359 h 414642"/>
                <a:gd name="connsiteX68" fmla="*/ 415218 w 607639"/>
                <a:gd name="connsiteY68" fmla="*/ 111231 h 414642"/>
                <a:gd name="connsiteX69" fmla="*/ 425367 w 607639"/>
                <a:gd name="connsiteY69" fmla="*/ 101191 h 414642"/>
                <a:gd name="connsiteX70" fmla="*/ 101297 w 607639"/>
                <a:gd name="connsiteY70" fmla="*/ 91029 h 414642"/>
                <a:gd name="connsiteX71" fmla="*/ 111423 w 607639"/>
                <a:gd name="connsiteY71" fmla="*/ 101159 h 414642"/>
                <a:gd name="connsiteX72" fmla="*/ 111423 w 607639"/>
                <a:gd name="connsiteY72" fmla="*/ 262887 h 414642"/>
                <a:gd name="connsiteX73" fmla="*/ 101297 w 607639"/>
                <a:gd name="connsiteY73" fmla="*/ 273017 h 414642"/>
                <a:gd name="connsiteX74" fmla="*/ 91171 w 607639"/>
                <a:gd name="connsiteY74" fmla="*/ 262887 h 414642"/>
                <a:gd name="connsiteX75" fmla="*/ 91171 w 607639"/>
                <a:gd name="connsiteY75" fmla="*/ 101159 h 414642"/>
                <a:gd name="connsiteX76" fmla="*/ 101297 w 607639"/>
                <a:gd name="connsiteY76" fmla="*/ 91029 h 414642"/>
                <a:gd name="connsiteX77" fmla="*/ 70848 w 607639"/>
                <a:gd name="connsiteY77" fmla="*/ 20177 h 414642"/>
                <a:gd name="connsiteX78" fmla="*/ 60791 w 607639"/>
                <a:gd name="connsiteY78" fmla="*/ 30309 h 414642"/>
                <a:gd name="connsiteX79" fmla="*/ 60791 w 607639"/>
                <a:gd name="connsiteY79" fmla="*/ 343802 h 414642"/>
                <a:gd name="connsiteX80" fmla="*/ 222780 w 607639"/>
                <a:gd name="connsiteY80" fmla="*/ 343802 h 414642"/>
                <a:gd name="connsiteX81" fmla="*/ 232927 w 607639"/>
                <a:gd name="connsiteY81" fmla="*/ 353935 h 414642"/>
                <a:gd name="connsiteX82" fmla="*/ 232927 w 607639"/>
                <a:gd name="connsiteY82" fmla="*/ 364067 h 414642"/>
                <a:gd name="connsiteX83" fmla="*/ 374712 w 607639"/>
                <a:gd name="connsiteY83" fmla="*/ 364067 h 414642"/>
                <a:gd name="connsiteX84" fmla="*/ 374712 w 607639"/>
                <a:gd name="connsiteY84" fmla="*/ 353935 h 414642"/>
                <a:gd name="connsiteX85" fmla="*/ 384859 w 607639"/>
                <a:gd name="connsiteY85" fmla="*/ 343802 h 414642"/>
                <a:gd name="connsiteX86" fmla="*/ 546848 w 607639"/>
                <a:gd name="connsiteY86" fmla="*/ 343802 h 414642"/>
                <a:gd name="connsiteX87" fmla="*/ 546848 w 607639"/>
                <a:gd name="connsiteY87" fmla="*/ 30309 h 414642"/>
                <a:gd name="connsiteX88" fmla="*/ 536702 w 607639"/>
                <a:gd name="connsiteY88" fmla="*/ 20177 h 414642"/>
                <a:gd name="connsiteX89" fmla="*/ 70848 w 607639"/>
                <a:gd name="connsiteY89" fmla="*/ 0 h 414642"/>
                <a:gd name="connsiteX90" fmla="*/ 536702 w 607639"/>
                <a:gd name="connsiteY90" fmla="*/ 0 h 414642"/>
                <a:gd name="connsiteX91" fmla="*/ 567142 w 607639"/>
                <a:gd name="connsiteY91" fmla="*/ 30309 h 414642"/>
                <a:gd name="connsiteX92" fmla="*/ 567142 w 607639"/>
                <a:gd name="connsiteY92" fmla="*/ 343802 h 414642"/>
                <a:gd name="connsiteX93" fmla="*/ 597492 w 607639"/>
                <a:gd name="connsiteY93" fmla="*/ 343802 h 414642"/>
                <a:gd name="connsiteX94" fmla="*/ 607639 w 607639"/>
                <a:gd name="connsiteY94" fmla="*/ 353935 h 414642"/>
                <a:gd name="connsiteX95" fmla="*/ 607639 w 607639"/>
                <a:gd name="connsiteY95" fmla="*/ 384244 h 414642"/>
                <a:gd name="connsiteX96" fmla="*/ 577199 w 607639"/>
                <a:gd name="connsiteY96" fmla="*/ 414642 h 414642"/>
                <a:gd name="connsiteX97" fmla="*/ 30351 w 607639"/>
                <a:gd name="connsiteY97" fmla="*/ 414642 h 414642"/>
                <a:gd name="connsiteX98" fmla="*/ 0 w 607639"/>
                <a:gd name="connsiteY98" fmla="*/ 384244 h 414642"/>
                <a:gd name="connsiteX99" fmla="*/ 0 w 607639"/>
                <a:gd name="connsiteY99" fmla="*/ 353935 h 414642"/>
                <a:gd name="connsiteX100" fmla="*/ 10147 w 607639"/>
                <a:gd name="connsiteY100" fmla="*/ 343802 h 414642"/>
                <a:gd name="connsiteX101" fmla="*/ 40497 w 607639"/>
                <a:gd name="connsiteY101" fmla="*/ 343802 h 414642"/>
                <a:gd name="connsiteX102" fmla="*/ 40497 w 607639"/>
                <a:gd name="connsiteY102" fmla="*/ 30309 h 414642"/>
                <a:gd name="connsiteX103" fmla="*/ 70848 w 607639"/>
                <a:gd name="connsiteY103" fmla="*/ 0 h 41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</a:cxnLst>
              <a:rect l="l" t="t" r="r" b="b"/>
              <a:pathLst>
                <a:path w="607639" h="414642">
                  <a:moveTo>
                    <a:pt x="20293" y="364067"/>
                  </a:moveTo>
                  <a:lnTo>
                    <a:pt x="20293" y="384244"/>
                  </a:lnTo>
                  <a:cubicBezTo>
                    <a:pt x="20293" y="390377"/>
                    <a:pt x="24298" y="394377"/>
                    <a:pt x="30351" y="394377"/>
                  </a:cubicBezTo>
                  <a:lnTo>
                    <a:pt x="577199" y="394377"/>
                  </a:lnTo>
                  <a:cubicBezTo>
                    <a:pt x="583341" y="394377"/>
                    <a:pt x="587346" y="390377"/>
                    <a:pt x="587346" y="384244"/>
                  </a:cubicBezTo>
                  <a:lnTo>
                    <a:pt x="587346" y="364067"/>
                  </a:lnTo>
                  <a:lnTo>
                    <a:pt x="556995" y="364067"/>
                  </a:lnTo>
                  <a:lnTo>
                    <a:pt x="394916" y="364067"/>
                  </a:lnTo>
                  <a:lnTo>
                    <a:pt x="394916" y="374200"/>
                  </a:lnTo>
                  <a:cubicBezTo>
                    <a:pt x="394916" y="380244"/>
                    <a:pt x="390911" y="384244"/>
                    <a:pt x="384859" y="384244"/>
                  </a:cubicBezTo>
                  <a:lnTo>
                    <a:pt x="222780" y="384244"/>
                  </a:lnTo>
                  <a:cubicBezTo>
                    <a:pt x="216728" y="384244"/>
                    <a:pt x="212634" y="380244"/>
                    <a:pt x="212634" y="374200"/>
                  </a:cubicBezTo>
                  <a:lnTo>
                    <a:pt x="212634" y="364067"/>
                  </a:lnTo>
                  <a:lnTo>
                    <a:pt x="50644" y="364067"/>
                  </a:lnTo>
                  <a:close/>
                  <a:moveTo>
                    <a:pt x="141754" y="232583"/>
                  </a:moveTo>
                  <a:lnTo>
                    <a:pt x="161961" y="232583"/>
                  </a:lnTo>
                  <a:cubicBezTo>
                    <a:pt x="168104" y="232583"/>
                    <a:pt x="172110" y="236584"/>
                    <a:pt x="172110" y="242719"/>
                  </a:cubicBezTo>
                  <a:cubicBezTo>
                    <a:pt x="172110" y="248764"/>
                    <a:pt x="168104" y="252765"/>
                    <a:pt x="161961" y="252765"/>
                  </a:cubicBezTo>
                  <a:lnTo>
                    <a:pt x="141754" y="252765"/>
                  </a:lnTo>
                  <a:cubicBezTo>
                    <a:pt x="135700" y="252765"/>
                    <a:pt x="131605" y="248764"/>
                    <a:pt x="131605" y="242719"/>
                  </a:cubicBezTo>
                  <a:cubicBezTo>
                    <a:pt x="131605" y="236584"/>
                    <a:pt x="135700" y="232583"/>
                    <a:pt x="141754" y="232583"/>
                  </a:cubicBezTo>
                  <a:close/>
                  <a:moveTo>
                    <a:pt x="141758" y="192149"/>
                  </a:moveTo>
                  <a:lnTo>
                    <a:pt x="182279" y="192149"/>
                  </a:lnTo>
                  <a:cubicBezTo>
                    <a:pt x="188335" y="192149"/>
                    <a:pt x="192432" y="196150"/>
                    <a:pt x="192432" y="202196"/>
                  </a:cubicBezTo>
                  <a:cubicBezTo>
                    <a:pt x="192432" y="208330"/>
                    <a:pt x="188335" y="212331"/>
                    <a:pt x="182279" y="212331"/>
                  </a:cubicBezTo>
                  <a:lnTo>
                    <a:pt x="141758" y="212331"/>
                  </a:lnTo>
                  <a:cubicBezTo>
                    <a:pt x="135702" y="212331"/>
                    <a:pt x="131605" y="208330"/>
                    <a:pt x="131605" y="202196"/>
                  </a:cubicBezTo>
                  <a:cubicBezTo>
                    <a:pt x="131605" y="196150"/>
                    <a:pt x="135702" y="192149"/>
                    <a:pt x="141758" y="192149"/>
                  </a:cubicBezTo>
                  <a:close/>
                  <a:moveTo>
                    <a:pt x="141754" y="151716"/>
                  </a:moveTo>
                  <a:lnTo>
                    <a:pt x="161961" y="151716"/>
                  </a:lnTo>
                  <a:cubicBezTo>
                    <a:pt x="168104" y="151716"/>
                    <a:pt x="172110" y="155717"/>
                    <a:pt x="172110" y="161763"/>
                  </a:cubicBezTo>
                  <a:cubicBezTo>
                    <a:pt x="172110" y="167897"/>
                    <a:pt x="168104" y="171898"/>
                    <a:pt x="161961" y="171898"/>
                  </a:cubicBezTo>
                  <a:lnTo>
                    <a:pt x="141754" y="171898"/>
                  </a:lnTo>
                  <a:cubicBezTo>
                    <a:pt x="135700" y="171898"/>
                    <a:pt x="131605" y="167897"/>
                    <a:pt x="131605" y="161763"/>
                  </a:cubicBezTo>
                  <a:cubicBezTo>
                    <a:pt x="131605" y="155717"/>
                    <a:pt x="135700" y="151716"/>
                    <a:pt x="141754" y="151716"/>
                  </a:cubicBezTo>
                  <a:close/>
                  <a:moveTo>
                    <a:pt x="141758" y="111211"/>
                  </a:moveTo>
                  <a:lnTo>
                    <a:pt x="182279" y="111211"/>
                  </a:lnTo>
                  <a:cubicBezTo>
                    <a:pt x="188335" y="111211"/>
                    <a:pt x="192432" y="115297"/>
                    <a:pt x="192432" y="121337"/>
                  </a:cubicBezTo>
                  <a:cubicBezTo>
                    <a:pt x="192432" y="127377"/>
                    <a:pt x="188335" y="131463"/>
                    <a:pt x="182279" y="131463"/>
                  </a:cubicBezTo>
                  <a:lnTo>
                    <a:pt x="141758" y="131463"/>
                  </a:lnTo>
                  <a:cubicBezTo>
                    <a:pt x="135702" y="131463"/>
                    <a:pt x="131605" y="127377"/>
                    <a:pt x="131605" y="121337"/>
                  </a:cubicBezTo>
                  <a:cubicBezTo>
                    <a:pt x="131605" y="115297"/>
                    <a:pt x="135702" y="111211"/>
                    <a:pt x="141758" y="111211"/>
                  </a:cubicBezTo>
                  <a:close/>
                  <a:moveTo>
                    <a:pt x="425367" y="101191"/>
                  </a:moveTo>
                  <a:lnTo>
                    <a:pt x="496228" y="101191"/>
                  </a:lnTo>
                  <a:cubicBezTo>
                    <a:pt x="502282" y="101191"/>
                    <a:pt x="506377" y="105189"/>
                    <a:pt x="506377" y="111231"/>
                  </a:cubicBezTo>
                  <a:lnTo>
                    <a:pt x="506377" y="182042"/>
                  </a:lnTo>
                  <a:cubicBezTo>
                    <a:pt x="506377" y="188084"/>
                    <a:pt x="502282" y="192171"/>
                    <a:pt x="496228" y="192171"/>
                  </a:cubicBezTo>
                  <a:cubicBezTo>
                    <a:pt x="490175" y="192171"/>
                    <a:pt x="486080" y="188084"/>
                    <a:pt x="486080" y="182042"/>
                  </a:cubicBezTo>
                  <a:lnTo>
                    <a:pt x="486080" y="135575"/>
                  </a:lnTo>
                  <a:lnTo>
                    <a:pt x="402043" y="219447"/>
                  </a:lnTo>
                  <a:cubicBezTo>
                    <a:pt x="399996" y="221491"/>
                    <a:pt x="397948" y="222468"/>
                    <a:pt x="394921" y="222468"/>
                  </a:cubicBezTo>
                  <a:cubicBezTo>
                    <a:pt x="391895" y="222468"/>
                    <a:pt x="389847" y="221491"/>
                    <a:pt x="387889" y="219447"/>
                  </a:cubicBezTo>
                  <a:lnTo>
                    <a:pt x="344268" y="176001"/>
                  </a:lnTo>
                  <a:lnTo>
                    <a:pt x="270380" y="249744"/>
                  </a:lnTo>
                  <a:cubicBezTo>
                    <a:pt x="268332" y="251788"/>
                    <a:pt x="266285" y="252765"/>
                    <a:pt x="263258" y="252765"/>
                  </a:cubicBezTo>
                  <a:cubicBezTo>
                    <a:pt x="260231" y="252765"/>
                    <a:pt x="258184" y="251788"/>
                    <a:pt x="256225" y="249744"/>
                  </a:cubicBezTo>
                  <a:cubicBezTo>
                    <a:pt x="252130" y="245746"/>
                    <a:pt x="252130" y="239616"/>
                    <a:pt x="256225" y="235617"/>
                  </a:cubicBezTo>
                  <a:lnTo>
                    <a:pt x="337235" y="154766"/>
                  </a:lnTo>
                  <a:cubicBezTo>
                    <a:pt x="337769" y="154233"/>
                    <a:pt x="338303" y="153789"/>
                    <a:pt x="338837" y="153433"/>
                  </a:cubicBezTo>
                  <a:cubicBezTo>
                    <a:pt x="339372" y="152989"/>
                    <a:pt x="339995" y="152723"/>
                    <a:pt x="340618" y="152456"/>
                  </a:cubicBezTo>
                  <a:cubicBezTo>
                    <a:pt x="340885" y="152367"/>
                    <a:pt x="341152" y="152190"/>
                    <a:pt x="341508" y="152101"/>
                  </a:cubicBezTo>
                  <a:cubicBezTo>
                    <a:pt x="342131" y="151923"/>
                    <a:pt x="342754" y="151834"/>
                    <a:pt x="343378" y="151745"/>
                  </a:cubicBezTo>
                  <a:cubicBezTo>
                    <a:pt x="343645" y="151745"/>
                    <a:pt x="344001" y="151745"/>
                    <a:pt x="344268" y="151745"/>
                  </a:cubicBezTo>
                  <a:cubicBezTo>
                    <a:pt x="344980" y="151745"/>
                    <a:pt x="345603" y="151745"/>
                    <a:pt x="346226" y="151923"/>
                  </a:cubicBezTo>
                  <a:cubicBezTo>
                    <a:pt x="348096" y="152278"/>
                    <a:pt x="349876" y="153256"/>
                    <a:pt x="351390" y="154766"/>
                  </a:cubicBezTo>
                  <a:lnTo>
                    <a:pt x="394921" y="198213"/>
                  </a:lnTo>
                  <a:lnTo>
                    <a:pt x="471925" y="121359"/>
                  </a:lnTo>
                  <a:lnTo>
                    <a:pt x="425367" y="121359"/>
                  </a:lnTo>
                  <a:cubicBezTo>
                    <a:pt x="419224" y="121359"/>
                    <a:pt x="415218" y="117361"/>
                    <a:pt x="415218" y="111231"/>
                  </a:cubicBezTo>
                  <a:cubicBezTo>
                    <a:pt x="415218" y="105189"/>
                    <a:pt x="419224" y="101191"/>
                    <a:pt x="425367" y="101191"/>
                  </a:cubicBezTo>
                  <a:close/>
                  <a:moveTo>
                    <a:pt x="101297" y="91029"/>
                  </a:moveTo>
                  <a:cubicBezTo>
                    <a:pt x="107337" y="91029"/>
                    <a:pt x="111423" y="95028"/>
                    <a:pt x="111423" y="101159"/>
                  </a:cubicBezTo>
                  <a:lnTo>
                    <a:pt x="111423" y="262887"/>
                  </a:lnTo>
                  <a:cubicBezTo>
                    <a:pt x="111423" y="268929"/>
                    <a:pt x="107337" y="273017"/>
                    <a:pt x="101297" y="273017"/>
                  </a:cubicBezTo>
                  <a:cubicBezTo>
                    <a:pt x="95257" y="273017"/>
                    <a:pt x="91171" y="268929"/>
                    <a:pt x="91171" y="262887"/>
                  </a:cubicBezTo>
                  <a:lnTo>
                    <a:pt x="91171" y="101159"/>
                  </a:lnTo>
                  <a:cubicBezTo>
                    <a:pt x="91171" y="95028"/>
                    <a:pt x="95257" y="91029"/>
                    <a:pt x="101297" y="91029"/>
                  </a:cubicBezTo>
                  <a:close/>
                  <a:moveTo>
                    <a:pt x="70848" y="20177"/>
                  </a:moveTo>
                  <a:cubicBezTo>
                    <a:pt x="64796" y="20177"/>
                    <a:pt x="60791" y="24265"/>
                    <a:pt x="60791" y="30309"/>
                  </a:cubicBezTo>
                  <a:lnTo>
                    <a:pt x="60791" y="343802"/>
                  </a:lnTo>
                  <a:lnTo>
                    <a:pt x="222780" y="343802"/>
                  </a:lnTo>
                  <a:cubicBezTo>
                    <a:pt x="228833" y="343802"/>
                    <a:pt x="232927" y="347890"/>
                    <a:pt x="232927" y="353935"/>
                  </a:cubicBezTo>
                  <a:lnTo>
                    <a:pt x="232927" y="364067"/>
                  </a:lnTo>
                  <a:lnTo>
                    <a:pt x="374712" y="364067"/>
                  </a:lnTo>
                  <a:lnTo>
                    <a:pt x="374712" y="353935"/>
                  </a:lnTo>
                  <a:cubicBezTo>
                    <a:pt x="374712" y="347890"/>
                    <a:pt x="378717" y="343802"/>
                    <a:pt x="384859" y="343802"/>
                  </a:cubicBezTo>
                  <a:lnTo>
                    <a:pt x="546848" y="343802"/>
                  </a:lnTo>
                  <a:lnTo>
                    <a:pt x="546848" y="30309"/>
                  </a:lnTo>
                  <a:cubicBezTo>
                    <a:pt x="546848" y="24265"/>
                    <a:pt x="542754" y="20177"/>
                    <a:pt x="536702" y="20177"/>
                  </a:cubicBezTo>
                  <a:close/>
                  <a:moveTo>
                    <a:pt x="70848" y="0"/>
                  </a:moveTo>
                  <a:lnTo>
                    <a:pt x="536702" y="0"/>
                  </a:lnTo>
                  <a:cubicBezTo>
                    <a:pt x="553969" y="0"/>
                    <a:pt x="567142" y="13155"/>
                    <a:pt x="567142" y="30309"/>
                  </a:cubicBezTo>
                  <a:lnTo>
                    <a:pt x="567142" y="343802"/>
                  </a:lnTo>
                  <a:lnTo>
                    <a:pt x="597492" y="343802"/>
                  </a:lnTo>
                  <a:cubicBezTo>
                    <a:pt x="603545" y="343802"/>
                    <a:pt x="607639" y="347890"/>
                    <a:pt x="607639" y="353935"/>
                  </a:cubicBezTo>
                  <a:lnTo>
                    <a:pt x="607639" y="384244"/>
                  </a:lnTo>
                  <a:cubicBezTo>
                    <a:pt x="607639" y="401487"/>
                    <a:pt x="594466" y="414642"/>
                    <a:pt x="577199" y="414642"/>
                  </a:cubicBezTo>
                  <a:lnTo>
                    <a:pt x="30351" y="414642"/>
                  </a:lnTo>
                  <a:cubicBezTo>
                    <a:pt x="13173" y="414642"/>
                    <a:pt x="0" y="401487"/>
                    <a:pt x="0" y="384244"/>
                  </a:cubicBezTo>
                  <a:lnTo>
                    <a:pt x="0" y="353935"/>
                  </a:lnTo>
                  <a:cubicBezTo>
                    <a:pt x="0" y="347890"/>
                    <a:pt x="4094" y="343802"/>
                    <a:pt x="10147" y="343802"/>
                  </a:cubicBezTo>
                  <a:lnTo>
                    <a:pt x="40497" y="343802"/>
                  </a:lnTo>
                  <a:lnTo>
                    <a:pt x="40497" y="30309"/>
                  </a:lnTo>
                  <a:cubicBezTo>
                    <a:pt x="40497" y="13155"/>
                    <a:pt x="53670" y="0"/>
                    <a:pt x="708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</a:p>
          </p:txBody>
        </p:sp>
        <p:sp>
          <p:nvSpPr>
            <p:cNvPr id="11" name="ï$ļiḓé"/>
            <p:cNvSpPr txBox="1"/>
            <p:nvPr/>
          </p:nvSpPr>
          <p:spPr>
            <a:xfrm>
              <a:off x="4386000" y="4295571"/>
              <a:ext cx="3214257" cy="1848051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>
              <a:defPPr>
                <a:defRPr lang="zh-CN"/>
              </a:defPPr>
              <a:lvl1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  <a:tabLst>
                  <a:tab pos="227965" algn="l"/>
                </a:tabLst>
                <a:defRPr sz="900"/>
              </a:lvl1pPr>
            </a:lstStyle>
            <a:p>
              <a:r>
                <a:rPr lang="en-US" altLang="zh-CN" dirty="0"/>
                <a:t>Supporting text here.</a:t>
              </a:r>
              <a:endParaRPr lang="en-US" altLang="zh-CN" dirty="0"/>
            </a:p>
            <a:p>
              <a:r>
                <a:rPr lang="en-US" altLang="zh-CN" dirty="0"/>
                <a:t>Copy paste fonts. Choose the only option to retain text.</a:t>
              </a:r>
              <a:endParaRPr lang="en-US" altLang="zh-CN" dirty="0"/>
            </a:p>
            <a:p>
              <a:endParaRPr lang="en-US" altLang="zh-CN" dirty="0"/>
            </a:p>
            <a:p>
              <a:r>
                <a:rPr lang="en-US" altLang="zh-CN" dirty="0"/>
                <a:t>Supporting text here.</a:t>
              </a:r>
              <a:endParaRPr lang="en-US" altLang="zh-CN" dirty="0"/>
            </a:p>
            <a:p>
              <a:r>
                <a:rPr lang="en-US" altLang="zh-CN" dirty="0"/>
                <a:t>You can use the icon library in iSlide  (www.islide.cc) to filter and replace existing icon elements with one click.</a:t>
              </a:r>
              <a:endParaRPr lang="en-US" altLang="zh-CN" dirty="0"/>
            </a:p>
          </p:txBody>
        </p:sp>
        <p:sp>
          <p:nvSpPr>
            <p:cNvPr id="12" name="íṩľídè"/>
            <p:cNvSpPr txBox="1"/>
            <p:nvPr/>
          </p:nvSpPr>
          <p:spPr>
            <a:xfrm>
              <a:off x="4386000" y="3899965"/>
              <a:ext cx="3214257" cy="395607"/>
            </a:xfrm>
            <a:prstGeom prst="rect">
              <a:avLst/>
            </a:prstGeom>
            <a:noFill/>
          </p:spPr>
          <p:txBody>
            <a:bodyPr wrap="none" rtlCol="0" anchor="ctr">
              <a:normAutofit/>
            </a:bodyPr>
            <a:lstStyle/>
            <a:p>
              <a:r>
                <a:rPr lang="en-US" altLang="zh-CN" sz="1600" b="1" dirty="0"/>
                <a:t>Text here</a:t>
              </a:r>
              <a:endParaRPr lang="en-US" altLang="zh-CN" sz="1600" b="1" dirty="0"/>
            </a:p>
          </p:txBody>
        </p:sp>
        <p:sp>
          <p:nvSpPr>
            <p:cNvPr id="13" name="í$ļîdè"/>
            <p:cNvSpPr/>
            <p:nvPr/>
          </p:nvSpPr>
          <p:spPr bwMode="auto">
            <a:xfrm>
              <a:off x="4500300" y="3424163"/>
              <a:ext cx="478639" cy="314632"/>
            </a:xfrm>
            <a:custGeom>
              <a:avLst/>
              <a:gdLst>
                <a:gd name="connsiteX0" fmla="*/ 20293 w 607639"/>
                <a:gd name="connsiteY0" fmla="*/ 364067 h 414642"/>
                <a:gd name="connsiteX1" fmla="*/ 20293 w 607639"/>
                <a:gd name="connsiteY1" fmla="*/ 384244 h 414642"/>
                <a:gd name="connsiteX2" fmla="*/ 30351 w 607639"/>
                <a:gd name="connsiteY2" fmla="*/ 394377 h 414642"/>
                <a:gd name="connsiteX3" fmla="*/ 577199 w 607639"/>
                <a:gd name="connsiteY3" fmla="*/ 394377 h 414642"/>
                <a:gd name="connsiteX4" fmla="*/ 587346 w 607639"/>
                <a:gd name="connsiteY4" fmla="*/ 384244 h 414642"/>
                <a:gd name="connsiteX5" fmla="*/ 587346 w 607639"/>
                <a:gd name="connsiteY5" fmla="*/ 364067 h 414642"/>
                <a:gd name="connsiteX6" fmla="*/ 556995 w 607639"/>
                <a:gd name="connsiteY6" fmla="*/ 364067 h 414642"/>
                <a:gd name="connsiteX7" fmla="*/ 394916 w 607639"/>
                <a:gd name="connsiteY7" fmla="*/ 364067 h 414642"/>
                <a:gd name="connsiteX8" fmla="*/ 394916 w 607639"/>
                <a:gd name="connsiteY8" fmla="*/ 374200 h 414642"/>
                <a:gd name="connsiteX9" fmla="*/ 384859 w 607639"/>
                <a:gd name="connsiteY9" fmla="*/ 384244 h 414642"/>
                <a:gd name="connsiteX10" fmla="*/ 222780 w 607639"/>
                <a:gd name="connsiteY10" fmla="*/ 384244 h 414642"/>
                <a:gd name="connsiteX11" fmla="*/ 212634 w 607639"/>
                <a:gd name="connsiteY11" fmla="*/ 374200 h 414642"/>
                <a:gd name="connsiteX12" fmla="*/ 212634 w 607639"/>
                <a:gd name="connsiteY12" fmla="*/ 364067 h 414642"/>
                <a:gd name="connsiteX13" fmla="*/ 50644 w 607639"/>
                <a:gd name="connsiteY13" fmla="*/ 364067 h 414642"/>
                <a:gd name="connsiteX14" fmla="*/ 141754 w 607639"/>
                <a:gd name="connsiteY14" fmla="*/ 232583 h 414642"/>
                <a:gd name="connsiteX15" fmla="*/ 161961 w 607639"/>
                <a:gd name="connsiteY15" fmla="*/ 232583 h 414642"/>
                <a:gd name="connsiteX16" fmla="*/ 172110 w 607639"/>
                <a:gd name="connsiteY16" fmla="*/ 242719 h 414642"/>
                <a:gd name="connsiteX17" fmla="*/ 161961 w 607639"/>
                <a:gd name="connsiteY17" fmla="*/ 252765 h 414642"/>
                <a:gd name="connsiteX18" fmla="*/ 141754 w 607639"/>
                <a:gd name="connsiteY18" fmla="*/ 252765 h 414642"/>
                <a:gd name="connsiteX19" fmla="*/ 131605 w 607639"/>
                <a:gd name="connsiteY19" fmla="*/ 242719 h 414642"/>
                <a:gd name="connsiteX20" fmla="*/ 141754 w 607639"/>
                <a:gd name="connsiteY20" fmla="*/ 232583 h 414642"/>
                <a:gd name="connsiteX21" fmla="*/ 141758 w 607639"/>
                <a:gd name="connsiteY21" fmla="*/ 192149 h 414642"/>
                <a:gd name="connsiteX22" fmla="*/ 182279 w 607639"/>
                <a:gd name="connsiteY22" fmla="*/ 192149 h 414642"/>
                <a:gd name="connsiteX23" fmla="*/ 192432 w 607639"/>
                <a:gd name="connsiteY23" fmla="*/ 202196 h 414642"/>
                <a:gd name="connsiteX24" fmla="*/ 182279 w 607639"/>
                <a:gd name="connsiteY24" fmla="*/ 212331 h 414642"/>
                <a:gd name="connsiteX25" fmla="*/ 141758 w 607639"/>
                <a:gd name="connsiteY25" fmla="*/ 212331 h 414642"/>
                <a:gd name="connsiteX26" fmla="*/ 131605 w 607639"/>
                <a:gd name="connsiteY26" fmla="*/ 202196 h 414642"/>
                <a:gd name="connsiteX27" fmla="*/ 141758 w 607639"/>
                <a:gd name="connsiteY27" fmla="*/ 192149 h 414642"/>
                <a:gd name="connsiteX28" fmla="*/ 141754 w 607639"/>
                <a:gd name="connsiteY28" fmla="*/ 151716 h 414642"/>
                <a:gd name="connsiteX29" fmla="*/ 161961 w 607639"/>
                <a:gd name="connsiteY29" fmla="*/ 151716 h 414642"/>
                <a:gd name="connsiteX30" fmla="*/ 172110 w 607639"/>
                <a:gd name="connsiteY30" fmla="*/ 161763 h 414642"/>
                <a:gd name="connsiteX31" fmla="*/ 161961 w 607639"/>
                <a:gd name="connsiteY31" fmla="*/ 171898 h 414642"/>
                <a:gd name="connsiteX32" fmla="*/ 141754 w 607639"/>
                <a:gd name="connsiteY32" fmla="*/ 171898 h 414642"/>
                <a:gd name="connsiteX33" fmla="*/ 131605 w 607639"/>
                <a:gd name="connsiteY33" fmla="*/ 161763 h 414642"/>
                <a:gd name="connsiteX34" fmla="*/ 141754 w 607639"/>
                <a:gd name="connsiteY34" fmla="*/ 151716 h 414642"/>
                <a:gd name="connsiteX35" fmla="*/ 141758 w 607639"/>
                <a:gd name="connsiteY35" fmla="*/ 111211 h 414642"/>
                <a:gd name="connsiteX36" fmla="*/ 182279 w 607639"/>
                <a:gd name="connsiteY36" fmla="*/ 111211 h 414642"/>
                <a:gd name="connsiteX37" fmla="*/ 192432 w 607639"/>
                <a:gd name="connsiteY37" fmla="*/ 121337 h 414642"/>
                <a:gd name="connsiteX38" fmla="*/ 182279 w 607639"/>
                <a:gd name="connsiteY38" fmla="*/ 131463 h 414642"/>
                <a:gd name="connsiteX39" fmla="*/ 141758 w 607639"/>
                <a:gd name="connsiteY39" fmla="*/ 131463 h 414642"/>
                <a:gd name="connsiteX40" fmla="*/ 131605 w 607639"/>
                <a:gd name="connsiteY40" fmla="*/ 121337 h 414642"/>
                <a:gd name="connsiteX41" fmla="*/ 141758 w 607639"/>
                <a:gd name="connsiteY41" fmla="*/ 111211 h 414642"/>
                <a:gd name="connsiteX42" fmla="*/ 425367 w 607639"/>
                <a:gd name="connsiteY42" fmla="*/ 101191 h 414642"/>
                <a:gd name="connsiteX43" fmla="*/ 496228 w 607639"/>
                <a:gd name="connsiteY43" fmla="*/ 101191 h 414642"/>
                <a:gd name="connsiteX44" fmla="*/ 506377 w 607639"/>
                <a:gd name="connsiteY44" fmla="*/ 111231 h 414642"/>
                <a:gd name="connsiteX45" fmla="*/ 506377 w 607639"/>
                <a:gd name="connsiteY45" fmla="*/ 182042 h 414642"/>
                <a:gd name="connsiteX46" fmla="*/ 496228 w 607639"/>
                <a:gd name="connsiteY46" fmla="*/ 192171 h 414642"/>
                <a:gd name="connsiteX47" fmla="*/ 486080 w 607639"/>
                <a:gd name="connsiteY47" fmla="*/ 182042 h 414642"/>
                <a:gd name="connsiteX48" fmla="*/ 486080 w 607639"/>
                <a:gd name="connsiteY48" fmla="*/ 135575 h 414642"/>
                <a:gd name="connsiteX49" fmla="*/ 402043 w 607639"/>
                <a:gd name="connsiteY49" fmla="*/ 219447 h 414642"/>
                <a:gd name="connsiteX50" fmla="*/ 394921 w 607639"/>
                <a:gd name="connsiteY50" fmla="*/ 222468 h 414642"/>
                <a:gd name="connsiteX51" fmla="*/ 387889 w 607639"/>
                <a:gd name="connsiteY51" fmla="*/ 219447 h 414642"/>
                <a:gd name="connsiteX52" fmla="*/ 344268 w 607639"/>
                <a:gd name="connsiteY52" fmla="*/ 176001 h 414642"/>
                <a:gd name="connsiteX53" fmla="*/ 270380 w 607639"/>
                <a:gd name="connsiteY53" fmla="*/ 249744 h 414642"/>
                <a:gd name="connsiteX54" fmla="*/ 263258 w 607639"/>
                <a:gd name="connsiteY54" fmla="*/ 252765 h 414642"/>
                <a:gd name="connsiteX55" fmla="*/ 256225 w 607639"/>
                <a:gd name="connsiteY55" fmla="*/ 249744 h 414642"/>
                <a:gd name="connsiteX56" fmla="*/ 256225 w 607639"/>
                <a:gd name="connsiteY56" fmla="*/ 235617 h 414642"/>
                <a:gd name="connsiteX57" fmla="*/ 337235 w 607639"/>
                <a:gd name="connsiteY57" fmla="*/ 154766 h 414642"/>
                <a:gd name="connsiteX58" fmla="*/ 338837 w 607639"/>
                <a:gd name="connsiteY58" fmla="*/ 153433 h 414642"/>
                <a:gd name="connsiteX59" fmla="*/ 340618 w 607639"/>
                <a:gd name="connsiteY59" fmla="*/ 152456 h 414642"/>
                <a:gd name="connsiteX60" fmla="*/ 341508 w 607639"/>
                <a:gd name="connsiteY60" fmla="*/ 152101 h 414642"/>
                <a:gd name="connsiteX61" fmla="*/ 343378 w 607639"/>
                <a:gd name="connsiteY61" fmla="*/ 151745 h 414642"/>
                <a:gd name="connsiteX62" fmla="*/ 344268 w 607639"/>
                <a:gd name="connsiteY62" fmla="*/ 151745 h 414642"/>
                <a:gd name="connsiteX63" fmla="*/ 346226 w 607639"/>
                <a:gd name="connsiteY63" fmla="*/ 151923 h 414642"/>
                <a:gd name="connsiteX64" fmla="*/ 351390 w 607639"/>
                <a:gd name="connsiteY64" fmla="*/ 154766 h 414642"/>
                <a:gd name="connsiteX65" fmla="*/ 394921 w 607639"/>
                <a:gd name="connsiteY65" fmla="*/ 198213 h 414642"/>
                <a:gd name="connsiteX66" fmla="*/ 471925 w 607639"/>
                <a:gd name="connsiteY66" fmla="*/ 121359 h 414642"/>
                <a:gd name="connsiteX67" fmla="*/ 425367 w 607639"/>
                <a:gd name="connsiteY67" fmla="*/ 121359 h 414642"/>
                <a:gd name="connsiteX68" fmla="*/ 415218 w 607639"/>
                <a:gd name="connsiteY68" fmla="*/ 111231 h 414642"/>
                <a:gd name="connsiteX69" fmla="*/ 425367 w 607639"/>
                <a:gd name="connsiteY69" fmla="*/ 101191 h 414642"/>
                <a:gd name="connsiteX70" fmla="*/ 101297 w 607639"/>
                <a:gd name="connsiteY70" fmla="*/ 91029 h 414642"/>
                <a:gd name="connsiteX71" fmla="*/ 111423 w 607639"/>
                <a:gd name="connsiteY71" fmla="*/ 101159 h 414642"/>
                <a:gd name="connsiteX72" fmla="*/ 111423 w 607639"/>
                <a:gd name="connsiteY72" fmla="*/ 262887 h 414642"/>
                <a:gd name="connsiteX73" fmla="*/ 101297 w 607639"/>
                <a:gd name="connsiteY73" fmla="*/ 273017 h 414642"/>
                <a:gd name="connsiteX74" fmla="*/ 91171 w 607639"/>
                <a:gd name="connsiteY74" fmla="*/ 262887 h 414642"/>
                <a:gd name="connsiteX75" fmla="*/ 91171 w 607639"/>
                <a:gd name="connsiteY75" fmla="*/ 101159 h 414642"/>
                <a:gd name="connsiteX76" fmla="*/ 101297 w 607639"/>
                <a:gd name="connsiteY76" fmla="*/ 91029 h 414642"/>
                <a:gd name="connsiteX77" fmla="*/ 70848 w 607639"/>
                <a:gd name="connsiteY77" fmla="*/ 20177 h 414642"/>
                <a:gd name="connsiteX78" fmla="*/ 60791 w 607639"/>
                <a:gd name="connsiteY78" fmla="*/ 30309 h 414642"/>
                <a:gd name="connsiteX79" fmla="*/ 60791 w 607639"/>
                <a:gd name="connsiteY79" fmla="*/ 343802 h 414642"/>
                <a:gd name="connsiteX80" fmla="*/ 222780 w 607639"/>
                <a:gd name="connsiteY80" fmla="*/ 343802 h 414642"/>
                <a:gd name="connsiteX81" fmla="*/ 232927 w 607639"/>
                <a:gd name="connsiteY81" fmla="*/ 353935 h 414642"/>
                <a:gd name="connsiteX82" fmla="*/ 232927 w 607639"/>
                <a:gd name="connsiteY82" fmla="*/ 364067 h 414642"/>
                <a:gd name="connsiteX83" fmla="*/ 374712 w 607639"/>
                <a:gd name="connsiteY83" fmla="*/ 364067 h 414642"/>
                <a:gd name="connsiteX84" fmla="*/ 374712 w 607639"/>
                <a:gd name="connsiteY84" fmla="*/ 353935 h 414642"/>
                <a:gd name="connsiteX85" fmla="*/ 384859 w 607639"/>
                <a:gd name="connsiteY85" fmla="*/ 343802 h 414642"/>
                <a:gd name="connsiteX86" fmla="*/ 546848 w 607639"/>
                <a:gd name="connsiteY86" fmla="*/ 343802 h 414642"/>
                <a:gd name="connsiteX87" fmla="*/ 546848 w 607639"/>
                <a:gd name="connsiteY87" fmla="*/ 30309 h 414642"/>
                <a:gd name="connsiteX88" fmla="*/ 536702 w 607639"/>
                <a:gd name="connsiteY88" fmla="*/ 20177 h 414642"/>
                <a:gd name="connsiteX89" fmla="*/ 70848 w 607639"/>
                <a:gd name="connsiteY89" fmla="*/ 0 h 414642"/>
                <a:gd name="connsiteX90" fmla="*/ 536702 w 607639"/>
                <a:gd name="connsiteY90" fmla="*/ 0 h 414642"/>
                <a:gd name="connsiteX91" fmla="*/ 567142 w 607639"/>
                <a:gd name="connsiteY91" fmla="*/ 30309 h 414642"/>
                <a:gd name="connsiteX92" fmla="*/ 567142 w 607639"/>
                <a:gd name="connsiteY92" fmla="*/ 343802 h 414642"/>
                <a:gd name="connsiteX93" fmla="*/ 597492 w 607639"/>
                <a:gd name="connsiteY93" fmla="*/ 343802 h 414642"/>
                <a:gd name="connsiteX94" fmla="*/ 607639 w 607639"/>
                <a:gd name="connsiteY94" fmla="*/ 353935 h 414642"/>
                <a:gd name="connsiteX95" fmla="*/ 607639 w 607639"/>
                <a:gd name="connsiteY95" fmla="*/ 384244 h 414642"/>
                <a:gd name="connsiteX96" fmla="*/ 577199 w 607639"/>
                <a:gd name="connsiteY96" fmla="*/ 414642 h 414642"/>
                <a:gd name="connsiteX97" fmla="*/ 30351 w 607639"/>
                <a:gd name="connsiteY97" fmla="*/ 414642 h 414642"/>
                <a:gd name="connsiteX98" fmla="*/ 0 w 607639"/>
                <a:gd name="connsiteY98" fmla="*/ 384244 h 414642"/>
                <a:gd name="connsiteX99" fmla="*/ 0 w 607639"/>
                <a:gd name="connsiteY99" fmla="*/ 353935 h 414642"/>
                <a:gd name="connsiteX100" fmla="*/ 10147 w 607639"/>
                <a:gd name="connsiteY100" fmla="*/ 343802 h 414642"/>
                <a:gd name="connsiteX101" fmla="*/ 40497 w 607639"/>
                <a:gd name="connsiteY101" fmla="*/ 343802 h 414642"/>
                <a:gd name="connsiteX102" fmla="*/ 40497 w 607639"/>
                <a:gd name="connsiteY102" fmla="*/ 30309 h 414642"/>
                <a:gd name="connsiteX103" fmla="*/ 70848 w 607639"/>
                <a:gd name="connsiteY103" fmla="*/ 0 h 41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</a:cxnLst>
              <a:rect l="l" t="t" r="r" b="b"/>
              <a:pathLst>
                <a:path w="607639" h="414642">
                  <a:moveTo>
                    <a:pt x="20293" y="364067"/>
                  </a:moveTo>
                  <a:lnTo>
                    <a:pt x="20293" y="384244"/>
                  </a:lnTo>
                  <a:cubicBezTo>
                    <a:pt x="20293" y="390377"/>
                    <a:pt x="24298" y="394377"/>
                    <a:pt x="30351" y="394377"/>
                  </a:cubicBezTo>
                  <a:lnTo>
                    <a:pt x="577199" y="394377"/>
                  </a:lnTo>
                  <a:cubicBezTo>
                    <a:pt x="583341" y="394377"/>
                    <a:pt x="587346" y="390377"/>
                    <a:pt x="587346" y="384244"/>
                  </a:cubicBezTo>
                  <a:lnTo>
                    <a:pt x="587346" y="364067"/>
                  </a:lnTo>
                  <a:lnTo>
                    <a:pt x="556995" y="364067"/>
                  </a:lnTo>
                  <a:lnTo>
                    <a:pt x="394916" y="364067"/>
                  </a:lnTo>
                  <a:lnTo>
                    <a:pt x="394916" y="374200"/>
                  </a:lnTo>
                  <a:cubicBezTo>
                    <a:pt x="394916" y="380244"/>
                    <a:pt x="390911" y="384244"/>
                    <a:pt x="384859" y="384244"/>
                  </a:cubicBezTo>
                  <a:lnTo>
                    <a:pt x="222780" y="384244"/>
                  </a:lnTo>
                  <a:cubicBezTo>
                    <a:pt x="216728" y="384244"/>
                    <a:pt x="212634" y="380244"/>
                    <a:pt x="212634" y="374200"/>
                  </a:cubicBezTo>
                  <a:lnTo>
                    <a:pt x="212634" y="364067"/>
                  </a:lnTo>
                  <a:lnTo>
                    <a:pt x="50644" y="364067"/>
                  </a:lnTo>
                  <a:close/>
                  <a:moveTo>
                    <a:pt x="141754" y="232583"/>
                  </a:moveTo>
                  <a:lnTo>
                    <a:pt x="161961" y="232583"/>
                  </a:lnTo>
                  <a:cubicBezTo>
                    <a:pt x="168104" y="232583"/>
                    <a:pt x="172110" y="236584"/>
                    <a:pt x="172110" y="242719"/>
                  </a:cubicBezTo>
                  <a:cubicBezTo>
                    <a:pt x="172110" y="248764"/>
                    <a:pt x="168104" y="252765"/>
                    <a:pt x="161961" y="252765"/>
                  </a:cubicBezTo>
                  <a:lnTo>
                    <a:pt x="141754" y="252765"/>
                  </a:lnTo>
                  <a:cubicBezTo>
                    <a:pt x="135700" y="252765"/>
                    <a:pt x="131605" y="248764"/>
                    <a:pt x="131605" y="242719"/>
                  </a:cubicBezTo>
                  <a:cubicBezTo>
                    <a:pt x="131605" y="236584"/>
                    <a:pt x="135700" y="232583"/>
                    <a:pt x="141754" y="232583"/>
                  </a:cubicBezTo>
                  <a:close/>
                  <a:moveTo>
                    <a:pt x="141758" y="192149"/>
                  </a:moveTo>
                  <a:lnTo>
                    <a:pt x="182279" y="192149"/>
                  </a:lnTo>
                  <a:cubicBezTo>
                    <a:pt x="188335" y="192149"/>
                    <a:pt x="192432" y="196150"/>
                    <a:pt x="192432" y="202196"/>
                  </a:cubicBezTo>
                  <a:cubicBezTo>
                    <a:pt x="192432" y="208330"/>
                    <a:pt x="188335" y="212331"/>
                    <a:pt x="182279" y="212331"/>
                  </a:cubicBezTo>
                  <a:lnTo>
                    <a:pt x="141758" y="212331"/>
                  </a:lnTo>
                  <a:cubicBezTo>
                    <a:pt x="135702" y="212331"/>
                    <a:pt x="131605" y="208330"/>
                    <a:pt x="131605" y="202196"/>
                  </a:cubicBezTo>
                  <a:cubicBezTo>
                    <a:pt x="131605" y="196150"/>
                    <a:pt x="135702" y="192149"/>
                    <a:pt x="141758" y="192149"/>
                  </a:cubicBezTo>
                  <a:close/>
                  <a:moveTo>
                    <a:pt x="141754" y="151716"/>
                  </a:moveTo>
                  <a:lnTo>
                    <a:pt x="161961" y="151716"/>
                  </a:lnTo>
                  <a:cubicBezTo>
                    <a:pt x="168104" y="151716"/>
                    <a:pt x="172110" y="155717"/>
                    <a:pt x="172110" y="161763"/>
                  </a:cubicBezTo>
                  <a:cubicBezTo>
                    <a:pt x="172110" y="167897"/>
                    <a:pt x="168104" y="171898"/>
                    <a:pt x="161961" y="171898"/>
                  </a:cubicBezTo>
                  <a:lnTo>
                    <a:pt x="141754" y="171898"/>
                  </a:lnTo>
                  <a:cubicBezTo>
                    <a:pt x="135700" y="171898"/>
                    <a:pt x="131605" y="167897"/>
                    <a:pt x="131605" y="161763"/>
                  </a:cubicBezTo>
                  <a:cubicBezTo>
                    <a:pt x="131605" y="155717"/>
                    <a:pt x="135700" y="151716"/>
                    <a:pt x="141754" y="151716"/>
                  </a:cubicBezTo>
                  <a:close/>
                  <a:moveTo>
                    <a:pt x="141758" y="111211"/>
                  </a:moveTo>
                  <a:lnTo>
                    <a:pt x="182279" y="111211"/>
                  </a:lnTo>
                  <a:cubicBezTo>
                    <a:pt x="188335" y="111211"/>
                    <a:pt x="192432" y="115297"/>
                    <a:pt x="192432" y="121337"/>
                  </a:cubicBezTo>
                  <a:cubicBezTo>
                    <a:pt x="192432" y="127377"/>
                    <a:pt x="188335" y="131463"/>
                    <a:pt x="182279" y="131463"/>
                  </a:cubicBezTo>
                  <a:lnTo>
                    <a:pt x="141758" y="131463"/>
                  </a:lnTo>
                  <a:cubicBezTo>
                    <a:pt x="135702" y="131463"/>
                    <a:pt x="131605" y="127377"/>
                    <a:pt x="131605" y="121337"/>
                  </a:cubicBezTo>
                  <a:cubicBezTo>
                    <a:pt x="131605" y="115297"/>
                    <a:pt x="135702" y="111211"/>
                    <a:pt x="141758" y="111211"/>
                  </a:cubicBezTo>
                  <a:close/>
                  <a:moveTo>
                    <a:pt x="425367" y="101191"/>
                  </a:moveTo>
                  <a:lnTo>
                    <a:pt x="496228" y="101191"/>
                  </a:lnTo>
                  <a:cubicBezTo>
                    <a:pt x="502282" y="101191"/>
                    <a:pt x="506377" y="105189"/>
                    <a:pt x="506377" y="111231"/>
                  </a:cubicBezTo>
                  <a:lnTo>
                    <a:pt x="506377" y="182042"/>
                  </a:lnTo>
                  <a:cubicBezTo>
                    <a:pt x="506377" y="188084"/>
                    <a:pt x="502282" y="192171"/>
                    <a:pt x="496228" y="192171"/>
                  </a:cubicBezTo>
                  <a:cubicBezTo>
                    <a:pt x="490175" y="192171"/>
                    <a:pt x="486080" y="188084"/>
                    <a:pt x="486080" y="182042"/>
                  </a:cubicBezTo>
                  <a:lnTo>
                    <a:pt x="486080" y="135575"/>
                  </a:lnTo>
                  <a:lnTo>
                    <a:pt x="402043" y="219447"/>
                  </a:lnTo>
                  <a:cubicBezTo>
                    <a:pt x="399996" y="221491"/>
                    <a:pt x="397948" y="222468"/>
                    <a:pt x="394921" y="222468"/>
                  </a:cubicBezTo>
                  <a:cubicBezTo>
                    <a:pt x="391895" y="222468"/>
                    <a:pt x="389847" y="221491"/>
                    <a:pt x="387889" y="219447"/>
                  </a:cubicBezTo>
                  <a:lnTo>
                    <a:pt x="344268" y="176001"/>
                  </a:lnTo>
                  <a:lnTo>
                    <a:pt x="270380" y="249744"/>
                  </a:lnTo>
                  <a:cubicBezTo>
                    <a:pt x="268332" y="251788"/>
                    <a:pt x="266285" y="252765"/>
                    <a:pt x="263258" y="252765"/>
                  </a:cubicBezTo>
                  <a:cubicBezTo>
                    <a:pt x="260231" y="252765"/>
                    <a:pt x="258184" y="251788"/>
                    <a:pt x="256225" y="249744"/>
                  </a:cubicBezTo>
                  <a:cubicBezTo>
                    <a:pt x="252130" y="245746"/>
                    <a:pt x="252130" y="239616"/>
                    <a:pt x="256225" y="235617"/>
                  </a:cubicBezTo>
                  <a:lnTo>
                    <a:pt x="337235" y="154766"/>
                  </a:lnTo>
                  <a:cubicBezTo>
                    <a:pt x="337769" y="154233"/>
                    <a:pt x="338303" y="153789"/>
                    <a:pt x="338837" y="153433"/>
                  </a:cubicBezTo>
                  <a:cubicBezTo>
                    <a:pt x="339372" y="152989"/>
                    <a:pt x="339995" y="152723"/>
                    <a:pt x="340618" y="152456"/>
                  </a:cubicBezTo>
                  <a:cubicBezTo>
                    <a:pt x="340885" y="152367"/>
                    <a:pt x="341152" y="152190"/>
                    <a:pt x="341508" y="152101"/>
                  </a:cubicBezTo>
                  <a:cubicBezTo>
                    <a:pt x="342131" y="151923"/>
                    <a:pt x="342754" y="151834"/>
                    <a:pt x="343378" y="151745"/>
                  </a:cubicBezTo>
                  <a:cubicBezTo>
                    <a:pt x="343645" y="151745"/>
                    <a:pt x="344001" y="151745"/>
                    <a:pt x="344268" y="151745"/>
                  </a:cubicBezTo>
                  <a:cubicBezTo>
                    <a:pt x="344980" y="151745"/>
                    <a:pt x="345603" y="151745"/>
                    <a:pt x="346226" y="151923"/>
                  </a:cubicBezTo>
                  <a:cubicBezTo>
                    <a:pt x="348096" y="152278"/>
                    <a:pt x="349876" y="153256"/>
                    <a:pt x="351390" y="154766"/>
                  </a:cubicBezTo>
                  <a:lnTo>
                    <a:pt x="394921" y="198213"/>
                  </a:lnTo>
                  <a:lnTo>
                    <a:pt x="471925" y="121359"/>
                  </a:lnTo>
                  <a:lnTo>
                    <a:pt x="425367" y="121359"/>
                  </a:lnTo>
                  <a:cubicBezTo>
                    <a:pt x="419224" y="121359"/>
                    <a:pt x="415218" y="117361"/>
                    <a:pt x="415218" y="111231"/>
                  </a:cubicBezTo>
                  <a:cubicBezTo>
                    <a:pt x="415218" y="105189"/>
                    <a:pt x="419224" y="101191"/>
                    <a:pt x="425367" y="101191"/>
                  </a:cubicBezTo>
                  <a:close/>
                  <a:moveTo>
                    <a:pt x="101297" y="91029"/>
                  </a:moveTo>
                  <a:cubicBezTo>
                    <a:pt x="107337" y="91029"/>
                    <a:pt x="111423" y="95028"/>
                    <a:pt x="111423" y="101159"/>
                  </a:cubicBezTo>
                  <a:lnTo>
                    <a:pt x="111423" y="262887"/>
                  </a:lnTo>
                  <a:cubicBezTo>
                    <a:pt x="111423" y="268929"/>
                    <a:pt x="107337" y="273017"/>
                    <a:pt x="101297" y="273017"/>
                  </a:cubicBezTo>
                  <a:cubicBezTo>
                    <a:pt x="95257" y="273017"/>
                    <a:pt x="91171" y="268929"/>
                    <a:pt x="91171" y="262887"/>
                  </a:cubicBezTo>
                  <a:lnTo>
                    <a:pt x="91171" y="101159"/>
                  </a:lnTo>
                  <a:cubicBezTo>
                    <a:pt x="91171" y="95028"/>
                    <a:pt x="95257" y="91029"/>
                    <a:pt x="101297" y="91029"/>
                  </a:cubicBezTo>
                  <a:close/>
                  <a:moveTo>
                    <a:pt x="70848" y="20177"/>
                  </a:moveTo>
                  <a:cubicBezTo>
                    <a:pt x="64796" y="20177"/>
                    <a:pt x="60791" y="24265"/>
                    <a:pt x="60791" y="30309"/>
                  </a:cubicBezTo>
                  <a:lnTo>
                    <a:pt x="60791" y="343802"/>
                  </a:lnTo>
                  <a:lnTo>
                    <a:pt x="222780" y="343802"/>
                  </a:lnTo>
                  <a:cubicBezTo>
                    <a:pt x="228833" y="343802"/>
                    <a:pt x="232927" y="347890"/>
                    <a:pt x="232927" y="353935"/>
                  </a:cubicBezTo>
                  <a:lnTo>
                    <a:pt x="232927" y="364067"/>
                  </a:lnTo>
                  <a:lnTo>
                    <a:pt x="374712" y="364067"/>
                  </a:lnTo>
                  <a:lnTo>
                    <a:pt x="374712" y="353935"/>
                  </a:lnTo>
                  <a:cubicBezTo>
                    <a:pt x="374712" y="347890"/>
                    <a:pt x="378717" y="343802"/>
                    <a:pt x="384859" y="343802"/>
                  </a:cubicBezTo>
                  <a:lnTo>
                    <a:pt x="546848" y="343802"/>
                  </a:lnTo>
                  <a:lnTo>
                    <a:pt x="546848" y="30309"/>
                  </a:lnTo>
                  <a:cubicBezTo>
                    <a:pt x="546848" y="24265"/>
                    <a:pt x="542754" y="20177"/>
                    <a:pt x="536702" y="20177"/>
                  </a:cubicBezTo>
                  <a:close/>
                  <a:moveTo>
                    <a:pt x="70848" y="0"/>
                  </a:moveTo>
                  <a:lnTo>
                    <a:pt x="536702" y="0"/>
                  </a:lnTo>
                  <a:cubicBezTo>
                    <a:pt x="553969" y="0"/>
                    <a:pt x="567142" y="13155"/>
                    <a:pt x="567142" y="30309"/>
                  </a:cubicBezTo>
                  <a:lnTo>
                    <a:pt x="567142" y="343802"/>
                  </a:lnTo>
                  <a:lnTo>
                    <a:pt x="597492" y="343802"/>
                  </a:lnTo>
                  <a:cubicBezTo>
                    <a:pt x="603545" y="343802"/>
                    <a:pt x="607639" y="347890"/>
                    <a:pt x="607639" y="353935"/>
                  </a:cubicBezTo>
                  <a:lnTo>
                    <a:pt x="607639" y="384244"/>
                  </a:lnTo>
                  <a:cubicBezTo>
                    <a:pt x="607639" y="401487"/>
                    <a:pt x="594466" y="414642"/>
                    <a:pt x="577199" y="414642"/>
                  </a:cubicBezTo>
                  <a:lnTo>
                    <a:pt x="30351" y="414642"/>
                  </a:lnTo>
                  <a:cubicBezTo>
                    <a:pt x="13173" y="414642"/>
                    <a:pt x="0" y="401487"/>
                    <a:pt x="0" y="384244"/>
                  </a:cubicBezTo>
                  <a:lnTo>
                    <a:pt x="0" y="353935"/>
                  </a:lnTo>
                  <a:cubicBezTo>
                    <a:pt x="0" y="347890"/>
                    <a:pt x="4094" y="343802"/>
                    <a:pt x="10147" y="343802"/>
                  </a:cubicBezTo>
                  <a:lnTo>
                    <a:pt x="40497" y="343802"/>
                  </a:lnTo>
                  <a:lnTo>
                    <a:pt x="40497" y="30309"/>
                  </a:lnTo>
                  <a:cubicBezTo>
                    <a:pt x="40497" y="13155"/>
                    <a:pt x="53670" y="0"/>
                    <a:pt x="708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</a:p>
          </p:txBody>
        </p:sp>
        <p:sp>
          <p:nvSpPr>
            <p:cNvPr id="14" name="iśḷíďe"/>
            <p:cNvSpPr txBox="1"/>
            <p:nvPr/>
          </p:nvSpPr>
          <p:spPr>
            <a:xfrm>
              <a:off x="8324593" y="4295572"/>
              <a:ext cx="3214257" cy="1928794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>
              <a:defPPr>
                <a:defRPr lang="zh-CN"/>
              </a:defPPr>
              <a:lvl1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  <a:tabLst>
                  <a:tab pos="227965" algn="l"/>
                </a:tabLst>
                <a:defRPr sz="900"/>
              </a:lvl1pPr>
            </a:lstStyle>
            <a:p>
              <a:r>
                <a:rPr lang="en-US" altLang="zh-CN" dirty="0"/>
                <a:t>Supporting text here.</a:t>
              </a:r>
              <a:endParaRPr lang="en-US" altLang="zh-CN" dirty="0"/>
            </a:p>
            <a:p>
              <a:r>
                <a:rPr lang="en-US" altLang="zh-CN" dirty="0"/>
                <a:t>Copy paste fonts. Choose the only option to retain text.</a:t>
              </a:r>
              <a:endParaRPr lang="en-US" altLang="zh-CN" dirty="0"/>
            </a:p>
            <a:p>
              <a:endParaRPr lang="en-US" altLang="zh-CN" dirty="0"/>
            </a:p>
            <a:p>
              <a:r>
                <a:rPr lang="en-US" altLang="zh-CN" dirty="0"/>
                <a:t>Supporting text here.</a:t>
              </a:r>
              <a:endParaRPr lang="en-US" altLang="zh-CN" dirty="0"/>
            </a:p>
            <a:p>
              <a:r>
                <a:rPr lang="en-US" altLang="zh-CN" dirty="0"/>
                <a:t>You can use the icon library in iSlide  (www.islide.cc) to filter and replace existing icon elements with one click.</a:t>
              </a:r>
              <a:endParaRPr lang="en-US" altLang="zh-CN" dirty="0"/>
            </a:p>
          </p:txBody>
        </p:sp>
        <p:sp>
          <p:nvSpPr>
            <p:cNvPr id="15" name="î$liḑê"/>
            <p:cNvSpPr txBox="1"/>
            <p:nvPr/>
          </p:nvSpPr>
          <p:spPr>
            <a:xfrm>
              <a:off x="8324593" y="3899965"/>
              <a:ext cx="3214257" cy="395607"/>
            </a:xfrm>
            <a:prstGeom prst="rect">
              <a:avLst/>
            </a:prstGeom>
            <a:noFill/>
          </p:spPr>
          <p:txBody>
            <a:bodyPr wrap="none" rtlCol="0" anchor="ctr">
              <a:normAutofit/>
            </a:bodyPr>
            <a:lstStyle/>
            <a:p>
              <a:r>
                <a:rPr lang="en-US" altLang="zh-CN" sz="1600" b="1" dirty="0"/>
                <a:t>Text here</a:t>
              </a:r>
              <a:endParaRPr lang="en-US" altLang="zh-CN" sz="1600" b="1" dirty="0"/>
            </a:p>
          </p:txBody>
        </p:sp>
        <p:sp>
          <p:nvSpPr>
            <p:cNvPr id="16" name="íṥḷíḓé"/>
            <p:cNvSpPr/>
            <p:nvPr/>
          </p:nvSpPr>
          <p:spPr bwMode="auto">
            <a:xfrm>
              <a:off x="8438893" y="3424163"/>
              <a:ext cx="478639" cy="314632"/>
            </a:xfrm>
            <a:custGeom>
              <a:avLst/>
              <a:gdLst>
                <a:gd name="connsiteX0" fmla="*/ 20293 w 607639"/>
                <a:gd name="connsiteY0" fmla="*/ 364067 h 414642"/>
                <a:gd name="connsiteX1" fmla="*/ 20293 w 607639"/>
                <a:gd name="connsiteY1" fmla="*/ 384244 h 414642"/>
                <a:gd name="connsiteX2" fmla="*/ 30351 w 607639"/>
                <a:gd name="connsiteY2" fmla="*/ 394377 h 414642"/>
                <a:gd name="connsiteX3" fmla="*/ 577199 w 607639"/>
                <a:gd name="connsiteY3" fmla="*/ 394377 h 414642"/>
                <a:gd name="connsiteX4" fmla="*/ 587346 w 607639"/>
                <a:gd name="connsiteY4" fmla="*/ 384244 h 414642"/>
                <a:gd name="connsiteX5" fmla="*/ 587346 w 607639"/>
                <a:gd name="connsiteY5" fmla="*/ 364067 h 414642"/>
                <a:gd name="connsiteX6" fmla="*/ 556995 w 607639"/>
                <a:gd name="connsiteY6" fmla="*/ 364067 h 414642"/>
                <a:gd name="connsiteX7" fmla="*/ 394916 w 607639"/>
                <a:gd name="connsiteY7" fmla="*/ 364067 h 414642"/>
                <a:gd name="connsiteX8" fmla="*/ 394916 w 607639"/>
                <a:gd name="connsiteY8" fmla="*/ 374200 h 414642"/>
                <a:gd name="connsiteX9" fmla="*/ 384859 w 607639"/>
                <a:gd name="connsiteY9" fmla="*/ 384244 h 414642"/>
                <a:gd name="connsiteX10" fmla="*/ 222780 w 607639"/>
                <a:gd name="connsiteY10" fmla="*/ 384244 h 414642"/>
                <a:gd name="connsiteX11" fmla="*/ 212634 w 607639"/>
                <a:gd name="connsiteY11" fmla="*/ 374200 h 414642"/>
                <a:gd name="connsiteX12" fmla="*/ 212634 w 607639"/>
                <a:gd name="connsiteY12" fmla="*/ 364067 h 414642"/>
                <a:gd name="connsiteX13" fmla="*/ 50644 w 607639"/>
                <a:gd name="connsiteY13" fmla="*/ 364067 h 414642"/>
                <a:gd name="connsiteX14" fmla="*/ 141754 w 607639"/>
                <a:gd name="connsiteY14" fmla="*/ 232583 h 414642"/>
                <a:gd name="connsiteX15" fmla="*/ 161961 w 607639"/>
                <a:gd name="connsiteY15" fmla="*/ 232583 h 414642"/>
                <a:gd name="connsiteX16" fmla="*/ 172110 w 607639"/>
                <a:gd name="connsiteY16" fmla="*/ 242719 h 414642"/>
                <a:gd name="connsiteX17" fmla="*/ 161961 w 607639"/>
                <a:gd name="connsiteY17" fmla="*/ 252765 h 414642"/>
                <a:gd name="connsiteX18" fmla="*/ 141754 w 607639"/>
                <a:gd name="connsiteY18" fmla="*/ 252765 h 414642"/>
                <a:gd name="connsiteX19" fmla="*/ 131605 w 607639"/>
                <a:gd name="connsiteY19" fmla="*/ 242719 h 414642"/>
                <a:gd name="connsiteX20" fmla="*/ 141754 w 607639"/>
                <a:gd name="connsiteY20" fmla="*/ 232583 h 414642"/>
                <a:gd name="connsiteX21" fmla="*/ 141758 w 607639"/>
                <a:gd name="connsiteY21" fmla="*/ 192149 h 414642"/>
                <a:gd name="connsiteX22" fmla="*/ 182279 w 607639"/>
                <a:gd name="connsiteY22" fmla="*/ 192149 h 414642"/>
                <a:gd name="connsiteX23" fmla="*/ 192432 w 607639"/>
                <a:gd name="connsiteY23" fmla="*/ 202196 h 414642"/>
                <a:gd name="connsiteX24" fmla="*/ 182279 w 607639"/>
                <a:gd name="connsiteY24" fmla="*/ 212331 h 414642"/>
                <a:gd name="connsiteX25" fmla="*/ 141758 w 607639"/>
                <a:gd name="connsiteY25" fmla="*/ 212331 h 414642"/>
                <a:gd name="connsiteX26" fmla="*/ 131605 w 607639"/>
                <a:gd name="connsiteY26" fmla="*/ 202196 h 414642"/>
                <a:gd name="connsiteX27" fmla="*/ 141758 w 607639"/>
                <a:gd name="connsiteY27" fmla="*/ 192149 h 414642"/>
                <a:gd name="connsiteX28" fmla="*/ 141754 w 607639"/>
                <a:gd name="connsiteY28" fmla="*/ 151716 h 414642"/>
                <a:gd name="connsiteX29" fmla="*/ 161961 w 607639"/>
                <a:gd name="connsiteY29" fmla="*/ 151716 h 414642"/>
                <a:gd name="connsiteX30" fmla="*/ 172110 w 607639"/>
                <a:gd name="connsiteY30" fmla="*/ 161763 h 414642"/>
                <a:gd name="connsiteX31" fmla="*/ 161961 w 607639"/>
                <a:gd name="connsiteY31" fmla="*/ 171898 h 414642"/>
                <a:gd name="connsiteX32" fmla="*/ 141754 w 607639"/>
                <a:gd name="connsiteY32" fmla="*/ 171898 h 414642"/>
                <a:gd name="connsiteX33" fmla="*/ 131605 w 607639"/>
                <a:gd name="connsiteY33" fmla="*/ 161763 h 414642"/>
                <a:gd name="connsiteX34" fmla="*/ 141754 w 607639"/>
                <a:gd name="connsiteY34" fmla="*/ 151716 h 414642"/>
                <a:gd name="connsiteX35" fmla="*/ 141758 w 607639"/>
                <a:gd name="connsiteY35" fmla="*/ 111211 h 414642"/>
                <a:gd name="connsiteX36" fmla="*/ 182279 w 607639"/>
                <a:gd name="connsiteY36" fmla="*/ 111211 h 414642"/>
                <a:gd name="connsiteX37" fmla="*/ 192432 w 607639"/>
                <a:gd name="connsiteY37" fmla="*/ 121337 h 414642"/>
                <a:gd name="connsiteX38" fmla="*/ 182279 w 607639"/>
                <a:gd name="connsiteY38" fmla="*/ 131463 h 414642"/>
                <a:gd name="connsiteX39" fmla="*/ 141758 w 607639"/>
                <a:gd name="connsiteY39" fmla="*/ 131463 h 414642"/>
                <a:gd name="connsiteX40" fmla="*/ 131605 w 607639"/>
                <a:gd name="connsiteY40" fmla="*/ 121337 h 414642"/>
                <a:gd name="connsiteX41" fmla="*/ 141758 w 607639"/>
                <a:gd name="connsiteY41" fmla="*/ 111211 h 414642"/>
                <a:gd name="connsiteX42" fmla="*/ 425367 w 607639"/>
                <a:gd name="connsiteY42" fmla="*/ 101191 h 414642"/>
                <a:gd name="connsiteX43" fmla="*/ 496228 w 607639"/>
                <a:gd name="connsiteY43" fmla="*/ 101191 h 414642"/>
                <a:gd name="connsiteX44" fmla="*/ 506377 w 607639"/>
                <a:gd name="connsiteY44" fmla="*/ 111231 h 414642"/>
                <a:gd name="connsiteX45" fmla="*/ 506377 w 607639"/>
                <a:gd name="connsiteY45" fmla="*/ 182042 h 414642"/>
                <a:gd name="connsiteX46" fmla="*/ 496228 w 607639"/>
                <a:gd name="connsiteY46" fmla="*/ 192171 h 414642"/>
                <a:gd name="connsiteX47" fmla="*/ 486080 w 607639"/>
                <a:gd name="connsiteY47" fmla="*/ 182042 h 414642"/>
                <a:gd name="connsiteX48" fmla="*/ 486080 w 607639"/>
                <a:gd name="connsiteY48" fmla="*/ 135575 h 414642"/>
                <a:gd name="connsiteX49" fmla="*/ 402043 w 607639"/>
                <a:gd name="connsiteY49" fmla="*/ 219447 h 414642"/>
                <a:gd name="connsiteX50" fmla="*/ 394921 w 607639"/>
                <a:gd name="connsiteY50" fmla="*/ 222468 h 414642"/>
                <a:gd name="connsiteX51" fmla="*/ 387889 w 607639"/>
                <a:gd name="connsiteY51" fmla="*/ 219447 h 414642"/>
                <a:gd name="connsiteX52" fmla="*/ 344268 w 607639"/>
                <a:gd name="connsiteY52" fmla="*/ 176001 h 414642"/>
                <a:gd name="connsiteX53" fmla="*/ 270380 w 607639"/>
                <a:gd name="connsiteY53" fmla="*/ 249744 h 414642"/>
                <a:gd name="connsiteX54" fmla="*/ 263258 w 607639"/>
                <a:gd name="connsiteY54" fmla="*/ 252765 h 414642"/>
                <a:gd name="connsiteX55" fmla="*/ 256225 w 607639"/>
                <a:gd name="connsiteY55" fmla="*/ 249744 h 414642"/>
                <a:gd name="connsiteX56" fmla="*/ 256225 w 607639"/>
                <a:gd name="connsiteY56" fmla="*/ 235617 h 414642"/>
                <a:gd name="connsiteX57" fmla="*/ 337235 w 607639"/>
                <a:gd name="connsiteY57" fmla="*/ 154766 h 414642"/>
                <a:gd name="connsiteX58" fmla="*/ 338837 w 607639"/>
                <a:gd name="connsiteY58" fmla="*/ 153433 h 414642"/>
                <a:gd name="connsiteX59" fmla="*/ 340618 w 607639"/>
                <a:gd name="connsiteY59" fmla="*/ 152456 h 414642"/>
                <a:gd name="connsiteX60" fmla="*/ 341508 w 607639"/>
                <a:gd name="connsiteY60" fmla="*/ 152101 h 414642"/>
                <a:gd name="connsiteX61" fmla="*/ 343378 w 607639"/>
                <a:gd name="connsiteY61" fmla="*/ 151745 h 414642"/>
                <a:gd name="connsiteX62" fmla="*/ 344268 w 607639"/>
                <a:gd name="connsiteY62" fmla="*/ 151745 h 414642"/>
                <a:gd name="connsiteX63" fmla="*/ 346226 w 607639"/>
                <a:gd name="connsiteY63" fmla="*/ 151923 h 414642"/>
                <a:gd name="connsiteX64" fmla="*/ 351390 w 607639"/>
                <a:gd name="connsiteY64" fmla="*/ 154766 h 414642"/>
                <a:gd name="connsiteX65" fmla="*/ 394921 w 607639"/>
                <a:gd name="connsiteY65" fmla="*/ 198213 h 414642"/>
                <a:gd name="connsiteX66" fmla="*/ 471925 w 607639"/>
                <a:gd name="connsiteY66" fmla="*/ 121359 h 414642"/>
                <a:gd name="connsiteX67" fmla="*/ 425367 w 607639"/>
                <a:gd name="connsiteY67" fmla="*/ 121359 h 414642"/>
                <a:gd name="connsiteX68" fmla="*/ 415218 w 607639"/>
                <a:gd name="connsiteY68" fmla="*/ 111231 h 414642"/>
                <a:gd name="connsiteX69" fmla="*/ 425367 w 607639"/>
                <a:gd name="connsiteY69" fmla="*/ 101191 h 414642"/>
                <a:gd name="connsiteX70" fmla="*/ 101297 w 607639"/>
                <a:gd name="connsiteY70" fmla="*/ 91029 h 414642"/>
                <a:gd name="connsiteX71" fmla="*/ 111423 w 607639"/>
                <a:gd name="connsiteY71" fmla="*/ 101159 h 414642"/>
                <a:gd name="connsiteX72" fmla="*/ 111423 w 607639"/>
                <a:gd name="connsiteY72" fmla="*/ 262887 h 414642"/>
                <a:gd name="connsiteX73" fmla="*/ 101297 w 607639"/>
                <a:gd name="connsiteY73" fmla="*/ 273017 h 414642"/>
                <a:gd name="connsiteX74" fmla="*/ 91171 w 607639"/>
                <a:gd name="connsiteY74" fmla="*/ 262887 h 414642"/>
                <a:gd name="connsiteX75" fmla="*/ 91171 w 607639"/>
                <a:gd name="connsiteY75" fmla="*/ 101159 h 414642"/>
                <a:gd name="connsiteX76" fmla="*/ 101297 w 607639"/>
                <a:gd name="connsiteY76" fmla="*/ 91029 h 414642"/>
                <a:gd name="connsiteX77" fmla="*/ 70848 w 607639"/>
                <a:gd name="connsiteY77" fmla="*/ 20177 h 414642"/>
                <a:gd name="connsiteX78" fmla="*/ 60791 w 607639"/>
                <a:gd name="connsiteY78" fmla="*/ 30309 h 414642"/>
                <a:gd name="connsiteX79" fmla="*/ 60791 w 607639"/>
                <a:gd name="connsiteY79" fmla="*/ 343802 h 414642"/>
                <a:gd name="connsiteX80" fmla="*/ 222780 w 607639"/>
                <a:gd name="connsiteY80" fmla="*/ 343802 h 414642"/>
                <a:gd name="connsiteX81" fmla="*/ 232927 w 607639"/>
                <a:gd name="connsiteY81" fmla="*/ 353935 h 414642"/>
                <a:gd name="connsiteX82" fmla="*/ 232927 w 607639"/>
                <a:gd name="connsiteY82" fmla="*/ 364067 h 414642"/>
                <a:gd name="connsiteX83" fmla="*/ 374712 w 607639"/>
                <a:gd name="connsiteY83" fmla="*/ 364067 h 414642"/>
                <a:gd name="connsiteX84" fmla="*/ 374712 w 607639"/>
                <a:gd name="connsiteY84" fmla="*/ 353935 h 414642"/>
                <a:gd name="connsiteX85" fmla="*/ 384859 w 607639"/>
                <a:gd name="connsiteY85" fmla="*/ 343802 h 414642"/>
                <a:gd name="connsiteX86" fmla="*/ 546848 w 607639"/>
                <a:gd name="connsiteY86" fmla="*/ 343802 h 414642"/>
                <a:gd name="connsiteX87" fmla="*/ 546848 w 607639"/>
                <a:gd name="connsiteY87" fmla="*/ 30309 h 414642"/>
                <a:gd name="connsiteX88" fmla="*/ 536702 w 607639"/>
                <a:gd name="connsiteY88" fmla="*/ 20177 h 414642"/>
                <a:gd name="connsiteX89" fmla="*/ 70848 w 607639"/>
                <a:gd name="connsiteY89" fmla="*/ 0 h 414642"/>
                <a:gd name="connsiteX90" fmla="*/ 536702 w 607639"/>
                <a:gd name="connsiteY90" fmla="*/ 0 h 414642"/>
                <a:gd name="connsiteX91" fmla="*/ 567142 w 607639"/>
                <a:gd name="connsiteY91" fmla="*/ 30309 h 414642"/>
                <a:gd name="connsiteX92" fmla="*/ 567142 w 607639"/>
                <a:gd name="connsiteY92" fmla="*/ 343802 h 414642"/>
                <a:gd name="connsiteX93" fmla="*/ 597492 w 607639"/>
                <a:gd name="connsiteY93" fmla="*/ 343802 h 414642"/>
                <a:gd name="connsiteX94" fmla="*/ 607639 w 607639"/>
                <a:gd name="connsiteY94" fmla="*/ 353935 h 414642"/>
                <a:gd name="connsiteX95" fmla="*/ 607639 w 607639"/>
                <a:gd name="connsiteY95" fmla="*/ 384244 h 414642"/>
                <a:gd name="connsiteX96" fmla="*/ 577199 w 607639"/>
                <a:gd name="connsiteY96" fmla="*/ 414642 h 414642"/>
                <a:gd name="connsiteX97" fmla="*/ 30351 w 607639"/>
                <a:gd name="connsiteY97" fmla="*/ 414642 h 414642"/>
                <a:gd name="connsiteX98" fmla="*/ 0 w 607639"/>
                <a:gd name="connsiteY98" fmla="*/ 384244 h 414642"/>
                <a:gd name="connsiteX99" fmla="*/ 0 w 607639"/>
                <a:gd name="connsiteY99" fmla="*/ 353935 h 414642"/>
                <a:gd name="connsiteX100" fmla="*/ 10147 w 607639"/>
                <a:gd name="connsiteY100" fmla="*/ 343802 h 414642"/>
                <a:gd name="connsiteX101" fmla="*/ 40497 w 607639"/>
                <a:gd name="connsiteY101" fmla="*/ 343802 h 414642"/>
                <a:gd name="connsiteX102" fmla="*/ 40497 w 607639"/>
                <a:gd name="connsiteY102" fmla="*/ 30309 h 414642"/>
                <a:gd name="connsiteX103" fmla="*/ 70848 w 607639"/>
                <a:gd name="connsiteY103" fmla="*/ 0 h 41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</a:cxnLst>
              <a:rect l="l" t="t" r="r" b="b"/>
              <a:pathLst>
                <a:path w="607639" h="414642">
                  <a:moveTo>
                    <a:pt x="20293" y="364067"/>
                  </a:moveTo>
                  <a:lnTo>
                    <a:pt x="20293" y="384244"/>
                  </a:lnTo>
                  <a:cubicBezTo>
                    <a:pt x="20293" y="390377"/>
                    <a:pt x="24298" y="394377"/>
                    <a:pt x="30351" y="394377"/>
                  </a:cubicBezTo>
                  <a:lnTo>
                    <a:pt x="577199" y="394377"/>
                  </a:lnTo>
                  <a:cubicBezTo>
                    <a:pt x="583341" y="394377"/>
                    <a:pt x="587346" y="390377"/>
                    <a:pt x="587346" y="384244"/>
                  </a:cubicBezTo>
                  <a:lnTo>
                    <a:pt x="587346" y="364067"/>
                  </a:lnTo>
                  <a:lnTo>
                    <a:pt x="556995" y="364067"/>
                  </a:lnTo>
                  <a:lnTo>
                    <a:pt x="394916" y="364067"/>
                  </a:lnTo>
                  <a:lnTo>
                    <a:pt x="394916" y="374200"/>
                  </a:lnTo>
                  <a:cubicBezTo>
                    <a:pt x="394916" y="380244"/>
                    <a:pt x="390911" y="384244"/>
                    <a:pt x="384859" y="384244"/>
                  </a:cubicBezTo>
                  <a:lnTo>
                    <a:pt x="222780" y="384244"/>
                  </a:lnTo>
                  <a:cubicBezTo>
                    <a:pt x="216728" y="384244"/>
                    <a:pt x="212634" y="380244"/>
                    <a:pt x="212634" y="374200"/>
                  </a:cubicBezTo>
                  <a:lnTo>
                    <a:pt x="212634" y="364067"/>
                  </a:lnTo>
                  <a:lnTo>
                    <a:pt x="50644" y="364067"/>
                  </a:lnTo>
                  <a:close/>
                  <a:moveTo>
                    <a:pt x="141754" y="232583"/>
                  </a:moveTo>
                  <a:lnTo>
                    <a:pt x="161961" y="232583"/>
                  </a:lnTo>
                  <a:cubicBezTo>
                    <a:pt x="168104" y="232583"/>
                    <a:pt x="172110" y="236584"/>
                    <a:pt x="172110" y="242719"/>
                  </a:cubicBezTo>
                  <a:cubicBezTo>
                    <a:pt x="172110" y="248764"/>
                    <a:pt x="168104" y="252765"/>
                    <a:pt x="161961" y="252765"/>
                  </a:cubicBezTo>
                  <a:lnTo>
                    <a:pt x="141754" y="252765"/>
                  </a:lnTo>
                  <a:cubicBezTo>
                    <a:pt x="135700" y="252765"/>
                    <a:pt x="131605" y="248764"/>
                    <a:pt x="131605" y="242719"/>
                  </a:cubicBezTo>
                  <a:cubicBezTo>
                    <a:pt x="131605" y="236584"/>
                    <a:pt x="135700" y="232583"/>
                    <a:pt x="141754" y="232583"/>
                  </a:cubicBezTo>
                  <a:close/>
                  <a:moveTo>
                    <a:pt x="141758" y="192149"/>
                  </a:moveTo>
                  <a:lnTo>
                    <a:pt x="182279" y="192149"/>
                  </a:lnTo>
                  <a:cubicBezTo>
                    <a:pt x="188335" y="192149"/>
                    <a:pt x="192432" y="196150"/>
                    <a:pt x="192432" y="202196"/>
                  </a:cubicBezTo>
                  <a:cubicBezTo>
                    <a:pt x="192432" y="208330"/>
                    <a:pt x="188335" y="212331"/>
                    <a:pt x="182279" y="212331"/>
                  </a:cubicBezTo>
                  <a:lnTo>
                    <a:pt x="141758" y="212331"/>
                  </a:lnTo>
                  <a:cubicBezTo>
                    <a:pt x="135702" y="212331"/>
                    <a:pt x="131605" y="208330"/>
                    <a:pt x="131605" y="202196"/>
                  </a:cubicBezTo>
                  <a:cubicBezTo>
                    <a:pt x="131605" y="196150"/>
                    <a:pt x="135702" y="192149"/>
                    <a:pt x="141758" y="192149"/>
                  </a:cubicBezTo>
                  <a:close/>
                  <a:moveTo>
                    <a:pt x="141754" y="151716"/>
                  </a:moveTo>
                  <a:lnTo>
                    <a:pt x="161961" y="151716"/>
                  </a:lnTo>
                  <a:cubicBezTo>
                    <a:pt x="168104" y="151716"/>
                    <a:pt x="172110" y="155717"/>
                    <a:pt x="172110" y="161763"/>
                  </a:cubicBezTo>
                  <a:cubicBezTo>
                    <a:pt x="172110" y="167897"/>
                    <a:pt x="168104" y="171898"/>
                    <a:pt x="161961" y="171898"/>
                  </a:cubicBezTo>
                  <a:lnTo>
                    <a:pt x="141754" y="171898"/>
                  </a:lnTo>
                  <a:cubicBezTo>
                    <a:pt x="135700" y="171898"/>
                    <a:pt x="131605" y="167897"/>
                    <a:pt x="131605" y="161763"/>
                  </a:cubicBezTo>
                  <a:cubicBezTo>
                    <a:pt x="131605" y="155717"/>
                    <a:pt x="135700" y="151716"/>
                    <a:pt x="141754" y="151716"/>
                  </a:cubicBezTo>
                  <a:close/>
                  <a:moveTo>
                    <a:pt x="141758" y="111211"/>
                  </a:moveTo>
                  <a:lnTo>
                    <a:pt x="182279" y="111211"/>
                  </a:lnTo>
                  <a:cubicBezTo>
                    <a:pt x="188335" y="111211"/>
                    <a:pt x="192432" y="115297"/>
                    <a:pt x="192432" y="121337"/>
                  </a:cubicBezTo>
                  <a:cubicBezTo>
                    <a:pt x="192432" y="127377"/>
                    <a:pt x="188335" y="131463"/>
                    <a:pt x="182279" y="131463"/>
                  </a:cubicBezTo>
                  <a:lnTo>
                    <a:pt x="141758" y="131463"/>
                  </a:lnTo>
                  <a:cubicBezTo>
                    <a:pt x="135702" y="131463"/>
                    <a:pt x="131605" y="127377"/>
                    <a:pt x="131605" y="121337"/>
                  </a:cubicBezTo>
                  <a:cubicBezTo>
                    <a:pt x="131605" y="115297"/>
                    <a:pt x="135702" y="111211"/>
                    <a:pt x="141758" y="111211"/>
                  </a:cubicBezTo>
                  <a:close/>
                  <a:moveTo>
                    <a:pt x="425367" y="101191"/>
                  </a:moveTo>
                  <a:lnTo>
                    <a:pt x="496228" y="101191"/>
                  </a:lnTo>
                  <a:cubicBezTo>
                    <a:pt x="502282" y="101191"/>
                    <a:pt x="506377" y="105189"/>
                    <a:pt x="506377" y="111231"/>
                  </a:cubicBezTo>
                  <a:lnTo>
                    <a:pt x="506377" y="182042"/>
                  </a:lnTo>
                  <a:cubicBezTo>
                    <a:pt x="506377" y="188084"/>
                    <a:pt x="502282" y="192171"/>
                    <a:pt x="496228" y="192171"/>
                  </a:cubicBezTo>
                  <a:cubicBezTo>
                    <a:pt x="490175" y="192171"/>
                    <a:pt x="486080" y="188084"/>
                    <a:pt x="486080" y="182042"/>
                  </a:cubicBezTo>
                  <a:lnTo>
                    <a:pt x="486080" y="135575"/>
                  </a:lnTo>
                  <a:lnTo>
                    <a:pt x="402043" y="219447"/>
                  </a:lnTo>
                  <a:cubicBezTo>
                    <a:pt x="399996" y="221491"/>
                    <a:pt x="397948" y="222468"/>
                    <a:pt x="394921" y="222468"/>
                  </a:cubicBezTo>
                  <a:cubicBezTo>
                    <a:pt x="391895" y="222468"/>
                    <a:pt x="389847" y="221491"/>
                    <a:pt x="387889" y="219447"/>
                  </a:cubicBezTo>
                  <a:lnTo>
                    <a:pt x="344268" y="176001"/>
                  </a:lnTo>
                  <a:lnTo>
                    <a:pt x="270380" y="249744"/>
                  </a:lnTo>
                  <a:cubicBezTo>
                    <a:pt x="268332" y="251788"/>
                    <a:pt x="266285" y="252765"/>
                    <a:pt x="263258" y="252765"/>
                  </a:cubicBezTo>
                  <a:cubicBezTo>
                    <a:pt x="260231" y="252765"/>
                    <a:pt x="258184" y="251788"/>
                    <a:pt x="256225" y="249744"/>
                  </a:cubicBezTo>
                  <a:cubicBezTo>
                    <a:pt x="252130" y="245746"/>
                    <a:pt x="252130" y="239616"/>
                    <a:pt x="256225" y="235617"/>
                  </a:cubicBezTo>
                  <a:lnTo>
                    <a:pt x="337235" y="154766"/>
                  </a:lnTo>
                  <a:cubicBezTo>
                    <a:pt x="337769" y="154233"/>
                    <a:pt x="338303" y="153789"/>
                    <a:pt x="338837" y="153433"/>
                  </a:cubicBezTo>
                  <a:cubicBezTo>
                    <a:pt x="339372" y="152989"/>
                    <a:pt x="339995" y="152723"/>
                    <a:pt x="340618" y="152456"/>
                  </a:cubicBezTo>
                  <a:cubicBezTo>
                    <a:pt x="340885" y="152367"/>
                    <a:pt x="341152" y="152190"/>
                    <a:pt x="341508" y="152101"/>
                  </a:cubicBezTo>
                  <a:cubicBezTo>
                    <a:pt x="342131" y="151923"/>
                    <a:pt x="342754" y="151834"/>
                    <a:pt x="343378" y="151745"/>
                  </a:cubicBezTo>
                  <a:cubicBezTo>
                    <a:pt x="343645" y="151745"/>
                    <a:pt x="344001" y="151745"/>
                    <a:pt x="344268" y="151745"/>
                  </a:cubicBezTo>
                  <a:cubicBezTo>
                    <a:pt x="344980" y="151745"/>
                    <a:pt x="345603" y="151745"/>
                    <a:pt x="346226" y="151923"/>
                  </a:cubicBezTo>
                  <a:cubicBezTo>
                    <a:pt x="348096" y="152278"/>
                    <a:pt x="349876" y="153256"/>
                    <a:pt x="351390" y="154766"/>
                  </a:cubicBezTo>
                  <a:lnTo>
                    <a:pt x="394921" y="198213"/>
                  </a:lnTo>
                  <a:lnTo>
                    <a:pt x="471925" y="121359"/>
                  </a:lnTo>
                  <a:lnTo>
                    <a:pt x="425367" y="121359"/>
                  </a:lnTo>
                  <a:cubicBezTo>
                    <a:pt x="419224" y="121359"/>
                    <a:pt x="415218" y="117361"/>
                    <a:pt x="415218" y="111231"/>
                  </a:cubicBezTo>
                  <a:cubicBezTo>
                    <a:pt x="415218" y="105189"/>
                    <a:pt x="419224" y="101191"/>
                    <a:pt x="425367" y="101191"/>
                  </a:cubicBezTo>
                  <a:close/>
                  <a:moveTo>
                    <a:pt x="101297" y="91029"/>
                  </a:moveTo>
                  <a:cubicBezTo>
                    <a:pt x="107337" y="91029"/>
                    <a:pt x="111423" y="95028"/>
                    <a:pt x="111423" y="101159"/>
                  </a:cubicBezTo>
                  <a:lnTo>
                    <a:pt x="111423" y="262887"/>
                  </a:lnTo>
                  <a:cubicBezTo>
                    <a:pt x="111423" y="268929"/>
                    <a:pt x="107337" y="273017"/>
                    <a:pt x="101297" y="273017"/>
                  </a:cubicBezTo>
                  <a:cubicBezTo>
                    <a:pt x="95257" y="273017"/>
                    <a:pt x="91171" y="268929"/>
                    <a:pt x="91171" y="262887"/>
                  </a:cubicBezTo>
                  <a:lnTo>
                    <a:pt x="91171" y="101159"/>
                  </a:lnTo>
                  <a:cubicBezTo>
                    <a:pt x="91171" y="95028"/>
                    <a:pt x="95257" y="91029"/>
                    <a:pt x="101297" y="91029"/>
                  </a:cubicBezTo>
                  <a:close/>
                  <a:moveTo>
                    <a:pt x="70848" y="20177"/>
                  </a:moveTo>
                  <a:cubicBezTo>
                    <a:pt x="64796" y="20177"/>
                    <a:pt x="60791" y="24265"/>
                    <a:pt x="60791" y="30309"/>
                  </a:cubicBezTo>
                  <a:lnTo>
                    <a:pt x="60791" y="343802"/>
                  </a:lnTo>
                  <a:lnTo>
                    <a:pt x="222780" y="343802"/>
                  </a:lnTo>
                  <a:cubicBezTo>
                    <a:pt x="228833" y="343802"/>
                    <a:pt x="232927" y="347890"/>
                    <a:pt x="232927" y="353935"/>
                  </a:cubicBezTo>
                  <a:lnTo>
                    <a:pt x="232927" y="364067"/>
                  </a:lnTo>
                  <a:lnTo>
                    <a:pt x="374712" y="364067"/>
                  </a:lnTo>
                  <a:lnTo>
                    <a:pt x="374712" y="353935"/>
                  </a:lnTo>
                  <a:cubicBezTo>
                    <a:pt x="374712" y="347890"/>
                    <a:pt x="378717" y="343802"/>
                    <a:pt x="384859" y="343802"/>
                  </a:cubicBezTo>
                  <a:lnTo>
                    <a:pt x="546848" y="343802"/>
                  </a:lnTo>
                  <a:lnTo>
                    <a:pt x="546848" y="30309"/>
                  </a:lnTo>
                  <a:cubicBezTo>
                    <a:pt x="546848" y="24265"/>
                    <a:pt x="542754" y="20177"/>
                    <a:pt x="536702" y="20177"/>
                  </a:cubicBezTo>
                  <a:close/>
                  <a:moveTo>
                    <a:pt x="70848" y="0"/>
                  </a:moveTo>
                  <a:lnTo>
                    <a:pt x="536702" y="0"/>
                  </a:lnTo>
                  <a:cubicBezTo>
                    <a:pt x="553969" y="0"/>
                    <a:pt x="567142" y="13155"/>
                    <a:pt x="567142" y="30309"/>
                  </a:cubicBezTo>
                  <a:lnTo>
                    <a:pt x="567142" y="343802"/>
                  </a:lnTo>
                  <a:lnTo>
                    <a:pt x="597492" y="343802"/>
                  </a:lnTo>
                  <a:cubicBezTo>
                    <a:pt x="603545" y="343802"/>
                    <a:pt x="607639" y="347890"/>
                    <a:pt x="607639" y="353935"/>
                  </a:cubicBezTo>
                  <a:lnTo>
                    <a:pt x="607639" y="384244"/>
                  </a:lnTo>
                  <a:cubicBezTo>
                    <a:pt x="607639" y="401487"/>
                    <a:pt x="594466" y="414642"/>
                    <a:pt x="577199" y="414642"/>
                  </a:cubicBezTo>
                  <a:lnTo>
                    <a:pt x="30351" y="414642"/>
                  </a:lnTo>
                  <a:cubicBezTo>
                    <a:pt x="13173" y="414642"/>
                    <a:pt x="0" y="401487"/>
                    <a:pt x="0" y="384244"/>
                  </a:cubicBezTo>
                  <a:lnTo>
                    <a:pt x="0" y="353935"/>
                  </a:lnTo>
                  <a:cubicBezTo>
                    <a:pt x="0" y="347890"/>
                    <a:pt x="4094" y="343802"/>
                    <a:pt x="10147" y="343802"/>
                  </a:cubicBezTo>
                  <a:lnTo>
                    <a:pt x="40497" y="343802"/>
                  </a:lnTo>
                  <a:lnTo>
                    <a:pt x="40497" y="30309"/>
                  </a:lnTo>
                  <a:cubicBezTo>
                    <a:pt x="40497" y="13155"/>
                    <a:pt x="53670" y="0"/>
                    <a:pt x="708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4096272" y="3965253"/>
              <a:ext cx="0" cy="193500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7941000" y="3965253"/>
              <a:ext cx="0" cy="193500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íṥ1îďê"/>
            <p:cNvSpPr txBox="1"/>
            <p:nvPr/>
          </p:nvSpPr>
          <p:spPr>
            <a:xfrm>
              <a:off x="668758" y="1518730"/>
              <a:ext cx="5996919" cy="1278659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100" dirty="0"/>
                <a:t>Unified fonts make reading more fluent.</a:t>
              </a:r>
              <a:endParaRPr lang="en-US" altLang="zh-CN" sz="1100" dirty="0"/>
            </a:p>
            <a:p>
              <a:pPr>
                <a:lnSpc>
                  <a:spcPct val="130000"/>
                </a:lnSpc>
              </a:pPr>
              <a:r>
                <a:rPr lang="en-US" altLang="zh-CN" b="1" dirty="0"/>
                <a:t>Theme color makes PPT more convenient to change.</a:t>
              </a:r>
              <a:endParaRPr lang="en-US" altLang="zh-CN" b="1" dirty="0"/>
            </a:p>
            <a:p>
              <a:pPr>
                <a:lnSpc>
                  <a:spcPct val="130000"/>
                </a:lnSpc>
              </a:pPr>
              <a:r>
                <a:rPr lang="en-US" altLang="zh-CN" sz="1100" dirty="0"/>
                <a:t>Adjust the spacing to adapt to Chinese typesetting, use the reference line in PPT.</a:t>
              </a:r>
              <a:endParaRPr lang="en-US" altLang="zh-CN" sz="1400" b="1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1fb93039-9820-49f2-a2d8-03677a8acbc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-1" y="0"/>
            <a:ext cx="11517714" cy="6858000"/>
            <a:chOff x="-1" y="0"/>
            <a:chExt cx="11517714" cy="6858000"/>
          </a:xfrm>
        </p:grpSpPr>
        <p:sp>
          <p:nvSpPr>
            <p:cNvPr id="6" name="iṩļídè"/>
            <p:cNvSpPr/>
            <p:nvPr/>
          </p:nvSpPr>
          <p:spPr>
            <a:xfrm>
              <a:off x="-1" y="0"/>
              <a:ext cx="6771001" cy="6858000"/>
            </a:xfrm>
            <a:prstGeom prst="roundRect">
              <a:avLst>
                <a:gd name="adj" fmla="val 0"/>
              </a:avLst>
            </a:prstGeom>
            <a:blipFill rotWithShape="1">
              <a:blip r:embed="rId2"/>
              <a:stretch>
                <a:fillRect l="-40106" r="-39956"/>
              </a:stretch>
            </a:blip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</a:p>
          </p:txBody>
        </p:sp>
        <p:sp>
          <p:nvSpPr>
            <p:cNvPr id="7" name="iṩlíḍé"/>
            <p:cNvSpPr/>
            <p:nvPr/>
          </p:nvSpPr>
          <p:spPr>
            <a:xfrm>
              <a:off x="669924" y="0"/>
              <a:ext cx="4571075" cy="6858000"/>
            </a:xfrm>
            <a:prstGeom prst="roundRect">
              <a:avLst>
                <a:gd name="adj" fmla="val 0"/>
              </a:avLst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endParaRPr sz="2000" b="1"/>
            </a:p>
          </p:txBody>
        </p:sp>
        <p:sp>
          <p:nvSpPr>
            <p:cNvPr id="8" name="í$ḻîdè"/>
            <p:cNvSpPr/>
            <p:nvPr/>
          </p:nvSpPr>
          <p:spPr>
            <a:xfrm>
              <a:off x="6927713" y="4088283"/>
              <a:ext cx="4590000" cy="187322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/>
            <a:p>
              <a:pPr marL="171450" indent="-171450">
                <a:lnSpc>
                  <a:spcPct val="16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Unified fonts make reading more </a:t>
              </a:r>
              <a:r>
                <a:rPr lang="en-US" altLang="zh-CN" sz="1100" dirty="0" err="1"/>
                <a:t>fluent.Theme</a:t>
              </a:r>
              <a:r>
                <a:rPr lang="en-US" altLang="zh-CN" sz="1100" dirty="0"/>
                <a:t> color makes PPT more convenient to </a:t>
              </a:r>
              <a:r>
                <a:rPr lang="en-US" altLang="zh-CN" sz="1100" dirty="0" err="1"/>
                <a:t>change.Adjust</a:t>
              </a:r>
              <a:r>
                <a:rPr lang="en-US" altLang="zh-CN" sz="1100" dirty="0"/>
                <a:t> the spacing to adapt to Chinese typesetting, use the reference line in PPT.</a:t>
              </a:r>
              <a:endParaRPr lang="en-US" altLang="zh-CN" sz="1100" dirty="0"/>
            </a:p>
            <a:p>
              <a:pPr marL="628650" lvl="1" indent="-171450">
                <a:lnSpc>
                  <a:spcPct val="160000"/>
                </a:lnSpc>
                <a:buFont typeface="Arial" panose="020B0604020202020204" pitchFamily="34" charset="0"/>
                <a:buChar char="−"/>
              </a:pPr>
              <a:r>
                <a:rPr lang="en-US" altLang="zh-CN" sz="1100" dirty="0"/>
                <a:t>Supporting text here.</a:t>
              </a:r>
              <a:endParaRPr lang="en-US" altLang="zh-CN" sz="1100" dirty="0"/>
            </a:p>
            <a:p>
              <a:pPr marL="628650" lvl="1" indent="-171450">
                <a:lnSpc>
                  <a:spcPct val="160000"/>
                </a:lnSpc>
                <a:buFont typeface="Arial" panose="020B0604020202020204" pitchFamily="34" charset="0"/>
                <a:buChar char="−"/>
              </a:pPr>
              <a:r>
                <a:rPr lang="en-US" altLang="zh-CN" sz="1100" dirty="0"/>
                <a:t>You can use the icon library in iSlide  (www.islide.cc) to filter and replace existing icon elements with one click.</a:t>
              </a:r>
              <a:endParaRPr lang="en-US" altLang="zh-CN" sz="1100" dirty="0"/>
            </a:p>
          </p:txBody>
        </p:sp>
        <p:sp>
          <p:nvSpPr>
            <p:cNvPr id="9" name="îşľiḍé"/>
            <p:cNvSpPr txBox="1"/>
            <p:nvPr/>
          </p:nvSpPr>
          <p:spPr bwMode="auto">
            <a:xfrm>
              <a:off x="6927713" y="2918283"/>
              <a:ext cx="4590000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0" name="íṩľïḋe"/>
            <p:cNvSpPr txBox="1"/>
            <p:nvPr/>
          </p:nvSpPr>
          <p:spPr bwMode="auto">
            <a:xfrm>
              <a:off x="6927713" y="3360087"/>
              <a:ext cx="4590000" cy="59319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Supporting text here.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When you copy &amp; paste, choose "keep text only" option.</a:t>
              </a:r>
              <a:endParaRPr lang="en-US" altLang="zh-CN" sz="1100" dirty="0"/>
            </a:p>
          </p:txBody>
        </p:sp>
        <p:sp>
          <p:nvSpPr>
            <p:cNvPr id="11" name="í$lide"/>
            <p:cNvSpPr txBox="1"/>
            <p:nvPr/>
          </p:nvSpPr>
          <p:spPr>
            <a:xfrm>
              <a:off x="782424" y="1135063"/>
              <a:ext cx="4346075" cy="1783220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1200" dirty="0">
                  <a:solidFill>
                    <a:schemeClr val="bg1"/>
                  </a:solidFill>
                </a:rPr>
                <a:t>Unified fonts make reading more fluent.</a:t>
              </a:r>
              <a:endParaRPr lang="en-US" altLang="zh-CN" sz="1200" dirty="0">
                <a:solidFill>
                  <a:schemeClr val="bg1"/>
                </a:solidFill>
              </a:endParaRPr>
            </a:p>
            <a:p>
              <a:pPr algn="just"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</a:rPr>
                <a:t>Theme color makes PPT more convenient to change.</a:t>
              </a:r>
              <a:endParaRPr lang="en-US" altLang="zh-CN" sz="1600" b="1" dirty="0">
                <a:solidFill>
                  <a:schemeClr val="bg1"/>
                </a:solidFill>
              </a:endParaRPr>
            </a:p>
            <a:p>
              <a:pPr algn="just">
                <a:lnSpc>
                  <a:spcPct val="150000"/>
                </a:lnSpc>
              </a:pPr>
              <a:r>
                <a:rPr lang="en-US" altLang="zh-CN" sz="1200" dirty="0">
                  <a:solidFill>
                    <a:schemeClr val="bg1"/>
                  </a:solidFill>
                </a:rPr>
                <a:t>Adjust the spacing to adapt to Chinese typesetting, use the reference line in PPT.</a:t>
              </a:r>
              <a:endParaRPr lang="en-US" sz="1400" b="1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fd8de0ab-3dad-4098-896f-7ce913f98de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16945" y="1584000"/>
            <a:ext cx="10754446" cy="4559625"/>
            <a:chOff x="716945" y="1584000"/>
            <a:chExt cx="10754446" cy="4559625"/>
          </a:xfrm>
        </p:grpSpPr>
        <p:sp>
          <p:nvSpPr>
            <p:cNvPr id="6" name="íşļíḋè"/>
            <p:cNvSpPr/>
            <p:nvPr/>
          </p:nvSpPr>
          <p:spPr bwMode="auto">
            <a:xfrm>
              <a:off x="9616547" y="2230528"/>
              <a:ext cx="1287873" cy="135711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7" name="íş1íḋé"/>
            <p:cNvSpPr/>
            <p:nvPr/>
          </p:nvSpPr>
          <p:spPr bwMode="auto">
            <a:xfrm>
              <a:off x="1457018" y="2264413"/>
              <a:ext cx="941671" cy="9918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8" name="ïṥļíďe"/>
            <p:cNvSpPr/>
            <p:nvPr/>
          </p:nvSpPr>
          <p:spPr bwMode="auto">
            <a:xfrm>
              <a:off x="1388722" y="2317775"/>
              <a:ext cx="93650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norm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Impact" panose="020B0806030902050204" pitchFamily="34" charset="0"/>
                </a:rPr>
                <a:t>01</a:t>
              </a:r>
              <a:endParaRPr lang="en-US" sz="24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9" name="îs1iďé"/>
            <p:cNvSpPr/>
            <p:nvPr/>
          </p:nvSpPr>
          <p:spPr>
            <a:xfrm>
              <a:off x="1453329" y="2955413"/>
              <a:ext cx="941670" cy="498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grpSp>
          <p:nvGrpSpPr>
            <p:cNvPr id="10" name="îṥḷïḍe"/>
            <p:cNvGrpSpPr/>
            <p:nvPr/>
          </p:nvGrpSpPr>
          <p:grpSpPr>
            <a:xfrm>
              <a:off x="6770880" y="1584000"/>
              <a:ext cx="1561579" cy="1583875"/>
              <a:chOff x="6824437" y="1584000"/>
              <a:chExt cx="1561579" cy="1583875"/>
            </a:xfrm>
          </p:grpSpPr>
          <p:sp>
            <p:nvSpPr>
              <p:cNvPr id="38" name="iś1ide"/>
              <p:cNvSpPr/>
              <p:nvPr/>
            </p:nvSpPr>
            <p:spPr bwMode="auto">
              <a:xfrm>
                <a:off x="6883495" y="1584000"/>
                <a:ext cx="1502520" cy="158387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9" name="íś1ïḋe"/>
              <p:cNvSpPr/>
              <p:nvPr/>
            </p:nvSpPr>
            <p:spPr bwMode="auto">
              <a:xfrm>
                <a:off x="6880914" y="1926250"/>
                <a:ext cx="150510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normAutofit/>
              </a:bodyPr>
              <a:lstStyle/>
              <a:p>
                <a:pPr algn="ctr"/>
                <a:r>
                  <a:rPr lang="en-US" sz="2400" spc="-113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03</a:t>
                </a:r>
                <a:endParaRPr lang="en-US" sz="2400" spc="-113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40" name="ï$ļïḑè"/>
              <p:cNvSpPr/>
              <p:nvPr/>
            </p:nvSpPr>
            <p:spPr>
              <a:xfrm>
                <a:off x="6824437" y="2855427"/>
                <a:ext cx="1561578" cy="498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11" name="íSlïḓê"/>
            <p:cNvSpPr/>
            <p:nvPr/>
          </p:nvSpPr>
          <p:spPr bwMode="auto">
            <a:xfrm>
              <a:off x="9629597" y="2479928"/>
              <a:ext cx="12617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norm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Impact" panose="020B0806030902050204" pitchFamily="34" charset="0"/>
                </a:rPr>
                <a:t>04</a:t>
              </a:r>
              <a:endParaRPr lang="en-US" sz="24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2" name="îSliḍe"/>
            <p:cNvSpPr/>
            <p:nvPr/>
          </p:nvSpPr>
          <p:spPr bwMode="auto">
            <a:xfrm>
              <a:off x="7391833" y="3300073"/>
              <a:ext cx="319672" cy="461080"/>
            </a:xfrm>
            <a:custGeom>
              <a:avLst/>
              <a:gdLst>
                <a:gd name="T0" fmla="*/ 958 w 4522"/>
                <a:gd name="T1" fmla="*/ 5339 h 6532"/>
                <a:gd name="T2" fmla="*/ 1274 w 4522"/>
                <a:gd name="T3" fmla="*/ 5052 h 6532"/>
                <a:gd name="T4" fmla="*/ 1646 w 4522"/>
                <a:gd name="T5" fmla="*/ 5261 h 6532"/>
                <a:gd name="T6" fmla="*/ 1560 w 4522"/>
                <a:gd name="T7" fmla="*/ 5677 h 6532"/>
                <a:gd name="T8" fmla="*/ 1136 w 4522"/>
                <a:gd name="T9" fmla="*/ 5725 h 6532"/>
                <a:gd name="T10" fmla="*/ 2381 w 4522"/>
                <a:gd name="T11" fmla="*/ 5245 h 6532"/>
                <a:gd name="T12" fmla="*/ 2140 w 4522"/>
                <a:gd name="T13" fmla="*/ 5245 h 6532"/>
                <a:gd name="T14" fmla="*/ 2065 w 4522"/>
                <a:gd name="T15" fmla="*/ 5473 h 6532"/>
                <a:gd name="T16" fmla="*/ 2260 w 4522"/>
                <a:gd name="T17" fmla="*/ 5615 h 6532"/>
                <a:gd name="T18" fmla="*/ 2454 w 4522"/>
                <a:gd name="T19" fmla="*/ 5473 h 6532"/>
                <a:gd name="T20" fmla="*/ 3538 w 4522"/>
                <a:gd name="T21" fmla="*/ 5260 h 6532"/>
                <a:gd name="T22" fmla="*/ 3166 w 4522"/>
                <a:gd name="T23" fmla="*/ 5051 h 6532"/>
                <a:gd name="T24" fmla="*/ 2850 w 4522"/>
                <a:gd name="T25" fmla="*/ 5337 h 6532"/>
                <a:gd name="T26" fmla="*/ 3028 w 4522"/>
                <a:gd name="T27" fmla="*/ 5725 h 6532"/>
                <a:gd name="T28" fmla="*/ 3452 w 4522"/>
                <a:gd name="T29" fmla="*/ 5677 h 6532"/>
                <a:gd name="T30" fmla="*/ 3538 w 4522"/>
                <a:gd name="T31" fmla="*/ 5260 h 6532"/>
                <a:gd name="T32" fmla="*/ 1456 w 4522"/>
                <a:gd name="T33" fmla="*/ 6045 h 6532"/>
                <a:gd name="T34" fmla="*/ 1541 w 4522"/>
                <a:gd name="T35" fmla="*/ 6463 h 6532"/>
                <a:gd name="T36" fmla="*/ 1965 w 4522"/>
                <a:gd name="T37" fmla="*/ 6511 h 6532"/>
                <a:gd name="T38" fmla="*/ 2142 w 4522"/>
                <a:gd name="T39" fmla="*/ 6123 h 6532"/>
                <a:gd name="T40" fmla="*/ 1826 w 4522"/>
                <a:gd name="T41" fmla="*/ 5836 h 6532"/>
                <a:gd name="T42" fmla="*/ 2614 w 4522"/>
                <a:gd name="T43" fmla="*/ 6031 h 6532"/>
                <a:gd name="T44" fmla="*/ 2540 w 4522"/>
                <a:gd name="T45" fmla="*/ 6259 h 6532"/>
                <a:gd name="T46" fmla="*/ 2734 w 4522"/>
                <a:gd name="T47" fmla="*/ 6400 h 6532"/>
                <a:gd name="T48" fmla="*/ 2929 w 4522"/>
                <a:gd name="T49" fmla="*/ 6259 h 6532"/>
                <a:gd name="T50" fmla="*/ 2854 w 4522"/>
                <a:gd name="T51" fmla="*/ 6031 h 6532"/>
                <a:gd name="T52" fmla="*/ 4368 w 4522"/>
                <a:gd name="T53" fmla="*/ 3957 h 6532"/>
                <a:gd name="T54" fmla="*/ 3573 w 4522"/>
                <a:gd name="T55" fmla="*/ 4572 h 6532"/>
                <a:gd name="T56" fmla="*/ 4153 w 4522"/>
                <a:gd name="T57" fmla="*/ 4253 h 6532"/>
                <a:gd name="T58" fmla="*/ 154 w 4522"/>
                <a:gd name="T59" fmla="*/ 4515 h 6532"/>
                <a:gd name="T60" fmla="*/ 949 w 4522"/>
                <a:gd name="T61" fmla="*/ 3900 h 6532"/>
                <a:gd name="T62" fmla="*/ 369 w 4522"/>
                <a:gd name="T63" fmla="*/ 4219 h 6532"/>
                <a:gd name="T64" fmla="*/ 0 w 4522"/>
                <a:gd name="T65" fmla="*/ 1135 h 6532"/>
                <a:gd name="T66" fmla="*/ 918 w 4522"/>
                <a:gd name="T67" fmla="*/ 0 h 6532"/>
                <a:gd name="T68" fmla="*/ 4522 w 4522"/>
                <a:gd name="T69" fmla="*/ 429 h 6532"/>
                <a:gd name="T70" fmla="*/ 3485 w 4522"/>
                <a:gd name="T71" fmla="*/ 2053 h 6532"/>
                <a:gd name="T72" fmla="*/ 2874 w 4522"/>
                <a:gd name="T73" fmla="*/ 3389 h 6532"/>
                <a:gd name="T74" fmla="*/ 3340 w 4522"/>
                <a:gd name="T75" fmla="*/ 3815 h 6532"/>
                <a:gd name="T76" fmla="*/ 1184 w 4522"/>
                <a:gd name="T77" fmla="*/ 3815 h 6532"/>
                <a:gd name="T78" fmla="*/ 1649 w 4522"/>
                <a:gd name="T79" fmla="*/ 3389 h 6532"/>
                <a:gd name="T80" fmla="*/ 1038 w 4522"/>
                <a:gd name="T81" fmla="*/ 2053 h 6532"/>
                <a:gd name="T82" fmla="*/ 3601 w 4522"/>
                <a:gd name="T83" fmla="*/ 1589 h 6532"/>
                <a:gd name="T84" fmla="*/ 4057 w 4522"/>
                <a:gd name="T85" fmla="*/ 896 h 6532"/>
                <a:gd name="T86" fmla="*/ 3601 w 4522"/>
                <a:gd name="T87" fmla="*/ 1589 h 6532"/>
                <a:gd name="T88" fmla="*/ 2634 w 4522"/>
                <a:gd name="T89" fmla="*/ 4320 h 6532"/>
                <a:gd name="T90" fmla="*/ 1642 w 4522"/>
                <a:gd name="T91" fmla="*/ 1317 h 6532"/>
                <a:gd name="T92" fmla="*/ 2338 w 4522"/>
                <a:gd name="T93" fmla="*/ 1545 h 6532"/>
                <a:gd name="T94" fmla="*/ 2104 w 4522"/>
                <a:gd name="T95" fmla="*/ 1309 h 6532"/>
                <a:gd name="T96" fmla="*/ 465 w 4522"/>
                <a:gd name="T97" fmla="*/ 1135 h 6532"/>
                <a:gd name="T98" fmla="*/ 918 w 4522"/>
                <a:gd name="T99" fmla="*/ 1500 h 6532"/>
                <a:gd name="T100" fmla="*/ 465 w 4522"/>
                <a:gd name="T101" fmla="*/ 1135 h 6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522" h="6532">
                  <a:moveTo>
                    <a:pt x="1069" y="5679"/>
                  </a:moveTo>
                  <a:lnTo>
                    <a:pt x="1120" y="5475"/>
                  </a:lnTo>
                  <a:lnTo>
                    <a:pt x="958" y="5339"/>
                  </a:lnTo>
                  <a:cubicBezTo>
                    <a:pt x="928" y="5313"/>
                    <a:pt x="944" y="5264"/>
                    <a:pt x="984" y="5261"/>
                  </a:cubicBezTo>
                  <a:lnTo>
                    <a:pt x="1194" y="5247"/>
                  </a:lnTo>
                  <a:lnTo>
                    <a:pt x="1274" y="5052"/>
                  </a:lnTo>
                  <a:cubicBezTo>
                    <a:pt x="1289" y="5015"/>
                    <a:pt x="1341" y="5015"/>
                    <a:pt x="1356" y="5052"/>
                  </a:cubicBezTo>
                  <a:lnTo>
                    <a:pt x="1436" y="5247"/>
                  </a:lnTo>
                  <a:lnTo>
                    <a:pt x="1646" y="5261"/>
                  </a:lnTo>
                  <a:cubicBezTo>
                    <a:pt x="1686" y="5264"/>
                    <a:pt x="1702" y="5313"/>
                    <a:pt x="1672" y="5339"/>
                  </a:cubicBezTo>
                  <a:lnTo>
                    <a:pt x="1509" y="5473"/>
                  </a:lnTo>
                  <a:lnTo>
                    <a:pt x="1560" y="5677"/>
                  </a:lnTo>
                  <a:cubicBezTo>
                    <a:pt x="1569" y="5716"/>
                    <a:pt x="1528" y="5747"/>
                    <a:pt x="1493" y="5725"/>
                  </a:cubicBezTo>
                  <a:lnTo>
                    <a:pt x="1314" y="5615"/>
                  </a:lnTo>
                  <a:lnTo>
                    <a:pt x="1136" y="5725"/>
                  </a:lnTo>
                  <a:cubicBezTo>
                    <a:pt x="1101" y="5748"/>
                    <a:pt x="1058" y="5717"/>
                    <a:pt x="1069" y="5679"/>
                  </a:cubicBezTo>
                  <a:close/>
                  <a:moveTo>
                    <a:pt x="2592" y="5260"/>
                  </a:moveTo>
                  <a:lnTo>
                    <a:pt x="2381" y="5245"/>
                  </a:lnTo>
                  <a:lnTo>
                    <a:pt x="2301" y="5051"/>
                  </a:lnTo>
                  <a:cubicBezTo>
                    <a:pt x="2286" y="5013"/>
                    <a:pt x="2234" y="5013"/>
                    <a:pt x="2220" y="5051"/>
                  </a:cubicBezTo>
                  <a:lnTo>
                    <a:pt x="2140" y="5245"/>
                  </a:lnTo>
                  <a:lnTo>
                    <a:pt x="1929" y="5260"/>
                  </a:lnTo>
                  <a:cubicBezTo>
                    <a:pt x="1889" y="5263"/>
                    <a:pt x="1873" y="5312"/>
                    <a:pt x="1904" y="5337"/>
                  </a:cubicBezTo>
                  <a:lnTo>
                    <a:pt x="2065" y="5473"/>
                  </a:lnTo>
                  <a:lnTo>
                    <a:pt x="2014" y="5677"/>
                  </a:lnTo>
                  <a:cubicBezTo>
                    <a:pt x="2005" y="5716"/>
                    <a:pt x="2046" y="5747"/>
                    <a:pt x="2081" y="5725"/>
                  </a:cubicBezTo>
                  <a:lnTo>
                    <a:pt x="2260" y="5615"/>
                  </a:lnTo>
                  <a:lnTo>
                    <a:pt x="2438" y="5725"/>
                  </a:lnTo>
                  <a:cubicBezTo>
                    <a:pt x="2472" y="5747"/>
                    <a:pt x="2514" y="5716"/>
                    <a:pt x="2505" y="5677"/>
                  </a:cubicBezTo>
                  <a:lnTo>
                    <a:pt x="2454" y="5473"/>
                  </a:lnTo>
                  <a:lnTo>
                    <a:pt x="2616" y="5337"/>
                  </a:lnTo>
                  <a:cubicBezTo>
                    <a:pt x="2648" y="5312"/>
                    <a:pt x="2632" y="5263"/>
                    <a:pt x="2592" y="5260"/>
                  </a:cubicBezTo>
                  <a:close/>
                  <a:moveTo>
                    <a:pt x="3538" y="5260"/>
                  </a:moveTo>
                  <a:lnTo>
                    <a:pt x="3328" y="5245"/>
                  </a:lnTo>
                  <a:lnTo>
                    <a:pt x="3248" y="5051"/>
                  </a:lnTo>
                  <a:cubicBezTo>
                    <a:pt x="3233" y="5013"/>
                    <a:pt x="3181" y="5013"/>
                    <a:pt x="3166" y="5051"/>
                  </a:cubicBezTo>
                  <a:lnTo>
                    <a:pt x="3086" y="5245"/>
                  </a:lnTo>
                  <a:lnTo>
                    <a:pt x="2876" y="5260"/>
                  </a:lnTo>
                  <a:cubicBezTo>
                    <a:pt x="2836" y="5263"/>
                    <a:pt x="2820" y="5312"/>
                    <a:pt x="2850" y="5337"/>
                  </a:cubicBezTo>
                  <a:lnTo>
                    <a:pt x="3012" y="5473"/>
                  </a:lnTo>
                  <a:lnTo>
                    <a:pt x="2961" y="5677"/>
                  </a:lnTo>
                  <a:cubicBezTo>
                    <a:pt x="2952" y="5716"/>
                    <a:pt x="2993" y="5747"/>
                    <a:pt x="3028" y="5725"/>
                  </a:cubicBezTo>
                  <a:lnTo>
                    <a:pt x="3206" y="5615"/>
                  </a:lnTo>
                  <a:lnTo>
                    <a:pt x="3385" y="5725"/>
                  </a:lnTo>
                  <a:cubicBezTo>
                    <a:pt x="3418" y="5747"/>
                    <a:pt x="3461" y="5716"/>
                    <a:pt x="3452" y="5677"/>
                  </a:cubicBezTo>
                  <a:lnTo>
                    <a:pt x="3401" y="5473"/>
                  </a:lnTo>
                  <a:lnTo>
                    <a:pt x="3562" y="5337"/>
                  </a:lnTo>
                  <a:cubicBezTo>
                    <a:pt x="3594" y="5312"/>
                    <a:pt x="3578" y="5263"/>
                    <a:pt x="3538" y="5260"/>
                  </a:cubicBezTo>
                  <a:close/>
                  <a:moveTo>
                    <a:pt x="1746" y="5836"/>
                  </a:moveTo>
                  <a:lnTo>
                    <a:pt x="1666" y="6031"/>
                  </a:lnTo>
                  <a:lnTo>
                    <a:pt x="1456" y="6045"/>
                  </a:lnTo>
                  <a:cubicBezTo>
                    <a:pt x="1416" y="6048"/>
                    <a:pt x="1400" y="6097"/>
                    <a:pt x="1430" y="6123"/>
                  </a:cubicBezTo>
                  <a:lnTo>
                    <a:pt x="1592" y="6259"/>
                  </a:lnTo>
                  <a:lnTo>
                    <a:pt x="1541" y="6463"/>
                  </a:lnTo>
                  <a:cubicBezTo>
                    <a:pt x="1532" y="6501"/>
                    <a:pt x="1573" y="6532"/>
                    <a:pt x="1608" y="6511"/>
                  </a:cubicBezTo>
                  <a:lnTo>
                    <a:pt x="1786" y="6400"/>
                  </a:lnTo>
                  <a:lnTo>
                    <a:pt x="1965" y="6511"/>
                  </a:lnTo>
                  <a:cubicBezTo>
                    <a:pt x="1998" y="6532"/>
                    <a:pt x="2041" y="6501"/>
                    <a:pt x="2032" y="6463"/>
                  </a:cubicBezTo>
                  <a:lnTo>
                    <a:pt x="1981" y="6259"/>
                  </a:lnTo>
                  <a:lnTo>
                    <a:pt x="2142" y="6123"/>
                  </a:lnTo>
                  <a:cubicBezTo>
                    <a:pt x="2173" y="6097"/>
                    <a:pt x="2157" y="6048"/>
                    <a:pt x="2117" y="6045"/>
                  </a:cubicBezTo>
                  <a:lnTo>
                    <a:pt x="1906" y="6031"/>
                  </a:lnTo>
                  <a:lnTo>
                    <a:pt x="1826" y="5836"/>
                  </a:lnTo>
                  <a:cubicBezTo>
                    <a:pt x="1813" y="5799"/>
                    <a:pt x="1761" y="5799"/>
                    <a:pt x="1746" y="5836"/>
                  </a:cubicBezTo>
                  <a:close/>
                  <a:moveTo>
                    <a:pt x="2694" y="5836"/>
                  </a:moveTo>
                  <a:lnTo>
                    <a:pt x="2614" y="6031"/>
                  </a:lnTo>
                  <a:lnTo>
                    <a:pt x="2404" y="6045"/>
                  </a:lnTo>
                  <a:cubicBezTo>
                    <a:pt x="2364" y="6048"/>
                    <a:pt x="2348" y="6097"/>
                    <a:pt x="2378" y="6123"/>
                  </a:cubicBezTo>
                  <a:lnTo>
                    <a:pt x="2540" y="6259"/>
                  </a:lnTo>
                  <a:lnTo>
                    <a:pt x="2489" y="6463"/>
                  </a:lnTo>
                  <a:cubicBezTo>
                    <a:pt x="2480" y="6501"/>
                    <a:pt x="2521" y="6532"/>
                    <a:pt x="2556" y="6511"/>
                  </a:cubicBezTo>
                  <a:lnTo>
                    <a:pt x="2734" y="6400"/>
                  </a:lnTo>
                  <a:lnTo>
                    <a:pt x="2913" y="6511"/>
                  </a:lnTo>
                  <a:cubicBezTo>
                    <a:pt x="2946" y="6532"/>
                    <a:pt x="2989" y="6501"/>
                    <a:pt x="2980" y="6463"/>
                  </a:cubicBezTo>
                  <a:lnTo>
                    <a:pt x="2929" y="6259"/>
                  </a:lnTo>
                  <a:lnTo>
                    <a:pt x="3090" y="6123"/>
                  </a:lnTo>
                  <a:cubicBezTo>
                    <a:pt x="3121" y="6097"/>
                    <a:pt x="3105" y="6048"/>
                    <a:pt x="3065" y="6045"/>
                  </a:cubicBezTo>
                  <a:lnTo>
                    <a:pt x="2854" y="6031"/>
                  </a:lnTo>
                  <a:lnTo>
                    <a:pt x="2774" y="5836"/>
                  </a:lnTo>
                  <a:cubicBezTo>
                    <a:pt x="2761" y="5799"/>
                    <a:pt x="2709" y="5799"/>
                    <a:pt x="2694" y="5836"/>
                  </a:cubicBezTo>
                  <a:close/>
                  <a:moveTo>
                    <a:pt x="4368" y="3957"/>
                  </a:moveTo>
                  <a:cubicBezTo>
                    <a:pt x="4386" y="3935"/>
                    <a:pt x="4370" y="3900"/>
                    <a:pt x="4341" y="3900"/>
                  </a:cubicBezTo>
                  <a:lnTo>
                    <a:pt x="3573" y="3900"/>
                  </a:lnTo>
                  <a:lnTo>
                    <a:pt x="3573" y="4572"/>
                  </a:lnTo>
                  <a:lnTo>
                    <a:pt x="4341" y="4572"/>
                  </a:lnTo>
                  <a:cubicBezTo>
                    <a:pt x="4370" y="4572"/>
                    <a:pt x="4386" y="4537"/>
                    <a:pt x="4368" y="4515"/>
                  </a:cubicBezTo>
                  <a:lnTo>
                    <a:pt x="4153" y="4253"/>
                  </a:lnTo>
                  <a:cubicBezTo>
                    <a:pt x="4146" y="4245"/>
                    <a:pt x="4146" y="4233"/>
                    <a:pt x="4153" y="4224"/>
                  </a:cubicBezTo>
                  <a:lnTo>
                    <a:pt x="4368" y="3957"/>
                  </a:lnTo>
                  <a:close/>
                  <a:moveTo>
                    <a:pt x="154" y="4515"/>
                  </a:moveTo>
                  <a:cubicBezTo>
                    <a:pt x="136" y="4537"/>
                    <a:pt x="152" y="4572"/>
                    <a:pt x="181" y="4572"/>
                  </a:cubicBezTo>
                  <a:lnTo>
                    <a:pt x="949" y="4572"/>
                  </a:lnTo>
                  <a:lnTo>
                    <a:pt x="949" y="3900"/>
                  </a:lnTo>
                  <a:lnTo>
                    <a:pt x="181" y="3900"/>
                  </a:lnTo>
                  <a:cubicBezTo>
                    <a:pt x="152" y="3900"/>
                    <a:pt x="136" y="3935"/>
                    <a:pt x="154" y="3957"/>
                  </a:cubicBezTo>
                  <a:lnTo>
                    <a:pt x="369" y="4219"/>
                  </a:lnTo>
                  <a:cubicBezTo>
                    <a:pt x="376" y="4227"/>
                    <a:pt x="376" y="4239"/>
                    <a:pt x="369" y="4248"/>
                  </a:cubicBezTo>
                  <a:lnTo>
                    <a:pt x="154" y="4515"/>
                  </a:lnTo>
                  <a:close/>
                  <a:moveTo>
                    <a:pt x="0" y="1135"/>
                  </a:moveTo>
                  <a:lnTo>
                    <a:pt x="0" y="431"/>
                  </a:lnTo>
                  <a:lnTo>
                    <a:pt x="918" y="431"/>
                  </a:lnTo>
                  <a:lnTo>
                    <a:pt x="918" y="0"/>
                  </a:lnTo>
                  <a:lnTo>
                    <a:pt x="3604" y="0"/>
                  </a:lnTo>
                  <a:lnTo>
                    <a:pt x="3604" y="429"/>
                  </a:lnTo>
                  <a:lnTo>
                    <a:pt x="4522" y="429"/>
                  </a:lnTo>
                  <a:lnTo>
                    <a:pt x="4522" y="1135"/>
                  </a:lnTo>
                  <a:cubicBezTo>
                    <a:pt x="4522" y="1641"/>
                    <a:pt x="4110" y="2053"/>
                    <a:pt x="3604" y="2053"/>
                  </a:cubicBezTo>
                  <a:lnTo>
                    <a:pt x="3485" y="2053"/>
                  </a:lnTo>
                  <a:cubicBezTo>
                    <a:pt x="3312" y="2436"/>
                    <a:pt x="2965" y="2723"/>
                    <a:pt x="2545" y="2813"/>
                  </a:cubicBezTo>
                  <a:lnTo>
                    <a:pt x="2545" y="3389"/>
                  </a:lnTo>
                  <a:lnTo>
                    <a:pt x="2874" y="3389"/>
                  </a:lnTo>
                  <a:cubicBezTo>
                    <a:pt x="2976" y="3389"/>
                    <a:pt x="3058" y="3472"/>
                    <a:pt x="3058" y="3573"/>
                  </a:cubicBezTo>
                  <a:lnTo>
                    <a:pt x="3058" y="3815"/>
                  </a:lnTo>
                  <a:lnTo>
                    <a:pt x="3340" y="3815"/>
                  </a:lnTo>
                  <a:lnTo>
                    <a:pt x="3340" y="4677"/>
                  </a:lnTo>
                  <a:lnTo>
                    <a:pt x="1184" y="4677"/>
                  </a:lnTo>
                  <a:lnTo>
                    <a:pt x="1184" y="3815"/>
                  </a:lnTo>
                  <a:lnTo>
                    <a:pt x="1465" y="3815"/>
                  </a:lnTo>
                  <a:lnTo>
                    <a:pt x="1465" y="3573"/>
                  </a:lnTo>
                  <a:cubicBezTo>
                    <a:pt x="1465" y="3472"/>
                    <a:pt x="1548" y="3389"/>
                    <a:pt x="1649" y="3389"/>
                  </a:cubicBezTo>
                  <a:lnTo>
                    <a:pt x="1978" y="3389"/>
                  </a:lnTo>
                  <a:lnTo>
                    <a:pt x="1978" y="2813"/>
                  </a:lnTo>
                  <a:cubicBezTo>
                    <a:pt x="1558" y="2723"/>
                    <a:pt x="1212" y="2436"/>
                    <a:pt x="1038" y="2053"/>
                  </a:cubicBezTo>
                  <a:lnTo>
                    <a:pt x="920" y="2053"/>
                  </a:lnTo>
                  <a:cubicBezTo>
                    <a:pt x="412" y="2053"/>
                    <a:pt x="0" y="1641"/>
                    <a:pt x="0" y="1135"/>
                  </a:cubicBezTo>
                  <a:close/>
                  <a:moveTo>
                    <a:pt x="3601" y="1589"/>
                  </a:moveTo>
                  <a:lnTo>
                    <a:pt x="3604" y="1589"/>
                  </a:lnTo>
                  <a:cubicBezTo>
                    <a:pt x="3854" y="1589"/>
                    <a:pt x="4057" y="1385"/>
                    <a:pt x="4057" y="1136"/>
                  </a:cubicBezTo>
                  <a:lnTo>
                    <a:pt x="4057" y="896"/>
                  </a:lnTo>
                  <a:lnTo>
                    <a:pt x="3604" y="896"/>
                  </a:lnTo>
                  <a:lnTo>
                    <a:pt x="3604" y="1501"/>
                  </a:lnTo>
                  <a:cubicBezTo>
                    <a:pt x="3604" y="1531"/>
                    <a:pt x="3602" y="1560"/>
                    <a:pt x="3601" y="1589"/>
                  </a:cubicBezTo>
                  <a:close/>
                  <a:moveTo>
                    <a:pt x="1888" y="3859"/>
                  </a:moveTo>
                  <a:lnTo>
                    <a:pt x="1888" y="4320"/>
                  </a:lnTo>
                  <a:lnTo>
                    <a:pt x="2634" y="4320"/>
                  </a:lnTo>
                  <a:lnTo>
                    <a:pt x="2634" y="3859"/>
                  </a:lnTo>
                  <a:lnTo>
                    <a:pt x="1888" y="3859"/>
                  </a:lnTo>
                  <a:close/>
                  <a:moveTo>
                    <a:pt x="1642" y="1317"/>
                  </a:moveTo>
                  <a:lnTo>
                    <a:pt x="1868" y="1544"/>
                  </a:lnTo>
                  <a:lnTo>
                    <a:pt x="2102" y="1780"/>
                  </a:lnTo>
                  <a:lnTo>
                    <a:pt x="2338" y="1545"/>
                  </a:lnTo>
                  <a:lnTo>
                    <a:pt x="2878" y="1008"/>
                  </a:lnTo>
                  <a:lnTo>
                    <a:pt x="2644" y="772"/>
                  </a:lnTo>
                  <a:lnTo>
                    <a:pt x="2104" y="1309"/>
                  </a:lnTo>
                  <a:lnTo>
                    <a:pt x="1878" y="1083"/>
                  </a:lnTo>
                  <a:lnTo>
                    <a:pt x="1642" y="1317"/>
                  </a:lnTo>
                  <a:close/>
                  <a:moveTo>
                    <a:pt x="465" y="1135"/>
                  </a:moveTo>
                  <a:cubicBezTo>
                    <a:pt x="465" y="1385"/>
                    <a:pt x="669" y="1588"/>
                    <a:pt x="918" y="1588"/>
                  </a:cubicBezTo>
                  <a:lnTo>
                    <a:pt x="921" y="1588"/>
                  </a:lnTo>
                  <a:cubicBezTo>
                    <a:pt x="920" y="1559"/>
                    <a:pt x="918" y="1529"/>
                    <a:pt x="918" y="1500"/>
                  </a:cubicBezTo>
                  <a:lnTo>
                    <a:pt x="918" y="895"/>
                  </a:lnTo>
                  <a:lnTo>
                    <a:pt x="465" y="895"/>
                  </a:lnTo>
                  <a:lnTo>
                    <a:pt x="465" y="113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</a:p>
          </p:txBody>
        </p:sp>
        <p:sp>
          <p:nvSpPr>
            <p:cNvPr id="13" name="ïśḻïḋê"/>
            <p:cNvSpPr/>
            <p:nvPr/>
          </p:nvSpPr>
          <p:spPr bwMode="auto">
            <a:xfrm>
              <a:off x="716945" y="4309377"/>
              <a:ext cx="2421816" cy="1834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900" dirty="0"/>
                <a:t>Unified fonts make reading more fluent.</a:t>
              </a:r>
              <a:endParaRPr lang="en-US" altLang="zh-CN" sz="9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900" dirty="0"/>
                <a:t>Theme color makes PPT more convenient to change.</a:t>
              </a:r>
              <a:endParaRPr lang="en-US" altLang="zh-CN" sz="900" dirty="0"/>
            </a:p>
            <a:p>
              <a:pPr algn="ctr">
                <a:lnSpc>
                  <a:spcPct val="150000"/>
                </a:lnSpc>
              </a:pPr>
              <a:endParaRPr lang="en-US" altLang="zh-CN" sz="9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900" dirty="0"/>
                <a:t>Adjust the spacing to adapt to Chinese typesetting, use the reference line in PPT.</a:t>
              </a:r>
              <a:endParaRPr lang="en-US" altLang="zh-CN" sz="900" dirty="0"/>
            </a:p>
          </p:txBody>
        </p:sp>
        <p:sp>
          <p:nvSpPr>
            <p:cNvPr id="14" name="íśḻïďe"/>
            <p:cNvSpPr txBox="1"/>
            <p:nvPr/>
          </p:nvSpPr>
          <p:spPr bwMode="auto">
            <a:xfrm>
              <a:off x="716945" y="3889412"/>
              <a:ext cx="2421816" cy="41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 anchor="ctr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b="1" dirty="0"/>
                <a:t>Text here</a:t>
              </a:r>
              <a:endParaRPr lang="en-US" altLang="zh-CN" b="1" dirty="0"/>
            </a:p>
          </p:txBody>
        </p:sp>
        <p:sp>
          <p:nvSpPr>
            <p:cNvPr id="15" name="î$líḍé"/>
            <p:cNvSpPr/>
            <p:nvPr/>
          </p:nvSpPr>
          <p:spPr bwMode="auto">
            <a:xfrm>
              <a:off x="3446685" y="4813683"/>
              <a:ext cx="2421816" cy="13129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900" dirty="0"/>
                <a:t>Unified fonts make reading more fluent.</a:t>
              </a:r>
              <a:endParaRPr lang="en-US" altLang="zh-CN" sz="9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900" dirty="0"/>
                <a:t>Theme color makes PPT more convenient to change.</a:t>
              </a:r>
              <a:endParaRPr lang="en-US" altLang="zh-CN" sz="900" dirty="0"/>
            </a:p>
            <a:p>
              <a:pPr algn="ctr">
                <a:lnSpc>
                  <a:spcPct val="150000"/>
                </a:lnSpc>
              </a:pPr>
              <a:endParaRPr lang="en-US" altLang="zh-CN" sz="9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900" dirty="0"/>
                <a:t>Adjust the spacing to adapt to Chinese typesetting, use the reference line in PPT.</a:t>
              </a:r>
              <a:endParaRPr lang="en-US" altLang="zh-CN" sz="900" dirty="0"/>
            </a:p>
          </p:txBody>
        </p:sp>
        <p:sp>
          <p:nvSpPr>
            <p:cNvPr id="16" name="íṧľïḑê"/>
            <p:cNvSpPr/>
            <p:nvPr/>
          </p:nvSpPr>
          <p:spPr bwMode="auto">
            <a:xfrm>
              <a:off x="1768017" y="3391867"/>
              <a:ext cx="319672" cy="461080"/>
            </a:xfrm>
            <a:custGeom>
              <a:avLst/>
              <a:gdLst>
                <a:gd name="T0" fmla="*/ 958 w 4522"/>
                <a:gd name="T1" fmla="*/ 5339 h 6532"/>
                <a:gd name="T2" fmla="*/ 1274 w 4522"/>
                <a:gd name="T3" fmla="*/ 5052 h 6532"/>
                <a:gd name="T4" fmla="*/ 1646 w 4522"/>
                <a:gd name="T5" fmla="*/ 5261 h 6532"/>
                <a:gd name="T6" fmla="*/ 1560 w 4522"/>
                <a:gd name="T7" fmla="*/ 5677 h 6532"/>
                <a:gd name="T8" fmla="*/ 1136 w 4522"/>
                <a:gd name="T9" fmla="*/ 5725 h 6532"/>
                <a:gd name="T10" fmla="*/ 2381 w 4522"/>
                <a:gd name="T11" fmla="*/ 5245 h 6532"/>
                <a:gd name="T12" fmla="*/ 2140 w 4522"/>
                <a:gd name="T13" fmla="*/ 5245 h 6532"/>
                <a:gd name="T14" fmla="*/ 2065 w 4522"/>
                <a:gd name="T15" fmla="*/ 5473 h 6532"/>
                <a:gd name="T16" fmla="*/ 2260 w 4522"/>
                <a:gd name="T17" fmla="*/ 5615 h 6532"/>
                <a:gd name="T18" fmla="*/ 2454 w 4522"/>
                <a:gd name="T19" fmla="*/ 5473 h 6532"/>
                <a:gd name="T20" fmla="*/ 3538 w 4522"/>
                <a:gd name="T21" fmla="*/ 5260 h 6532"/>
                <a:gd name="T22" fmla="*/ 3166 w 4522"/>
                <a:gd name="T23" fmla="*/ 5051 h 6532"/>
                <a:gd name="T24" fmla="*/ 2850 w 4522"/>
                <a:gd name="T25" fmla="*/ 5337 h 6532"/>
                <a:gd name="T26" fmla="*/ 3028 w 4522"/>
                <a:gd name="T27" fmla="*/ 5725 h 6532"/>
                <a:gd name="T28" fmla="*/ 3452 w 4522"/>
                <a:gd name="T29" fmla="*/ 5677 h 6532"/>
                <a:gd name="T30" fmla="*/ 3538 w 4522"/>
                <a:gd name="T31" fmla="*/ 5260 h 6532"/>
                <a:gd name="T32" fmla="*/ 1456 w 4522"/>
                <a:gd name="T33" fmla="*/ 6045 h 6532"/>
                <a:gd name="T34" fmla="*/ 1541 w 4522"/>
                <a:gd name="T35" fmla="*/ 6463 h 6532"/>
                <a:gd name="T36" fmla="*/ 1965 w 4522"/>
                <a:gd name="T37" fmla="*/ 6511 h 6532"/>
                <a:gd name="T38" fmla="*/ 2142 w 4522"/>
                <a:gd name="T39" fmla="*/ 6123 h 6532"/>
                <a:gd name="T40" fmla="*/ 1826 w 4522"/>
                <a:gd name="T41" fmla="*/ 5836 h 6532"/>
                <a:gd name="T42" fmla="*/ 2614 w 4522"/>
                <a:gd name="T43" fmla="*/ 6031 h 6532"/>
                <a:gd name="T44" fmla="*/ 2540 w 4522"/>
                <a:gd name="T45" fmla="*/ 6259 h 6532"/>
                <a:gd name="T46" fmla="*/ 2734 w 4522"/>
                <a:gd name="T47" fmla="*/ 6400 h 6532"/>
                <a:gd name="T48" fmla="*/ 2929 w 4522"/>
                <a:gd name="T49" fmla="*/ 6259 h 6532"/>
                <a:gd name="T50" fmla="*/ 2854 w 4522"/>
                <a:gd name="T51" fmla="*/ 6031 h 6532"/>
                <a:gd name="T52" fmla="*/ 4368 w 4522"/>
                <a:gd name="T53" fmla="*/ 3957 h 6532"/>
                <a:gd name="T54" fmla="*/ 3573 w 4522"/>
                <a:gd name="T55" fmla="*/ 4572 h 6532"/>
                <a:gd name="T56" fmla="*/ 4153 w 4522"/>
                <a:gd name="T57" fmla="*/ 4253 h 6532"/>
                <a:gd name="T58" fmla="*/ 154 w 4522"/>
                <a:gd name="T59" fmla="*/ 4515 h 6532"/>
                <a:gd name="T60" fmla="*/ 949 w 4522"/>
                <a:gd name="T61" fmla="*/ 3900 h 6532"/>
                <a:gd name="T62" fmla="*/ 369 w 4522"/>
                <a:gd name="T63" fmla="*/ 4219 h 6532"/>
                <a:gd name="T64" fmla="*/ 0 w 4522"/>
                <a:gd name="T65" fmla="*/ 1135 h 6532"/>
                <a:gd name="T66" fmla="*/ 918 w 4522"/>
                <a:gd name="T67" fmla="*/ 0 h 6532"/>
                <a:gd name="T68" fmla="*/ 4522 w 4522"/>
                <a:gd name="T69" fmla="*/ 429 h 6532"/>
                <a:gd name="T70" fmla="*/ 3485 w 4522"/>
                <a:gd name="T71" fmla="*/ 2053 h 6532"/>
                <a:gd name="T72" fmla="*/ 2874 w 4522"/>
                <a:gd name="T73" fmla="*/ 3389 h 6532"/>
                <a:gd name="T74" fmla="*/ 3340 w 4522"/>
                <a:gd name="T75" fmla="*/ 3815 h 6532"/>
                <a:gd name="T76" fmla="*/ 1184 w 4522"/>
                <a:gd name="T77" fmla="*/ 3815 h 6532"/>
                <a:gd name="T78" fmla="*/ 1649 w 4522"/>
                <a:gd name="T79" fmla="*/ 3389 h 6532"/>
                <a:gd name="T80" fmla="*/ 1038 w 4522"/>
                <a:gd name="T81" fmla="*/ 2053 h 6532"/>
                <a:gd name="T82" fmla="*/ 3601 w 4522"/>
                <a:gd name="T83" fmla="*/ 1589 h 6532"/>
                <a:gd name="T84" fmla="*/ 4057 w 4522"/>
                <a:gd name="T85" fmla="*/ 896 h 6532"/>
                <a:gd name="T86" fmla="*/ 3601 w 4522"/>
                <a:gd name="T87" fmla="*/ 1589 h 6532"/>
                <a:gd name="T88" fmla="*/ 2634 w 4522"/>
                <a:gd name="T89" fmla="*/ 4320 h 6532"/>
                <a:gd name="T90" fmla="*/ 1642 w 4522"/>
                <a:gd name="T91" fmla="*/ 1317 h 6532"/>
                <a:gd name="T92" fmla="*/ 2338 w 4522"/>
                <a:gd name="T93" fmla="*/ 1545 h 6532"/>
                <a:gd name="T94" fmla="*/ 2104 w 4522"/>
                <a:gd name="T95" fmla="*/ 1309 h 6532"/>
                <a:gd name="T96" fmla="*/ 465 w 4522"/>
                <a:gd name="T97" fmla="*/ 1135 h 6532"/>
                <a:gd name="T98" fmla="*/ 918 w 4522"/>
                <a:gd name="T99" fmla="*/ 1500 h 6532"/>
                <a:gd name="T100" fmla="*/ 465 w 4522"/>
                <a:gd name="T101" fmla="*/ 1135 h 6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522" h="6532">
                  <a:moveTo>
                    <a:pt x="1069" y="5679"/>
                  </a:moveTo>
                  <a:lnTo>
                    <a:pt x="1120" y="5475"/>
                  </a:lnTo>
                  <a:lnTo>
                    <a:pt x="958" y="5339"/>
                  </a:lnTo>
                  <a:cubicBezTo>
                    <a:pt x="928" y="5313"/>
                    <a:pt x="944" y="5264"/>
                    <a:pt x="984" y="5261"/>
                  </a:cubicBezTo>
                  <a:lnTo>
                    <a:pt x="1194" y="5247"/>
                  </a:lnTo>
                  <a:lnTo>
                    <a:pt x="1274" y="5052"/>
                  </a:lnTo>
                  <a:cubicBezTo>
                    <a:pt x="1289" y="5015"/>
                    <a:pt x="1341" y="5015"/>
                    <a:pt x="1356" y="5052"/>
                  </a:cubicBezTo>
                  <a:lnTo>
                    <a:pt x="1436" y="5247"/>
                  </a:lnTo>
                  <a:lnTo>
                    <a:pt x="1646" y="5261"/>
                  </a:lnTo>
                  <a:cubicBezTo>
                    <a:pt x="1686" y="5264"/>
                    <a:pt x="1702" y="5313"/>
                    <a:pt x="1672" y="5339"/>
                  </a:cubicBezTo>
                  <a:lnTo>
                    <a:pt x="1509" y="5473"/>
                  </a:lnTo>
                  <a:lnTo>
                    <a:pt x="1560" y="5677"/>
                  </a:lnTo>
                  <a:cubicBezTo>
                    <a:pt x="1569" y="5716"/>
                    <a:pt x="1528" y="5747"/>
                    <a:pt x="1493" y="5725"/>
                  </a:cubicBezTo>
                  <a:lnTo>
                    <a:pt x="1314" y="5615"/>
                  </a:lnTo>
                  <a:lnTo>
                    <a:pt x="1136" y="5725"/>
                  </a:lnTo>
                  <a:cubicBezTo>
                    <a:pt x="1101" y="5748"/>
                    <a:pt x="1058" y="5717"/>
                    <a:pt x="1069" y="5679"/>
                  </a:cubicBezTo>
                  <a:close/>
                  <a:moveTo>
                    <a:pt x="2592" y="5260"/>
                  </a:moveTo>
                  <a:lnTo>
                    <a:pt x="2381" y="5245"/>
                  </a:lnTo>
                  <a:lnTo>
                    <a:pt x="2301" y="5051"/>
                  </a:lnTo>
                  <a:cubicBezTo>
                    <a:pt x="2286" y="5013"/>
                    <a:pt x="2234" y="5013"/>
                    <a:pt x="2220" y="5051"/>
                  </a:cubicBezTo>
                  <a:lnTo>
                    <a:pt x="2140" y="5245"/>
                  </a:lnTo>
                  <a:lnTo>
                    <a:pt x="1929" y="5260"/>
                  </a:lnTo>
                  <a:cubicBezTo>
                    <a:pt x="1889" y="5263"/>
                    <a:pt x="1873" y="5312"/>
                    <a:pt x="1904" y="5337"/>
                  </a:cubicBezTo>
                  <a:lnTo>
                    <a:pt x="2065" y="5473"/>
                  </a:lnTo>
                  <a:lnTo>
                    <a:pt x="2014" y="5677"/>
                  </a:lnTo>
                  <a:cubicBezTo>
                    <a:pt x="2005" y="5716"/>
                    <a:pt x="2046" y="5747"/>
                    <a:pt x="2081" y="5725"/>
                  </a:cubicBezTo>
                  <a:lnTo>
                    <a:pt x="2260" y="5615"/>
                  </a:lnTo>
                  <a:lnTo>
                    <a:pt x="2438" y="5725"/>
                  </a:lnTo>
                  <a:cubicBezTo>
                    <a:pt x="2472" y="5747"/>
                    <a:pt x="2514" y="5716"/>
                    <a:pt x="2505" y="5677"/>
                  </a:cubicBezTo>
                  <a:lnTo>
                    <a:pt x="2454" y="5473"/>
                  </a:lnTo>
                  <a:lnTo>
                    <a:pt x="2616" y="5337"/>
                  </a:lnTo>
                  <a:cubicBezTo>
                    <a:pt x="2648" y="5312"/>
                    <a:pt x="2632" y="5263"/>
                    <a:pt x="2592" y="5260"/>
                  </a:cubicBezTo>
                  <a:close/>
                  <a:moveTo>
                    <a:pt x="3538" y="5260"/>
                  </a:moveTo>
                  <a:lnTo>
                    <a:pt x="3328" y="5245"/>
                  </a:lnTo>
                  <a:lnTo>
                    <a:pt x="3248" y="5051"/>
                  </a:lnTo>
                  <a:cubicBezTo>
                    <a:pt x="3233" y="5013"/>
                    <a:pt x="3181" y="5013"/>
                    <a:pt x="3166" y="5051"/>
                  </a:cubicBezTo>
                  <a:lnTo>
                    <a:pt x="3086" y="5245"/>
                  </a:lnTo>
                  <a:lnTo>
                    <a:pt x="2876" y="5260"/>
                  </a:lnTo>
                  <a:cubicBezTo>
                    <a:pt x="2836" y="5263"/>
                    <a:pt x="2820" y="5312"/>
                    <a:pt x="2850" y="5337"/>
                  </a:cubicBezTo>
                  <a:lnTo>
                    <a:pt x="3012" y="5473"/>
                  </a:lnTo>
                  <a:lnTo>
                    <a:pt x="2961" y="5677"/>
                  </a:lnTo>
                  <a:cubicBezTo>
                    <a:pt x="2952" y="5716"/>
                    <a:pt x="2993" y="5747"/>
                    <a:pt x="3028" y="5725"/>
                  </a:cubicBezTo>
                  <a:lnTo>
                    <a:pt x="3206" y="5615"/>
                  </a:lnTo>
                  <a:lnTo>
                    <a:pt x="3385" y="5725"/>
                  </a:lnTo>
                  <a:cubicBezTo>
                    <a:pt x="3418" y="5747"/>
                    <a:pt x="3461" y="5716"/>
                    <a:pt x="3452" y="5677"/>
                  </a:cubicBezTo>
                  <a:lnTo>
                    <a:pt x="3401" y="5473"/>
                  </a:lnTo>
                  <a:lnTo>
                    <a:pt x="3562" y="5337"/>
                  </a:lnTo>
                  <a:cubicBezTo>
                    <a:pt x="3594" y="5312"/>
                    <a:pt x="3578" y="5263"/>
                    <a:pt x="3538" y="5260"/>
                  </a:cubicBezTo>
                  <a:close/>
                  <a:moveTo>
                    <a:pt x="1746" y="5836"/>
                  </a:moveTo>
                  <a:lnTo>
                    <a:pt x="1666" y="6031"/>
                  </a:lnTo>
                  <a:lnTo>
                    <a:pt x="1456" y="6045"/>
                  </a:lnTo>
                  <a:cubicBezTo>
                    <a:pt x="1416" y="6048"/>
                    <a:pt x="1400" y="6097"/>
                    <a:pt x="1430" y="6123"/>
                  </a:cubicBezTo>
                  <a:lnTo>
                    <a:pt x="1592" y="6259"/>
                  </a:lnTo>
                  <a:lnTo>
                    <a:pt x="1541" y="6463"/>
                  </a:lnTo>
                  <a:cubicBezTo>
                    <a:pt x="1532" y="6501"/>
                    <a:pt x="1573" y="6532"/>
                    <a:pt x="1608" y="6511"/>
                  </a:cubicBezTo>
                  <a:lnTo>
                    <a:pt x="1786" y="6400"/>
                  </a:lnTo>
                  <a:lnTo>
                    <a:pt x="1965" y="6511"/>
                  </a:lnTo>
                  <a:cubicBezTo>
                    <a:pt x="1998" y="6532"/>
                    <a:pt x="2041" y="6501"/>
                    <a:pt x="2032" y="6463"/>
                  </a:cubicBezTo>
                  <a:lnTo>
                    <a:pt x="1981" y="6259"/>
                  </a:lnTo>
                  <a:lnTo>
                    <a:pt x="2142" y="6123"/>
                  </a:lnTo>
                  <a:cubicBezTo>
                    <a:pt x="2173" y="6097"/>
                    <a:pt x="2157" y="6048"/>
                    <a:pt x="2117" y="6045"/>
                  </a:cubicBezTo>
                  <a:lnTo>
                    <a:pt x="1906" y="6031"/>
                  </a:lnTo>
                  <a:lnTo>
                    <a:pt x="1826" y="5836"/>
                  </a:lnTo>
                  <a:cubicBezTo>
                    <a:pt x="1813" y="5799"/>
                    <a:pt x="1761" y="5799"/>
                    <a:pt x="1746" y="5836"/>
                  </a:cubicBezTo>
                  <a:close/>
                  <a:moveTo>
                    <a:pt x="2694" y="5836"/>
                  </a:moveTo>
                  <a:lnTo>
                    <a:pt x="2614" y="6031"/>
                  </a:lnTo>
                  <a:lnTo>
                    <a:pt x="2404" y="6045"/>
                  </a:lnTo>
                  <a:cubicBezTo>
                    <a:pt x="2364" y="6048"/>
                    <a:pt x="2348" y="6097"/>
                    <a:pt x="2378" y="6123"/>
                  </a:cubicBezTo>
                  <a:lnTo>
                    <a:pt x="2540" y="6259"/>
                  </a:lnTo>
                  <a:lnTo>
                    <a:pt x="2489" y="6463"/>
                  </a:lnTo>
                  <a:cubicBezTo>
                    <a:pt x="2480" y="6501"/>
                    <a:pt x="2521" y="6532"/>
                    <a:pt x="2556" y="6511"/>
                  </a:cubicBezTo>
                  <a:lnTo>
                    <a:pt x="2734" y="6400"/>
                  </a:lnTo>
                  <a:lnTo>
                    <a:pt x="2913" y="6511"/>
                  </a:lnTo>
                  <a:cubicBezTo>
                    <a:pt x="2946" y="6532"/>
                    <a:pt x="2989" y="6501"/>
                    <a:pt x="2980" y="6463"/>
                  </a:cubicBezTo>
                  <a:lnTo>
                    <a:pt x="2929" y="6259"/>
                  </a:lnTo>
                  <a:lnTo>
                    <a:pt x="3090" y="6123"/>
                  </a:lnTo>
                  <a:cubicBezTo>
                    <a:pt x="3121" y="6097"/>
                    <a:pt x="3105" y="6048"/>
                    <a:pt x="3065" y="6045"/>
                  </a:cubicBezTo>
                  <a:lnTo>
                    <a:pt x="2854" y="6031"/>
                  </a:lnTo>
                  <a:lnTo>
                    <a:pt x="2774" y="5836"/>
                  </a:lnTo>
                  <a:cubicBezTo>
                    <a:pt x="2761" y="5799"/>
                    <a:pt x="2709" y="5799"/>
                    <a:pt x="2694" y="5836"/>
                  </a:cubicBezTo>
                  <a:close/>
                  <a:moveTo>
                    <a:pt x="4368" y="3957"/>
                  </a:moveTo>
                  <a:cubicBezTo>
                    <a:pt x="4386" y="3935"/>
                    <a:pt x="4370" y="3900"/>
                    <a:pt x="4341" y="3900"/>
                  </a:cubicBezTo>
                  <a:lnTo>
                    <a:pt x="3573" y="3900"/>
                  </a:lnTo>
                  <a:lnTo>
                    <a:pt x="3573" y="4572"/>
                  </a:lnTo>
                  <a:lnTo>
                    <a:pt x="4341" y="4572"/>
                  </a:lnTo>
                  <a:cubicBezTo>
                    <a:pt x="4370" y="4572"/>
                    <a:pt x="4386" y="4537"/>
                    <a:pt x="4368" y="4515"/>
                  </a:cubicBezTo>
                  <a:lnTo>
                    <a:pt x="4153" y="4253"/>
                  </a:lnTo>
                  <a:cubicBezTo>
                    <a:pt x="4146" y="4245"/>
                    <a:pt x="4146" y="4233"/>
                    <a:pt x="4153" y="4224"/>
                  </a:cubicBezTo>
                  <a:lnTo>
                    <a:pt x="4368" y="3957"/>
                  </a:lnTo>
                  <a:close/>
                  <a:moveTo>
                    <a:pt x="154" y="4515"/>
                  </a:moveTo>
                  <a:cubicBezTo>
                    <a:pt x="136" y="4537"/>
                    <a:pt x="152" y="4572"/>
                    <a:pt x="181" y="4572"/>
                  </a:cubicBezTo>
                  <a:lnTo>
                    <a:pt x="949" y="4572"/>
                  </a:lnTo>
                  <a:lnTo>
                    <a:pt x="949" y="3900"/>
                  </a:lnTo>
                  <a:lnTo>
                    <a:pt x="181" y="3900"/>
                  </a:lnTo>
                  <a:cubicBezTo>
                    <a:pt x="152" y="3900"/>
                    <a:pt x="136" y="3935"/>
                    <a:pt x="154" y="3957"/>
                  </a:cubicBezTo>
                  <a:lnTo>
                    <a:pt x="369" y="4219"/>
                  </a:lnTo>
                  <a:cubicBezTo>
                    <a:pt x="376" y="4227"/>
                    <a:pt x="376" y="4239"/>
                    <a:pt x="369" y="4248"/>
                  </a:cubicBezTo>
                  <a:lnTo>
                    <a:pt x="154" y="4515"/>
                  </a:lnTo>
                  <a:close/>
                  <a:moveTo>
                    <a:pt x="0" y="1135"/>
                  </a:moveTo>
                  <a:lnTo>
                    <a:pt x="0" y="431"/>
                  </a:lnTo>
                  <a:lnTo>
                    <a:pt x="918" y="431"/>
                  </a:lnTo>
                  <a:lnTo>
                    <a:pt x="918" y="0"/>
                  </a:lnTo>
                  <a:lnTo>
                    <a:pt x="3604" y="0"/>
                  </a:lnTo>
                  <a:lnTo>
                    <a:pt x="3604" y="429"/>
                  </a:lnTo>
                  <a:lnTo>
                    <a:pt x="4522" y="429"/>
                  </a:lnTo>
                  <a:lnTo>
                    <a:pt x="4522" y="1135"/>
                  </a:lnTo>
                  <a:cubicBezTo>
                    <a:pt x="4522" y="1641"/>
                    <a:pt x="4110" y="2053"/>
                    <a:pt x="3604" y="2053"/>
                  </a:cubicBezTo>
                  <a:lnTo>
                    <a:pt x="3485" y="2053"/>
                  </a:lnTo>
                  <a:cubicBezTo>
                    <a:pt x="3312" y="2436"/>
                    <a:pt x="2965" y="2723"/>
                    <a:pt x="2545" y="2813"/>
                  </a:cubicBezTo>
                  <a:lnTo>
                    <a:pt x="2545" y="3389"/>
                  </a:lnTo>
                  <a:lnTo>
                    <a:pt x="2874" y="3389"/>
                  </a:lnTo>
                  <a:cubicBezTo>
                    <a:pt x="2976" y="3389"/>
                    <a:pt x="3058" y="3472"/>
                    <a:pt x="3058" y="3573"/>
                  </a:cubicBezTo>
                  <a:lnTo>
                    <a:pt x="3058" y="3815"/>
                  </a:lnTo>
                  <a:lnTo>
                    <a:pt x="3340" y="3815"/>
                  </a:lnTo>
                  <a:lnTo>
                    <a:pt x="3340" y="4677"/>
                  </a:lnTo>
                  <a:lnTo>
                    <a:pt x="1184" y="4677"/>
                  </a:lnTo>
                  <a:lnTo>
                    <a:pt x="1184" y="3815"/>
                  </a:lnTo>
                  <a:lnTo>
                    <a:pt x="1465" y="3815"/>
                  </a:lnTo>
                  <a:lnTo>
                    <a:pt x="1465" y="3573"/>
                  </a:lnTo>
                  <a:cubicBezTo>
                    <a:pt x="1465" y="3472"/>
                    <a:pt x="1548" y="3389"/>
                    <a:pt x="1649" y="3389"/>
                  </a:cubicBezTo>
                  <a:lnTo>
                    <a:pt x="1978" y="3389"/>
                  </a:lnTo>
                  <a:lnTo>
                    <a:pt x="1978" y="2813"/>
                  </a:lnTo>
                  <a:cubicBezTo>
                    <a:pt x="1558" y="2723"/>
                    <a:pt x="1212" y="2436"/>
                    <a:pt x="1038" y="2053"/>
                  </a:cubicBezTo>
                  <a:lnTo>
                    <a:pt x="920" y="2053"/>
                  </a:lnTo>
                  <a:cubicBezTo>
                    <a:pt x="412" y="2053"/>
                    <a:pt x="0" y="1641"/>
                    <a:pt x="0" y="1135"/>
                  </a:cubicBezTo>
                  <a:close/>
                  <a:moveTo>
                    <a:pt x="3601" y="1589"/>
                  </a:moveTo>
                  <a:lnTo>
                    <a:pt x="3604" y="1589"/>
                  </a:lnTo>
                  <a:cubicBezTo>
                    <a:pt x="3854" y="1589"/>
                    <a:pt x="4057" y="1385"/>
                    <a:pt x="4057" y="1136"/>
                  </a:cubicBezTo>
                  <a:lnTo>
                    <a:pt x="4057" y="896"/>
                  </a:lnTo>
                  <a:lnTo>
                    <a:pt x="3604" y="896"/>
                  </a:lnTo>
                  <a:lnTo>
                    <a:pt x="3604" y="1501"/>
                  </a:lnTo>
                  <a:cubicBezTo>
                    <a:pt x="3604" y="1531"/>
                    <a:pt x="3602" y="1560"/>
                    <a:pt x="3601" y="1589"/>
                  </a:cubicBezTo>
                  <a:close/>
                  <a:moveTo>
                    <a:pt x="1888" y="3859"/>
                  </a:moveTo>
                  <a:lnTo>
                    <a:pt x="1888" y="4320"/>
                  </a:lnTo>
                  <a:lnTo>
                    <a:pt x="2634" y="4320"/>
                  </a:lnTo>
                  <a:lnTo>
                    <a:pt x="2634" y="3859"/>
                  </a:lnTo>
                  <a:lnTo>
                    <a:pt x="1888" y="3859"/>
                  </a:lnTo>
                  <a:close/>
                  <a:moveTo>
                    <a:pt x="1642" y="1317"/>
                  </a:moveTo>
                  <a:lnTo>
                    <a:pt x="1868" y="1544"/>
                  </a:lnTo>
                  <a:lnTo>
                    <a:pt x="2102" y="1780"/>
                  </a:lnTo>
                  <a:lnTo>
                    <a:pt x="2338" y="1545"/>
                  </a:lnTo>
                  <a:lnTo>
                    <a:pt x="2878" y="1008"/>
                  </a:lnTo>
                  <a:lnTo>
                    <a:pt x="2644" y="772"/>
                  </a:lnTo>
                  <a:lnTo>
                    <a:pt x="2104" y="1309"/>
                  </a:lnTo>
                  <a:lnTo>
                    <a:pt x="1878" y="1083"/>
                  </a:lnTo>
                  <a:lnTo>
                    <a:pt x="1642" y="1317"/>
                  </a:lnTo>
                  <a:close/>
                  <a:moveTo>
                    <a:pt x="465" y="1135"/>
                  </a:moveTo>
                  <a:cubicBezTo>
                    <a:pt x="465" y="1385"/>
                    <a:pt x="669" y="1588"/>
                    <a:pt x="918" y="1588"/>
                  </a:cubicBezTo>
                  <a:lnTo>
                    <a:pt x="921" y="1588"/>
                  </a:lnTo>
                  <a:cubicBezTo>
                    <a:pt x="920" y="1559"/>
                    <a:pt x="918" y="1529"/>
                    <a:pt x="918" y="1500"/>
                  </a:cubicBezTo>
                  <a:lnTo>
                    <a:pt x="918" y="895"/>
                  </a:lnTo>
                  <a:lnTo>
                    <a:pt x="465" y="895"/>
                  </a:lnTo>
                  <a:lnTo>
                    <a:pt x="465" y="11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</a:p>
          </p:txBody>
        </p:sp>
        <p:sp>
          <p:nvSpPr>
            <p:cNvPr id="17" name="íśļíḍe"/>
            <p:cNvSpPr txBox="1"/>
            <p:nvPr/>
          </p:nvSpPr>
          <p:spPr bwMode="auto">
            <a:xfrm>
              <a:off x="3446685" y="4393718"/>
              <a:ext cx="2421816" cy="41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 anchor="ctr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b="1" dirty="0"/>
                <a:t>Text here</a:t>
              </a:r>
              <a:endParaRPr lang="en-US" altLang="zh-CN" b="1" dirty="0"/>
            </a:p>
          </p:txBody>
        </p:sp>
        <p:sp>
          <p:nvSpPr>
            <p:cNvPr id="18" name="ïṡḷiďê"/>
            <p:cNvSpPr/>
            <p:nvPr/>
          </p:nvSpPr>
          <p:spPr bwMode="auto">
            <a:xfrm>
              <a:off x="9049575" y="4729342"/>
              <a:ext cx="2421816" cy="1414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900" dirty="0"/>
                <a:t>Unified fonts make reading more fluent.</a:t>
              </a:r>
              <a:endParaRPr lang="en-US" altLang="zh-CN" sz="9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900" dirty="0"/>
                <a:t>Theme color makes PPT more convenient to change.</a:t>
              </a:r>
              <a:endParaRPr lang="en-US" altLang="zh-CN" sz="900" dirty="0"/>
            </a:p>
            <a:p>
              <a:pPr algn="ctr">
                <a:lnSpc>
                  <a:spcPct val="150000"/>
                </a:lnSpc>
              </a:pPr>
              <a:endParaRPr lang="en-US" altLang="zh-CN" sz="9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900" dirty="0"/>
                <a:t>Adjust the spacing to adapt to Chinese typesetting, use the reference line in PPT.</a:t>
              </a:r>
              <a:endParaRPr lang="en-US" altLang="zh-CN" sz="900" dirty="0"/>
            </a:p>
          </p:txBody>
        </p:sp>
        <p:sp>
          <p:nvSpPr>
            <p:cNvPr id="19" name="iSḻîḓè"/>
            <p:cNvSpPr/>
            <p:nvPr/>
          </p:nvSpPr>
          <p:spPr bwMode="auto">
            <a:xfrm>
              <a:off x="4497757" y="3912920"/>
              <a:ext cx="319672" cy="461080"/>
            </a:xfrm>
            <a:custGeom>
              <a:avLst/>
              <a:gdLst>
                <a:gd name="T0" fmla="*/ 958 w 4522"/>
                <a:gd name="T1" fmla="*/ 5339 h 6532"/>
                <a:gd name="T2" fmla="*/ 1274 w 4522"/>
                <a:gd name="T3" fmla="*/ 5052 h 6532"/>
                <a:gd name="T4" fmla="*/ 1646 w 4522"/>
                <a:gd name="T5" fmla="*/ 5261 h 6532"/>
                <a:gd name="T6" fmla="*/ 1560 w 4522"/>
                <a:gd name="T7" fmla="*/ 5677 h 6532"/>
                <a:gd name="T8" fmla="*/ 1136 w 4522"/>
                <a:gd name="T9" fmla="*/ 5725 h 6532"/>
                <a:gd name="T10" fmla="*/ 2381 w 4522"/>
                <a:gd name="T11" fmla="*/ 5245 h 6532"/>
                <a:gd name="T12" fmla="*/ 2140 w 4522"/>
                <a:gd name="T13" fmla="*/ 5245 h 6532"/>
                <a:gd name="T14" fmla="*/ 2065 w 4522"/>
                <a:gd name="T15" fmla="*/ 5473 h 6532"/>
                <a:gd name="T16" fmla="*/ 2260 w 4522"/>
                <a:gd name="T17" fmla="*/ 5615 h 6532"/>
                <a:gd name="T18" fmla="*/ 2454 w 4522"/>
                <a:gd name="T19" fmla="*/ 5473 h 6532"/>
                <a:gd name="T20" fmla="*/ 3538 w 4522"/>
                <a:gd name="T21" fmla="*/ 5260 h 6532"/>
                <a:gd name="T22" fmla="*/ 3166 w 4522"/>
                <a:gd name="T23" fmla="*/ 5051 h 6532"/>
                <a:gd name="T24" fmla="*/ 2850 w 4522"/>
                <a:gd name="T25" fmla="*/ 5337 h 6532"/>
                <a:gd name="T26" fmla="*/ 3028 w 4522"/>
                <a:gd name="T27" fmla="*/ 5725 h 6532"/>
                <a:gd name="T28" fmla="*/ 3452 w 4522"/>
                <a:gd name="T29" fmla="*/ 5677 h 6532"/>
                <a:gd name="T30" fmla="*/ 3538 w 4522"/>
                <a:gd name="T31" fmla="*/ 5260 h 6532"/>
                <a:gd name="T32" fmla="*/ 1456 w 4522"/>
                <a:gd name="T33" fmla="*/ 6045 h 6532"/>
                <a:gd name="T34" fmla="*/ 1541 w 4522"/>
                <a:gd name="T35" fmla="*/ 6463 h 6532"/>
                <a:gd name="T36" fmla="*/ 1965 w 4522"/>
                <a:gd name="T37" fmla="*/ 6511 h 6532"/>
                <a:gd name="T38" fmla="*/ 2142 w 4522"/>
                <a:gd name="T39" fmla="*/ 6123 h 6532"/>
                <a:gd name="T40" fmla="*/ 1826 w 4522"/>
                <a:gd name="T41" fmla="*/ 5836 h 6532"/>
                <a:gd name="T42" fmla="*/ 2614 w 4522"/>
                <a:gd name="T43" fmla="*/ 6031 h 6532"/>
                <a:gd name="T44" fmla="*/ 2540 w 4522"/>
                <a:gd name="T45" fmla="*/ 6259 h 6532"/>
                <a:gd name="T46" fmla="*/ 2734 w 4522"/>
                <a:gd name="T47" fmla="*/ 6400 h 6532"/>
                <a:gd name="T48" fmla="*/ 2929 w 4522"/>
                <a:gd name="T49" fmla="*/ 6259 h 6532"/>
                <a:gd name="T50" fmla="*/ 2854 w 4522"/>
                <a:gd name="T51" fmla="*/ 6031 h 6532"/>
                <a:gd name="T52" fmla="*/ 4368 w 4522"/>
                <a:gd name="T53" fmla="*/ 3957 h 6532"/>
                <a:gd name="T54" fmla="*/ 3573 w 4522"/>
                <a:gd name="T55" fmla="*/ 4572 h 6532"/>
                <a:gd name="T56" fmla="*/ 4153 w 4522"/>
                <a:gd name="T57" fmla="*/ 4253 h 6532"/>
                <a:gd name="T58" fmla="*/ 154 w 4522"/>
                <a:gd name="T59" fmla="*/ 4515 h 6532"/>
                <a:gd name="T60" fmla="*/ 949 w 4522"/>
                <a:gd name="T61" fmla="*/ 3900 h 6532"/>
                <a:gd name="T62" fmla="*/ 369 w 4522"/>
                <a:gd name="T63" fmla="*/ 4219 h 6532"/>
                <a:gd name="T64" fmla="*/ 0 w 4522"/>
                <a:gd name="T65" fmla="*/ 1135 h 6532"/>
                <a:gd name="T66" fmla="*/ 918 w 4522"/>
                <a:gd name="T67" fmla="*/ 0 h 6532"/>
                <a:gd name="T68" fmla="*/ 4522 w 4522"/>
                <a:gd name="T69" fmla="*/ 429 h 6532"/>
                <a:gd name="T70" fmla="*/ 3485 w 4522"/>
                <a:gd name="T71" fmla="*/ 2053 h 6532"/>
                <a:gd name="T72" fmla="*/ 2874 w 4522"/>
                <a:gd name="T73" fmla="*/ 3389 h 6532"/>
                <a:gd name="T74" fmla="*/ 3340 w 4522"/>
                <a:gd name="T75" fmla="*/ 3815 h 6532"/>
                <a:gd name="T76" fmla="*/ 1184 w 4522"/>
                <a:gd name="T77" fmla="*/ 3815 h 6532"/>
                <a:gd name="T78" fmla="*/ 1649 w 4522"/>
                <a:gd name="T79" fmla="*/ 3389 h 6532"/>
                <a:gd name="T80" fmla="*/ 1038 w 4522"/>
                <a:gd name="T81" fmla="*/ 2053 h 6532"/>
                <a:gd name="T82" fmla="*/ 3601 w 4522"/>
                <a:gd name="T83" fmla="*/ 1589 h 6532"/>
                <a:gd name="T84" fmla="*/ 4057 w 4522"/>
                <a:gd name="T85" fmla="*/ 896 h 6532"/>
                <a:gd name="T86" fmla="*/ 3601 w 4522"/>
                <a:gd name="T87" fmla="*/ 1589 h 6532"/>
                <a:gd name="T88" fmla="*/ 2634 w 4522"/>
                <a:gd name="T89" fmla="*/ 4320 h 6532"/>
                <a:gd name="T90" fmla="*/ 1642 w 4522"/>
                <a:gd name="T91" fmla="*/ 1317 h 6532"/>
                <a:gd name="T92" fmla="*/ 2338 w 4522"/>
                <a:gd name="T93" fmla="*/ 1545 h 6532"/>
                <a:gd name="T94" fmla="*/ 2104 w 4522"/>
                <a:gd name="T95" fmla="*/ 1309 h 6532"/>
                <a:gd name="T96" fmla="*/ 465 w 4522"/>
                <a:gd name="T97" fmla="*/ 1135 h 6532"/>
                <a:gd name="T98" fmla="*/ 918 w 4522"/>
                <a:gd name="T99" fmla="*/ 1500 h 6532"/>
                <a:gd name="T100" fmla="*/ 465 w 4522"/>
                <a:gd name="T101" fmla="*/ 1135 h 6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522" h="6532">
                  <a:moveTo>
                    <a:pt x="1069" y="5679"/>
                  </a:moveTo>
                  <a:lnTo>
                    <a:pt x="1120" y="5475"/>
                  </a:lnTo>
                  <a:lnTo>
                    <a:pt x="958" y="5339"/>
                  </a:lnTo>
                  <a:cubicBezTo>
                    <a:pt x="928" y="5313"/>
                    <a:pt x="944" y="5264"/>
                    <a:pt x="984" y="5261"/>
                  </a:cubicBezTo>
                  <a:lnTo>
                    <a:pt x="1194" y="5247"/>
                  </a:lnTo>
                  <a:lnTo>
                    <a:pt x="1274" y="5052"/>
                  </a:lnTo>
                  <a:cubicBezTo>
                    <a:pt x="1289" y="5015"/>
                    <a:pt x="1341" y="5015"/>
                    <a:pt x="1356" y="5052"/>
                  </a:cubicBezTo>
                  <a:lnTo>
                    <a:pt x="1436" y="5247"/>
                  </a:lnTo>
                  <a:lnTo>
                    <a:pt x="1646" y="5261"/>
                  </a:lnTo>
                  <a:cubicBezTo>
                    <a:pt x="1686" y="5264"/>
                    <a:pt x="1702" y="5313"/>
                    <a:pt x="1672" y="5339"/>
                  </a:cubicBezTo>
                  <a:lnTo>
                    <a:pt x="1509" y="5473"/>
                  </a:lnTo>
                  <a:lnTo>
                    <a:pt x="1560" y="5677"/>
                  </a:lnTo>
                  <a:cubicBezTo>
                    <a:pt x="1569" y="5716"/>
                    <a:pt x="1528" y="5747"/>
                    <a:pt x="1493" y="5725"/>
                  </a:cubicBezTo>
                  <a:lnTo>
                    <a:pt x="1314" y="5615"/>
                  </a:lnTo>
                  <a:lnTo>
                    <a:pt x="1136" y="5725"/>
                  </a:lnTo>
                  <a:cubicBezTo>
                    <a:pt x="1101" y="5748"/>
                    <a:pt x="1058" y="5717"/>
                    <a:pt x="1069" y="5679"/>
                  </a:cubicBezTo>
                  <a:close/>
                  <a:moveTo>
                    <a:pt x="2592" y="5260"/>
                  </a:moveTo>
                  <a:lnTo>
                    <a:pt x="2381" y="5245"/>
                  </a:lnTo>
                  <a:lnTo>
                    <a:pt x="2301" y="5051"/>
                  </a:lnTo>
                  <a:cubicBezTo>
                    <a:pt x="2286" y="5013"/>
                    <a:pt x="2234" y="5013"/>
                    <a:pt x="2220" y="5051"/>
                  </a:cubicBezTo>
                  <a:lnTo>
                    <a:pt x="2140" y="5245"/>
                  </a:lnTo>
                  <a:lnTo>
                    <a:pt x="1929" y="5260"/>
                  </a:lnTo>
                  <a:cubicBezTo>
                    <a:pt x="1889" y="5263"/>
                    <a:pt x="1873" y="5312"/>
                    <a:pt x="1904" y="5337"/>
                  </a:cubicBezTo>
                  <a:lnTo>
                    <a:pt x="2065" y="5473"/>
                  </a:lnTo>
                  <a:lnTo>
                    <a:pt x="2014" y="5677"/>
                  </a:lnTo>
                  <a:cubicBezTo>
                    <a:pt x="2005" y="5716"/>
                    <a:pt x="2046" y="5747"/>
                    <a:pt x="2081" y="5725"/>
                  </a:cubicBezTo>
                  <a:lnTo>
                    <a:pt x="2260" y="5615"/>
                  </a:lnTo>
                  <a:lnTo>
                    <a:pt x="2438" y="5725"/>
                  </a:lnTo>
                  <a:cubicBezTo>
                    <a:pt x="2472" y="5747"/>
                    <a:pt x="2514" y="5716"/>
                    <a:pt x="2505" y="5677"/>
                  </a:cubicBezTo>
                  <a:lnTo>
                    <a:pt x="2454" y="5473"/>
                  </a:lnTo>
                  <a:lnTo>
                    <a:pt x="2616" y="5337"/>
                  </a:lnTo>
                  <a:cubicBezTo>
                    <a:pt x="2648" y="5312"/>
                    <a:pt x="2632" y="5263"/>
                    <a:pt x="2592" y="5260"/>
                  </a:cubicBezTo>
                  <a:close/>
                  <a:moveTo>
                    <a:pt x="3538" y="5260"/>
                  </a:moveTo>
                  <a:lnTo>
                    <a:pt x="3328" y="5245"/>
                  </a:lnTo>
                  <a:lnTo>
                    <a:pt x="3248" y="5051"/>
                  </a:lnTo>
                  <a:cubicBezTo>
                    <a:pt x="3233" y="5013"/>
                    <a:pt x="3181" y="5013"/>
                    <a:pt x="3166" y="5051"/>
                  </a:cubicBezTo>
                  <a:lnTo>
                    <a:pt x="3086" y="5245"/>
                  </a:lnTo>
                  <a:lnTo>
                    <a:pt x="2876" y="5260"/>
                  </a:lnTo>
                  <a:cubicBezTo>
                    <a:pt x="2836" y="5263"/>
                    <a:pt x="2820" y="5312"/>
                    <a:pt x="2850" y="5337"/>
                  </a:cubicBezTo>
                  <a:lnTo>
                    <a:pt x="3012" y="5473"/>
                  </a:lnTo>
                  <a:lnTo>
                    <a:pt x="2961" y="5677"/>
                  </a:lnTo>
                  <a:cubicBezTo>
                    <a:pt x="2952" y="5716"/>
                    <a:pt x="2993" y="5747"/>
                    <a:pt x="3028" y="5725"/>
                  </a:cubicBezTo>
                  <a:lnTo>
                    <a:pt x="3206" y="5615"/>
                  </a:lnTo>
                  <a:lnTo>
                    <a:pt x="3385" y="5725"/>
                  </a:lnTo>
                  <a:cubicBezTo>
                    <a:pt x="3418" y="5747"/>
                    <a:pt x="3461" y="5716"/>
                    <a:pt x="3452" y="5677"/>
                  </a:cubicBezTo>
                  <a:lnTo>
                    <a:pt x="3401" y="5473"/>
                  </a:lnTo>
                  <a:lnTo>
                    <a:pt x="3562" y="5337"/>
                  </a:lnTo>
                  <a:cubicBezTo>
                    <a:pt x="3594" y="5312"/>
                    <a:pt x="3578" y="5263"/>
                    <a:pt x="3538" y="5260"/>
                  </a:cubicBezTo>
                  <a:close/>
                  <a:moveTo>
                    <a:pt x="1746" y="5836"/>
                  </a:moveTo>
                  <a:lnTo>
                    <a:pt x="1666" y="6031"/>
                  </a:lnTo>
                  <a:lnTo>
                    <a:pt x="1456" y="6045"/>
                  </a:lnTo>
                  <a:cubicBezTo>
                    <a:pt x="1416" y="6048"/>
                    <a:pt x="1400" y="6097"/>
                    <a:pt x="1430" y="6123"/>
                  </a:cubicBezTo>
                  <a:lnTo>
                    <a:pt x="1592" y="6259"/>
                  </a:lnTo>
                  <a:lnTo>
                    <a:pt x="1541" y="6463"/>
                  </a:lnTo>
                  <a:cubicBezTo>
                    <a:pt x="1532" y="6501"/>
                    <a:pt x="1573" y="6532"/>
                    <a:pt x="1608" y="6511"/>
                  </a:cubicBezTo>
                  <a:lnTo>
                    <a:pt x="1786" y="6400"/>
                  </a:lnTo>
                  <a:lnTo>
                    <a:pt x="1965" y="6511"/>
                  </a:lnTo>
                  <a:cubicBezTo>
                    <a:pt x="1998" y="6532"/>
                    <a:pt x="2041" y="6501"/>
                    <a:pt x="2032" y="6463"/>
                  </a:cubicBezTo>
                  <a:lnTo>
                    <a:pt x="1981" y="6259"/>
                  </a:lnTo>
                  <a:lnTo>
                    <a:pt x="2142" y="6123"/>
                  </a:lnTo>
                  <a:cubicBezTo>
                    <a:pt x="2173" y="6097"/>
                    <a:pt x="2157" y="6048"/>
                    <a:pt x="2117" y="6045"/>
                  </a:cubicBezTo>
                  <a:lnTo>
                    <a:pt x="1906" y="6031"/>
                  </a:lnTo>
                  <a:lnTo>
                    <a:pt x="1826" y="5836"/>
                  </a:lnTo>
                  <a:cubicBezTo>
                    <a:pt x="1813" y="5799"/>
                    <a:pt x="1761" y="5799"/>
                    <a:pt x="1746" y="5836"/>
                  </a:cubicBezTo>
                  <a:close/>
                  <a:moveTo>
                    <a:pt x="2694" y="5836"/>
                  </a:moveTo>
                  <a:lnTo>
                    <a:pt x="2614" y="6031"/>
                  </a:lnTo>
                  <a:lnTo>
                    <a:pt x="2404" y="6045"/>
                  </a:lnTo>
                  <a:cubicBezTo>
                    <a:pt x="2364" y="6048"/>
                    <a:pt x="2348" y="6097"/>
                    <a:pt x="2378" y="6123"/>
                  </a:cubicBezTo>
                  <a:lnTo>
                    <a:pt x="2540" y="6259"/>
                  </a:lnTo>
                  <a:lnTo>
                    <a:pt x="2489" y="6463"/>
                  </a:lnTo>
                  <a:cubicBezTo>
                    <a:pt x="2480" y="6501"/>
                    <a:pt x="2521" y="6532"/>
                    <a:pt x="2556" y="6511"/>
                  </a:cubicBezTo>
                  <a:lnTo>
                    <a:pt x="2734" y="6400"/>
                  </a:lnTo>
                  <a:lnTo>
                    <a:pt x="2913" y="6511"/>
                  </a:lnTo>
                  <a:cubicBezTo>
                    <a:pt x="2946" y="6532"/>
                    <a:pt x="2989" y="6501"/>
                    <a:pt x="2980" y="6463"/>
                  </a:cubicBezTo>
                  <a:lnTo>
                    <a:pt x="2929" y="6259"/>
                  </a:lnTo>
                  <a:lnTo>
                    <a:pt x="3090" y="6123"/>
                  </a:lnTo>
                  <a:cubicBezTo>
                    <a:pt x="3121" y="6097"/>
                    <a:pt x="3105" y="6048"/>
                    <a:pt x="3065" y="6045"/>
                  </a:cubicBezTo>
                  <a:lnTo>
                    <a:pt x="2854" y="6031"/>
                  </a:lnTo>
                  <a:lnTo>
                    <a:pt x="2774" y="5836"/>
                  </a:lnTo>
                  <a:cubicBezTo>
                    <a:pt x="2761" y="5799"/>
                    <a:pt x="2709" y="5799"/>
                    <a:pt x="2694" y="5836"/>
                  </a:cubicBezTo>
                  <a:close/>
                  <a:moveTo>
                    <a:pt x="4368" y="3957"/>
                  </a:moveTo>
                  <a:cubicBezTo>
                    <a:pt x="4386" y="3935"/>
                    <a:pt x="4370" y="3900"/>
                    <a:pt x="4341" y="3900"/>
                  </a:cubicBezTo>
                  <a:lnTo>
                    <a:pt x="3573" y="3900"/>
                  </a:lnTo>
                  <a:lnTo>
                    <a:pt x="3573" y="4572"/>
                  </a:lnTo>
                  <a:lnTo>
                    <a:pt x="4341" y="4572"/>
                  </a:lnTo>
                  <a:cubicBezTo>
                    <a:pt x="4370" y="4572"/>
                    <a:pt x="4386" y="4537"/>
                    <a:pt x="4368" y="4515"/>
                  </a:cubicBezTo>
                  <a:lnTo>
                    <a:pt x="4153" y="4253"/>
                  </a:lnTo>
                  <a:cubicBezTo>
                    <a:pt x="4146" y="4245"/>
                    <a:pt x="4146" y="4233"/>
                    <a:pt x="4153" y="4224"/>
                  </a:cubicBezTo>
                  <a:lnTo>
                    <a:pt x="4368" y="3957"/>
                  </a:lnTo>
                  <a:close/>
                  <a:moveTo>
                    <a:pt x="154" y="4515"/>
                  </a:moveTo>
                  <a:cubicBezTo>
                    <a:pt x="136" y="4537"/>
                    <a:pt x="152" y="4572"/>
                    <a:pt x="181" y="4572"/>
                  </a:cubicBezTo>
                  <a:lnTo>
                    <a:pt x="949" y="4572"/>
                  </a:lnTo>
                  <a:lnTo>
                    <a:pt x="949" y="3900"/>
                  </a:lnTo>
                  <a:lnTo>
                    <a:pt x="181" y="3900"/>
                  </a:lnTo>
                  <a:cubicBezTo>
                    <a:pt x="152" y="3900"/>
                    <a:pt x="136" y="3935"/>
                    <a:pt x="154" y="3957"/>
                  </a:cubicBezTo>
                  <a:lnTo>
                    <a:pt x="369" y="4219"/>
                  </a:lnTo>
                  <a:cubicBezTo>
                    <a:pt x="376" y="4227"/>
                    <a:pt x="376" y="4239"/>
                    <a:pt x="369" y="4248"/>
                  </a:cubicBezTo>
                  <a:lnTo>
                    <a:pt x="154" y="4515"/>
                  </a:lnTo>
                  <a:close/>
                  <a:moveTo>
                    <a:pt x="0" y="1135"/>
                  </a:moveTo>
                  <a:lnTo>
                    <a:pt x="0" y="431"/>
                  </a:lnTo>
                  <a:lnTo>
                    <a:pt x="918" y="431"/>
                  </a:lnTo>
                  <a:lnTo>
                    <a:pt x="918" y="0"/>
                  </a:lnTo>
                  <a:lnTo>
                    <a:pt x="3604" y="0"/>
                  </a:lnTo>
                  <a:lnTo>
                    <a:pt x="3604" y="429"/>
                  </a:lnTo>
                  <a:lnTo>
                    <a:pt x="4522" y="429"/>
                  </a:lnTo>
                  <a:lnTo>
                    <a:pt x="4522" y="1135"/>
                  </a:lnTo>
                  <a:cubicBezTo>
                    <a:pt x="4522" y="1641"/>
                    <a:pt x="4110" y="2053"/>
                    <a:pt x="3604" y="2053"/>
                  </a:cubicBezTo>
                  <a:lnTo>
                    <a:pt x="3485" y="2053"/>
                  </a:lnTo>
                  <a:cubicBezTo>
                    <a:pt x="3312" y="2436"/>
                    <a:pt x="2965" y="2723"/>
                    <a:pt x="2545" y="2813"/>
                  </a:cubicBezTo>
                  <a:lnTo>
                    <a:pt x="2545" y="3389"/>
                  </a:lnTo>
                  <a:lnTo>
                    <a:pt x="2874" y="3389"/>
                  </a:lnTo>
                  <a:cubicBezTo>
                    <a:pt x="2976" y="3389"/>
                    <a:pt x="3058" y="3472"/>
                    <a:pt x="3058" y="3573"/>
                  </a:cubicBezTo>
                  <a:lnTo>
                    <a:pt x="3058" y="3815"/>
                  </a:lnTo>
                  <a:lnTo>
                    <a:pt x="3340" y="3815"/>
                  </a:lnTo>
                  <a:lnTo>
                    <a:pt x="3340" y="4677"/>
                  </a:lnTo>
                  <a:lnTo>
                    <a:pt x="1184" y="4677"/>
                  </a:lnTo>
                  <a:lnTo>
                    <a:pt x="1184" y="3815"/>
                  </a:lnTo>
                  <a:lnTo>
                    <a:pt x="1465" y="3815"/>
                  </a:lnTo>
                  <a:lnTo>
                    <a:pt x="1465" y="3573"/>
                  </a:lnTo>
                  <a:cubicBezTo>
                    <a:pt x="1465" y="3472"/>
                    <a:pt x="1548" y="3389"/>
                    <a:pt x="1649" y="3389"/>
                  </a:cubicBezTo>
                  <a:lnTo>
                    <a:pt x="1978" y="3389"/>
                  </a:lnTo>
                  <a:lnTo>
                    <a:pt x="1978" y="2813"/>
                  </a:lnTo>
                  <a:cubicBezTo>
                    <a:pt x="1558" y="2723"/>
                    <a:pt x="1212" y="2436"/>
                    <a:pt x="1038" y="2053"/>
                  </a:cubicBezTo>
                  <a:lnTo>
                    <a:pt x="920" y="2053"/>
                  </a:lnTo>
                  <a:cubicBezTo>
                    <a:pt x="412" y="2053"/>
                    <a:pt x="0" y="1641"/>
                    <a:pt x="0" y="1135"/>
                  </a:cubicBezTo>
                  <a:close/>
                  <a:moveTo>
                    <a:pt x="3601" y="1589"/>
                  </a:moveTo>
                  <a:lnTo>
                    <a:pt x="3604" y="1589"/>
                  </a:lnTo>
                  <a:cubicBezTo>
                    <a:pt x="3854" y="1589"/>
                    <a:pt x="4057" y="1385"/>
                    <a:pt x="4057" y="1136"/>
                  </a:cubicBezTo>
                  <a:lnTo>
                    <a:pt x="4057" y="896"/>
                  </a:lnTo>
                  <a:lnTo>
                    <a:pt x="3604" y="896"/>
                  </a:lnTo>
                  <a:lnTo>
                    <a:pt x="3604" y="1501"/>
                  </a:lnTo>
                  <a:cubicBezTo>
                    <a:pt x="3604" y="1531"/>
                    <a:pt x="3602" y="1560"/>
                    <a:pt x="3601" y="1589"/>
                  </a:cubicBezTo>
                  <a:close/>
                  <a:moveTo>
                    <a:pt x="1888" y="3859"/>
                  </a:moveTo>
                  <a:lnTo>
                    <a:pt x="1888" y="4320"/>
                  </a:lnTo>
                  <a:lnTo>
                    <a:pt x="2634" y="4320"/>
                  </a:lnTo>
                  <a:lnTo>
                    <a:pt x="2634" y="3859"/>
                  </a:lnTo>
                  <a:lnTo>
                    <a:pt x="1888" y="3859"/>
                  </a:lnTo>
                  <a:close/>
                  <a:moveTo>
                    <a:pt x="1642" y="1317"/>
                  </a:moveTo>
                  <a:lnTo>
                    <a:pt x="1868" y="1544"/>
                  </a:lnTo>
                  <a:lnTo>
                    <a:pt x="2102" y="1780"/>
                  </a:lnTo>
                  <a:lnTo>
                    <a:pt x="2338" y="1545"/>
                  </a:lnTo>
                  <a:lnTo>
                    <a:pt x="2878" y="1008"/>
                  </a:lnTo>
                  <a:lnTo>
                    <a:pt x="2644" y="772"/>
                  </a:lnTo>
                  <a:lnTo>
                    <a:pt x="2104" y="1309"/>
                  </a:lnTo>
                  <a:lnTo>
                    <a:pt x="1878" y="1083"/>
                  </a:lnTo>
                  <a:lnTo>
                    <a:pt x="1642" y="1317"/>
                  </a:lnTo>
                  <a:close/>
                  <a:moveTo>
                    <a:pt x="465" y="1135"/>
                  </a:moveTo>
                  <a:cubicBezTo>
                    <a:pt x="465" y="1385"/>
                    <a:pt x="669" y="1588"/>
                    <a:pt x="918" y="1588"/>
                  </a:cubicBezTo>
                  <a:lnTo>
                    <a:pt x="921" y="1588"/>
                  </a:lnTo>
                  <a:cubicBezTo>
                    <a:pt x="920" y="1559"/>
                    <a:pt x="918" y="1529"/>
                    <a:pt x="918" y="1500"/>
                  </a:cubicBezTo>
                  <a:lnTo>
                    <a:pt x="918" y="895"/>
                  </a:lnTo>
                  <a:lnTo>
                    <a:pt x="465" y="895"/>
                  </a:lnTo>
                  <a:lnTo>
                    <a:pt x="465" y="11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</a:p>
          </p:txBody>
        </p:sp>
        <p:sp>
          <p:nvSpPr>
            <p:cNvPr id="20" name="íṣliḋé"/>
            <p:cNvSpPr txBox="1"/>
            <p:nvPr/>
          </p:nvSpPr>
          <p:spPr bwMode="auto">
            <a:xfrm>
              <a:off x="9049575" y="4309377"/>
              <a:ext cx="2421816" cy="41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 anchor="ctr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b="1" dirty="0"/>
                <a:t>Text here</a:t>
              </a:r>
              <a:endParaRPr lang="en-US" altLang="zh-CN" b="1" dirty="0"/>
            </a:p>
          </p:txBody>
        </p:sp>
        <p:sp>
          <p:nvSpPr>
            <p:cNvPr id="21" name="í$ļîḓé"/>
            <p:cNvSpPr/>
            <p:nvPr/>
          </p:nvSpPr>
          <p:spPr bwMode="auto">
            <a:xfrm>
              <a:off x="10100647" y="3811834"/>
              <a:ext cx="319672" cy="461080"/>
            </a:xfrm>
            <a:custGeom>
              <a:avLst/>
              <a:gdLst>
                <a:gd name="T0" fmla="*/ 958 w 4522"/>
                <a:gd name="T1" fmla="*/ 5339 h 6532"/>
                <a:gd name="T2" fmla="*/ 1274 w 4522"/>
                <a:gd name="T3" fmla="*/ 5052 h 6532"/>
                <a:gd name="T4" fmla="*/ 1646 w 4522"/>
                <a:gd name="T5" fmla="*/ 5261 h 6532"/>
                <a:gd name="T6" fmla="*/ 1560 w 4522"/>
                <a:gd name="T7" fmla="*/ 5677 h 6532"/>
                <a:gd name="T8" fmla="*/ 1136 w 4522"/>
                <a:gd name="T9" fmla="*/ 5725 h 6532"/>
                <a:gd name="T10" fmla="*/ 2381 w 4522"/>
                <a:gd name="T11" fmla="*/ 5245 h 6532"/>
                <a:gd name="T12" fmla="*/ 2140 w 4522"/>
                <a:gd name="T13" fmla="*/ 5245 h 6532"/>
                <a:gd name="T14" fmla="*/ 2065 w 4522"/>
                <a:gd name="T15" fmla="*/ 5473 h 6532"/>
                <a:gd name="T16" fmla="*/ 2260 w 4522"/>
                <a:gd name="T17" fmla="*/ 5615 h 6532"/>
                <a:gd name="T18" fmla="*/ 2454 w 4522"/>
                <a:gd name="T19" fmla="*/ 5473 h 6532"/>
                <a:gd name="T20" fmla="*/ 3538 w 4522"/>
                <a:gd name="T21" fmla="*/ 5260 h 6532"/>
                <a:gd name="T22" fmla="*/ 3166 w 4522"/>
                <a:gd name="T23" fmla="*/ 5051 h 6532"/>
                <a:gd name="T24" fmla="*/ 2850 w 4522"/>
                <a:gd name="T25" fmla="*/ 5337 h 6532"/>
                <a:gd name="T26" fmla="*/ 3028 w 4522"/>
                <a:gd name="T27" fmla="*/ 5725 h 6532"/>
                <a:gd name="T28" fmla="*/ 3452 w 4522"/>
                <a:gd name="T29" fmla="*/ 5677 h 6532"/>
                <a:gd name="T30" fmla="*/ 3538 w 4522"/>
                <a:gd name="T31" fmla="*/ 5260 h 6532"/>
                <a:gd name="T32" fmla="*/ 1456 w 4522"/>
                <a:gd name="T33" fmla="*/ 6045 h 6532"/>
                <a:gd name="T34" fmla="*/ 1541 w 4522"/>
                <a:gd name="T35" fmla="*/ 6463 h 6532"/>
                <a:gd name="T36" fmla="*/ 1965 w 4522"/>
                <a:gd name="T37" fmla="*/ 6511 h 6532"/>
                <a:gd name="T38" fmla="*/ 2142 w 4522"/>
                <a:gd name="T39" fmla="*/ 6123 h 6532"/>
                <a:gd name="T40" fmla="*/ 1826 w 4522"/>
                <a:gd name="T41" fmla="*/ 5836 h 6532"/>
                <a:gd name="T42" fmla="*/ 2614 w 4522"/>
                <a:gd name="T43" fmla="*/ 6031 h 6532"/>
                <a:gd name="T44" fmla="*/ 2540 w 4522"/>
                <a:gd name="T45" fmla="*/ 6259 h 6532"/>
                <a:gd name="T46" fmla="*/ 2734 w 4522"/>
                <a:gd name="T47" fmla="*/ 6400 h 6532"/>
                <a:gd name="T48" fmla="*/ 2929 w 4522"/>
                <a:gd name="T49" fmla="*/ 6259 h 6532"/>
                <a:gd name="T50" fmla="*/ 2854 w 4522"/>
                <a:gd name="T51" fmla="*/ 6031 h 6532"/>
                <a:gd name="T52" fmla="*/ 4368 w 4522"/>
                <a:gd name="T53" fmla="*/ 3957 h 6532"/>
                <a:gd name="T54" fmla="*/ 3573 w 4522"/>
                <a:gd name="T55" fmla="*/ 4572 h 6532"/>
                <a:gd name="T56" fmla="*/ 4153 w 4522"/>
                <a:gd name="T57" fmla="*/ 4253 h 6532"/>
                <a:gd name="T58" fmla="*/ 154 w 4522"/>
                <a:gd name="T59" fmla="*/ 4515 h 6532"/>
                <a:gd name="T60" fmla="*/ 949 w 4522"/>
                <a:gd name="T61" fmla="*/ 3900 h 6532"/>
                <a:gd name="T62" fmla="*/ 369 w 4522"/>
                <a:gd name="T63" fmla="*/ 4219 h 6532"/>
                <a:gd name="T64" fmla="*/ 0 w 4522"/>
                <a:gd name="T65" fmla="*/ 1135 h 6532"/>
                <a:gd name="T66" fmla="*/ 918 w 4522"/>
                <a:gd name="T67" fmla="*/ 0 h 6532"/>
                <a:gd name="T68" fmla="*/ 4522 w 4522"/>
                <a:gd name="T69" fmla="*/ 429 h 6532"/>
                <a:gd name="T70" fmla="*/ 3485 w 4522"/>
                <a:gd name="T71" fmla="*/ 2053 h 6532"/>
                <a:gd name="T72" fmla="*/ 2874 w 4522"/>
                <a:gd name="T73" fmla="*/ 3389 h 6532"/>
                <a:gd name="T74" fmla="*/ 3340 w 4522"/>
                <a:gd name="T75" fmla="*/ 3815 h 6532"/>
                <a:gd name="T76" fmla="*/ 1184 w 4522"/>
                <a:gd name="T77" fmla="*/ 3815 h 6532"/>
                <a:gd name="T78" fmla="*/ 1649 w 4522"/>
                <a:gd name="T79" fmla="*/ 3389 h 6532"/>
                <a:gd name="T80" fmla="*/ 1038 w 4522"/>
                <a:gd name="T81" fmla="*/ 2053 h 6532"/>
                <a:gd name="T82" fmla="*/ 3601 w 4522"/>
                <a:gd name="T83" fmla="*/ 1589 h 6532"/>
                <a:gd name="T84" fmla="*/ 4057 w 4522"/>
                <a:gd name="T85" fmla="*/ 896 h 6532"/>
                <a:gd name="T86" fmla="*/ 3601 w 4522"/>
                <a:gd name="T87" fmla="*/ 1589 h 6532"/>
                <a:gd name="T88" fmla="*/ 2634 w 4522"/>
                <a:gd name="T89" fmla="*/ 4320 h 6532"/>
                <a:gd name="T90" fmla="*/ 1642 w 4522"/>
                <a:gd name="T91" fmla="*/ 1317 h 6532"/>
                <a:gd name="T92" fmla="*/ 2338 w 4522"/>
                <a:gd name="T93" fmla="*/ 1545 h 6532"/>
                <a:gd name="T94" fmla="*/ 2104 w 4522"/>
                <a:gd name="T95" fmla="*/ 1309 h 6532"/>
                <a:gd name="T96" fmla="*/ 465 w 4522"/>
                <a:gd name="T97" fmla="*/ 1135 h 6532"/>
                <a:gd name="T98" fmla="*/ 918 w 4522"/>
                <a:gd name="T99" fmla="*/ 1500 h 6532"/>
                <a:gd name="T100" fmla="*/ 465 w 4522"/>
                <a:gd name="T101" fmla="*/ 1135 h 6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522" h="6532">
                  <a:moveTo>
                    <a:pt x="1069" y="5679"/>
                  </a:moveTo>
                  <a:lnTo>
                    <a:pt x="1120" y="5475"/>
                  </a:lnTo>
                  <a:lnTo>
                    <a:pt x="958" y="5339"/>
                  </a:lnTo>
                  <a:cubicBezTo>
                    <a:pt x="928" y="5313"/>
                    <a:pt x="944" y="5264"/>
                    <a:pt x="984" y="5261"/>
                  </a:cubicBezTo>
                  <a:lnTo>
                    <a:pt x="1194" y="5247"/>
                  </a:lnTo>
                  <a:lnTo>
                    <a:pt x="1274" y="5052"/>
                  </a:lnTo>
                  <a:cubicBezTo>
                    <a:pt x="1289" y="5015"/>
                    <a:pt x="1341" y="5015"/>
                    <a:pt x="1356" y="5052"/>
                  </a:cubicBezTo>
                  <a:lnTo>
                    <a:pt x="1436" y="5247"/>
                  </a:lnTo>
                  <a:lnTo>
                    <a:pt x="1646" y="5261"/>
                  </a:lnTo>
                  <a:cubicBezTo>
                    <a:pt x="1686" y="5264"/>
                    <a:pt x="1702" y="5313"/>
                    <a:pt x="1672" y="5339"/>
                  </a:cubicBezTo>
                  <a:lnTo>
                    <a:pt x="1509" y="5473"/>
                  </a:lnTo>
                  <a:lnTo>
                    <a:pt x="1560" y="5677"/>
                  </a:lnTo>
                  <a:cubicBezTo>
                    <a:pt x="1569" y="5716"/>
                    <a:pt x="1528" y="5747"/>
                    <a:pt x="1493" y="5725"/>
                  </a:cubicBezTo>
                  <a:lnTo>
                    <a:pt x="1314" y="5615"/>
                  </a:lnTo>
                  <a:lnTo>
                    <a:pt x="1136" y="5725"/>
                  </a:lnTo>
                  <a:cubicBezTo>
                    <a:pt x="1101" y="5748"/>
                    <a:pt x="1058" y="5717"/>
                    <a:pt x="1069" y="5679"/>
                  </a:cubicBezTo>
                  <a:close/>
                  <a:moveTo>
                    <a:pt x="2592" y="5260"/>
                  </a:moveTo>
                  <a:lnTo>
                    <a:pt x="2381" y="5245"/>
                  </a:lnTo>
                  <a:lnTo>
                    <a:pt x="2301" y="5051"/>
                  </a:lnTo>
                  <a:cubicBezTo>
                    <a:pt x="2286" y="5013"/>
                    <a:pt x="2234" y="5013"/>
                    <a:pt x="2220" y="5051"/>
                  </a:cubicBezTo>
                  <a:lnTo>
                    <a:pt x="2140" y="5245"/>
                  </a:lnTo>
                  <a:lnTo>
                    <a:pt x="1929" y="5260"/>
                  </a:lnTo>
                  <a:cubicBezTo>
                    <a:pt x="1889" y="5263"/>
                    <a:pt x="1873" y="5312"/>
                    <a:pt x="1904" y="5337"/>
                  </a:cubicBezTo>
                  <a:lnTo>
                    <a:pt x="2065" y="5473"/>
                  </a:lnTo>
                  <a:lnTo>
                    <a:pt x="2014" y="5677"/>
                  </a:lnTo>
                  <a:cubicBezTo>
                    <a:pt x="2005" y="5716"/>
                    <a:pt x="2046" y="5747"/>
                    <a:pt x="2081" y="5725"/>
                  </a:cubicBezTo>
                  <a:lnTo>
                    <a:pt x="2260" y="5615"/>
                  </a:lnTo>
                  <a:lnTo>
                    <a:pt x="2438" y="5725"/>
                  </a:lnTo>
                  <a:cubicBezTo>
                    <a:pt x="2472" y="5747"/>
                    <a:pt x="2514" y="5716"/>
                    <a:pt x="2505" y="5677"/>
                  </a:cubicBezTo>
                  <a:lnTo>
                    <a:pt x="2454" y="5473"/>
                  </a:lnTo>
                  <a:lnTo>
                    <a:pt x="2616" y="5337"/>
                  </a:lnTo>
                  <a:cubicBezTo>
                    <a:pt x="2648" y="5312"/>
                    <a:pt x="2632" y="5263"/>
                    <a:pt x="2592" y="5260"/>
                  </a:cubicBezTo>
                  <a:close/>
                  <a:moveTo>
                    <a:pt x="3538" y="5260"/>
                  </a:moveTo>
                  <a:lnTo>
                    <a:pt x="3328" y="5245"/>
                  </a:lnTo>
                  <a:lnTo>
                    <a:pt x="3248" y="5051"/>
                  </a:lnTo>
                  <a:cubicBezTo>
                    <a:pt x="3233" y="5013"/>
                    <a:pt x="3181" y="5013"/>
                    <a:pt x="3166" y="5051"/>
                  </a:cubicBezTo>
                  <a:lnTo>
                    <a:pt x="3086" y="5245"/>
                  </a:lnTo>
                  <a:lnTo>
                    <a:pt x="2876" y="5260"/>
                  </a:lnTo>
                  <a:cubicBezTo>
                    <a:pt x="2836" y="5263"/>
                    <a:pt x="2820" y="5312"/>
                    <a:pt x="2850" y="5337"/>
                  </a:cubicBezTo>
                  <a:lnTo>
                    <a:pt x="3012" y="5473"/>
                  </a:lnTo>
                  <a:lnTo>
                    <a:pt x="2961" y="5677"/>
                  </a:lnTo>
                  <a:cubicBezTo>
                    <a:pt x="2952" y="5716"/>
                    <a:pt x="2993" y="5747"/>
                    <a:pt x="3028" y="5725"/>
                  </a:cubicBezTo>
                  <a:lnTo>
                    <a:pt x="3206" y="5615"/>
                  </a:lnTo>
                  <a:lnTo>
                    <a:pt x="3385" y="5725"/>
                  </a:lnTo>
                  <a:cubicBezTo>
                    <a:pt x="3418" y="5747"/>
                    <a:pt x="3461" y="5716"/>
                    <a:pt x="3452" y="5677"/>
                  </a:cubicBezTo>
                  <a:lnTo>
                    <a:pt x="3401" y="5473"/>
                  </a:lnTo>
                  <a:lnTo>
                    <a:pt x="3562" y="5337"/>
                  </a:lnTo>
                  <a:cubicBezTo>
                    <a:pt x="3594" y="5312"/>
                    <a:pt x="3578" y="5263"/>
                    <a:pt x="3538" y="5260"/>
                  </a:cubicBezTo>
                  <a:close/>
                  <a:moveTo>
                    <a:pt x="1746" y="5836"/>
                  </a:moveTo>
                  <a:lnTo>
                    <a:pt x="1666" y="6031"/>
                  </a:lnTo>
                  <a:lnTo>
                    <a:pt x="1456" y="6045"/>
                  </a:lnTo>
                  <a:cubicBezTo>
                    <a:pt x="1416" y="6048"/>
                    <a:pt x="1400" y="6097"/>
                    <a:pt x="1430" y="6123"/>
                  </a:cubicBezTo>
                  <a:lnTo>
                    <a:pt x="1592" y="6259"/>
                  </a:lnTo>
                  <a:lnTo>
                    <a:pt x="1541" y="6463"/>
                  </a:lnTo>
                  <a:cubicBezTo>
                    <a:pt x="1532" y="6501"/>
                    <a:pt x="1573" y="6532"/>
                    <a:pt x="1608" y="6511"/>
                  </a:cubicBezTo>
                  <a:lnTo>
                    <a:pt x="1786" y="6400"/>
                  </a:lnTo>
                  <a:lnTo>
                    <a:pt x="1965" y="6511"/>
                  </a:lnTo>
                  <a:cubicBezTo>
                    <a:pt x="1998" y="6532"/>
                    <a:pt x="2041" y="6501"/>
                    <a:pt x="2032" y="6463"/>
                  </a:cubicBezTo>
                  <a:lnTo>
                    <a:pt x="1981" y="6259"/>
                  </a:lnTo>
                  <a:lnTo>
                    <a:pt x="2142" y="6123"/>
                  </a:lnTo>
                  <a:cubicBezTo>
                    <a:pt x="2173" y="6097"/>
                    <a:pt x="2157" y="6048"/>
                    <a:pt x="2117" y="6045"/>
                  </a:cubicBezTo>
                  <a:lnTo>
                    <a:pt x="1906" y="6031"/>
                  </a:lnTo>
                  <a:lnTo>
                    <a:pt x="1826" y="5836"/>
                  </a:lnTo>
                  <a:cubicBezTo>
                    <a:pt x="1813" y="5799"/>
                    <a:pt x="1761" y="5799"/>
                    <a:pt x="1746" y="5836"/>
                  </a:cubicBezTo>
                  <a:close/>
                  <a:moveTo>
                    <a:pt x="2694" y="5836"/>
                  </a:moveTo>
                  <a:lnTo>
                    <a:pt x="2614" y="6031"/>
                  </a:lnTo>
                  <a:lnTo>
                    <a:pt x="2404" y="6045"/>
                  </a:lnTo>
                  <a:cubicBezTo>
                    <a:pt x="2364" y="6048"/>
                    <a:pt x="2348" y="6097"/>
                    <a:pt x="2378" y="6123"/>
                  </a:cubicBezTo>
                  <a:lnTo>
                    <a:pt x="2540" y="6259"/>
                  </a:lnTo>
                  <a:lnTo>
                    <a:pt x="2489" y="6463"/>
                  </a:lnTo>
                  <a:cubicBezTo>
                    <a:pt x="2480" y="6501"/>
                    <a:pt x="2521" y="6532"/>
                    <a:pt x="2556" y="6511"/>
                  </a:cubicBezTo>
                  <a:lnTo>
                    <a:pt x="2734" y="6400"/>
                  </a:lnTo>
                  <a:lnTo>
                    <a:pt x="2913" y="6511"/>
                  </a:lnTo>
                  <a:cubicBezTo>
                    <a:pt x="2946" y="6532"/>
                    <a:pt x="2989" y="6501"/>
                    <a:pt x="2980" y="6463"/>
                  </a:cubicBezTo>
                  <a:lnTo>
                    <a:pt x="2929" y="6259"/>
                  </a:lnTo>
                  <a:lnTo>
                    <a:pt x="3090" y="6123"/>
                  </a:lnTo>
                  <a:cubicBezTo>
                    <a:pt x="3121" y="6097"/>
                    <a:pt x="3105" y="6048"/>
                    <a:pt x="3065" y="6045"/>
                  </a:cubicBezTo>
                  <a:lnTo>
                    <a:pt x="2854" y="6031"/>
                  </a:lnTo>
                  <a:lnTo>
                    <a:pt x="2774" y="5836"/>
                  </a:lnTo>
                  <a:cubicBezTo>
                    <a:pt x="2761" y="5799"/>
                    <a:pt x="2709" y="5799"/>
                    <a:pt x="2694" y="5836"/>
                  </a:cubicBezTo>
                  <a:close/>
                  <a:moveTo>
                    <a:pt x="4368" y="3957"/>
                  </a:moveTo>
                  <a:cubicBezTo>
                    <a:pt x="4386" y="3935"/>
                    <a:pt x="4370" y="3900"/>
                    <a:pt x="4341" y="3900"/>
                  </a:cubicBezTo>
                  <a:lnTo>
                    <a:pt x="3573" y="3900"/>
                  </a:lnTo>
                  <a:lnTo>
                    <a:pt x="3573" y="4572"/>
                  </a:lnTo>
                  <a:lnTo>
                    <a:pt x="4341" y="4572"/>
                  </a:lnTo>
                  <a:cubicBezTo>
                    <a:pt x="4370" y="4572"/>
                    <a:pt x="4386" y="4537"/>
                    <a:pt x="4368" y="4515"/>
                  </a:cubicBezTo>
                  <a:lnTo>
                    <a:pt x="4153" y="4253"/>
                  </a:lnTo>
                  <a:cubicBezTo>
                    <a:pt x="4146" y="4245"/>
                    <a:pt x="4146" y="4233"/>
                    <a:pt x="4153" y="4224"/>
                  </a:cubicBezTo>
                  <a:lnTo>
                    <a:pt x="4368" y="3957"/>
                  </a:lnTo>
                  <a:close/>
                  <a:moveTo>
                    <a:pt x="154" y="4515"/>
                  </a:moveTo>
                  <a:cubicBezTo>
                    <a:pt x="136" y="4537"/>
                    <a:pt x="152" y="4572"/>
                    <a:pt x="181" y="4572"/>
                  </a:cubicBezTo>
                  <a:lnTo>
                    <a:pt x="949" y="4572"/>
                  </a:lnTo>
                  <a:lnTo>
                    <a:pt x="949" y="3900"/>
                  </a:lnTo>
                  <a:lnTo>
                    <a:pt x="181" y="3900"/>
                  </a:lnTo>
                  <a:cubicBezTo>
                    <a:pt x="152" y="3900"/>
                    <a:pt x="136" y="3935"/>
                    <a:pt x="154" y="3957"/>
                  </a:cubicBezTo>
                  <a:lnTo>
                    <a:pt x="369" y="4219"/>
                  </a:lnTo>
                  <a:cubicBezTo>
                    <a:pt x="376" y="4227"/>
                    <a:pt x="376" y="4239"/>
                    <a:pt x="369" y="4248"/>
                  </a:cubicBezTo>
                  <a:lnTo>
                    <a:pt x="154" y="4515"/>
                  </a:lnTo>
                  <a:close/>
                  <a:moveTo>
                    <a:pt x="0" y="1135"/>
                  </a:moveTo>
                  <a:lnTo>
                    <a:pt x="0" y="431"/>
                  </a:lnTo>
                  <a:lnTo>
                    <a:pt x="918" y="431"/>
                  </a:lnTo>
                  <a:lnTo>
                    <a:pt x="918" y="0"/>
                  </a:lnTo>
                  <a:lnTo>
                    <a:pt x="3604" y="0"/>
                  </a:lnTo>
                  <a:lnTo>
                    <a:pt x="3604" y="429"/>
                  </a:lnTo>
                  <a:lnTo>
                    <a:pt x="4522" y="429"/>
                  </a:lnTo>
                  <a:lnTo>
                    <a:pt x="4522" y="1135"/>
                  </a:lnTo>
                  <a:cubicBezTo>
                    <a:pt x="4522" y="1641"/>
                    <a:pt x="4110" y="2053"/>
                    <a:pt x="3604" y="2053"/>
                  </a:cubicBezTo>
                  <a:lnTo>
                    <a:pt x="3485" y="2053"/>
                  </a:lnTo>
                  <a:cubicBezTo>
                    <a:pt x="3312" y="2436"/>
                    <a:pt x="2965" y="2723"/>
                    <a:pt x="2545" y="2813"/>
                  </a:cubicBezTo>
                  <a:lnTo>
                    <a:pt x="2545" y="3389"/>
                  </a:lnTo>
                  <a:lnTo>
                    <a:pt x="2874" y="3389"/>
                  </a:lnTo>
                  <a:cubicBezTo>
                    <a:pt x="2976" y="3389"/>
                    <a:pt x="3058" y="3472"/>
                    <a:pt x="3058" y="3573"/>
                  </a:cubicBezTo>
                  <a:lnTo>
                    <a:pt x="3058" y="3815"/>
                  </a:lnTo>
                  <a:lnTo>
                    <a:pt x="3340" y="3815"/>
                  </a:lnTo>
                  <a:lnTo>
                    <a:pt x="3340" y="4677"/>
                  </a:lnTo>
                  <a:lnTo>
                    <a:pt x="1184" y="4677"/>
                  </a:lnTo>
                  <a:lnTo>
                    <a:pt x="1184" y="3815"/>
                  </a:lnTo>
                  <a:lnTo>
                    <a:pt x="1465" y="3815"/>
                  </a:lnTo>
                  <a:lnTo>
                    <a:pt x="1465" y="3573"/>
                  </a:lnTo>
                  <a:cubicBezTo>
                    <a:pt x="1465" y="3472"/>
                    <a:pt x="1548" y="3389"/>
                    <a:pt x="1649" y="3389"/>
                  </a:cubicBezTo>
                  <a:lnTo>
                    <a:pt x="1978" y="3389"/>
                  </a:lnTo>
                  <a:lnTo>
                    <a:pt x="1978" y="2813"/>
                  </a:lnTo>
                  <a:cubicBezTo>
                    <a:pt x="1558" y="2723"/>
                    <a:pt x="1212" y="2436"/>
                    <a:pt x="1038" y="2053"/>
                  </a:cubicBezTo>
                  <a:lnTo>
                    <a:pt x="920" y="2053"/>
                  </a:lnTo>
                  <a:cubicBezTo>
                    <a:pt x="412" y="2053"/>
                    <a:pt x="0" y="1641"/>
                    <a:pt x="0" y="1135"/>
                  </a:cubicBezTo>
                  <a:close/>
                  <a:moveTo>
                    <a:pt x="3601" y="1589"/>
                  </a:moveTo>
                  <a:lnTo>
                    <a:pt x="3604" y="1589"/>
                  </a:lnTo>
                  <a:cubicBezTo>
                    <a:pt x="3854" y="1589"/>
                    <a:pt x="4057" y="1385"/>
                    <a:pt x="4057" y="1136"/>
                  </a:cubicBezTo>
                  <a:lnTo>
                    <a:pt x="4057" y="896"/>
                  </a:lnTo>
                  <a:lnTo>
                    <a:pt x="3604" y="896"/>
                  </a:lnTo>
                  <a:lnTo>
                    <a:pt x="3604" y="1501"/>
                  </a:lnTo>
                  <a:cubicBezTo>
                    <a:pt x="3604" y="1531"/>
                    <a:pt x="3602" y="1560"/>
                    <a:pt x="3601" y="1589"/>
                  </a:cubicBezTo>
                  <a:close/>
                  <a:moveTo>
                    <a:pt x="1888" y="3859"/>
                  </a:moveTo>
                  <a:lnTo>
                    <a:pt x="1888" y="4320"/>
                  </a:lnTo>
                  <a:lnTo>
                    <a:pt x="2634" y="4320"/>
                  </a:lnTo>
                  <a:lnTo>
                    <a:pt x="2634" y="3859"/>
                  </a:lnTo>
                  <a:lnTo>
                    <a:pt x="1888" y="3859"/>
                  </a:lnTo>
                  <a:close/>
                  <a:moveTo>
                    <a:pt x="1642" y="1317"/>
                  </a:moveTo>
                  <a:lnTo>
                    <a:pt x="1868" y="1544"/>
                  </a:lnTo>
                  <a:lnTo>
                    <a:pt x="2102" y="1780"/>
                  </a:lnTo>
                  <a:lnTo>
                    <a:pt x="2338" y="1545"/>
                  </a:lnTo>
                  <a:lnTo>
                    <a:pt x="2878" y="1008"/>
                  </a:lnTo>
                  <a:lnTo>
                    <a:pt x="2644" y="772"/>
                  </a:lnTo>
                  <a:lnTo>
                    <a:pt x="2104" y="1309"/>
                  </a:lnTo>
                  <a:lnTo>
                    <a:pt x="1878" y="1083"/>
                  </a:lnTo>
                  <a:lnTo>
                    <a:pt x="1642" y="1317"/>
                  </a:lnTo>
                  <a:close/>
                  <a:moveTo>
                    <a:pt x="465" y="1135"/>
                  </a:moveTo>
                  <a:cubicBezTo>
                    <a:pt x="465" y="1385"/>
                    <a:pt x="669" y="1588"/>
                    <a:pt x="918" y="1588"/>
                  </a:cubicBezTo>
                  <a:lnTo>
                    <a:pt x="921" y="1588"/>
                  </a:lnTo>
                  <a:cubicBezTo>
                    <a:pt x="920" y="1559"/>
                    <a:pt x="918" y="1529"/>
                    <a:pt x="918" y="1500"/>
                  </a:cubicBezTo>
                  <a:lnTo>
                    <a:pt x="918" y="895"/>
                  </a:lnTo>
                  <a:lnTo>
                    <a:pt x="465" y="895"/>
                  </a:lnTo>
                  <a:lnTo>
                    <a:pt x="465" y="11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</a:p>
          </p:txBody>
        </p:sp>
        <p:cxnSp>
          <p:nvCxnSpPr>
            <p:cNvPr id="22" name="直接连接符 21"/>
            <p:cNvCxnSpPr>
              <a:endCxn id="35" idx="1"/>
            </p:cNvCxnSpPr>
            <p:nvPr/>
          </p:nvCxnSpPr>
          <p:spPr>
            <a:xfrm>
              <a:off x="2424528" y="2548607"/>
              <a:ext cx="1594038" cy="549568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>
              <a:stCxn id="35" idx="3"/>
              <a:endCxn id="38" idx="1"/>
            </p:cNvCxnSpPr>
            <p:nvPr/>
          </p:nvCxnSpPr>
          <p:spPr>
            <a:xfrm flipV="1">
              <a:off x="5306439" y="2375938"/>
              <a:ext cx="1523499" cy="722237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>
              <a:stCxn id="38" idx="3"/>
              <a:endCxn id="6" idx="1"/>
            </p:cNvCxnSpPr>
            <p:nvPr/>
          </p:nvCxnSpPr>
          <p:spPr>
            <a:xfrm>
              <a:off x="8332458" y="2375938"/>
              <a:ext cx="1284089" cy="533147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î$ḷiḍe"/>
            <p:cNvSpPr txBox="1"/>
            <p:nvPr/>
          </p:nvSpPr>
          <p:spPr>
            <a:xfrm rot="1175612">
              <a:off x="2424753" y="2344979"/>
              <a:ext cx="1512169" cy="584775"/>
            </a:xfrm>
            <a:prstGeom prst="rect">
              <a:avLst/>
            </a:prstGeom>
            <a:noFill/>
          </p:spPr>
          <p:txBody>
            <a:bodyPr wrap="none" lIns="90000" tIns="46800" rIns="90000" bIns="46800" anchor="ctr">
              <a:norm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tx2"/>
                  </a:solidFill>
                </a:rPr>
                <a:t>Keyword</a:t>
              </a:r>
              <a:endParaRPr lang="en-US" altLang="zh-CN" sz="1200" b="1" dirty="0">
                <a:solidFill>
                  <a:schemeClr val="tx2"/>
                </a:solidFill>
              </a:endParaRPr>
            </a:p>
          </p:txBody>
        </p:sp>
        <p:sp>
          <p:nvSpPr>
            <p:cNvPr id="26" name="íšḻïďé"/>
            <p:cNvSpPr txBox="1"/>
            <p:nvPr/>
          </p:nvSpPr>
          <p:spPr>
            <a:xfrm rot="1424783">
              <a:off x="8320057" y="2188958"/>
              <a:ext cx="1512169" cy="584775"/>
            </a:xfrm>
            <a:prstGeom prst="rect">
              <a:avLst/>
            </a:prstGeom>
            <a:noFill/>
          </p:spPr>
          <p:txBody>
            <a:bodyPr wrap="none" lIns="90000" tIns="46800" rIns="90000" bIns="46800" anchor="ctr">
              <a:norm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tx2"/>
                  </a:solidFill>
                </a:rPr>
                <a:t>Keyword</a:t>
              </a:r>
              <a:endParaRPr lang="en-US" altLang="zh-CN" sz="1200" b="1" dirty="0">
                <a:solidFill>
                  <a:schemeClr val="tx2"/>
                </a:solidFill>
              </a:endParaRPr>
            </a:p>
          </p:txBody>
        </p:sp>
        <p:sp>
          <p:nvSpPr>
            <p:cNvPr id="27" name="iṩľíḋè"/>
            <p:cNvSpPr txBox="1"/>
            <p:nvPr/>
          </p:nvSpPr>
          <p:spPr>
            <a:xfrm rot="19986513">
              <a:off x="5279564" y="2261048"/>
              <a:ext cx="1512169" cy="584775"/>
            </a:xfrm>
            <a:prstGeom prst="rect">
              <a:avLst/>
            </a:prstGeom>
            <a:noFill/>
          </p:spPr>
          <p:txBody>
            <a:bodyPr wrap="none" lIns="90000" tIns="46800" rIns="90000" bIns="46800" anchor="ctr">
              <a:norm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tx2"/>
                  </a:solidFill>
                </a:rPr>
                <a:t>Keyword</a:t>
              </a:r>
              <a:endParaRPr lang="en-US" altLang="zh-CN" sz="1200" b="1" dirty="0">
                <a:solidFill>
                  <a:schemeClr val="tx2"/>
                </a:solidFill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3180837" y="3950783"/>
              <a:ext cx="0" cy="2192842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6134349" y="3950783"/>
              <a:ext cx="0" cy="2192842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8968989" y="3950783"/>
              <a:ext cx="0" cy="2192842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ïṥ1îḑé"/>
            <p:cNvGrpSpPr/>
            <p:nvPr/>
          </p:nvGrpSpPr>
          <p:grpSpPr>
            <a:xfrm>
              <a:off x="4008748" y="2419618"/>
              <a:ext cx="1297691" cy="1357113"/>
              <a:chOff x="3858800" y="2419618"/>
              <a:chExt cx="1297691" cy="1357113"/>
            </a:xfrm>
          </p:grpSpPr>
          <p:sp>
            <p:nvSpPr>
              <p:cNvPr id="35" name="îŝ1iḍê"/>
              <p:cNvSpPr/>
              <p:nvPr/>
            </p:nvSpPr>
            <p:spPr bwMode="auto">
              <a:xfrm>
                <a:off x="3868618" y="2419618"/>
                <a:ext cx="1287873" cy="135711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" name="îś1ïďe"/>
              <p:cNvSpPr/>
              <p:nvPr/>
            </p:nvSpPr>
            <p:spPr bwMode="auto">
              <a:xfrm>
                <a:off x="3866035" y="2600960"/>
                <a:ext cx="1283431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normAutofit/>
              </a:bodyPr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02</a:t>
                </a:r>
                <a:endParaRPr lang="en-US" sz="24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37" name="íṡļiḍé"/>
              <p:cNvSpPr/>
              <p:nvPr/>
            </p:nvSpPr>
            <p:spPr>
              <a:xfrm>
                <a:off x="3858800" y="3458040"/>
                <a:ext cx="1297691" cy="498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32" name="ísļïḋê"/>
            <p:cNvSpPr/>
            <p:nvPr/>
          </p:nvSpPr>
          <p:spPr bwMode="auto">
            <a:xfrm>
              <a:off x="6340761" y="4217582"/>
              <a:ext cx="2421816" cy="19257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900" dirty="0"/>
                <a:t>Unified fonts make reading more fluent.</a:t>
              </a:r>
              <a:endParaRPr lang="en-US" altLang="zh-CN" sz="9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900" dirty="0"/>
                <a:t>Theme color makes PPT more convenient to change.</a:t>
              </a:r>
              <a:endParaRPr lang="en-US" altLang="zh-CN" sz="900" dirty="0"/>
            </a:p>
            <a:p>
              <a:pPr algn="ctr">
                <a:lnSpc>
                  <a:spcPct val="150000"/>
                </a:lnSpc>
              </a:pPr>
              <a:endParaRPr lang="en-US" altLang="zh-CN" sz="9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900" dirty="0"/>
                <a:t>Adjust the spacing to adapt to Chinese typesetting, use the reference line in PPT.</a:t>
              </a:r>
              <a:endParaRPr lang="en-US" altLang="zh-CN" sz="900" dirty="0"/>
            </a:p>
          </p:txBody>
        </p:sp>
        <p:sp>
          <p:nvSpPr>
            <p:cNvPr id="33" name="íṩḷîdê"/>
            <p:cNvSpPr txBox="1"/>
            <p:nvPr/>
          </p:nvSpPr>
          <p:spPr bwMode="auto">
            <a:xfrm>
              <a:off x="6340761" y="3797617"/>
              <a:ext cx="2421816" cy="41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 anchor="ctr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b="1" dirty="0"/>
                <a:t>Text here</a:t>
              </a:r>
              <a:endParaRPr lang="en-US" altLang="zh-CN" b="1" dirty="0"/>
            </a:p>
          </p:txBody>
        </p:sp>
        <p:sp>
          <p:nvSpPr>
            <p:cNvPr id="34" name="í$ḻiďe"/>
            <p:cNvSpPr/>
            <p:nvPr/>
          </p:nvSpPr>
          <p:spPr>
            <a:xfrm>
              <a:off x="9616547" y="3218935"/>
              <a:ext cx="1287873" cy="498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Section Header Here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/>
              <a:t>Supporting text here.</a:t>
            </a:r>
            <a:endParaRPr lang="en-US" altLang="zh-CN"/>
          </a:p>
          <a:p>
            <a:pPr lvl="0"/>
            <a:r>
              <a:rPr lang="en-US" altLang="zh-CN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564817" y="2984046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2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/03</a:t>
            </a:r>
            <a:endParaRPr lang="zh-CN" altLang="en-US" spc="100" dirty="0">
              <a:solidFill>
                <a:schemeClr val="accent2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4140" y="5264785"/>
            <a:ext cx="1477645" cy="1376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ffbb72a8-5dff-466b-9c6a-8e58da74647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04165" y="1232727"/>
            <a:ext cx="11161855" cy="4910898"/>
            <a:chOff x="504165" y="1232727"/>
            <a:chExt cx="11161855" cy="4910898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740998" y="3158213"/>
              <a:ext cx="10779492" cy="0"/>
            </a:xfrm>
            <a:prstGeom prst="line">
              <a:avLst/>
            </a:prstGeom>
            <a:ln w="6350" cap="rnd">
              <a:solidFill>
                <a:schemeClr val="tx1">
                  <a:lumMod val="50000"/>
                  <a:lumOff val="5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ïSḻîde"/>
            <p:cNvSpPr txBox="1"/>
            <p:nvPr/>
          </p:nvSpPr>
          <p:spPr>
            <a:xfrm>
              <a:off x="715966" y="1624716"/>
              <a:ext cx="3205703" cy="1224136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 fontScale="70000" lnSpcReduction="20000"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/>
                <a:t>Unified fonts make reading more fluent.</a:t>
              </a:r>
              <a:endParaRPr lang="en-US" altLang="zh-CN" sz="1400" dirty="0"/>
            </a:p>
            <a:p>
              <a:pPr>
                <a:lnSpc>
                  <a:spcPct val="150000"/>
                </a:lnSpc>
              </a:pPr>
              <a:r>
                <a:rPr lang="en-US" altLang="zh-CN" sz="1700" b="1" dirty="0"/>
                <a:t>Theme color makes PPT more convenient to change.</a:t>
              </a:r>
              <a:endParaRPr lang="en-US" altLang="zh-CN" sz="1700" b="1" dirty="0"/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Adjust the spacing to adapt to Chinese typesetting, use the reference line in PPT.</a:t>
              </a:r>
              <a:endParaRPr lang="en-US" altLang="zh-CN" sz="1600" b="1" dirty="0"/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615059" y="4198363"/>
              <a:ext cx="10905431" cy="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işliḍê"/>
            <p:cNvGrpSpPr/>
            <p:nvPr/>
          </p:nvGrpSpPr>
          <p:grpSpPr>
            <a:xfrm>
              <a:off x="504165" y="4668235"/>
              <a:ext cx="3562348" cy="1357834"/>
              <a:chOff x="615059" y="4668235"/>
              <a:chExt cx="2898020" cy="1357834"/>
            </a:xfrm>
          </p:grpSpPr>
          <p:sp>
            <p:nvSpPr>
              <p:cNvPr id="218" name="ïṧļiḑê"/>
              <p:cNvSpPr txBox="1"/>
              <p:nvPr/>
            </p:nvSpPr>
            <p:spPr>
              <a:xfrm>
                <a:off x="615059" y="5140055"/>
                <a:ext cx="2898020" cy="886014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zh-CN" sz="1000" dirty="0"/>
                  <a:t>Supporting text here.</a:t>
                </a:r>
                <a:endParaRPr lang="en-US" altLang="zh-CN" sz="100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000" dirty="0"/>
                  <a:t>When you copy &amp; paste, choose "keep text only" option.</a:t>
                </a:r>
                <a:endParaRPr lang="en-US" altLang="zh-CN" sz="1000" dirty="0"/>
              </a:p>
            </p:txBody>
          </p:sp>
          <p:sp>
            <p:nvSpPr>
              <p:cNvPr id="219" name="iSliḑé"/>
              <p:cNvSpPr txBox="1"/>
              <p:nvPr/>
            </p:nvSpPr>
            <p:spPr>
              <a:xfrm>
                <a:off x="615059" y="4668235"/>
                <a:ext cx="2898020" cy="471820"/>
              </a:xfrm>
              <a:prstGeom prst="rect">
                <a:avLst/>
              </a:prstGeom>
              <a:noFill/>
            </p:spPr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600" b="1" dirty="0"/>
                  <a:t>Text here</a:t>
                </a:r>
                <a:endParaRPr lang="en-US" altLang="zh-CN" sz="1600" b="1" dirty="0"/>
              </a:p>
            </p:txBody>
          </p:sp>
        </p:grpSp>
        <p:grpSp>
          <p:nvGrpSpPr>
            <p:cNvPr id="10" name="iṣḻiḑé"/>
            <p:cNvGrpSpPr/>
            <p:nvPr/>
          </p:nvGrpSpPr>
          <p:grpSpPr>
            <a:xfrm>
              <a:off x="2010975" y="3923999"/>
              <a:ext cx="548728" cy="548732"/>
              <a:chOff x="7209746" y="4153276"/>
              <a:chExt cx="675000" cy="675005"/>
            </a:xfrm>
          </p:grpSpPr>
          <p:sp>
            <p:nvSpPr>
              <p:cNvPr id="216" name="i$ľîḑê"/>
              <p:cNvSpPr/>
              <p:nvPr/>
            </p:nvSpPr>
            <p:spPr>
              <a:xfrm>
                <a:off x="7209746" y="4153276"/>
                <a:ext cx="675000" cy="675005"/>
              </a:xfrm>
              <a:prstGeom prst="ellipse">
                <a:avLst/>
              </a:prstGeom>
              <a:solidFill>
                <a:schemeClr val="accent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/>
              </a:p>
            </p:txBody>
          </p:sp>
          <p:sp>
            <p:nvSpPr>
              <p:cNvPr id="217" name="ïṡḷíďé"/>
              <p:cNvSpPr/>
              <p:nvPr/>
            </p:nvSpPr>
            <p:spPr bwMode="auto">
              <a:xfrm>
                <a:off x="7375153" y="4322040"/>
                <a:ext cx="344185" cy="337474"/>
              </a:xfrm>
              <a:custGeom>
                <a:avLst/>
                <a:gdLst>
                  <a:gd name="T0" fmla="*/ 1312 w 1990"/>
                  <a:gd name="T1" fmla="*/ 1552 h 1954"/>
                  <a:gd name="T2" fmla="*/ 291 w 1990"/>
                  <a:gd name="T3" fmla="*/ 1746 h 1954"/>
                  <a:gd name="T4" fmla="*/ 0 w 1990"/>
                  <a:gd name="T5" fmla="*/ 540 h 1954"/>
                  <a:gd name="T6" fmla="*/ 515 w 1990"/>
                  <a:gd name="T7" fmla="*/ 249 h 1954"/>
                  <a:gd name="T8" fmla="*/ 1205 w 1990"/>
                  <a:gd name="T9" fmla="*/ 0 h 1954"/>
                  <a:gd name="T10" fmla="*/ 1496 w 1990"/>
                  <a:gd name="T11" fmla="*/ 489 h 1954"/>
                  <a:gd name="T12" fmla="*/ 1413 w 1990"/>
                  <a:gd name="T13" fmla="*/ 291 h 1954"/>
                  <a:gd name="T14" fmla="*/ 802 w 1990"/>
                  <a:gd name="T15" fmla="*/ 83 h 1954"/>
                  <a:gd name="T16" fmla="*/ 1039 w 1990"/>
                  <a:gd name="T17" fmla="*/ 249 h 1954"/>
                  <a:gd name="T18" fmla="*/ 1243 w 1990"/>
                  <a:gd name="T19" fmla="*/ 499 h 1954"/>
                  <a:gd name="T20" fmla="*/ 291 w 1990"/>
                  <a:gd name="T21" fmla="*/ 333 h 1954"/>
                  <a:gd name="T22" fmla="*/ 83 w 1990"/>
                  <a:gd name="T23" fmla="*/ 1455 h 1954"/>
                  <a:gd name="T24" fmla="*/ 1039 w 1990"/>
                  <a:gd name="T25" fmla="*/ 1663 h 1954"/>
                  <a:gd name="T26" fmla="*/ 1641 w 1990"/>
                  <a:gd name="T27" fmla="*/ 1453 h 1954"/>
                  <a:gd name="T28" fmla="*/ 1138 w 1990"/>
                  <a:gd name="T29" fmla="*/ 583 h 1954"/>
                  <a:gd name="T30" fmla="*/ 1641 w 1990"/>
                  <a:gd name="T31" fmla="*/ 1453 h 1954"/>
                  <a:gd name="T32" fmla="*/ 1752 w 1990"/>
                  <a:gd name="T33" fmla="*/ 809 h 1954"/>
                  <a:gd name="T34" fmla="*/ 1026 w 1990"/>
                  <a:gd name="T35" fmla="*/ 1228 h 1954"/>
                  <a:gd name="T36" fmla="*/ 1767 w 1990"/>
                  <a:gd name="T37" fmla="*/ 1422 h 1954"/>
                  <a:gd name="T38" fmla="*/ 1717 w 1990"/>
                  <a:gd name="T39" fmla="*/ 1835 h 1954"/>
                  <a:gd name="T40" fmla="*/ 1767 w 1990"/>
                  <a:gd name="T41" fmla="*/ 1422 h 1954"/>
                  <a:gd name="T42" fmla="*/ 1739 w 1990"/>
                  <a:gd name="T43" fmla="*/ 1874 h 1954"/>
                  <a:gd name="T44" fmla="*/ 1956 w 1990"/>
                  <a:gd name="T45" fmla="*/ 1749 h 1954"/>
                  <a:gd name="T46" fmla="*/ 249 w 1990"/>
                  <a:gd name="T47" fmla="*/ 551 h 1954"/>
                  <a:gd name="T48" fmla="*/ 803 w 1990"/>
                  <a:gd name="T49" fmla="*/ 613 h 1954"/>
                  <a:gd name="T50" fmla="*/ 675 w 1990"/>
                  <a:gd name="T51" fmla="*/ 828 h 1954"/>
                  <a:gd name="T52" fmla="*/ 249 w 1990"/>
                  <a:gd name="T53" fmla="*/ 890 h 1954"/>
                  <a:gd name="T54" fmla="*/ 675 w 1990"/>
                  <a:gd name="T55" fmla="*/ 828 h 1954"/>
                  <a:gd name="T56" fmla="*/ 675 w 1990"/>
                  <a:gd name="T57" fmla="*/ 1167 h 1954"/>
                  <a:gd name="T58" fmla="*/ 249 w 1990"/>
                  <a:gd name="T59" fmla="*/ 1105 h 1954"/>
                  <a:gd name="T60" fmla="*/ 249 w 1990"/>
                  <a:gd name="T61" fmla="*/ 1444 h 1954"/>
                  <a:gd name="T62" fmla="*/ 803 w 1990"/>
                  <a:gd name="T63" fmla="*/ 1382 h 1954"/>
                  <a:gd name="T64" fmla="*/ 249 w 1990"/>
                  <a:gd name="T65" fmla="*/ 1444 h 1954"/>
                  <a:gd name="T66" fmla="*/ 1179 w 1990"/>
                  <a:gd name="T67" fmla="*/ 961 h 1954"/>
                  <a:gd name="T68" fmla="*/ 1300 w 1990"/>
                  <a:gd name="T69" fmla="*/ 1219 h 1954"/>
                  <a:gd name="T70" fmla="*/ 1604 w 1990"/>
                  <a:gd name="T71" fmla="*/ 858 h 1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90" h="1954">
                    <a:moveTo>
                      <a:pt x="1231" y="1534"/>
                    </a:moveTo>
                    <a:cubicBezTo>
                      <a:pt x="1258" y="1542"/>
                      <a:pt x="1285" y="1548"/>
                      <a:pt x="1312" y="1552"/>
                    </a:cubicBezTo>
                    <a:cubicBezTo>
                      <a:pt x="1272" y="1665"/>
                      <a:pt x="1165" y="1746"/>
                      <a:pt x="1039" y="1746"/>
                    </a:cubicBezTo>
                    <a:lnTo>
                      <a:pt x="291" y="1746"/>
                    </a:lnTo>
                    <a:cubicBezTo>
                      <a:pt x="131" y="1746"/>
                      <a:pt x="0" y="1615"/>
                      <a:pt x="0" y="1455"/>
                    </a:cubicBezTo>
                    <a:lnTo>
                      <a:pt x="0" y="540"/>
                    </a:lnTo>
                    <a:cubicBezTo>
                      <a:pt x="0" y="380"/>
                      <a:pt x="131" y="249"/>
                      <a:pt x="291" y="249"/>
                    </a:cubicBezTo>
                    <a:lnTo>
                      <a:pt x="515" y="249"/>
                    </a:lnTo>
                    <a:cubicBezTo>
                      <a:pt x="535" y="109"/>
                      <a:pt x="656" y="0"/>
                      <a:pt x="802" y="0"/>
                    </a:cubicBezTo>
                    <a:lnTo>
                      <a:pt x="1205" y="0"/>
                    </a:lnTo>
                    <a:cubicBezTo>
                      <a:pt x="1366" y="0"/>
                      <a:pt x="1496" y="131"/>
                      <a:pt x="1496" y="291"/>
                    </a:cubicBezTo>
                    <a:lnTo>
                      <a:pt x="1496" y="489"/>
                    </a:lnTo>
                    <a:cubicBezTo>
                      <a:pt x="1469" y="484"/>
                      <a:pt x="1441" y="480"/>
                      <a:pt x="1413" y="479"/>
                    </a:cubicBezTo>
                    <a:lnTo>
                      <a:pt x="1413" y="291"/>
                    </a:lnTo>
                    <a:cubicBezTo>
                      <a:pt x="1413" y="176"/>
                      <a:pt x="1320" y="83"/>
                      <a:pt x="1205" y="83"/>
                    </a:cubicBezTo>
                    <a:lnTo>
                      <a:pt x="802" y="83"/>
                    </a:lnTo>
                    <a:cubicBezTo>
                      <a:pt x="701" y="83"/>
                      <a:pt x="617" y="155"/>
                      <a:pt x="598" y="249"/>
                    </a:cubicBezTo>
                    <a:lnTo>
                      <a:pt x="1039" y="249"/>
                    </a:lnTo>
                    <a:cubicBezTo>
                      <a:pt x="1180" y="249"/>
                      <a:pt x="1297" y="349"/>
                      <a:pt x="1324" y="482"/>
                    </a:cubicBezTo>
                    <a:cubicBezTo>
                      <a:pt x="1297" y="485"/>
                      <a:pt x="1270" y="491"/>
                      <a:pt x="1243" y="499"/>
                    </a:cubicBezTo>
                    <a:cubicBezTo>
                      <a:pt x="1224" y="404"/>
                      <a:pt x="1140" y="333"/>
                      <a:pt x="1039" y="333"/>
                    </a:cubicBezTo>
                    <a:lnTo>
                      <a:pt x="291" y="333"/>
                    </a:lnTo>
                    <a:cubicBezTo>
                      <a:pt x="177" y="333"/>
                      <a:pt x="83" y="426"/>
                      <a:pt x="83" y="540"/>
                    </a:cubicBezTo>
                    <a:lnTo>
                      <a:pt x="83" y="1455"/>
                    </a:lnTo>
                    <a:cubicBezTo>
                      <a:pt x="83" y="1569"/>
                      <a:pt x="177" y="1663"/>
                      <a:pt x="291" y="1663"/>
                    </a:cubicBezTo>
                    <a:lnTo>
                      <a:pt x="1039" y="1663"/>
                    </a:lnTo>
                    <a:cubicBezTo>
                      <a:pt x="1126" y="1663"/>
                      <a:pt x="1200" y="1609"/>
                      <a:pt x="1231" y="1534"/>
                    </a:cubicBezTo>
                    <a:close/>
                    <a:moveTo>
                      <a:pt x="1641" y="1453"/>
                    </a:moveTo>
                    <a:cubicBezTo>
                      <a:pt x="1401" y="1591"/>
                      <a:pt x="1093" y="1509"/>
                      <a:pt x="955" y="1269"/>
                    </a:cubicBezTo>
                    <a:cubicBezTo>
                      <a:pt x="816" y="1029"/>
                      <a:pt x="899" y="722"/>
                      <a:pt x="1138" y="583"/>
                    </a:cubicBezTo>
                    <a:cubicBezTo>
                      <a:pt x="1378" y="445"/>
                      <a:pt x="1686" y="527"/>
                      <a:pt x="1824" y="767"/>
                    </a:cubicBezTo>
                    <a:cubicBezTo>
                      <a:pt x="1963" y="1007"/>
                      <a:pt x="1880" y="1314"/>
                      <a:pt x="1641" y="1453"/>
                    </a:cubicBezTo>
                    <a:close/>
                    <a:moveTo>
                      <a:pt x="1599" y="1381"/>
                    </a:moveTo>
                    <a:cubicBezTo>
                      <a:pt x="1799" y="1266"/>
                      <a:pt x="1868" y="1009"/>
                      <a:pt x="1752" y="809"/>
                    </a:cubicBezTo>
                    <a:cubicBezTo>
                      <a:pt x="1637" y="608"/>
                      <a:pt x="1380" y="539"/>
                      <a:pt x="1180" y="655"/>
                    </a:cubicBezTo>
                    <a:cubicBezTo>
                      <a:pt x="980" y="771"/>
                      <a:pt x="911" y="1027"/>
                      <a:pt x="1026" y="1228"/>
                    </a:cubicBezTo>
                    <a:cubicBezTo>
                      <a:pt x="1142" y="1428"/>
                      <a:pt x="1399" y="1497"/>
                      <a:pt x="1599" y="1381"/>
                    </a:cubicBezTo>
                    <a:close/>
                    <a:moveTo>
                      <a:pt x="1767" y="1422"/>
                    </a:moveTo>
                    <a:lnTo>
                      <a:pt x="1551" y="1547"/>
                    </a:lnTo>
                    <a:lnTo>
                      <a:pt x="1717" y="1835"/>
                    </a:lnTo>
                    <a:lnTo>
                      <a:pt x="1933" y="1710"/>
                    </a:lnTo>
                    <a:lnTo>
                      <a:pt x="1767" y="1422"/>
                    </a:lnTo>
                    <a:close/>
                    <a:moveTo>
                      <a:pt x="1956" y="1749"/>
                    </a:moveTo>
                    <a:lnTo>
                      <a:pt x="1739" y="1874"/>
                    </a:lnTo>
                    <a:cubicBezTo>
                      <a:pt x="1774" y="1934"/>
                      <a:pt x="1850" y="1954"/>
                      <a:pt x="1910" y="1919"/>
                    </a:cubicBezTo>
                    <a:cubicBezTo>
                      <a:pt x="1969" y="1885"/>
                      <a:pt x="1990" y="1809"/>
                      <a:pt x="1956" y="1749"/>
                    </a:cubicBezTo>
                    <a:close/>
                    <a:moveTo>
                      <a:pt x="803" y="551"/>
                    </a:moveTo>
                    <a:lnTo>
                      <a:pt x="249" y="551"/>
                    </a:lnTo>
                    <a:lnTo>
                      <a:pt x="249" y="613"/>
                    </a:lnTo>
                    <a:lnTo>
                      <a:pt x="803" y="613"/>
                    </a:lnTo>
                    <a:lnTo>
                      <a:pt x="803" y="551"/>
                    </a:lnTo>
                    <a:close/>
                    <a:moveTo>
                      <a:pt x="675" y="828"/>
                    </a:moveTo>
                    <a:lnTo>
                      <a:pt x="249" y="828"/>
                    </a:lnTo>
                    <a:lnTo>
                      <a:pt x="249" y="890"/>
                    </a:lnTo>
                    <a:lnTo>
                      <a:pt x="675" y="890"/>
                    </a:lnTo>
                    <a:lnTo>
                      <a:pt x="675" y="828"/>
                    </a:lnTo>
                    <a:close/>
                    <a:moveTo>
                      <a:pt x="249" y="1167"/>
                    </a:moveTo>
                    <a:lnTo>
                      <a:pt x="675" y="1167"/>
                    </a:lnTo>
                    <a:lnTo>
                      <a:pt x="675" y="1105"/>
                    </a:lnTo>
                    <a:lnTo>
                      <a:pt x="249" y="1105"/>
                    </a:lnTo>
                    <a:lnTo>
                      <a:pt x="249" y="1167"/>
                    </a:lnTo>
                    <a:close/>
                    <a:moveTo>
                      <a:pt x="249" y="1444"/>
                    </a:moveTo>
                    <a:lnTo>
                      <a:pt x="803" y="1444"/>
                    </a:lnTo>
                    <a:lnTo>
                      <a:pt x="803" y="1382"/>
                    </a:lnTo>
                    <a:lnTo>
                      <a:pt x="249" y="1382"/>
                    </a:lnTo>
                    <a:lnTo>
                      <a:pt x="249" y="1444"/>
                    </a:lnTo>
                    <a:close/>
                    <a:moveTo>
                      <a:pt x="1308" y="1105"/>
                    </a:moveTo>
                    <a:lnTo>
                      <a:pt x="1179" y="961"/>
                    </a:lnTo>
                    <a:lnTo>
                      <a:pt x="1118" y="1017"/>
                    </a:lnTo>
                    <a:lnTo>
                      <a:pt x="1300" y="1219"/>
                    </a:lnTo>
                    <a:lnTo>
                      <a:pt x="1657" y="922"/>
                    </a:lnTo>
                    <a:lnTo>
                      <a:pt x="1604" y="858"/>
                    </a:lnTo>
                    <a:lnTo>
                      <a:pt x="1308" y="110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182832" tIns="91416" rIns="182832" bIns="91416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sz="7200" dirty="0"/>
              </a:p>
            </p:txBody>
          </p:sp>
        </p:grpSp>
        <p:grpSp>
          <p:nvGrpSpPr>
            <p:cNvPr id="11" name="í$ḻïḓè"/>
            <p:cNvGrpSpPr/>
            <p:nvPr/>
          </p:nvGrpSpPr>
          <p:grpSpPr>
            <a:xfrm>
              <a:off x="4314827" y="4668235"/>
              <a:ext cx="3562348" cy="1357834"/>
              <a:chOff x="4646991" y="4668235"/>
              <a:chExt cx="2898020" cy="1357834"/>
            </a:xfrm>
          </p:grpSpPr>
          <p:sp>
            <p:nvSpPr>
              <p:cNvPr id="214" name="ïṧḻiḓê"/>
              <p:cNvSpPr txBox="1"/>
              <p:nvPr/>
            </p:nvSpPr>
            <p:spPr>
              <a:xfrm>
                <a:off x="4646991" y="5140055"/>
                <a:ext cx="2898020" cy="886014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zh-CN" sz="1000" dirty="0"/>
                  <a:t>Supporting text here.</a:t>
                </a:r>
                <a:endParaRPr lang="en-US" altLang="zh-CN" sz="100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000" dirty="0"/>
                  <a:t>When you copy &amp; paste, choose "keep text only" option.</a:t>
                </a:r>
                <a:endParaRPr lang="en-US" altLang="zh-CN" sz="1000" dirty="0"/>
              </a:p>
            </p:txBody>
          </p:sp>
          <p:sp>
            <p:nvSpPr>
              <p:cNvPr id="215" name="ïṣlïḍe"/>
              <p:cNvSpPr txBox="1"/>
              <p:nvPr/>
            </p:nvSpPr>
            <p:spPr>
              <a:xfrm>
                <a:off x="4646991" y="4668235"/>
                <a:ext cx="2898020" cy="471820"/>
              </a:xfrm>
              <a:prstGeom prst="rect">
                <a:avLst/>
              </a:prstGeom>
              <a:noFill/>
            </p:spPr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600" b="1" dirty="0"/>
                  <a:t>Text here</a:t>
                </a:r>
                <a:endParaRPr lang="en-US" altLang="zh-CN" sz="1600" b="1" dirty="0"/>
              </a:p>
            </p:txBody>
          </p:sp>
        </p:grpSp>
        <p:grpSp>
          <p:nvGrpSpPr>
            <p:cNvPr id="12" name="íṩḷîḑe"/>
            <p:cNvGrpSpPr/>
            <p:nvPr/>
          </p:nvGrpSpPr>
          <p:grpSpPr>
            <a:xfrm>
              <a:off x="5821637" y="3923999"/>
              <a:ext cx="548728" cy="548732"/>
              <a:chOff x="7209746" y="4153276"/>
              <a:chExt cx="675000" cy="675005"/>
            </a:xfrm>
          </p:grpSpPr>
          <p:sp>
            <p:nvSpPr>
              <p:cNvPr id="212" name="îṩḻïḓè"/>
              <p:cNvSpPr/>
              <p:nvPr/>
            </p:nvSpPr>
            <p:spPr>
              <a:xfrm>
                <a:off x="7209746" y="4153276"/>
                <a:ext cx="675000" cy="675005"/>
              </a:xfrm>
              <a:prstGeom prst="ellipse">
                <a:avLst/>
              </a:prstGeom>
              <a:solidFill>
                <a:schemeClr val="accent2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/>
              </a:p>
            </p:txBody>
          </p:sp>
          <p:sp>
            <p:nvSpPr>
              <p:cNvPr id="213" name="ïšḻíḑè"/>
              <p:cNvSpPr/>
              <p:nvPr/>
            </p:nvSpPr>
            <p:spPr bwMode="auto">
              <a:xfrm>
                <a:off x="7375153" y="4322040"/>
                <a:ext cx="344185" cy="337474"/>
              </a:xfrm>
              <a:custGeom>
                <a:avLst/>
                <a:gdLst>
                  <a:gd name="T0" fmla="*/ 1312 w 1990"/>
                  <a:gd name="T1" fmla="*/ 1552 h 1954"/>
                  <a:gd name="T2" fmla="*/ 291 w 1990"/>
                  <a:gd name="T3" fmla="*/ 1746 h 1954"/>
                  <a:gd name="T4" fmla="*/ 0 w 1990"/>
                  <a:gd name="T5" fmla="*/ 540 h 1954"/>
                  <a:gd name="T6" fmla="*/ 515 w 1990"/>
                  <a:gd name="T7" fmla="*/ 249 h 1954"/>
                  <a:gd name="T8" fmla="*/ 1205 w 1990"/>
                  <a:gd name="T9" fmla="*/ 0 h 1954"/>
                  <a:gd name="T10" fmla="*/ 1496 w 1990"/>
                  <a:gd name="T11" fmla="*/ 489 h 1954"/>
                  <a:gd name="T12" fmla="*/ 1413 w 1990"/>
                  <a:gd name="T13" fmla="*/ 291 h 1954"/>
                  <a:gd name="T14" fmla="*/ 802 w 1990"/>
                  <a:gd name="T15" fmla="*/ 83 h 1954"/>
                  <a:gd name="T16" fmla="*/ 1039 w 1990"/>
                  <a:gd name="T17" fmla="*/ 249 h 1954"/>
                  <a:gd name="T18" fmla="*/ 1243 w 1990"/>
                  <a:gd name="T19" fmla="*/ 499 h 1954"/>
                  <a:gd name="T20" fmla="*/ 291 w 1990"/>
                  <a:gd name="T21" fmla="*/ 333 h 1954"/>
                  <a:gd name="T22" fmla="*/ 83 w 1990"/>
                  <a:gd name="T23" fmla="*/ 1455 h 1954"/>
                  <a:gd name="T24" fmla="*/ 1039 w 1990"/>
                  <a:gd name="T25" fmla="*/ 1663 h 1954"/>
                  <a:gd name="T26" fmla="*/ 1641 w 1990"/>
                  <a:gd name="T27" fmla="*/ 1453 h 1954"/>
                  <a:gd name="T28" fmla="*/ 1138 w 1990"/>
                  <a:gd name="T29" fmla="*/ 583 h 1954"/>
                  <a:gd name="T30" fmla="*/ 1641 w 1990"/>
                  <a:gd name="T31" fmla="*/ 1453 h 1954"/>
                  <a:gd name="T32" fmla="*/ 1752 w 1990"/>
                  <a:gd name="T33" fmla="*/ 809 h 1954"/>
                  <a:gd name="T34" fmla="*/ 1026 w 1990"/>
                  <a:gd name="T35" fmla="*/ 1228 h 1954"/>
                  <a:gd name="T36" fmla="*/ 1767 w 1990"/>
                  <a:gd name="T37" fmla="*/ 1422 h 1954"/>
                  <a:gd name="T38" fmla="*/ 1717 w 1990"/>
                  <a:gd name="T39" fmla="*/ 1835 h 1954"/>
                  <a:gd name="T40" fmla="*/ 1767 w 1990"/>
                  <a:gd name="T41" fmla="*/ 1422 h 1954"/>
                  <a:gd name="T42" fmla="*/ 1739 w 1990"/>
                  <a:gd name="T43" fmla="*/ 1874 h 1954"/>
                  <a:gd name="T44" fmla="*/ 1956 w 1990"/>
                  <a:gd name="T45" fmla="*/ 1749 h 1954"/>
                  <a:gd name="T46" fmla="*/ 249 w 1990"/>
                  <a:gd name="T47" fmla="*/ 551 h 1954"/>
                  <a:gd name="T48" fmla="*/ 803 w 1990"/>
                  <a:gd name="T49" fmla="*/ 613 h 1954"/>
                  <a:gd name="T50" fmla="*/ 675 w 1990"/>
                  <a:gd name="T51" fmla="*/ 828 h 1954"/>
                  <a:gd name="T52" fmla="*/ 249 w 1990"/>
                  <a:gd name="T53" fmla="*/ 890 h 1954"/>
                  <a:gd name="T54" fmla="*/ 675 w 1990"/>
                  <a:gd name="T55" fmla="*/ 828 h 1954"/>
                  <a:gd name="T56" fmla="*/ 675 w 1990"/>
                  <a:gd name="T57" fmla="*/ 1167 h 1954"/>
                  <a:gd name="T58" fmla="*/ 249 w 1990"/>
                  <a:gd name="T59" fmla="*/ 1105 h 1954"/>
                  <a:gd name="T60" fmla="*/ 249 w 1990"/>
                  <a:gd name="T61" fmla="*/ 1444 h 1954"/>
                  <a:gd name="T62" fmla="*/ 803 w 1990"/>
                  <a:gd name="T63" fmla="*/ 1382 h 1954"/>
                  <a:gd name="T64" fmla="*/ 249 w 1990"/>
                  <a:gd name="T65" fmla="*/ 1444 h 1954"/>
                  <a:gd name="T66" fmla="*/ 1179 w 1990"/>
                  <a:gd name="T67" fmla="*/ 961 h 1954"/>
                  <a:gd name="T68" fmla="*/ 1300 w 1990"/>
                  <a:gd name="T69" fmla="*/ 1219 h 1954"/>
                  <a:gd name="T70" fmla="*/ 1604 w 1990"/>
                  <a:gd name="T71" fmla="*/ 858 h 1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90" h="1954">
                    <a:moveTo>
                      <a:pt x="1231" y="1534"/>
                    </a:moveTo>
                    <a:cubicBezTo>
                      <a:pt x="1258" y="1542"/>
                      <a:pt x="1285" y="1548"/>
                      <a:pt x="1312" y="1552"/>
                    </a:cubicBezTo>
                    <a:cubicBezTo>
                      <a:pt x="1272" y="1665"/>
                      <a:pt x="1165" y="1746"/>
                      <a:pt x="1039" y="1746"/>
                    </a:cubicBezTo>
                    <a:lnTo>
                      <a:pt x="291" y="1746"/>
                    </a:lnTo>
                    <a:cubicBezTo>
                      <a:pt x="131" y="1746"/>
                      <a:pt x="0" y="1615"/>
                      <a:pt x="0" y="1455"/>
                    </a:cubicBezTo>
                    <a:lnTo>
                      <a:pt x="0" y="540"/>
                    </a:lnTo>
                    <a:cubicBezTo>
                      <a:pt x="0" y="380"/>
                      <a:pt x="131" y="249"/>
                      <a:pt x="291" y="249"/>
                    </a:cubicBezTo>
                    <a:lnTo>
                      <a:pt x="515" y="249"/>
                    </a:lnTo>
                    <a:cubicBezTo>
                      <a:pt x="535" y="109"/>
                      <a:pt x="656" y="0"/>
                      <a:pt x="802" y="0"/>
                    </a:cubicBezTo>
                    <a:lnTo>
                      <a:pt x="1205" y="0"/>
                    </a:lnTo>
                    <a:cubicBezTo>
                      <a:pt x="1366" y="0"/>
                      <a:pt x="1496" y="131"/>
                      <a:pt x="1496" y="291"/>
                    </a:cubicBezTo>
                    <a:lnTo>
                      <a:pt x="1496" y="489"/>
                    </a:lnTo>
                    <a:cubicBezTo>
                      <a:pt x="1469" y="484"/>
                      <a:pt x="1441" y="480"/>
                      <a:pt x="1413" y="479"/>
                    </a:cubicBezTo>
                    <a:lnTo>
                      <a:pt x="1413" y="291"/>
                    </a:lnTo>
                    <a:cubicBezTo>
                      <a:pt x="1413" y="176"/>
                      <a:pt x="1320" y="83"/>
                      <a:pt x="1205" y="83"/>
                    </a:cubicBezTo>
                    <a:lnTo>
                      <a:pt x="802" y="83"/>
                    </a:lnTo>
                    <a:cubicBezTo>
                      <a:pt x="701" y="83"/>
                      <a:pt x="617" y="155"/>
                      <a:pt x="598" y="249"/>
                    </a:cubicBezTo>
                    <a:lnTo>
                      <a:pt x="1039" y="249"/>
                    </a:lnTo>
                    <a:cubicBezTo>
                      <a:pt x="1180" y="249"/>
                      <a:pt x="1297" y="349"/>
                      <a:pt x="1324" y="482"/>
                    </a:cubicBezTo>
                    <a:cubicBezTo>
                      <a:pt x="1297" y="485"/>
                      <a:pt x="1270" y="491"/>
                      <a:pt x="1243" y="499"/>
                    </a:cubicBezTo>
                    <a:cubicBezTo>
                      <a:pt x="1224" y="404"/>
                      <a:pt x="1140" y="333"/>
                      <a:pt x="1039" y="333"/>
                    </a:cubicBezTo>
                    <a:lnTo>
                      <a:pt x="291" y="333"/>
                    </a:lnTo>
                    <a:cubicBezTo>
                      <a:pt x="177" y="333"/>
                      <a:pt x="83" y="426"/>
                      <a:pt x="83" y="540"/>
                    </a:cubicBezTo>
                    <a:lnTo>
                      <a:pt x="83" y="1455"/>
                    </a:lnTo>
                    <a:cubicBezTo>
                      <a:pt x="83" y="1569"/>
                      <a:pt x="177" y="1663"/>
                      <a:pt x="291" y="1663"/>
                    </a:cubicBezTo>
                    <a:lnTo>
                      <a:pt x="1039" y="1663"/>
                    </a:lnTo>
                    <a:cubicBezTo>
                      <a:pt x="1126" y="1663"/>
                      <a:pt x="1200" y="1609"/>
                      <a:pt x="1231" y="1534"/>
                    </a:cubicBezTo>
                    <a:close/>
                    <a:moveTo>
                      <a:pt x="1641" y="1453"/>
                    </a:moveTo>
                    <a:cubicBezTo>
                      <a:pt x="1401" y="1591"/>
                      <a:pt x="1093" y="1509"/>
                      <a:pt x="955" y="1269"/>
                    </a:cubicBezTo>
                    <a:cubicBezTo>
                      <a:pt x="816" y="1029"/>
                      <a:pt x="899" y="722"/>
                      <a:pt x="1138" y="583"/>
                    </a:cubicBezTo>
                    <a:cubicBezTo>
                      <a:pt x="1378" y="445"/>
                      <a:pt x="1686" y="527"/>
                      <a:pt x="1824" y="767"/>
                    </a:cubicBezTo>
                    <a:cubicBezTo>
                      <a:pt x="1963" y="1007"/>
                      <a:pt x="1880" y="1314"/>
                      <a:pt x="1641" y="1453"/>
                    </a:cubicBezTo>
                    <a:close/>
                    <a:moveTo>
                      <a:pt x="1599" y="1381"/>
                    </a:moveTo>
                    <a:cubicBezTo>
                      <a:pt x="1799" y="1266"/>
                      <a:pt x="1868" y="1009"/>
                      <a:pt x="1752" y="809"/>
                    </a:cubicBezTo>
                    <a:cubicBezTo>
                      <a:pt x="1637" y="608"/>
                      <a:pt x="1380" y="539"/>
                      <a:pt x="1180" y="655"/>
                    </a:cubicBezTo>
                    <a:cubicBezTo>
                      <a:pt x="980" y="771"/>
                      <a:pt x="911" y="1027"/>
                      <a:pt x="1026" y="1228"/>
                    </a:cubicBezTo>
                    <a:cubicBezTo>
                      <a:pt x="1142" y="1428"/>
                      <a:pt x="1399" y="1497"/>
                      <a:pt x="1599" y="1381"/>
                    </a:cubicBezTo>
                    <a:close/>
                    <a:moveTo>
                      <a:pt x="1767" y="1422"/>
                    </a:moveTo>
                    <a:lnTo>
                      <a:pt x="1551" y="1547"/>
                    </a:lnTo>
                    <a:lnTo>
                      <a:pt x="1717" y="1835"/>
                    </a:lnTo>
                    <a:lnTo>
                      <a:pt x="1933" y="1710"/>
                    </a:lnTo>
                    <a:lnTo>
                      <a:pt x="1767" y="1422"/>
                    </a:lnTo>
                    <a:close/>
                    <a:moveTo>
                      <a:pt x="1956" y="1749"/>
                    </a:moveTo>
                    <a:lnTo>
                      <a:pt x="1739" y="1874"/>
                    </a:lnTo>
                    <a:cubicBezTo>
                      <a:pt x="1774" y="1934"/>
                      <a:pt x="1850" y="1954"/>
                      <a:pt x="1910" y="1919"/>
                    </a:cubicBezTo>
                    <a:cubicBezTo>
                      <a:pt x="1969" y="1885"/>
                      <a:pt x="1990" y="1809"/>
                      <a:pt x="1956" y="1749"/>
                    </a:cubicBezTo>
                    <a:close/>
                    <a:moveTo>
                      <a:pt x="803" y="551"/>
                    </a:moveTo>
                    <a:lnTo>
                      <a:pt x="249" y="551"/>
                    </a:lnTo>
                    <a:lnTo>
                      <a:pt x="249" y="613"/>
                    </a:lnTo>
                    <a:lnTo>
                      <a:pt x="803" y="613"/>
                    </a:lnTo>
                    <a:lnTo>
                      <a:pt x="803" y="551"/>
                    </a:lnTo>
                    <a:close/>
                    <a:moveTo>
                      <a:pt x="675" y="828"/>
                    </a:moveTo>
                    <a:lnTo>
                      <a:pt x="249" y="828"/>
                    </a:lnTo>
                    <a:lnTo>
                      <a:pt x="249" y="890"/>
                    </a:lnTo>
                    <a:lnTo>
                      <a:pt x="675" y="890"/>
                    </a:lnTo>
                    <a:lnTo>
                      <a:pt x="675" y="828"/>
                    </a:lnTo>
                    <a:close/>
                    <a:moveTo>
                      <a:pt x="249" y="1167"/>
                    </a:moveTo>
                    <a:lnTo>
                      <a:pt x="675" y="1167"/>
                    </a:lnTo>
                    <a:lnTo>
                      <a:pt x="675" y="1105"/>
                    </a:lnTo>
                    <a:lnTo>
                      <a:pt x="249" y="1105"/>
                    </a:lnTo>
                    <a:lnTo>
                      <a:pt x="249" y="1167"/>
                    </a:lnTo>
                    <a:close/>
                    <a:moveTo>
                      <a:pt x="249" y="1444"/>
                    </a:moveTo>
                    <a:lnTo>
                      <a:pt x="803" y="1444"/>
                    </a:lnTo>
                    <a:lnTo>
                      <a:pt x="803" y="1382"/>
                    </a:lnTo>
                    <a:lnTo>
                      <a:pt x="249" y="1382"/>
                    </a:lnTo>
                    <a:lnTo>
                      <a:pt x="249" y="1444"/>
                    </a:lnTo>
                    <a:close/>
                    <a:moveTo>
                      <a:pt x="1308" y="1105"/>
                    </a:moveTo>
                    <a:lnTo>
                      <a:pt x="1179" y="961"/>
                    </a:lnTo>
                    <a:lnTo>
                      <a:pt x="1118" y="1017"/>
                    </a:lnTo>
                    <a:lnTo>
                      <a:pt x="1300" y="1219"/>
                    </a:lnTo>
                    <a:lnTo>
                      <a:pt x="1657" y="922"/>
                    </a:lnTo>
                    <a:lnTo>
                      <a:pt x="1604" y="858"/>
                    </a:lnTo>
                    <a:lnTo>
                      <a:pt x="1308" y="110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182832" tIns="91416" rIns="182832" bIns="91416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sz="7200" dirty="0"/>
              </a:p>
            </p:txBody>
          </p:sp>
        </p:grpSp>
        <p:grpSp>
          <p:nvGrpSpPr>
            <p:cNvPr id="13" name="ïšḷïdè"/>
            <p:cNvGrpSpPr/>
            <p:nvPr/>
          </p:nvGrpSpPr>
          <p:grpSpPr>
            <a:xfrm>
              <a:off x="8103672" y="4668235"/>
              <a:ext cx="3562348" cy="1357834"/>
              <a:chOff x="8678923" y="4668235"/>
              <a:chExt cx="2898020" cy="1357834"/>
            </a:xfrm>
          </p:grpSpPr>
          <p:sp>
            <p:nvSpPr>
              <p:cNvPr id="210" name="iṡļïḓé"/>
              <p:cNvSpPr txBox="1"/>
              <p:nvPr/>
            </p:nvSpPr>
            <p:spPr>
              <a:xfrm>
                <a:off x="8678923" y="5140055"/>
                <a:ext cx="2898020" cy="886014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zh-CN" sz="1000" dirty="0"/>
                  <a:t>Supporting text here.</a:t>
                </a:r>
                <a:endParaRPr lang="en-US" altLang="zh-CN" sz="100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000" dirty="0"/>
                  <a:t>When you copy &amp; paste, choose "keep text only" option.</a:t>
                </a:r>
                <a:endParaRPr lang="en-US" altLang="zh-CN" sz="1000" dirty="0"/>
              </a:p>
            </p:txBody>
          </p:sp>
          <p:sp>
            <p:nvSpPr>
              <p:cNvPr id="211" name="íṩḻïḍê"/>
              <p:cNvSpPr txBox="1"/>
              <p:nvPr/>
            </p:nvSpPr>
            <p:spPr>
              <a:xfrm>
                <a:off x="8678923" y="4668235"/>
                <a:ext cx="2898020" cy="471820"/>
              </a:xfrm>
              <a:prstGeom prst="rect">
                <a:avLst/>
              </a:prstGeom>
              <a:noFill/>
            </p:spPr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600" b="1" dirty="0"/>
                  <a:t>Text here</a:t>
                </a:r>
                <a:endParaRPr lang="en-US" altLang="zh-CN" sz="1600" b="1" dirty="0"/>
              </a:p>
            </p:txBody>
          </p:sp>
        </p:grpSp>
        <p:grpSp>
          <p:nvGrpSpPr>
            <p:cNvPr id="14" name="iślïḓê"/>
            <p:cNvGrpSpPr/>
            <p:nvPr/>
          </p:nvGrpSpPr>
          <p:grpSpPr>
            <a:xfrm>
              <a:off x="9610482" y="3923999"/>
              <a:ext cx="548728" cy="548732"/>
              <a:chOff x="7209746" y="4153276"/>
              <a:chExt cx="675000" cy="675005"/>
            </a:xfrm>
          </p:grpSpPr>
          <p:sp>
            <p:nvSpPr>
              <p:cNvPr id="208" name="ïšlíḋe"/>
              <p:cNvSpPr/>
              <p:nvPr/>
            </p:nvSpPr>
            <p:spPr>
              <a:xfrm>
                <a:off x="7209746" y="4153276"/>
                <a:ext cx="675000" cy="675005"/>
              </a:xfrm>
              <a:prstGeom prst="ellipse">
                <a:avLst/>
              </a:prstGeom>
              <a:solidFill>
                <a:schemeClr val="accent3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/>
              </a:p>
            </p:txBody>
          </p:sp>
          <p:sp>
            <p:nvSpPr>
              <p:cNvPr id="209" name="íśḷíde"/>
              <p:cNvSpPr/>
              <p:nvPr/>
            </p:nvSpPr>
            <p:spPr bwMode="auto">
              <a:xfrm>
                <a:off x="7375153" y="4322040"/>
                <a:ext cx="344185" cy="337474"/>
              </a:xfrm>
              <a:custGeom>
                <a:avLst/>
                <a:gdLst>
                  <a:gd name="T0" fmla="*/ 1312 w 1990"/>
                  <a:gd name="T1" fmla="*/ 1552 h 1954"/>
                  <a:gd name="T2" fmla="*/ 291 w 1990"/>
                  <a:gd name="T3" fmla="*/ 1746 h 1954"/>
                  <a:gd name="T4" fmla="*/ 0 w 1990"/>
                  <a:gd name="T5" fmla="*/ 540 h 1954"/>
                  <a:gd name="T6" fmla="*/ 515 w 1990"/>
                  <a:gd name="T7" fmla="*/ 249 h 1954"/>
                  <a:gd name="T8" fmla="*/ 1205 w 1990"/>
                  <a:gd name="T9" fmla="*/ 0 h 1954"/>
                  <a:gd name="T10" fmla="*/ 1496 w 1990"/>
                  <a:gd name="T11" fmla="*/ 489 h 1954"/>
                  <a:gd name="T12" fmla="*/ 1413 w 1990"/>
                  <a:gd name="T13" fmla="*/ 291 h 1954"/>
                  <a:gd name="T14" fmla="*/ 802 w 1990"/>
                  <a:gd name="T15" fmla="*/ 83 h 1954"/>
                  <a:gd name="T16" fmla="*/ 1039 w 1990"/>
                  <a:gd name="T17" fmla="*/ 249 h 1954"/>
                  <a:gd name="T18" fmla="*/ 1243 w 1990"/>
                  <a:gd name="T19" fmla="*/ 499 h 1954"/>
                  <a:gd name="T20" fmla="*/ 291 w 1990"/>
                  <a:gd name="T21" fmla="*/ 333 h 1954"/>
                  <a:gd name="T22" fmla="*/ 83 w 1990"/>
                  <a:gd name="T23" fmla="*/ 1455 h 1954"/>
                  <a:gd name="T24" fmla="*/ 1039 w 1990"/>
                  <a:gd name="T25" fmla="*/ 1663 h 1954"/>
                  <a:gd name="T26" fmla="*/ 1641 w 1990"/>
                  <a:gd name="T27" fmla="*/ 1453 h 1954"/>
                  <a:gd name="T28" fmla="*/ 1138 w 1990"/>
                  <a:gd name="T29" fmla="*/ 583 h 1954"/>
                  <a:gd name="T30" fmla="*/ 1641 w 1990"/>
                  <a:gd name="T31" fmla="*/ 1453 h 1954"/>
                  <a:gd name="T32" fmla="*/ 1752 w 1990"/>
                  <a:gd name="T33" fmla="*/ 809 h 1954"/>
                  <a:gd name="T34" fmla="*/ 1026 w 1990"/>
                  <a:gd name="T35" fmla="*/ 1228 h 1954"/>
                  <a:gd name="T36" fmla="*/ 1767 w 1990"/>
                  <a:gd name="T37" fmla="*/ 1422 h 1954"/>
                  <a:gd name="T38" fmla="*/ 1717 w 1990"/>
                  <a:gd name="T39" fmla="*/ 1835 h 1954"/>
                  <a:gd name="T40" fmla="*/ 1767 w 1990"/>
                  <a:gd name="T41" fmla="*/ 1422 h 1954"/>
                  <a:gd name="T42" fmla="*/ 1739 w 1990"/>
                  <a:gd name="T43" fmla="*/ 1874 h 1954"/>
                  <a:gd name="T44" fmla="*/ 1956 w 1990"/>
                  <a:gd name="T45" fmla="*/ 1749 h 1954"/>
                  <a:gd name="T46" fmla="*/ 249 w 1990"/>
                  <a:gd name="T47" fmla="*/ 551 h 1954"/>
                  <a:gd name="T48" fmla="*/ 803 w 1990"/>
                  <a:gd name="T49" fmla="*/ 613 h 1954"/>
                  <a:gd name="T50" fmla="*/ 675 w 1990"/>
                  <a:gd name="T51" fmla="*/ 828 h 1954"/>
                  <a:gd name="T52" fmla="*/ 249 w 1990"/>
                  <a:gd name="T53" fmla="*/ 890 h 1954"/>
                  <a:gd name="T54" fmla="*/ 675 w 1990"/>
                  <a:gd name="T55" fmla="*/ 828 h 1954"/>
                  <a:gd name="T56" fmla="*/ 675 w 1990"/>
                  <a:gd name="T57" fmla="*/ 1167 h 1954"/>
                  <a:gd name="T58" fmla="*/ 249 w 1990"/>
                  <a:gd name="T59" fmla="*/ 1105 h 1954"/>
                  <a:gd name="T60" fmla="*/ 249 w 1990"/>
                  <a:gd name="T61" fmla="*/ 1444 h 1954"/>
                  <a:gd name="T62" fmla="*/ 803 w 1990"/>
                  <a:gd name="T63" fmla="*/ 1382 h 1954"/>
                  <a:gd name="T64" fmla="*/ 249 w 1990"/>
                  <a:gd name="T65" fmla="*/ 1444 h 1954"/>
                  <a:gd name="T66" fmla="*/ 1179 w 1990"/>
                  <a:gd name="T67" fmla="*/ 961 h 1954"/>
                  <a:gd name="T68" fmla="*/ 1300 w 1990"/>
                  <a:gd name="T69" fmla="*/ 1219 h 1954"/>
                  <a:gd name="T70" fmla="*/ 1604 w 1990"/>
                  <a:gd name="T71" fmla="*/ 858 h 1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90" h="1954">
                    <a:moveTo>
                      <a:pt x="1231" y="1534"/>
                    </a:moveTo>
                    <a:cubicBezTo>
                      <a:pt x="1258" y="1542"/>
                      <a:pt x="1285" y="1548"/>
                      <a:pt x="1312" y="1552"/>
                    </a:cubicBezTo>
                    <a:cubicBezTo>
                      <a:pt x="1272" y="1665"/>
                      <a:pt x="1165" y="1746"/>
                      <a:pt x="1039" y="1746"/>
                    </a:cubicBezTo>
                    <a:lnTo>
                      <a:pt x="291" y="1746"/>
                    </a:lnTo>
                    <a:cubicBezTo>
                      <a:pt x="131" y="1746"/>
                      <a:pt x="0" y="1615"/>
                      <a:pt x="0" y="1455"/>
                    </a:cubicBezTo>
                    <a:lnTo>
                      <a:pt x="0" y="540"/>
                    </a:lnTo>
                    <a:cubicBezTo>
                      <a:pt x="0" y="380"/>
                      <a:pt x="131" y="249"/>
                      <a:pt x="291" y="249"/>
                    </a:cubicBezTo>
                    <a:lnTo>
                      <a:pt x="515" y="249"/>
                    </a:lnTo>
                    <a:cubicBezTo>
                      <a:pt x="535" y="109"/>
                      <a:pt x="656" y="0"/>
                      <a:pt x="802" y="0"/>
                    </a:cubicBezTo>
                    <a:lnTo>
                      <a:pt x="1205" y="0"/>
                    </a:lnTo>
                    <a:cubicBezTo>
                      <a:pt x="1366" y="0"/>
                      <a:pt x="1496" y="131"/>
                      <a:pt x="1496" y="291"/>
                    </a:cubicBezTo>
                    <a:lnTo>
                      <a:pt x="1496" y="489"/>
                    </a:lnTo>
                    <a:cubicBezTo>
                      <a:pt x="1469" y="484"/>
                      <a:pt x="1441" y="480"/>
                      <a:pt x="1413" y="479"/>
                    </a:cubicBezTo>
                    <a:lnTo>
                      <a:pt x="1413" y="291"/>
                    </a:lnTo>
                    <a:cubicBezTo>
                      <a:pt x="1413" y="176"/>
                      <a:pt x="1320" y="83"/>
                      <a:pt x="1205" y="83"/>
                    </a:cubicBezTo>
                    <a:lnTo>
                      <a:pt x="802" y="83"/>
                    </a:lnTo>
                    <a:cubicBezTo>
                      <a:pt x="701" y="83"/>
                      <a:pt x="617" y="155"/>
                      <a:pt x="598" y="249"/>
                    </a:cubicBezTo>
                    <a:lnTo>
                      <a:pt x="1039" y="249"/>
                    </a:lnTo>
                    <a:cubicBezTo>
                      <a:pt x="1180" y="249"/>
                      <a:pt x="1297" y="349"/>
                      <a:pt x="1324" y="482"/>
                    </a:cubicBezTo>
                    <a:cubicBezTo>
                      <a:pt x="1297" y="485"/>
                      <a:pt x="1270" y="491"/>
                      <a:pt x="1243" y="499"/>
                    </a:cubicBezTo>
                    <a:cubicBezTo>
                      <a:pt x="1224" y="404"/>
                      <a:pt x="1140" y="333"/>
                      <a:pt x="1039" y="333"/>
                    </a:cubicBezTo>
                    <a:lnTo>
                      <a:pt x="291" y="333"/>
                    </a:lnTo>
                    <a:cubicBezTo>
                      <a:pt x="177" y="333"/>
                      <a:pt x="83" y="426"/>
                      <a:pt x="83" y="540"/>
                    </a:cubicBezTo>
                    <a:lnTo>
                      <a:pt x="83" y="1455"/>
                    </a:lnTo>
                    <a:cubicBezTo>
                      <a:pt x="83" y="1569"/>
                      <a:pt x="177" y="1663"/>
                      <a:pt x="291" y="1663"/>
                    </a:cubicBezTo>
                    <a:lnTo>
                      <a:pt x="1039" y="1663"/>
                    </a:lnTo>
                    <a:cubicBezTo>
                      <a:pt x="1126" y="1663"/>
                      <a:pt x="1200" y="1609"/>
                      <a:pt x="1231" y="1534"/>
                    </a:cubicBezTo>
                    <a:close/>
                    <a:moveTo>
                      <a:pt x="1641" y="1453"/>
                    </a:moveTo>
                    <a:cubicBezTo>
                      <a:pt x="1401" y="1591"/>
                      <a:pt x="1093" y="1509"/>
                      <a:pt x="955" y="1269"/>
                    </a:cubicBezTo>
                    <a:cubicBezTo>
                      <a:pt x="816" y="1029"/>
                      <a:pt x="899" y="722"/>
                      <a:pt x="1138" y="583"/>
                    </a:cubicBezTo>
                    <a:cubicBezTo>
                      <a:pt x="1378" y="445"/>
                      <a:pt x="1686" y="527"/>
                      <a:pt x="1824" y="767"/>
                    </a:cubicBezTo>
                    <a:cubicBezTo>
                      <a:pt x="1963" y="1007"/>
                      <a:pt x="1880" y="1314"/>
                      <a:pt x="1641" y="1453"/>
                    </a:cubicBezTo>
                    <a:close/>
                    <a:moveTo>
                      <a:pt x="1599" y="1381"/>
                    </a:moveTo>
                    <a:cubicBezTo>
                      <a:pt x="1799" y="1266"/>
                      <a:pt x="1868" y="1009"/>
                      <a:pt x="1752" y="809"/>
                    </a:cubicBezTo>
                    <a:cubicBezTo>
                      <a:pt x="1637" y="608"/>
                      <a:pt x="1380" y="539"/>
                      <a:pt x="1180" y="655"/>
                    </a:cubicBezTo>
                    <a:cubicBezTo>
                      <a:pt x="980" y="771"/>
                      <a:pt x="911" y="1027"/>
                      <a:pt x="1026" y="1228"/>
                    </a:cubicBezTo>
                    <a:cubicBezTo>
                      <a:pt x="1142" y="1428"/>
                      <a:pt x="1399" y="1497"/>
                      <a:pt x="1599" y="1381"/>
                    </a:cubicBezTo>
                    <a:close/>
                    <a:moveTo>
                      <a:pt x="1767" y="1422"/>
                    </a:moveTo>
                    <a:lnTo>
                      <a:pt x="1551" y="1547"/>
                    </a:lnTo>
                    <a:lnTo>
                      <a:pt x="1717" y="1835"/>
                    </a:lnTo>
                    <a:lnTo>
                      <a:pt x="1933" y="1710"/>
                    </a:lnTo>
                    <a:lnTo>
                      <a:pt x="1767" y="1422"/>
                    </a:lnTo>
                    <a:close/>
                    <a:moveTo>
                      <a:pt x="1956" y="1749"/>
                    </a:moveTo>
                    <a:lnTo>
                      <a:pt x="1739" y="1874"/>
                    </a:lnTo>
                    <a:cubicBezTo>
                      <a:pt x="1774" y="1934"/>
                      <a:pt x="1850" y="1954"/>
                      <a:pt x="1910" y="1919"/>
                    </a:cubicBezTo>
                    <a:cubicBezTo>
                      <a:pt x="1969" y="1885"/>
                      <a:pt x="1990" y="1809"/>
                      <a:pt x="1956" y="1749"/>
                    </a:cubicBezTo>
                    <a:close/>
                    <a:moveTo>
                      <a:pt x="803" y="551"/>
                    </a:moveTo>
                    <a:lnTo>
                      <a:pt x="249" y="551"/>
                    </a:lnTo>
                    <a:lnTo>
                      <a:pt x="249" y="613"/>
                    </a:lnTo>
                    <a:lnTo>
                      <a:pt x="803" y="613"/>
                    </a:lnTo>
                    <a:lnTo>
                      <a:pt x="803" y="551"/>
                    </a:lnTo>
                    <a:close/>
                    <a:moveTo>
                      <a:pt x="675" y="828"/>
                    </a:moveTo>
                    <a:lnTo>
                      <a:pt x="249" y="828"/>
                    </a:lnTo>
                    <a:lnTo>
                      <a:pt x="249" y="890"/>
                    </a:lnTo>
                    <a:lnTo>
                      <a:pt x="675" y="890"/>
                    </a:lnTo>
                    <a:lnTo>
                      <a:pt x="675" y="828"/>
                    </a:lnTo>
                    <a:close/>
                    <a:moveTo>
                      <a:pt x="249" y="1167"/>
                    </a:moveTo>
                    <a:lnTo>
                      <a:pt x="675" y="1167"/>
                    </a:lnTo>
                    <a:lnTo>
                      <a:pt x="675" y="1105"/>
                    </a:lnTo>
                    <a:lnTo>
                      <a:pt x="249" y="1105"/>
                    </a:lnTo>
                    <a:lnTo>
                      <a:pt x="249" y="1167"/>
                    </a:lnTo>
                    <a:close/>
                    <a:moveTo>
                      <a:pt x="249" y="1444"/>
                    </a:moveTo>
                    <a:lnTo>
                      <a:pt x="803" y="1444"/>
                    </a:lnTo>
                    <a:lnTo>
                      <a:pt x="803" y="1382"/>
                    </a:lnTo>
                    <a:lnTo>
                      <a:pt x="249" y="1382"/>
                    </a:lnTo>
                    <a:lnTo>
                      <a:pt x="249" y="1444"/>
                    </a:lnTo>
                    <a:close/>
                    <a:moveTo>
                      <a:pt x="1308" y="1105"/>
                    </a:moveTo>
                    <a:lnTo>
                      <a:pt x="1179" y="961"/>
                    </a:lnTo>
                    <a:lnTo>
                      <a:pt x="1118" y="1017"/>
                    </a:lnTo>
                    <a:lnTo>
                      <a:pt x="1300" y="1219"/>
                    </a:lnTo>
                    <a:lnTo>
                      <a:pt x="1657" y="922"/>
                    </a:lnTo>
                    <a:lnTo>
                      <a:pt x="1604" y="858"/>
                    </a:lnTo>
                    <a:lnTo>
                      <a:pt x="1308" y="110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182832" tIns="91416" rIns="182832" bIns="91416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sz="7200" dirty="0"/>
              </a:p>
            </p:txBody>
          </p:sp>
        </p:grpSp>
        <p:cxnSp>
          <p:nvCxnSpPr>
            <p:cNvPr id="15" name="直接连接符 14"/>
            <p:cNvCxnSpPr/>
            <p:nvPr/>
          </p:nvCxnSpPr>
          <p:spPr>
            <a:xfrm>
              <a:off x="4041407" y="4904145"/>
              <a:ext cx="0" cy="123948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8128777" y="4904145"/>
              <a:ext cx="0" cy="123948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ïşḷíḍe"/>
            <p:cNvSpPr/>
            <p:nvPr/>
          </p:nvSpPr>
          <p:spPr bwMode="auto">
            <a:xfrm>
              <a:off x="4792227" y="2093483"/>
              <a:ext cx="170844" cy="195045"/>
            </a:xfrm>
            <a:custGeom>
              <a:avLst/>
              <a:gdLst>
                <a:gd name="T0" fmla="*/ 288 w 447"/>
                <a:gd name="T1" fmla="*/ 344 h 483"/>
                <a:gd name="T2" fmla="*/ 231 w 447"/>
                <a:gd name="T3" fmla="*/ 343 h 483"/>
                <a:gd name="T4" fmla="*/ 155 w 447"/>
                <a:gd name="T5" fmla="*/ 347 h 483"/>
                <a:gd name="T6" fmla="*/ 120 w 447"/>
                <a:gd name="T7" fmla="*/ 304 h 483"/>
                <a:gd name="T8" fmla="*/ 125 w 447"/>
                <a:gd name="T9" fmla="*/ 219 h 483"/>
                <a:gd name="T10" fmla="*/ 203 w 447"/>
                <a:gd name="T11" fmla="*/ 138 h 483"/>
                <a:gd name="T12" fmla="*/ 306 w 447"/>
                <a:gd name="T13" fmla="*/ 128 h 483"/>
                <a:gd name="T14" fmla="*/ 307 w 447"/>
                <a:gd name="T15" fmla="*/ 246 h 483"/>
                <a:gd name="T16" fmla="*/ 306 w 447"/>
                <a:gd name="T17" fmla="*/ 305 h 483"/>
                <a:gd name="T18" fmla="*/ 334 w 447"/>
                <a:gd name="T19" fmla="*/ 318 h 483"/>
                <a:gd name="T20" fmla="*/ 384 w 447"/>
                <a:gd name="T21" fmla="*/ 286 h 483"/>
                <a:gd name="T22" fmla="*/ 406 w 447"/>
                <a:gd name="T23" fmla="*/ 203 h 483"/>
                <a:gd name="T24" fmla="*/ 356 w 447"/>
                <a:gd name="T25" fmla="*/ 79 h 483"/>
                <a:gd name="T26" fmla="*/ 234 w 447"/>
                <a:gd name="T27" fmla="*/ 37 h 483"/>
                <a:gd name="T28" fmla="*/ 97 w 447"/>
                <a:gd name="T29" fmla="*/ 95 h 483"/>
                <a:gd name="T30" fmla="*/ 41 w 447"/>
                <a:gd name="T31" fmla="*/ 238 h 483"/>
                <a:gd name="T32" fmla="*/ 101 w 447"/>
                <a:gd name="T33" fmla="*/ 392 h 483"/>
                <a:gd name="T34" fmla="*/ 246 w 447"/>
                <a:gd name="T35" fmla="*/ 445 h 483"/>
                <a:gd name="T36" fmla="*/ 387 w 447"/>
                <a:gd name="T37" fmla="*/ 410 h 483"/>
                <a:gd name="T38" fmla="*/ 405 w 447"/>
                <a:gd name="T39" fmla="*/ 415 h 483"/>
                <a:gd name="T40" fmla="*/ 340 w 447"/>
                <a:gd name="T41" fmla="*/ 470 h 483"/>
                <a:gd name="T42" fmla="*/ 179 w 447"/>
                <a:gd name="T43" fmla="*/ 475 h 483"/>
                <a:gd name="T44" fmla="*/ 70 w 447"/>
                <a:gd name="T45" fmla="*/ 418 h 483"/>
                <a:gd name="T46" fmla="*/ 8 w 447"/>
                <a:gd name="T47" fmla="*/ 310 h 483"/>
                <a:gd name="T48" fmla="*/ 8 w 447"/>
                <a:gd name="T49" fmla="*/ 175 h 483"/>
                <a:gd name="T50" fmla="*/ 67 w 447"/>
                <a:gd name="T51" fmla="*/ 70 h 483"/>
                <a:gd name="T52" fmla="*/ 171 w 447"/>
                <a:gd name="T53" fmla="*/ 8 h 483"/>
                <a:gd name="T54" fmla="*/ 288 w 447"/>
                <a:gd name="T55" fmla="*/ 6 h 483"/>
                <a:gd name="T56" fmla="*/ 382 w 447"/>
                <a:gd name="T57" fmla="*/ 53 h 483"/>
                <a:gd name="T58" fmla="*/ 439 w 447"/>
                <a:gd name="T59" fmla="*/ 143 h 483"/>
                <a:gd name="T60" fmla="*/ 438 w 447"/>
                <a:gd name="T61" fmla="*/ 263 h 483"/>
                <a:gd name="T62" fmla="*/ 374 w 447"/>
                <a:gd name="T63" fmla="*/ 343 h 483"/>
                <a:gd name="T64" fmla="*/ 198 w 447"/>
                <a:gd name="T65" fmla="*/ 316 h 483"/>
                <a:gd name="T66" fmla="*/ 234 w 447"/>
                <a:gd name="T67" fmla="*/ 303 h 483"/>
                <a:gd name="T68" fmla="*/ 262 w 447"/>
                <a:gd name="T69" fmla="*/ 252 h 483"/>
                <a:gd name="T70" fmla="*/ 260 w 447"/>
                <a:gd name="T71" fmla="*/ 161 h 483"/>
                <a:gd name="T72" fmla="*/ 188 w 447"/>
                <a:gd name="T73" fmla="*/ 195 h 483"/>
                <a:gd name="T74" fmla="*/ 160 w 447"/>
                <a:gd name="T75" fmla="*/ 270 h 483"/>
                <a:gd name="T76" fmla="*/ 198 w 447"/>
                <a:gd name="T77" fmla="*/ 316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47" h="483">
                  <a:moveTo>
                    <a:pt x="326" y="355"/>
                  </a:moveTo>
                  <a:cubicBezTo>
                    <a:pt x="311" y="355"/>
                    <a:pt x="298" y="351"/>
                    <a:pt x="288" y="344"/>
                  </a:cubicBezTo>
                  <a:cubicBezTo>
                    <a:pt x="278" y="336"/>
                    <a:pt x="272" y="325"/>
                    <a:pt x="269" y="309"/>
                  </a:cubicBezTo>
                  <a:cubicBezTo>
                    <a:pt x="257" y="325"/>
                    <a:pt x="245" y="336"/>
                    <a:pt x="231" y="343"/>
                  </a:cubicBezTo>
                  <a:cubicBezTo>
                    <a:pt x="217" y="350"/>
                    <a:pt x="203" y="354"/>
                    <a:pt x="187" y="354"/>
                  </a:cubicBezTo>
                  <a:cubicBezTo>
                    <a:pt x="175" y="354"/>
                    <a:pt x="164" y="352"/>
                    <a:pt x="155" y="347"/>
                  </a:cubicBezTo>
                  <a:cubicBezTo>
                    <a:pt x="146" y="343"/>
                    <a:pt x="139" y="337"/>
                    <a:pt x="133" y="330"/>
                  </a:cubicBezTo>
                  <a:cubicBezTo>
                    <a:pt x="127" y="323"/>
                    <a:pt x="123" y="314"/>
                    <a:pt x="120" y="304"/>
                  </a:cubicBezTo>
                  <a:cubicBezTo>
                    <a:pt x="117" y="294"/>
                    <a:pt x="115" y="283"/>
                    <a:pt x="115" y="271"/>
                  </a:cubicBezTo>
                  <a:cubicBezTo>
                    <a:pt x="115" y="254"/>
                    <a:pt x="119" y="237"/>
                    <a:pt x="125" y="219"/>
                  </a:cubicBezTo>
                  <a:cubicBezTo>
                    <a:pt x="132" y="202"/>
                    <a:pt x="141" y="186"/>
                    <a:pt x="154" y="172"/>
                  </a:cubicBezTo>
                  <a:cubicBezTo>
                    <a:pt x="167" y="158"/>
                    <a:pt x="183" y="147"/>
                    <a:pt x="203" y="138"/>
                  </a:cubicBezTo>
                  <a:cubicBezTo>
                    <a:pt x="222" y="129"/>
                    <a:pt x="244" y="125"/>
                    <a:pt x="269" y="125"/>
                  </a:cubicBezTo>
                  <a:cubicBezTo>
                    <a:pt x="283" y="125"/>
                    <a:pt x="295" y="126"/>
                    <a:pt x="306" y="128"/>
                  </a:cubicBezTo>
                  <a:cubicBezTo>
                    <a:pt x="316" y="130"/>
                    <a:pt x="326" y="133"/>
                    <a:pt x="335" y="137"/>
                  </a:cubicBezTo>
                  <a:cubicBezTo>
                    <a:pt x="307" y="246"/>
                    <a:pt x="307" y="246"/>
                    <a:pt x="307" y="246"/>
                  </a:cubicBezTo>
                  <a:cubicBezTo>
                    <a:pt x="303" y="261"/>
                    <a:pt x="301" y="273"/>
                    <a:pt x="301" y="283"/>
                  </a:cubicBezTo>
                  <a:cubicBezTo>
                    <a:pt x="301" y="292"/>
                    <a:pt x="303" y="299"/>
                    <a:pt x="306" y="305"/>
                  </a:cubicBezTo>
                  <a:cubicBezTo>
                    <a:pt x="308" y="310"/>
                    <a:pt x="312" y="313"/>
                    <a:pt x="317" y="315"/>
                  </a:cubicBezTo>
                  <a:cubicBezTo>
                    <a:pt x="323" y="317"/>
                    <a:pt x="328" y="318"/>
                    <a:pt x="334" y="318"/>
                  </a:cubicBezTo>
                  <a:cubicBezTo>
                    <a:pt x="344" y="318"/>
                    <a:pt x="353" y="315"/>
                    <a:pt x="362" y="310"/>
                  </a:cubicBezTo>
                  <a:cubicBezTo>
                    <a:pt x="370" y="304"/>
                    <a:pt x="378" y="296"/>
                    <a:pt x="384" y="286"/>
                  </a:cubicBezTo>
                  <a:cubicBezTo>
                    <a:pt x="391" y="276"/>
                    <a:pt x="396" y="264"/>
                    <a:pt x="400" y="250"/>
                  </a:cubicBezTo>
                  <a:cubicBezTo>
                    <a:pt x="404" y="236"/>
                    <a:pt x="406" y="220"/>
                    <a:pt x="406" y="203"/>
                  </a:cubicBezTo>
                  <a:cubicBezTo>
                    <a:pt x="406" y="175"/>
                    <a:pt x="401" y="151"/>
                    <a:pt x="392" y="130"/>
                  </a:cubicBezTo>
                  <a:cubicBezTo>
                    <a:pt x="384" y="110"/>
                    <a:pt x="372" y="93"/>
                    <a:pt x="356" y="79"/>
                  </a:cubicBezTo>
                  <a:cubicBezTo>
                    <a:pt x="341" y="65"/>
                    <a:pt x="323" y="55"/>
                    <a:pt x="302" y="48"/>
                  </a:cubicBezTo>
                  <a:cubicBezTo>
                    <a:pt x="281" y="41"/>
                    <a:pt x="258" y="37"/>
                    <a:pt x="234" y="37"/>
                  </a:cubicBezTo>
                  <a:cubicBezTo>
                    <a:pt x="207" y="37"/>
                    <a:pt x="182" y="42"/>
                    <a:pt x="158" y="53"/>
                  </a:cubicBezTo>
                  <a:cubicBezTo>
                    <a:pt x="135" y="63"/>
                    <a:pt x="115" y="77"/>
                    <a:pt x="97" y="95"/>
                  </a:cubicBezTo>
                  <a:cubicBezTo>
                    <a:pt x="80" y="113"/>
                    <a:pt x="66" y="134"/>
                    <a:pt x="56" y="158"/>
                  </a:cubicBezTo>
                  <a:cubicBezTo>
                    <a:pt x="46" y="183"/>
                    <a:pt x="41" y="210"/>
                    <a:pt x="41" y="238"/>
                  </a:cubicBezTo>
                  <a:cubicBezTo>
                    <a:pt x="41" y="272"/>
                    <a:pt x="47" y="302"/>
                    <a:pt x="57" y="328"/>
                  </a:cubicBezTo>
                  <a:cubicBezTo>
                    <a:pt x="68" y="354"/>
                    <a:pt x="83" y="375"/>
                    <a:pt x="101" y="392"/>
                  </a:cubicBezTo>
                  <a:cubicBezTo>
                    <a:pt x="119" y="410"/>
                    <a:pt x="141" y="423"/>
                    <a:pt x="166" y="432"/>
                  </a:cubicBezTo>
                  <a:cubicBezTo>
                    <a:pt x="191" y="440"/>
                    <a:pt x="218" y="445"/>
                    <a:pt x="246" y="445"/>
                  </a:cubicBezTo>
                  <a:cubicBezTo>
                    <a:pt x="277" y="445"/>
                    <a:pt x="304" y="441"/>
                    <a:pt x="327" y="435"/>
                  </a:cubicBezTo>
                  <a:cubicBezTo>
                    <a:pt x="351" y="428"/>
                    <a:pt x="371" y="420"/>
                    <a:pt x="387" y="410"/>
                  </a:cubicBezTo>
                  <a:cubicBezTo>
                    <a:pt x="391" y="408"/>
                    <a:pt x="395" y="407"/>
                    <a:pt x="398" y="408"/>
                  </a:cubicBezTo>
                  <a:cubicBezTo>
                    <a:pt x="401" y="409"/>
                    <a:pt x="404" y="411"/>
                    <a:pt x="405" y="415"/>
                  </a:cubicBezTo>
                  <a:cubicBezTo>
                    <a:pt x="413" y="436"/>
                    <a:pt x="413" y="436"/>
                    <a:pt x="413" y="436"/>
                  </a:cubicBezTo>
                  <a:cubicBezTo>
                    <a:pt x="392" y="450"/>
                    <a:pt x="367" y="462"/>
                    <a:pt x="340" y="470"/>
                  </a:cubicBezTo>
                  <a:cubicBezTo>
                    <a:pt x="312" y="478"/>
                    <a:pt x="281" y="483"/>
                    <a:pt x="246" y="483"/>
                  </a:cubicBezTo>
                  <a:cubicBezTo>
                    <a:pt x="223" y="483"/>
                    <a:pt x="201" y="480"/>
                    <a:pt x="179" y="475"/>
                  </a:cubicBezTo>
                  <a:cubicBezTo>
                    <a:pt x="158" y="470"/>
                    <a:pt x="138" y="463"/>
                    <a:pt x="120" y="453"/>
                  </a:cubicBezTo>
                  <a:cubicBezTo>
                    <a:pt x="102" y="444"/>
                    <a:pt x="85" y="432"/>
                    <a:pt x="70" y="418"/>
                  </a:cubicBezTo>
                  <a:cubicBezTo>
                    <a:pt x="55" y="404"/>
                    <a:pt x="43" y="388"/>
                    <a:pt x="32" y="370"/>
                  </a:cubicBezTo>
                  <a:cubicBezTo>
                    <a:pt x="22" y="352"/>
                    <a:pt x="14" y="332"/>
                    <a:pt x="8" y="310"/>
                  </a:cubicBezTo>
                  <a:cubicBezTo>
                    <a:pt x="2" y="288"/>
                    <a:pt x="0" y="264"/>
                    <a:pt x="0" y="238"/>
                  </a:cubicBezTo>
                  <a:cubicBezTo>
                    <a:pt x="0" y="217"/>
                    <a:pt x="2" y="196"/>
                    <a:pt x="8" y="175"/>
                  </a:cubicBezTo>
                  <a:cubicBezTo>
                    <a:pt x="13" y="155"/>
                    <a:pt x="21" y="136"/>
                    <a:pt x="31" y="118"/>
                  </a:cubicBezTo>
                  <a:cubicBezTo>
                    <a:pt x="41" y="101"/>
                    <a:pt x="53" y="85"/>
                    <a:pt x="67" y="70"/>
                  </a:cubicBezTo>
                  <a:cubicBezTo>
                    <a:pt x="82" y="56"/>
                    <a:pt x="97" y="43"/>
                    <a:pt x="115" y="33"/>
                  </a:cubicBezTo>
                  <a:cubicBezTo>
                    <a:pt x="132" y="22"/>
                    <a:pt x="151" y="14"/>
                    <a:pt x="171" y="8"/>
                  </a:cubicBezTo>
                  <a:cubicBezTo>
                    <a:pt x="191" y="3"/>
                    <a:pt x="212" y="0"/>
                    <a:pt x="234" y="0"/>
                  </a:cubicBezTo>
                  <a:cubicBezTo>
                    <a:pt x="252" y="0"/>
                    <a:pt x="270" y="2"/>
                    <a:pt x="288" y="6"/>
                  </a:cubicBezTo>
                  <a:cubicBezTo>
                    <a:pt x="306" y="10"/>
                    <a:pt x="323" y="16"/>
                    <a:pt x="338" y="24"/>
                  </a:cubicBezTo>
                  <a:cubicBezTo>
                    <a:pt x="354" y="32"/>
                    <a:pt x="369" y="41"/>
                    <a:pt x="382" y="53"/>
                  </a:cubicBezTo>
                  <a:cubicBezTo>
                    <a:pt x="395" y="65"/>
                    <a:pt x="407" y="78"/>
                    <a:pt x="416" y="93"/>
                  </a:cubicBezTo>
                  <a:cubicBezTo>
                    <a:pt x="426" y="108"/>
                    <a:pt x="434" y="125"/>
                    <a:pt x="439" y="143"/>
                  </a:cubicBezTo>
                  <a:cubicBezTo>
                    <a:pt x="444" y="161"/>
                    <a:pt x="447" y="181"/>
                    <a:pt x="447" y="203"/>
                  </a:cubicBezTo>
                  <a:cubicBezTo>
                    <a:pt x="447" y="225"/>
                    <a:pt x="444" y="245"/>
                    <a:pt x="438" y="263"/>
                  </a:cubicBezTo>
                  <a:cubicBezTo>
                    <a:pt x="431" y="282"/>
                    <a:pt x="423" y="298"/>
                    <a:pt x="412" y="311"/>
                  </a:cubicBezTo>
                  <a:cubicBezTo>
                    <a:pt x="401" y="325"/>
                    <a:pt x="389" y="336"/>
                    <a:pt x="374" y="343"/>
                  </a:cubicBezTo>
                  <a:cubicBezTo>
                    <a:pt x="359" y="351"/>
                    <a:pt x="343" y="355"/>
                    <a:pt x="326" y="355"/>
                  </a:cubicBezTo>
                  <a:close/>
                  <a:moveTo>
                    <a:pt x="198" y="316"/>
                  </a:moveTo>
                  <a:cubicBezTo>
                    <a:pt x="204" y="316"/>
                    <a:pt x="210" y="315"/>
                    <a:pt x="217" y="313"/>
                  </a:cubicBezTo>
                  <a:cubicBezTo>
                    <a:pt x="223" y="311"/>
                    <a:pt x="229" y="308"/>
                    <a:pt x="234" y="303"/>
                  </a:cubicBezTo>
                  <a:cubicBezTo>
                    <a:pt x="240" y="298"/>
                    <a:pt x="245" y="291"/>
                    <a:pt x="250" y="283"/>
                  </a:cubicBezTo>
                  <a:cubicBezTo>
                    <a:pt x="255" y="275"/>
                    <a:pt x="259" y="265"/>
                    <a:pt x="262" y="252"/>
                  </a:cubicBezTo>
                  <a:cubicBezTo>
                    <a:pt x="285" y="164"/>
                    <a:pt x="285" y="164"/>
                    <a:pt x="285" y="164"/>
                  </a:cubicBezTo>
                  <a:cubicBezTo>
                    <a:pt x="277" y="162"/>
                    <a:pt x="269" y="161"/>
                    <a:pt x="260" y="161"/>
                  </a:cubicBezTo>
                  <a:cubicBezTo>
                    <a:pt x="246" y="161"/>
                    <a:pt x="232" y="164"/>
                    <a:pt x="220" y="170"/>
                  </a:cubicBezTo>
                  <a:cubicBezTo>
                    <a:pt x="208" y="177"/>
                    <a:pt x="197" y="185"/>
                    <a:pt x="188" y="195"/>
                  </a:cubicBezTo>
                  <a:cubicBezTo>
                    <a:pt x="180" y="205"/>
                    <a:pt x="173" y="217"/>
                    <a:pt x="168" y="230"/>
                  </a:cubicBezTo>
                  <a:cubicBezTo>
                    <a:pt x="163" y="243"/>
                    <a:pt x="160" y="256"/>
                    <a:pt x="160" y="270"/>
                  </a:cubicBezTo>
                  <a:cubicBezTo>
                    <a:pt x="160" y="284"/>
                    <a:pt x="163" y="295"/>
                    <a:pt x="170" y="303"/>
                  </a:cubicBezTo>
                  <a:cubicBezTo>
                    <a:pt x="176" y="312"/>
                    <a:pt x="186" y="316"/>
                    <a:pt x="198" y="316"/>
                  </a:cubicBez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8" name="ïṡlîdè"/>
            <p:cNvSpPr/>
            <p:nvPr/>
          </p:nvSpPr>
          <p:spPr bwMode="auto">
            <a:xfrm>
              <a:off x="7430619" y="1666302"/>
              <a:ext cx="101174" cy="106795"/>
            </a:xfrm>
            <a:custGeom>
              <a:avLst/>
              <a:gdLst>
                <a:gd name="T0" fmla="*/ 132 w 264"/>
                <a:gd name="T1" fmla="*/ 246 h 265"/>
                <a:gd name="T2" fmla="*/ 132 w 264"/>
                <a:gd name="T3" fmla="*/ 227 h 265"/>
                <a:gd name="T4" fmla="*/ 65 w 264"/>
                <a:gd name="T5" fmla="*/ 200 h 265"/>
                <a:gd name="T6" fmla="*/ 37 w 264"/>
                <a:gd name="T7" fmla="*/ 133 h 265"/>
                <a:gd name="T8" fmla="*/ 65 w 264"/>
                <a:gd name="T9" fmla="*/ 66 h 265"/>
                <a:gd name="T10" fmla="*/ 132 w 264"/>
                <a:gd name="T11" fmla="*/ 38 h 265"/>
                <a:gd name="T12" fmla="*/ 199 w 264"/>
                <a:gd name="T13" fmla="*/ 66 h 265"/>
                <a:gd name="T14" fmla="*/ 227 w 264"/>
                <a:gd name="T15" fmla="*/ 133 h 265"/>
                <a:gd name="T16" fmla="*/ 199 w 264"/>
                <a:gd name="T17" fmla="*/ 200 h 265"/>
                <a:gd name="T18" fmla="*/ 132 w 264"/>
                <a:gd name="T19" fmla="*/ 227 h 265"/>
                <a:gd name="T20" fmla="*/ 132 w 264"/>
                <a:gd name="T21" fmla="*/ 246 h 265"/>
                <a:gd name="T22" fmla="*/ 132 w 264"/>
                <a:gd name="T23" fmla="*/ 265 h 265"/>
                <a:gd name="T24" fmla="*/ 226 w 264"/>
                <a:gd name="T25" fmla="*/ 226 h 265"/>
                <a:gd name="T26" fmla="*/ 264 w 264"/>
                <a:gd name="T27" fmla="*/ 133 h 265"/>
                <a:gd name="T28" fmla="*/ 226 w 264"/>
                <a:gd name="T29" fmla="*/ 39 h 265"/>
                <a:gd name="T30" fmla="*/ 132 w 264"/>
                <a:gd name="T31" fmla="*/ 0 h 265"/>
                <a:gd name="T32" fmla="*/ 39 w 264"/>
                <a:gd name="T33" fmla="*/ 39 h 265"/>
                <a:gd name="T34" fmla="*/ 0 w 264"/>
                <a:gd name="T35" fmla="*/ 133 h 265"/>
                <a:gd name="T36" fmla="*/ 39 w 264"/>
                <a:gd name="T37" fmla="*/ 226 h 265"/>
                <a:gd name="T38" fmla="*/ 132 w 264"/>
                <a:gd name="T39" fmla="*/ 265 h 265"/>
                <a:gd name="T40" fmla="*/ 132 w 264"/>
                <a:gd name="T41" fmla="*/ 246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64" h="265">
                  <a:moveTo>
                    <a:pt x="132" y="246"/>
                  </a:moveTo>
                  <a:cubicBezTo>
                    <a:pt x="132" y="227"/>
                    <a:pt x="132" y="227"/>
                    <a:pt x="132" y="227"/>
                  </a:cubicBezTo>
                  <a:cubicBezTo>
                    <a:pt x="106" y="227"/>
                    <a:pt x="82" y="217"/>
                    <a:pt x="65" y="200"/>
                  </a:cubicBezTo>
                  <a:cubicBezTo>
                    <a:pt x="48" y="182"/>
                    <a:pt x="37" y="159"/>
                    <a:pt x="37" y="133"/>
                  </a:cubicBezTo>
                  <a:cubicBezTo>
                    <a:pt x="37" y="107"/>
                    <a:pt x="48" y="83"/>
                    <a:pt x="65" y="66"/>
                  </a:cubicBezTo>
                  <a:cubicBezTo>
                    <a:pt x="82" y="49"/>
                    <a:pt x="106" y="38"/>
                    <a:pt x="132" y="38"/>
                  </a:cubicBezTo>
                  <a:cubicBezTo>
                    <a:pt x="158" y="38"/>
                    <a:pt x="182" y="49"/>
                    <a:pt x="199" y="66"/>
                  </a:cubicBezTo>
                  <a:cubicBezTo>
                    <a:pt x="216" y="83"/>
                    <a:pt x="227" y="107"/>
                    <a:pt x="227" y="133"/>
                  </a:cubicBezTo>
                  <a:cubicBezTo>
                    <a:pt x="227" y="159"/>
                    <a:pt x="216" y="182"/>
                    <a:pt x="199" y="200"/>
                  </a:cubicBezTo>
                  <a:cubicBezTo>
                    <a:pt x="182" y="217"/>
                    <a:pt x="158" y="227"/>
                    <a:pt x="132" y="227"/>
                  </a:cubicBezTo>
                  <a:cubicBezTo>
                    <a:pt x="132" y="246"/>
                    <a:pt x="132" y="246"/>
                    <a:pt x="132" y="246"/>
                  </a:cubicBezTo>
                  <a:cubicBezTo>
                    <a:pt x="132" y="265"/>
                    <a:pt x="132" y="265"/>
                    <a:pt x="132" y="265"/>
                  </a:cubicBezTo>
                  <a:cubicBezTo>
                    <a:pt x="169" y="265"/>
                    <a:pt x="202" y="250"/>
                    <a:pt x="226" y="226"/>
                  </a:cubicBezTo>
                  <a:cubicBezTo>
                    <a:pt x="250" y="202"/>
                    <a:pt x="264" y="169"/>
                    <a:pt x="264" y="133"/>
                  </a:cubicBezTo>
                  <a:cubicBezTo>
                    <a:pt x="264" y="96"/>
                    <a:pt x="250" y="63"/>
                    <a:pt x="226" y="39"/>
                  </a:cubicBezTo>
                  <a:cubicBezTo>
                    <a:pt x="202" y="15"/>
                    <a:pt x="169" y="0"/>
                    <a:pt x="132" y="0"/>
                  </a:cubicBezTo>
                  <a:cubicBezTo>
                    <a:pt x="96" y="0"/>
                    <a:pt x="62" y="15"/>
                    <a:pt x="39" y="39"/>
                  </a:cubicBezTo>
                  <a:cubicBezTo>
                    <a:pt x="15" y="63"/>
                    <a:pt x="0" y="96"/>
                    <a:pt x="0" y="133"/>
                  </a:cubicBezTo>
                  <a:cubicBezTo>
                    <a:pt x="0" y="169"/>
                    <a:pt x="15" y="202"/>
                    <a:pt x="39" y="226"/>
                  </a:cubicBezTo>
                  <a:cubicBezTo>
                    <a:pt x="62" y="250"/>
                    <a:pt x="96" y="265"/>
                    <a:pt x="132" y="265"/>
                  </a:cubicBezTo>
                  <a:lnTo>
                    <a:pt x="132" y="246"/>
                  </a:ln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9" name="íşḷîḑê"/>
            <p:cNvSpPr/>
            <p:nvPr/>
          </p:nvSpPr>
          <p:spPr bwMode="auto">
            <a:xfrm>
              <a:off x="5086054" y="2467585"/>
              <a:ext cx="1958651" cy="250681"/>
            </a:xfrm>
            <a:custGeom>
              <a:avLst/>
              <a:gdLst>
                <a:gd name="T0" fmla="*/ 0 w 5126"/>
                <a:gd name="T1" fmla="*/ 368 h 622"/>
                <a:gd name="T2" fmla="*/ 254 w 5126"/>
                <a:gd name="T3" fmla="*/ 622 h 622"/>
                <a:gd name="T4" fmla="*/ 4872 w 5126"/>
                <a:gd name="T5" fmla="*/ 622 h 622"/>
                <a:gd name="T6" fmla="*/ 5126 w 5126"/>
                <a:gd name="T7" fmla="*/ 368 h 622"/>
                <a:gd name="T8" fmla="*/ 5126 w 5126"/>
                <a:gd name="T9" fmla="*/ 0 h 622"/>
                <a:gd name="T10" fmla="*/ 0 w 5126"/>
                <a:gd name="T11" fmla="*/ 0 h 622"/>
                <a:gd name="T12" fmla="*/ 0 w 5126"/>
                <a:gd name="T13" fmla="*/ 368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26" h="622">
                  <a:moveTo>
                    <a:pt x="0" y="368"/>
                  </a:moveTo>
                  <a:cubicBezTo>
                    <a:pt x="0" y="508"/>
                    <a:pt x="113" y="622"/>
                    <a:pt x="254" y="622"/>
                  </a:cubicBezTo>
                  <a:cubicBezTo>
                    <a:pt x="4872" y="622"/>
                    <a:pt x="4872" y="622"/>
                    <a:pt x="4872" y="622"/>
                  </a:cubicBezTo>
                  <a:cubicBezTo>
                    <a:pt x="5012" y="622"/>
                    <a:pt x="5126" y="508"/>
                    <a:pt x="5126" y="368"/>
                  </a:cubicBezTo>
                  <a:cubicBezTo>
                    <a:pt x="5126" y="0"/>
                    <a:pt x="5126" y="0"/>
                    <a:pt x="512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8"/>
                    <a:pt x="0" y="368"/>
                    <a:pt x="0" y="36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0" name="iŝḻiďê"/>
            <p:cNvSpPr/>
            <p:nvPr/>
          </p:nvSpPr>
          <p:spPr bwMode="auto">
            <a:xfrm>
              <a:off x="5075149" y="2456074"/>
              <a:ext cx="1980462" cy="273703"/>
            </a:xfrm>
            <a:custGeom>
              <a:avLst/>
              <a:gdLst>
                <a:gd name="T0" fmla="*/ 29 w 5183"/>
                <a:gd name="T1" fmla="*/ 396 h 678"/>
                <a:gd name="T2" fmla="*/ 0 w 5183"/>
                <a:gd name="T3" fmla="*/ 396 h 678"/>
                <a:gd name="T4" fmla="*/ 23 w 5183"/>
                <a:gd name="T5" fmla="*/ 506 h 678"/>
                <a:gd name="T6" fmla="*/ 125 w 5183"/>
                <a:gd name="T7" fmla="*/ 630 h 678"/>
                <a:gd name="T8" fmla="*/ 283 w 5183"/>
                <a:gd name="T9" fmla="*/ 678 h 678"/>
                <a:gd name="T10" fmla="*/ 4901 w 5183"/>
                <a:gd name="T11" fmla="*/ 678 h 678"/>
                <a:gd name="T12" fmla="*/ 5010 w 5183"/>
                <a:gd name="T13" fmla="*/ 656 h 678"/>
                <a:gd name="T14" fmla="*/ 5135 w 5183"/>
                <a:gd name="T15" fmla="*/ 554 h 678"/>
                <a:gd name="T16" fmla="*/ 5183 w 5183"/>
                <a:gd name="T17" fmla="*/ 396 h 678"/>
                <a:gd name="T18" fmla="*/ 5183 w 5183"/>
                <a:gd name="T19" fmla="*/ 28 h 678"/>
                <a:gd name="T20" fmla="*/ 5155 w 5183"/>
                <a:gd name="T21" fmla="*/ 0 h 678"/>
                <a:gd name="T22" fmla="*/ 29 w 5183"/>
                <a:gd name="T23" fmla="*/ 0 h 678"/>
                <a:gd name="T24" fmla="*/ 0 w 5183"/>
                <a:gd name="T25" fmla="*/ 28 h 678"/>
                <a:gd name="T26" fmla="*/ 0 w 5183"/>
                <a:gd name="T27" fmla="*/ 396 h 678"/>
                <a:gd name="T28" fmla="*/ 29 w 5183"/>
                <a:gd name="T29" fmla="*/ 396 h 678"/>
                <a:gd name="T30" fmla="*/ 57 w 5183"/>
                <a:gd name="T31" fmla="*/ 396 h 678"/>
                <a:gd name="T32" fmla="*/ 57 w 5183"/>
                <a:gd name="T33" fmla="*/ 57 h 678"/>
                <a:gd name="T34" fmla="*/ 5126 w 5183"/>
                <a:gd name="T35" fmla="*/ 57 h 678"/>
                <a:gd name="T36" fmla="*/ 5126 w 5183"/>
                <a:gd name="T37" fmla="*/ 396 h 678"/>
                <a:gd name="T38" fmla="*/ 5109 w 5183"/>
                <a:gd name="T39" fmla="*/ 484 h 678"/>
                <a:gd name="T40" fmla="*/ 5027 w 5183"/>
                <a:gd name="T41" fmla="*/ 583 h 678"/>
                <a:gd name="T42" fmla="*/ 4901 w 5183"/>
                <a:gd name="T43" fmla="*/ 621 h 678"/>
                <a:gd name="T44" fmla="*/ 283 w 5183"/>
                <a:gd name="T45" fmla="*/ 621 h 678"/>
                <a:gd name="T46" fmla="*/ 195 w 5183"/>
                <a:gd name="T47" fmla="*/ 604 h 678"/>
                <a:gd name="T48" fmla="*/ 95 w 5183"/>
                <a:gd name="T49" fmla="*/ 522 h 678"/>
                <a:gd name="T50" fmla="*/ 57 w 5183"/>
                <a:gd name="T51" fmla="*/ 396 h 678"/>
                <a:gd name="T52" fmla="*/ 29 w 5183"/>
                <a:gd name="T53" fmla="*/ 39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183" h="678">
                  <a:moveTo>
                    <a:pt x="29" y="396"/>
                  </a:moveTo>
                  <a:cubicBezTo>
                    <a:pt x="0" y="396"/>
                    <a:pt x="0" y="396"/>
                    <a:pt x="0" y="396"/>
                  </a:cubicBezTo>
                  <a:cubicBezTo>
                    <a:pt x="0" y="435"/>
                    <a:pt x="8" y="472"/>
                    <a:pt x="23" y="506"/>
                  </a:cubicBezTo>
                  <a:cubicBezTo>
                    <a:pt x="44" y="556"/>
                    <a:pt x="80" y="599"/>
                    <a:pt x="125" y="630"/>
                  </a:cubicBezTo>
                  <a:cubicBezTo>
                    <a:pt x="170" y="660"/>
                    <a:pt x="224" y="678"/>
                    <a:pt x="283" y="678"/>
                  </a:cubicBezTo>
                  <a:cubicBezTo>
                    <a:pt x="4901" y="678"/>
                    <a:pt x="4901" y="678"/>
                    <a:pt x="4901" y="678"/>
                  </a:cubicBezTo>
                  <a:cubicBezTo>
                    <a:pt x="4939" y="678"/>
                    <a:pt x="4977" y="670"/>
                    <a:pt x="5010" y="656"/>
                  </a:cubicBezTo>
                  <a:cubicBezTo>
                    <a:pt x="5061" y="634"/>
                    <a:pt x="5104" y="599"/>
                    <a:pt x="5135" y="554"/>
                  </a:cubicBezTo>
                  <a:cubicBezTo>
                    <a:pt x="5165" y="509"/>
                    <a:pt x="5183" y="454"/>
                    <a:pt x="5183" y="396"/>
                  </a:cubicBezTo>
                  <a:cubicBezTo>
                    <a:pt x="5183" y="28"/>
                    <a:pt x="5183" y="28"/>
                    <a:pt x="5183" y="28"/>
                  </a:cubicBezTo>
                  <a:cubicBezTo>
                    <a:pt x="5155" y="0"/>
                    <a:pt x="5155" y="0"/>
                    <a:pt x="5155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396"/>
                    <a:pt x="0" y="396"/>
                    <a:pt x="0" y="396"/>
                  </a:cubicBezTo>
                  <a:cubicBezTo>
                    <a:pt x="29" y="396"/>
                    <a:pt x="29" y="396"/>
                    <a:pt x="29" y="396"/>
                  </a:cubicBezTo>
                  <a:cubicBezTo>
                    <a:pt x="57" y="396"/>
                    <a:pt x="57" y="396"/>
                    <a:pt x="57" y="396"/>
                  </a:cubicBezTo>
                  <a:cubicBezTo>
                    <a:pt x="57" y="57"/>
                    <a:pt x="57" y="57"/>
                    <a:pt x="57" y="57"/>
                  </a:cubicBezTo>
                  <a:cubicBezTo>
                    <a:pt x="5126" y="57"/>
                    <a:pt x="5126" y="57"/>
                    <a:pt x="5126" y="57"/>
                  </a:cubicBezTo>
                  <a:cubicBezTo>
                    <a:pt x="5126" y="396"/>
                    <a:pt x="5126" y="396"/>
                    <a:pt x="5126" y="396"/>
                  </a:cubicBezTo>
                  <a:cubicBezTo>
                    <a:pt x="5126" y="427"/>
                    <a:pt x="5120" y="457"/>
                    <a:pt x="5109" y="484"/>
                  </a:cubicBezTo>
                  <a:cubicBezTo>
                    <a:pt x="5091" y="524"/>
                    <a:pt x="5063" y="559"/>
                    <a:pt x="5027" y="583"/>
                  </a:cubicBezTo>
                  <a:cubicBezTo>
                    <a:pt x="4991" y="607"/>
                    <a:pt x="4947" y="621"/>
                    <a:pt x="4901" y="621"/>
                  </a:cubicBezTo>
                  <a:cubicBezTo>
                    <a:pt x="283" y="621"/>
                    <a:pt x="283" y="621"/>
                    <a:pt x="283" y="621"/>
                  </a:cubicBezTo>
                  <a:cubicBezTo>
                    <a:pt x="251" y="621"/>
                    <a:pt x="222" y="615"/>
                    <a:pt x="195" y="604"/>
                  </a:cubicBezTo>
                  <a:cubicBezTo>
                    <a:pt x="154" y="587"/>
                    <a:pt x="120" y="558"/>
                    <a:pt x="95" y="522"/>
                  </a:cubicBezTo>
                  <a:cubicBezTo>
                    <a:pt x="71" y="486"/>
                    <a:pt x="57" y="443"/>
                    <a:pt x="57" y="396"/>
                  </a:cubicBezTo>
                  <a:cubicBezTo>
                    <a:pt x="29" y="396"/>
                    <a:pt x="29" y="396"/>
                    <a:pt x="29" y="396"/>
                  </a:cubicBezTo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1" name="iṣļïďe"/>
            <p:cNvSpPr/>
            <p:nvPr/>
          </p:nvSpPr>
          <p:spPr bwMode="auto">
            <a:xfrm>
              <a:off x="5086054" y="1244237"/>
              <a:ext cx="1958651" cy="1229102"/>
            </a:xfrm>
            <a:custGeom>
              <a:avLst/>
              <a:gdLst>
                <a:gd name="T0" fmla="*/ 4872 w 5126"/>
                <a:gd name="T1" fmla="*/ 0 h 3048"/>
                <a:gd name="T2" fmla="*/ 254 w 5126"/>
                <a:gd name="T3" fmla="*/ 0 h 3048"/>
                <a:gd name="T4" fmla="*/ 0 w 5126"/>
                <a:gd name="T5" fmla="*/ 254 h 3048"/>
                <a:gd name="T6" fmla="*/ 0 w 5126"/>
                <a:gd name="T7" fmla="*/ 3048 h 3048"/>
                <a:gd name="T8" fmla="*/ 5126 w 5126"/>
                <a:gd name="T9" fmla="*/ 3048 h 3048"/>
                <a:gd name="T10" fmla="*/ 5126 w 5126"/>
                <a:gd name="T11" fmla="*/ 254 h 3048"/>
                <a:gd name="T12" fmla="*/ 4872 w 5126"/>
                <a:gd name="T13" fmla="*/ 0 h 3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26" h="3048">
                  <a:moveTo>
                    <a:pt x="4872" y="0"/>
                  </a:moveTo>
                  <a:cubicBezTo>
                    <a:pt x="254" y="0"/>
                    <a:pt x="254" y="0"/>
                    <a:pt x="254" y="0"/>
                  </a:cubicBezTo>
                  <a:cubicBezTo>
                    <a:pt x="113" y="0"/>
                    <a:pt x="0" y="114"/>
                    <a:pt x="0" y="254"/>
                  </a:cubicBezTo>
                  <a:cubicBezTo>
                    <a:pt x="0" y="3048"/>
                    <a:pt x="0" y="3048"/>
                    <a:pt x="0" y="3048"/>
                  </a:cubicBezTo>
                  <a:cubicBezTo>
                    <a:pt x="5126" y="3048"/>
                    <a:pt x="5126" y="3048"/>
                    <a:pt x="5126" y="3048"/>
                  </a:cubicBezTo>
                  <a:cubicBezTo>
                    <a:pt x="5126" y="254"/>
                    <a:pt x="5126" y="254"/>
                    <a:pt x="5126" y="254"/>
                  </a:cubicBezTo>
                  <a:cubicBezTo>
                    <a:pt x="5126" y="114"/>
                    <a:pt x="5012" y="0"/>
                    <a:pt x="4872" y="0"/>
                  </a:cubicBezTo>
                </a:path>
              </a:pathLst>
            </a:custGeom>
            <a:solidFill>
              <a:srgbClr val="D8D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2" name="îŝlíďê"/>
            <p:cNvSpPr/>
            <p:nvPr/>
          </p:nvSpPr>
          <p:spPr bwMode="auto">
            <a:xfrm>
              <a:off x="5075149" y="1232727"/>
              <a:ext cx="1980462" cy="1252124"/>
            </a:xfrm>
            <a:custGeom>
              <a:avLst/>
              <a:gdLst>
                <a:gd name="T0" fmla="*/ 4901 w 5183"/>
                <a:gd name="T1" fmla="*/ 28 h 3104"/>
                <a:gd name="T2" fmla="*/ 4901 w 5183"/>
                <a:gd name="T3" fmla="*/ 0 h 3104"/>
                <a:gd name="T4" fmla="*/ 283 w 5183"/>
                <a:gd name="T5" fmla="*/ 0 h 3104"/>
                <a:gd name="T6" fmla="*/ 173 w 5183"/>
                <a:gd name="T7" fmla="*/ 22 h 3104"/>
                <a:gd name="T8" fmla="*/ 49 w 5183"/>
                <a:gd name="T9" fmla="*/ 124 h 3104"/>
                <a:gd name="T10" fmla="*/ 0 w 5183"/>
                <a:gd name="T11" fmla="*/ 282 h 3104"/>
                <a:gd name="T12" fmla="*/ 0 w 5183"/>
                <a:gd name="T13" fmla="*/ 3076 h 3104"/>
                <a:gd name="T14" fmla="*/ 29 w 5183"/>
                <a:gd name="T15" fmla="*/ 3104 h 3104"/>
                <a:gd name="T16" fmla="*/ 5155 w 5183"/>
                <a:gd name="T17" fmla="*/ 3104 h 3104"/>
                <a:gd name="T18" fmla="*/ 5183 w 5183"/>
                <a:gd name="T19" fmla="*/ 3076 h 3104"/>
                <a:gd name="T20" fmla="*/ 5183 w 5183"/>
                <a:gd name="T21" fmla="*/ 282 h 3104"/>
                <a:gd name="T22" fmla="*/ 5161 w 5183"/>
                <a:gd name="T23" fmla="*/ 172 h 3104"/>
                <a:gd name="T24" fmla="*/ 5058 w 5183"/>
                <a:gd name="T25" fmla="*/ 48 h 3104"/>
                <a:gd name="T26" fmla="*/ 4901 w 5183"/>
                <a:gd name="T27" fmla="*/ 0 h 3104"/>
                <a:gd name="T28" fmla="*/ 4901 w 5183"/>
                <a:gd name="T29" fmla="*/ 28 h 3104"/>
                <a:gd name="T30" fmla="*/ 4901 w 5183"/>
                <a:gd name="T31" fmla="*/ 57 h 3104"/>
                <a:gd name="T32" fmla="*/ 4988 w 5183"/>
                <a:gd name="T33" fmla="*/ 74 h 3104"/>
                <a:gd name="T34" fmla="*/ 5088 w 5183"/>
                <a:gd name="T35" fmla="*/ 156 h 3104"/>
                <a:gd name="T36" fmla="*/ 5126 w 5183"/>
                <a:gd name="T37" fmla="*/ 282 h 3104"/>
                <a:gd name="T38" fmla="*/ 5126 w 5183"/>
                <a:gd name="T39" fmla="*/ 3047 h 3104"/>
                <a:gd name="T40" fmla="*/ 57 w 5183"/>
                <a:gd name="T41" fmla="*/ 3047 h 3104"/>
                <a:gd name="T42" fmla="*/ 57 w 5183"/>
                <a:gd name="T43" fmla="*/ 282 h 3104"/>
                <a:gd name="T44" fmla="*/ 75 w 5183"/>
                <a:gd name="T45" fmla="*/ 194 h 3104"/>
                <a:gd name="T46" fmla="*/ 156 w 5183"/>
                <a:gd name="T47" fmla="*/ 95 h 3104"/>
                <a:gd name="T48" fmla="*/ 283 w 5183"/>
                <a:gd name="T49" fmla="*/ 57 h 3104"/>
                <a:gd name="T50" fmla="*/ 4901 w 5183"/>
                <a:gd name="T51" fmla="*/ 57 h 3104"/>
                <a:gd name="T52" fmla="*/ 4901 w 5183"/>
                <a:gd name="T53" fmla="*/ 28 h 3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183" h="3104">
                  <a:moveTo>
                    <a:pt x="4901" y="28"/>
                  </a:moveTo>
                  <a:cubicBezTo>
                    <a:pt x="4901" y="0"/>
                    <a:pt x="4901" y="0"/>
                    <a:pt x="4901" y="0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44" y="0"/>
                    <a:pt x="207" y="8"/>
                    <a:pt x="173" y="22"/>
                  </a:cubicBezTo>
                  <a:cubicBezTo>
                    <a:pt x="122" y="44"/>
                    <a:pt x="79" y="79"/>
                    <a:pt x="49" y="124"/>
                  </a:cubicBezTo>
                  <a:cubicBezTo>
                    <a:pt x="18" y="169"/>
                    <a:pt x="0" y="224"/>
                    <a:pt x="0" y="282"/>
                  </a:cubicBezTo>
                  <a:cubicBezTo>
                    <a:pt x="0" y="3076"/>
                    <a:pt x="0" y="3076"/>
                    <a:pt x="0" y="3076"/>
                  </a:cubicBezTo>
                  <a:cubicBezTo>
                    <a:pt x="29" y="3104"/>
                    <a:pt x="29" y="3104"/>
                    <a:pt x="29" y="3104"/>
                  </a:cubicBezTo>
                  <a:cubicBezTo>
                    <a:pt x="5155" y="3104"/>
                    <a:pt x="5155" y="3104"/>
                    <a:pt x="5155" y="3104"/>
                  </a:cubicBezTo>
                  <a:cubicBezTo>
                    <a:pt x="5183" y="3076"/>
                    <a:pt x="5183" y="3076"/>
                    <a:pt x="5183" y="3076"/>
                  </a:cubicBezTo>
                  <a:cubicBezTo>
                    <a:pt x="5183" y="282"/>
                    <a:pt x="5183" y="282"/>
                    <a:pt x="5183" y="282"/>
                  </a:cubicBezTo>
                  <a:cubicBezTo>
                    <a:pt x="5183" y="243"/>
                    <a:pt x="5175" y="206"/>
                    <a:pt x="5161" y="172"/>
                  </a:cubicBezTo>
                  <a:cubicBezTo>
                    <a:pt x="5139" y="122"/>
                    <a:pt x="5103" y="79"/>
                    <a:pt x="5058" y="48"/>
                  </a:cubicBezTo>
                  <a:cubicBezTo>
                    <a:pt x="5013" y="18"/>
                    <a:pt x="4959" y="0"/>
                    <a:pt x="4901" y="0"/>
                  </a:cubicBezTo>
                  <a:cubicBezTo>
                    <a:pt x="4901" y="28"/>
                    <a:pt x="4901" y="28"/>
                    <a:pt x="4901" y="28"/>
                  </a:cubicBezTo>
                  <a:cubicBezTo>
                    <a:pt x="4901" y="57"/>
                    <a:pt x="4901" y="57"/>
                    <a:pt x="4901" y="57"/>
                  </a:cubicBezTo>
                  <a:cubicBezTo>
                    <a:pt x="4932" y="57"/>
                    <a:pt x="4961" y="63"/>
                    <a:pt x="4988" y="74"/>
                  </a:cubicBezTo>
                  <a:cubicBezTo>
                    <a:pt x="5029" y="91"/>
                    <a:pt x="5063" y="120"/>
                    <a:pt x="5088" y="156"/>
                  </a:cubicBezTo>
                  <a:cubicBezTo>
                    <a:pt x="5112" y="192"/>
                    <a:pt x="5126" y="235"/>
                    <a:pt x="5126" y="282"/>
                  </a:cubicBezTo>
                  <a:cubicBezTo>
                    <a:pt x="5126" y="3047"/>
                    <a:pt x="5126" y="3047"/>
                    <a:pt x="5126" y="3047"/>
                  </a:cubicBezTo>
                  <a:cubicBezTo>
                    <a:pt x="57" y="3047"/>
                    <a:pt x="57" y="3047"/>
                    <a:pt x="57" y="3047"/>
                  </a:cubicBezTo>
                  <a:cubicBezTo>
                    <a:pt x="57" y="282"/>
                    <a:pt x="57" y="282"/>
                    <a:pt x="57" y="282"/>
                  </a:cubicBezTo>
                  <a:cubicBezTo>
                    <a:pt x="57" y="251"/>
                    <a:pt x="63" y="221"/>
                    <a:pt x="75" y="194"/>
                  </a:cubicBezTo>
                  <a:cubicBezTo>
                    <a:pt x="92" y="154"/>
                    <a:pt x="120" y="119"/>
                    <a:pt x="156" y="95"/>
                  </a:cubicBezTo>
                  <a:cubicBezTo>
                    <a:pt x="192" y="71"/>
                    <a:pt x="236" y="57"/>
                    <a:pt x="283" y="57"/>
                  </a:cubicBezTo>
                  <a:cubicBezTo>
                    <a:pt x="4901" y="57"/>
                    <a:pt x="4901" y="57"/>
                    <a:pt x="4901" y="57"/>
                  </a:cubicBezTo>
                  <a:cubicBezTo>
                    <a:pt x="4901" y="28"/>
                    <a:pt x="4901" y="28"/>
                    <a:pt x="4901" y="28"/>
                  </a:cubicBezTo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3" name="ïş1ïde"/>
            <p:cNvSpPr/>
            <p:nvPr/>
          </p:nvSpPr>
          <p:spPr bwMode="auto">
            <a:xfrm>
              <a:off x="5973597" y="2581414"/>
              <a:ext cx="204165" cy="23022"/>
            </a:xfrm>
            <a:custGeom>
              <a:avLst/>
              <a:gdLst>
                <a:gd name="T0" fmla="*/ 28 w 534"/>
                <a:gd name="T1" fmla="*/ 56 h 56"/>
                <a:gd name="T2" fmla="*/ 506 w 534"/>
                <a:gd name="T3" fmla="*/ 56 h 56"/>
                <a:gd name="T4" fmla="*/ 534 w 534"/>
                <a:gd name="T5" fmla="*/ 28 h 56"/>
                <a:gd name="T6" fmla="*/ 506 w 534"/>
                <a:gd name="T7" fmla="*/ 0 h 56"/>
                <a:gd name="T8" fmla="*/ 28 w 534"/>
                <a:gd name="T9" fmla="*/ 0 h 56"/>
                <a:gd name="T10" fmla="*/ 0 w 534"/>
                <a:gd name="T11" fmla="*/ 28 h 56"/>
                <a:gd name="T12" fmla="*/ 28 w 534"/>
                <a:gd name="T13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4" h="56">
                  <a:moveTo>
                    <a:pt x="28" y="56"/>
                  </a:moveTo>
                  <a:cubicBezTo>
                    <a:pt x="506" y="56"/>
                    <a:pt x="506" y="56"/>
                    <a:pt x="506" y="56"/>
                  </a:cubicBezTo>
                  <a:cubicBezTo>
                    <a:pt x="522" y="56"/>
                    <a:pt x="534" y="44"/>
                    <a:pt x="534" y="28"/>
                  </a:cubicBezTo>
                  <a:cubicBezTo>
                    <a:pt x="534" y="13"/>
                    <a:pt x="522" y="0"/>
                    <a:pt x="506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2" y="0"/>
                    <a:pt x="0" y="13"/>
                    <a:pt x="0" y="28"/>
                  </a:cubicBezTo>
                  <a:cubicBezTo>
                    <a:pt x="0" y="44"/>
                    <a:pt x="12" y="56"/>
                    <a:pt x="28" y="56"/>
                  </a:cubicBezTo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4" name="îṩḷïḓè"/>
            <p:cNvSpPr/>
            <p:nvPr/>
          </p:nvSpPr>
          <p:spPr bwMode="auto">
            <a:xfrm>
              <a:off x="5811840" y="2718265"/>
              <a:ext cx="513745" cy="214870"/>
            </a:xfrm>
            <a:custGeom>
              <a:avLst/>
              <a:gdLst>
                <a:gd name="T0" fmla="*/ 848 w 848"/>
                <a:gd name="T1" fmla="*/ 336 h 336"/>
                <a:gd name="T2" fmla="*/ 0 w 848"/>
                <a:gd name="T3" fmla="*/ 336 h 336"/>
                <a:gd name="T4" fmla="*/ 95 w 848"/>
                <a:gd name="T5" fmla="*/ 0 h 336"/>
                <a:gd name="T6" fmla="*/ 753 w 848"/>
                <a:gd name="T7" fmla="*/ 0 h 336"/>
                <a:gd name="T8" fmla="*/ 848 w 848"/>
                <a:gd name="T9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8" h="336">
                  <a:moveTo>
                    <a:pt x="848" y="336"/>
                  </a:moveTo>
                  <a:lnTo>
                    <a:pt x="0" y="336"/>
                  </a:lnTo>
                  <a:lnTo>
                    <a:pt x="95" y="0"/>
                  </a:lnTo>
                  <a:lnTo>
                    <a:pt x="753" y="0"/>
                  </a:lnTo>
                  <a:lnTo>
                    <a:pt x="848" y="336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5" name="íšḷïḋè"/>
            <p:cNvSpPr/>
            <p:nvPr/>
          </p:nvSpPr>
          <p:spPr bwMode="auto">
            <a:xfrm>
              <a:off x="5811840" y="2718265"/>
              <a:ext cx="513745" cy="214870"/>
            </a:xfrm>
            <a:custGeom>
              <a:avLst/>
              <a:gdLst>
                <a:gd name="T0" fmla="*/ 848 w 848"/>
                <a:gd name="T1" fmla="*/ 336 h 336"/>
                <a:gd name="T2" fmla="*/ 0 w 848"/>
                <a:gd name="T3" fmla="*/ 336 h 336"/>
                <a:gd name="T4" fmla="*/ 95 w 848"/>
                <a:gd name="T5" fmla="*/ 0 h 336"/>
                <a:gd name="T6" fmla="*/ 753 w 848"/>
                <a:gd name="T7" fmla="*/ 0 h 336"/>
                <a:gd name="T8" fmla="*/ 848 w 848"/>
                <a:gd name="T9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8" h="336">
                  <a:moveTo>
                    <a:pt x="848" y="336"/>
                  </a:moveTo>
                  <a:lnTo>
                    <a:pt x="0" y="336"/>
                  </a:lnTo>
                  <a:lnTo>
                    <a:pt x="95" y="0"/>
                  </a:lnTo>
                  <a:lnTo>
                    <a:pt x="753" y="0"/>
                  </a:lnTo>
                  <a:lnTo>
                    <a:pt x="848" y="33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6" name="iš1ïḋé"/>
            <p:cNvSpPr/>
            <p:nvPr/>
          </p:nvSpPr>
          <p:spPr bwMode="auto">
            <a:xfrm>
              <a:off x="5801541" y="2706755"/>
              <a:ext cx="534343" cy="237252"/>
            </a:xfrm>
            <a:custGeom>
              <a:avLst/>
              <a:gdLst>
                <a:gd name="T0" fmla="*/ 865 w 882"/>
                <a:gd name="T1" fmla="*/ 354 h 371"/>
                <a:gd name="T2" fmla="*/ 865 w 882"/>
                <a:gd name="T3" fmla="*/ 336 h 371"/>
                <a:gd name="T4" fmla="*/ 40 w 882"/>
                <a:gd name="T5" fmla="*/ 336 h 371"/>
                <a:gd name="T6" fmla="*/ 125 w 882"/>
                <a:gd name="T7" fmla="*/ 36 h 371"/>
                <a:gd name="T8" fmla="*/ 757 w 882"/>
                <a:gd name="T9" fmla="*/ 36 h 371"/>
                <a:gd name="T10" fmla="*/ 848 w 882"/>
                <a:gd name="T11" fmla="*/ 358 h 371"/>
                <a:gd name="T12" fmla="*/ 865 w 882"/>
                <a:gd name="T13" fmla="*/ 354 h 371"/>
                <a:gd name="T14" fmla="*/ 865 w 882"/>
                <a:gd name="T15" fmla="*/ 336 h 371"/>
                <a:gd name="T16" fmla="*/ 865 w 882"/>
                <a:gd name="T17" fmla="*/ 354 h 371"/>
                <a:gd name="T18" fmla="*/ 882 w 882"/>
                <a:gd name="T19" fmla="*/ 349 h 371"/>
                <a:gd name="T20" fmla="*/ 787 w 882"/>
                <a:gd name="T21" fmla="*/ 13 h 371"/>
                <a:gd name="T22" fmla="*/ 770 w 882"/>
                <a:gd name="T23" fmla="*/ 0 h 371"/>
                <a:gd name="T24" fmla="*/ 112 w 882"/>
                <a:gd name="T25" fmla="*/ 0 h 371"/>
                <a:gd name="T26" fmla="*/ 95 w 882"/>
                <a:gd name="T27" fmla="*/ 13 h 371"/>
                <a:gd name="T28" fmla="*/ 0 w 882"/>
                <a:gd name="T29" fmla="*/ 349 h 371"/>
                <a:gd name="T30" fmla="*/ 17 w 882"/>
                <a:gd name="T31" fmla="*/ 371 h 371"/>
                <a:gd name="T32" fmla="*/ 865 w 882"/>
                <a:gd name="T33" fmla="*/ 371 h 371"/>
                <a:gd name="T34" fmla="*/ 882 w 882"/>
                <a:gd name="T35" fmla="*/ 349 h 371"/>
                <a:gd name="T36" fmla="*/ 865 w 882"/>
                <a:gd name="T37" fmla="*/ 354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82" h="371">
                  <a:moveTo>
                    <a:pt x="865" y="354"/>
                  </a:moveTo>
                  <a:lnTo>
                    <a:pt x="865" y="336"/>
                  </a:lnTo>
                  <a:lnTo>
                    <a:pt x="40" y="336"/>
                  </a:lnTo>
                  <a:lnTo>
                    <a:pt x="125" y="36"/>
                  </a:lnTo>
                  <a:lnTo>
                    <a:pt x="757" y="36"/>
                  </a:lnTo>
                  <a:lnTo>
                    <a:pt x="848" y="358"/>
                  </a:lnTo>
                  <a:lnTo>
                    <a:pt x="865" y="354"/>
                  </a:lnTo>
                  <a:lnTo>
                    <a:pt x="865" y="336"/>
                  </a:lnTo>
                  <a:lnTo>
                    <a:pt x="865" y="354"/>
                  </a:lnTo>
                  <a:lnTo>
                    <a:pt x="882" y="349"/>
                  </a:lnTo>
                  <a:lnTo>
                    <a:pt x="787" y="13"/>
                  </a:lnTo>
                  <a:lnTo>
                    <a:pt x="770" y="0"/>
                  </a:lnTo>
                  <a:lnTo>
                    <a:pt x="112" y="0"/>
                  </a:lnTo>
                  <a:lnTo>
                    <a:pt x="95" y="13"/>
                  </a:lnTo>
                  <a:lnTo>
                    <a:pt x="0" y="349"/>
                  </a:lnTo>
                  <a:lnTo>
                    <a:pt x="17" y="371"/>
                  </a:lnTo>
                  <a:lnTo>
                    <a:pt x="865" y="371"/>
                  </a:lnTo>
                  <a:lnTo>
                    <a:pt x="882" y="349"/>
                  </a:lnTo>
                  <a:lnTo>
                    <a:pt x="865" y="354"/>
                  </a:ln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7" name="îSľiďè"/>
            <p:cNvSpPr/>
            <p:nvPr/>
          </p:nvSpPr>
          <p:spPr bwMode="auto">
            <a:xfrm>
              <a:off x="5801541" y="2706755"/>
              <a:ext cx="534343" cy="237252"/>
            </a:xfrm>
            <a:custGeom>
              <a:avLst/>
              <a:gdLst>
                <a:gd name="T0" fmla="*/ 865 w 882"/>
                <a:gd name="T1" fmla="*/ 354 h 371"/>
                <a:gd name="T2" fmla="*/ 865 w 882"/>
                <a:gd name="T3" fmla="*/ 336 h 371"/>
                <a:gd name="T4" fmla="*/ 40 w 882"/>
                <a:gd name="T5" fmla="*/ 336 h 371"/>
                <a:gd name="T6" fmla="*/ 125 w 882"/>
                <a:gd name="T7" fmla="*/ 36 h 371"/>
                <a:gd name="T8" fmla="*/ 757 w 882"/>
                <a:gd name="T9" fmla="*/ 36 h 371"/>
                <a:gd name="T10" fmla="*/ 848 w 882"/>
                <a:gd name="T11" fmla="*/ 358 h 371"/>
                <a:gd name="T12" fmla="*/ 865 w 882"/>
                <a:gd name="T13" fmla="*/ 354 h 371"/>
                <a:gd name="T14" fmla="*/ 865 w 882"/>
                <a:gd name="T15" fmla="*/ 336 h 371"/>
                <a:gd name="T16" fmla="*/ 865 w 882"/>
                <a:gd name="T17" fmla="*/ 354 h 371"/>
                <a:gd name="T18" fmla="*/ 882 w 882"/>
                <a:gd name="T19" fmla="*/ 349 h 371"/>
                <a:gd name="T20" fmla="*/ 787 w 882"/>
                <a:gd name="T21" fmla="*/ 13 h 371"/>
                <a:gd name="T22" fmla="*/ 770 w 882"/>
                <a:gd name="T23" fmla="*/ 0 h 371"/>
                <a:gd name="T24" fmla="*/ 112 w 882"/>
                <a:gd name="T25" fmla="*/ 0 h 371"/>
                <a:gd name="T26" fmla="*/ 95 w 882"/>
                <a:gd name="T27" fmla="*/ 13 h 371"/>
                <a:gd name="T28" fmla="*/ 0 w 882"/>
                <a:gd name="T29" fmla="*/ 349 h 371"/>
                <a:gd name="T30" fmla="*/ 17 w 882"/>
                <a:gd name="T31" fmla="*/ 371 h 371"/>
                <a:gd name="T32" fmla="*/ 865 w 882"/>
                <a:gd name="T33" fmla="*/ 371 h 371"/>
                <a:gd name="T34" fmla="*/ 882 w 882"/>
                <a:gd name="T35" fmla="*/ 349 h 371"/>
                <a:gd name="T36" fmla="*/ 865 w 882"/>
                <a:gd name="T37" fmla="*/ 354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82" h="371">
                  <a:moveTo>
                    <a:pt x="865" y="354"/>
                  </a:moveTo>
                  <a:lnTo>
                    <a:pt x="865" y="336"/>
                  </a:lnTo>
                  <a:lnTo>
                    <a:pt x="40" y="336"/>
                  </a:lnTo>
                  <a:lnTo>
                    <a:pt x="125" y="36"/>
                  </a:lnTo>
                  <a:lnTo>
                    <a:pt x="757" y="36"/>
                  </a:lnTo>
                  <a:lnTo>
                    <a:pt x="848" y="358"/>
                  </a:lnTo>
                  <a:lnTo>
                    <a:pt x="865" y="354"/>
                  </a:lnTo>
                  <a:lnTo>
                    <a:pt x="865" y="336"/>
                  </a:lnTo>
                  <a:lnTo>
                    <a:pt x="865" y="354"/>
                  </a:lnTo>
                  <a:lnTo>
                    <a:pt x="882" y="349"/>
                  </a:lnTo>
                  <a:lnTo>
                    <a:pt x="787" y="13"/>
                  </a:lnTo>
                  <a:lnTo>
                    <a:pt x="770" y="0"/>
                  </a:lnTo>
                  <a:lnTo>
                    <a:pt x="112" y="0"/>
                  </a:lnTo>
                  <a:lnTo>
                    <a:pt x="95" y="13"/>
                  </a:lnTo>
                  <a:lnTo>
                    <a:pt x="0" y="349"/>
                  </a:lnTo>
                  <a:lnTo>
                    <a:pt x="17" y="371"/>
                  </a:lnTo>
                  <a:lnTo>
                    <a:pt x="865" y="371"/>
                  </a:lnTo>
                  <a:lnTo>
                    <a:pt x="882" y="349"/>
                  </a:lnTo>
                  <a:lnTo>
                    <a:pt x="865" y="35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8" name="iSḻïḑé"/>
            <p:cNvSpPr/>
            <p:nvPr/>
          </p:nvSpPr>
          <p:spPr bwMode="auto">
            <a:xfrm>
              <a:off x="5853643" y="2729776"/>
              <a:ext cx="431352" cy="95284"/>
            </a:xfrm>
            <a:custGeom>
              <a:avLst/>
              <a:gdLst>
                <a:gd name="T0" fmla="*/ 1063 w 1129"/>
                <a:gd name="T1" fmla="*/ 0 h 236"/>
                <a:gd name="T2" fmla="*/ 62 w 1129"/>
                <a:gd name="T3" fmla="*/ 0 h 236"/>
                <a:gd name="T4" fmla="*/ 0 w 1129"/>
                <a:gd name="T5" fmla="*/ 220 h 236"/>
                <a:gd name="T6" fmla="*/ 531 w 1129"/>
                <a:gd name="T7" fmla="*/ 217 h 236"/>
                <a:gd name="T8" fmla="*/ 1129 w 1129"/>
                <a:gd name="T9" fmla="*/ 236 h 236"/>
                <a:gd name="T10" fmla="*/ 1063 w 1129"/>
                <a:gd name="T11" fmla="*/ 0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29" h="236">
                  <a:moveTo>
                    <a:pt x="1063" y="0"/>
                  </a:moveTo>
                  <a:cubicBezTo>
                    <a:pt x="62" y="0"/>
                    <a:pt x="62" y="0"/>
                    <a:pt x="62" y="0"/>
                  </a:cubicBezTo>
                  <a:cubicBezTo>
                    <a:pt x="0" y="220"/>
                    <a:pt x="0" y="220"/>
                    <a:pt x="0" y="220"/>
                  </a:cubicBezTo>
                  <a:cubicBezTo>
                    <a:pt x="183" y="220"/>
                    <a:pt x="358" y="217"/>
                    <a:pt x="531" y="217"/>
                  </a:cubicBezTo>
                  <a:cubicBezTo>
                    <a:pt x="729" y="217"/>
                    <a:pt x="925" y="221"/>
                    <a:pt x="1129" y="236"/>
                  </a:cubicBezTo>
                  <a:cubicBezTo>
                    <a:pt x="1063" y="0"/>
                    <a:pt x="1063" y="0"/>
                    <a:pt x="1063" y="0"/>
                  </a:cubicBezTo>
                </a:path>
              </a:pathLst>
            </a:custGeom>
            <a:solidFill>
              <a:srgbClr val="DBDB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9" name="ïṡļïḑè"/>
            <p:cNvSpPr/>
            <p:nvPr/>
          </p:nvSpPr>
          <p:spPr bwMode="auto">
            <a:xfrm>
              <a:off x="5842131" y="2718265"/>
              <a:ext cx="454373" cy="107435"/>
            </a:xfrm>
            <a:custGeom>
              <a:avLst/>
              <a:gdLst>
                <a:gd name="T0" fmla="*/ 1114 w 1189"/>
                <a:gd name="T1" fmla="*/ 0 h 266"/>
                <a:gd name="T2" fmla="*/ 71 w 1189"/>
                <a:gd name="T3" fmla="*/ 0 h 266"/>
                <a:gd name="T4" fmla="*/ 0 w 1189"/>
                <a:gd name="T5" fmla="*/ 249 h 266"/>
                <a:gd name="T6" fmla="*/ 30 w 1189"/>
                <a:gd name="T7" fmla="*/ 248 h 266"/>
                <a:gd name="T8" fmla="*/ 92 w 1189"/>
                <a:gd name="T9" fmla="*/ 28 h 266"/>
                <a:gd name="T10" fmla="*/ 1093 w 1189"/>
                <a:gd name="T11" fmla="*/ 28 h 266"/>
                <a:gd name="T12" fmla="*/ 1159 w 1189"/>
                <a:gd name="T13" fmla="*/ 264 h 266"/>
                <a:gd name="T14" fmla="*/ 1189 w 1189"/>
                <a:gd name="T15" fmla="*/ 266 h 266"/>
                <a:gd name="T16" fmla="*/ 1114 w 1189"/>
                <a:gd name="T17" fmla="*/ 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9" h="266">
                  <a:moveTo>
                    <a:pt x="1114" y="0"/>
                  </a:moveTo>
                  <a:cubicBezTo>
                    <a:pt x="71" y="0"/>
                    <a:pt x="71" y="0"/>
                    <a:pt x="71" y="0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10" y="249"/>
                    <a:pt x="20" y="249"/>
                    <a:pt x="30" y="248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1093" y="28"/>
                    <a:pt x="1093" y="28"/>
                    <a:pt x="1093" y="28"/>
                  </a:cubicBezTo>
                  <a:cubicBezTo>
                    <a:pt x="1159" y="264"/>
                    <a:pt x="1159" y="264"/>
                    <a:pt x="1159" y="264"/>
                  </a:cubicBezTo>
                  <a:cubicBezTo>
                    <a:pt x="1169" y="264"/>
                    <a:pt x="1179" y="265"/>
                    <a:pt x="1189" y="266"/>
                  </a:cubicBezTo>
                  <a:cubicBezTo>
                    <a:pt x="1114" y="0"/>
                    <a:pt x="1114" y="0"/>
                    <a:pt x="1114" y="0"/>
                  </a:cubicBezTo>
                </a:path>
              </a:pathLst>
            </a:custGeom>
            <a:solidFill>
              <a:srgbClr val="6668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0" name="iśḻíḍe"/>
            <p:cNvSpPr/>
            <p:nvPr/>
          </p:nvSpPr>
          <p:spPr bwMode="auto">
            <a:xfrm>
              <a:off x="7449400" y="1956631"/>
              <a:ext cx="372587" cy="145165"/>
            </a:xfrm>
            <a:prstGeom prst="rect">
              <a:avLst/>
            </a:pr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1" name="íṧľïḋe"/>
            <p:cNvSpPr/>
            <p:nvPr/>
          </p:nvSpPr>
          <p:spPr bwMode="auto">
            <a:xfrm>
              <a:off x="7438496" y="1945121"/>
              <a:ext cx="394396" cy="167547"/>
            </a:xfrm>
            <a:custGeom>
              <a:avLst/>
              <a:gdLst>
                <a:gd name="T0" fmla="*/ 633 w 651"/>
                <a:gd name="T1" fmla="*/ 245 h 262"/>
                <a:gd name="T2" fmla="*/ 633 w 651"/>
                <a:gd name="T3" fmla="*/ 227 h 262"/>
                <a:gd name="T4" fmla="*/ 36 w 651"/>
                <a:gd name="T5" fmla="*/ 227 h 262"/>
                <a:gd name="T6" fmla="*/ 36 w 651"/>
                <a:gd name="T7" fmla="*/ 36 h 262"/>
                <a:gd name="T8" fmla="*/ 615 w 651"/>
                <a:gd name="T9" fmla="*/ 36 h 262"/>
                <a:gd name="T10" fmla="*/ 615 w 651"/>
                <a:gd name="T11" fmla="*/ 245 h 262"/>
                <a:gd name="T12" fmla="*/ 633 w 651"/>
                <a:gd name="T13" fmla="*/ 245 h 262"/>
                <a:gd name="T14" fmla="*/ 633 w 651"/>
                <a:gd name="T15" fmla="*/ 227 h 262"/>
                <a:gd name="T16" fmla="*/ 633 w 651"/>
                <a:gd name="T17" fmla="*/ 245 h 262"/>
                <a:gd name="T18" fmla="*/ 651 w 651"/>
                <a:gd name="T19" fmla="*/ 245 h 262"/>
                <a:gd name="T20" fmla="*/ 651 w 651"/>
                <a:gd name="T21" fmla="*/ 18 h 262"/>
                <a:gd name="T22" fmla="*/ 633 w 651"/>
                <a:gd name="T23" fmla="*/ 0 h 262"/>
                <a:gd name="T24" fmla="*/ 18 w 651"/>
                <a:gd name="T25" fmla="*/ 0 h 262"/>
                <a:gd name="T26" fmla="*/ 0 w 651"/>
                <a:gd name="T27" fmla="*/ 18 h 262"/>
                <a:gd name="T28" fmla="*/ 0 w 651"/>
                <a:gd name="T29" fmla="*/ 245 h 262"/>
                <a:gd name="T30" fmla="*/ 18 w 651"/>
                <a:gd name="T31" fmla="*/ 262 h 262"/>
                <a:gd name="T32" fmla="*/ 633 w 651"/>
                <a:gd name="T33" fmla="*/ 262 h 262"/>
                <a:gd name="T34" fmla="*/ 651 w 651"/>
                <a:gd name="T35" fmla="*/ 245 h 262"/>
                <a:gd name="T36" fmla="*/ 633 w 651"/>
                <a:gd name="T37" fmla="*/ 24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51" h="262">
                  <a:moveTo>
                    <a:pt x="633" y="245"/>
                  </a:moveTo>
                  <a:lnTo>
                    <a:pt x="633" y="227"/>
                  </a:lnTo>
                  <a:lnTo>
                    <a:pt x="36" y="227"/>
                  </a:lnTo>
                  <a:lnTo>
                    <a:pt x="36" y="36"/>
                  </a:lnTo>
                  <a:lnTo>
                    <a:pt x="615" y="36"/>
                  </a:lnTo>
                  <a:lnTo>
                    <a:pt x="615" y="245"/>
                  </a:lnTo>
                  <a:lnTo>
                    <a:pt x="633" y="245"/>
                  </a:lnTo>
                  <a:lnTo>
                    <a:pt x="633" y="227"/>
                  </a:lnTo>
                  <a:lnTo>
                    <a:pt x="633" y="245"/>
                  </a:lnTo>
                  <a:lnTo>
                    <a:pt x="651" y="245"/>
                  </a:lnTo>
                  <a:lnTo>
                    <a:pt x="651" y="18"/>
                  </a:lnTo>
                  <a:lnTo>
                    <a:pt x="633" y="0"/>
                  </a:lnTo>
                  <a:lnTo>
                    <a:pt x="18" y="0"/>
                  </a:lnTo>
                  <a:lnTo>
                    <a:pt x="0" y="18"/>
                  </a:lnTo>
                  <a:lnTo>
                    <a:pt x="0" y="245"/>
                  </a:lnTo>
                  <a:lnTo>
                    <a:pt x="18" y="262"/>
                  </a:lnTo>
                  <a:lnTo>
                    <a:pt x="633" y="262"/>
                  </a:lnTo>
                  <a:lnTo>
                    <a:pt x="651" y="245"/>
                  </a:lnTo>
                  <a:lnTo>
                    <a:pt x="633" y="245"/>
                  </a:ln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2" name="ïSḷíḋe"/>
            <p:cNvSpPr/>
            <p:nvPr/>
          </p:nvSpPr>
          <p:spPr bwMode="auto">
            <a:xfrm>
              <a:off x="4527477" y="1811467"/>
              <a:ext cx="372587" cy="145165"/>
            </a:xfrm>
            <a:prstGeom prst="rect">
              <a:avLst/>
            </a:pr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3" name="îṥļíḑé"/>
            <p:cNvSpPr/>
            <p:nvPr/>
          </p:nvSpPr>
          <p:spPr bwMode="auto">
            <a:xfrm>
              <a:off x="4516572" y="1800595"/>
              <a:ext cx="393791" cy="167547"/>
            </a:xfrm>
            <a:custGeom>
              <a:avLst/>
              <a:gdLst>
                <a:gd name="T0" fmla="*/ 633 w 650"/>
                <a:gd name="T1" fmla="*/ 244 h 262"/>
                <a:gd name="T2" fmla="*/ 633 w 650"/>
                <a:gd name="T3" fmla="*/ 226 h 262"/>
                <a:gd name="T4" fmla="*/ 36 w 650"/>
                <a:gd name="T5" fmla="*/ 226 h 262"/>
                <a:gd name="T6" fmla="*/ 36 w 650"/>
                <a:gd name="T7" fmla="*/ 36 h 262"/>
                <a:gd name="T8" fmla="*/ 615 w 650"/>
                <a:gd name="T9" fmla="*/ 36 h 262"/>
                <a:gd name="T10" fmla="*/ 615 w 650"/>
                <a:gd name="T11" fmla="*/ 244 h 262"/>
                <a:gd name="T12" fmla="*/ 633 w 650"/>
                <a:gd name="T13" fmla="*/ 244 h 262"/>
                <a:gd name="T14" fmla="*/ 633 w 650"/>
                <a:gd name="T15" fmla="*/ 226 h 262"/>
                <a:gd name="T16" fmla="*/ 633 w 650"/>
                <a:gd name="T17" fmla="*/ 244 h 262"/>
                <a:gd name="T18" fmla="*/ 650 w 650"/>
                <a:gd name="T19" fmla="*/ 244 h 262"/>
                <a:gd name="T20" fmla="*/ 650 w 650"/>
                <a:gd name="T21" fmla="*/ 17 h 262"/>
                <a:gd name="T22" fmla="*/ 633 w 650"/>
                <a:gd name="T23" fmla="*/ 0 h 262"/>
                <a:gd name="T24" fmla="*/ 18 w 650"/>
                <a:gd name="T25" fmla="*/ 0 h 262"/>
                <a:gd name="T26" fmla="*/ 0 w 650"/>
                <a:gd name="T27" fmla="*/ 17 h 262"/>
                <a:gd name="T28" fmla="*/ 0 w 650"/>
                <a:gd name="T29" fmla="*/ 244 h 262"/>
                <a:gd name="T30" fmla="*/ 18 w 650"/>
                <a:gd name="T31" fmla="*/ 262 h 262"/>
                <a:gd name="T32" fmla="*/ 633 w 650"/>
                <a:gd name="T33" fmla="*/ 262 h 262"/>
                <a:gd name="T34" fmla="*/ 650 w 650"/>
                <a:gd name="T35" fmla="*/ 244 h 262"/>
                <a:gd name="T36" fmla="*/ 633 w 650"/>
                <a:gd name="T37" fmla="*/ 244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50" h="262">
                  <a:moveTo>
                    <a:pt x="633" y="244"/>
                  </a:moveTo>
                  <a:lnTo>
                    <a:pt x="633" y="226"/>
                  </a:lnTo>
                  <a:lnTo>
                    <a:pt x="36" y="226"/>
                  </a:lnTo>
                  <a:lnTo>
                    <a:pt x="36" y="36"/>
                  </a:lnTo>
                  <a:lnTo>
                    <a:pt x="615" y="36"/>
                  </a:lnTo>
                  <a:lnTo>
                    <a:pt x="615" y="244"/>
                  </a:lnTo>
                  <a:lnTo>
                    <a:pt x="633" y="244"/>
                  </a:lnTo>
                  <a:lnTo>
                    <a:pt x="633" y="226"/>
                  </a:lnTo>
                  <a:lnTo>
                    <a:pt x="633" y="244"/>
                  </a:lnTo>
                  <a:lnTo>
                    <a:pt x="650" y="244"/>
                  </a:lnTo>
                  <a:lnTo>
                    <a:pt x="650" y="17"/>
                  </a:lnTo>
                  <a:lnTo>
                    <a:pt x="633" y="0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0" y="244"/>
                  </a:lnTo>
                  <a:lnTo>
                    <a:pt x="18" y="262"/>
                  </a:lnTo>
                  <a:lnTo>
                    <a:pt x="633" y="262"/>
                  </a:lnTo>
                  <a:lnTo>
                    <a:pt x="650" y="244"/>
                  </a:lnTo>
                  <a:lnTo>
                    <a:pt x="633" y="244"/>
                  </a:ln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4" name="íṩliďê"/>
            <p:cNvSpPr/>
            <p:nvPr/>
          </p:nvSpPr>
          <p:spPr bwMode="auto">
            <a:xfrm>
              <a:off x="4369962" y="1956631"/>
              <a:ext cx="372587" cy="145165"/>
            </a:xfrm>
            <a:prstGeom prst="rect">
              <a:avLst/>
            </a:pr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5" name="ïśľîḓê"/>
            <p:cNvSpPr/>
            <p:nvPr/>
          </p:nvSpPr>
          <p:spPr bwMode="auto">
            <a:xfrm>
              <a:off x="4359057" y="1945121"/>
              <a:ext cx="393791" cy="167547"/>
            </a:xfrm>
            <a:custGeom>
              <a:avLst/>
              <a:gdLst>
                <a:gd name="T0" fmla="*/ 633 w 650"/>
                <a:gd name="T1" fmla="*/ 245 h 262"/>
                <a:gd name="T2" fmla="*/ 633 w 650"/>
                <a:gd name="T3" fmla="*/ 227 h 262"/>
                <a:gd name="T4" fmla="*/ 36 w 650"/>
                <a:gd name="T5" fmla="*/ 227 h 262"/>
                <a:gd name="T6" fmla="*/ 36 w 650"/>
                <a:gd name="T7" fmla="*/ 36 h 262"/>
                <a:gd name="T8" fmla="*/ 615 w 650"/>
                <a:gd name="T9" fmla="*/ 36 h 262"/>
                <a:gd name="T10" fmla="*/ 615 w 650"/>
                <a:gd name="T11" fmla="*/ 245 h 262"/>
                <a:gd name="T12" fmla="*/ 633 w 650"/>
                <a:gd name="T13" fmla="*/ 245 h 262"/>
                <a:gd name="T14" fmla="*/ 633 w 650"/>
                <a:gd name="T15" fmla="*/ 227 h 262"/>
                <a:gd name="T16" fmla="*/ 633 w 650"/>
                <a:gd name="T17" fmla="*/ 245 h 262"/>
                <a:gd name="T18" fmla="*/ 650 w 650"/>
                <a:gd name="T19" fmla="*/ 245 h 262"/>
                <a:gd name="T20" fmla="*/ 650 w 650"/>
                <a:gd name="T21" fmla="*/ 18 h 262"/>
                <a:gd name="T22" fmla="*/ 633 w 650"/>
                <a:gd name="T23" fmla="*/ 0 h 262"/>
                <a:gd name="T24" fmla="*/ 18 w 650"/>
                <a:gd name="T25" fmla="*/ 0 h 262"/>
                <a:gd name="T26" fmla="*/ 0 w 650"/>
                <a:gd name="T27" fmla="*/ 18 h 262"/>
                <a:gd name="T28" fmla="*/ 0 w 650"/>
                <a:gd name="T29" fmla="*/ 245 h 262"/>
                <a:gd name="T30" fmla="*/ 18 w 650"/>
                <a:gd name="T31" fmla="*/ 262 h 262"/>
                <a:gd name="T32" fmla="*/ 633 w 650"/>
                <a:gd name="T33" fmla="*/ 262 h 262"/>
                <a:gd name="T34" fmla="*/ 650 w 650"/>
                <a:gd name="T35" fmla="*/ 245 h 262"/>
                <a:gd name="T36" fmla="*/ 633 w 650"/>
                <a:gd name="T37" fmla="*/ 24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50" h="262">
                  <a:moveTo>
                    <a:pt x="633" y="245"/>
                  </a:moveTo>
                  <a:lnTo>
                    <a:pt x="633" y="227"/>
                  </a:lnTo>
                  <a:lnTo>
                    <a:pt x="36" y="227"/>
                  </a:lnTo>
                  <a:lnTo>
                    <a:pt x="36" y="36"/>
                  </a:lnTo>
                  <a:lnTo>
                    <a:pt x="615" y="36"/>
                  </a:lnTo>
                  <a:lnTo>
                    <a:pt x="615" y="245"/>
                  </a:lnTo>
                  <a:lnTo>
                    <a:pt x="633" y="245"/>
                  </a:lnTo>
                  <a:lnTo>
                    <a:pt x="633" y="227"/>
                  </a:lnTo>
                  <a:lnTo>
                    <a:pt x="633" y="245"/>
                  </a:lnTo>
                  <a:lnTo>
                    <a:pt x="650" y="245"/>
                  </a:lnTo>
                  <a:lnTo>
                    <a:pt x="650" y="18"/>
                  </a:lnTo>
                  <a:lnTo>
                    <a:pt x="633" y="0"/>
                  </a:lnTo>
                  <a:lnTo>
                    <a:pt x="18" y="0"/>
                  </a:lnTo>
                  <a:lnTo>
                    <a:pt x="0" y="18"/>
                  </a:lnTo>
                  <a:lnTo>
                    <a:pt x="0" y="245"/>
                  </a:lnTo>
                  <a:lnTo>
                    <a:pt x="18" y="262"/>
                  </a:lnTo>
                  <a:lnTo>
                    <a:pt x="633" y="262"/>
                  </a:lnTo>
                  <a:lnTo>
                    <a:pt x="650" y="245"/>
                  </a:lnTo>
                  <a:lnTo>
                    <a:pt x="633" y="245"/>
                  </a:ln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6" name="ï$ļíḑe"/>
            <p:cNvSpPr/>
            <p:nvPr/>
          </p:nvSpPr>
          <p:spPr bwMode="auto">
            <a:xfrm>
              <a:off x="7055611" y="1543520"/>
              <a:ext cx="18174" cy="450203"/>
            </a:xfrm>
            <a:custGeom>
              <a:avLst/>
              <a:gdLst>
                <a:gd name="T0" fmla="*/ 0 w 48"/>
                <a:gd name="T1" fmla="*/ 998 h 1116"/>
                <a:gd name="T2" fmla="*/ 0 w 48"/>
                <a:gd name="T3" fmla="*/ 1100 h 1116"/>
                <a:gd name="T4" fmla="*/ 29 w 48"/>
                <a:gd name="T5" fmla="*/ 1116 h 1116"/>
                <a:gd name="T6" fmla="*/ 48 w 48"/>
                <a:gd name="T7" fmla="*/ 1072 h 1116"/>
                <a:gd name="T8" fmla="*/ 48 w 48"/>
                <a:gd name="T9" fmla="*/ 1023 h 1116"/>
                <a:gd name="T10" fmla="*/ 0 w 48"/>
                <a:gd name="T11" fmla="*/ 998 h 1116"/>
                <a:gd name="T12" fmla="*/ 0 w 48"/>
                <a:gd name="T13" fmla="*/ 0 h 1116"/>
                <a:gd name="T14" fmla="*/ 0 w 48"/>
                <a:gd name="T15" fmla="*/ 122 h 1116"/>
                <a:gd name="T16" fmla="*/ 48 w 48"/>
                <a:gd name="T17" fmla="*/ 74 h 1116"/>
                <a:gd name="T18" fmla="*/ 48 w 48"/>
                <a:gd name="T19" fmla="*/ 25 h 1116"/>
                <a:gd name="T20" fmla="*/ 0 w 48"/>
                <a:gd name="T21" fmla="*/ 0 h 1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8" h="1116">
                  <a:moveTo>
                    <a:pt x="0" y="998"/>
                  </a:moveTo>
                  <a:cubicBezTo>
                    <a:pt x="0" y="1100"/>
                    <a:pt x="0" y="1100"/>
                    <a:pt x="0" y="1100"/>
                  </a:cubicBezTo>
                  <a:cubicBezTo>
                    <a:pt x="29" y="1116"/>
                    <a:pt x="29" y="1116"/>
                    <a:pt x="29" y="1116"/>
                  </a:cubicBezTo>
                  <a:cubicBezTo>
                    <a:pt x="37" y="1102"/>
                    <a:pt x="42" y="1087"/>
                    <a:pt x="48" y="1072"/>
                  </a:cubicBezTo>
                  <a:cubicBezTo>
                    <a:pt x="48" y="1023"/>
                    <a:pt x="48" y="1023"/>
                    <a:pt x="48" y="1023"/>
                  </a:cubicBezTo>
                  <a:cubicBezTo>
                    <a:pt x="0" y="998"/>
                    <a:pt x="0" y="998"/>
                    <a:pt x="0" y="998"/>
                  </a:cubicBezTo>
                  <a:moveTo>
                    <a:pt x="0" y="0"/>
                  </a:moveTo>
                  <a:cubicBezTo>
                    <a:pt x="0" y="122"/>
                    <a:pt x="0" y="122"/>
                    <a:pt x="0" y="122"/>
                  </a:cubicBezTo>
                  <a:cubicBezTo>
                    <a:pt x="16" y="105"/>
                    <a:pt x="32" y="89"/>
                    <a:pt x="48" y="74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9EB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7" name="iśḷïďé"/>
            <p:cNvSpPr/>
            <p:nvPr/>
          </p:nvSpPr>
          <p:spPr bwMode="auto">
            <a:xfrm>
              <a:off x="6748454" y="1531369"/>
              <a:ext cx="285347" cy="468108"/>
            </a:xfrm>
            <a:custGeom>
              <a:avLst/>
              <a:gdLst>
                <a:gd name="T0" fmla="*/ 744 w 746"/>
                <a:gd name="T1" fmla="*/ 0 h 1160"/>
                <a:gd name="T2" fmla="*/ 218 w 746"/>
                <a:gd name="T3" fmla="*/ 515 h 1160"/>
                <a:gd name="T4" fmla="*/ 218 w 746"/>
                <a:gd name="T5" fmla="*/ 515 h 1160"/>
                <a:gd name="T6" fmla="*/ 0 w 746"/>
                <a:gd name="T7" fmla="*/ 697 h 1160"/>
                <a:gd name="T8" fmla="*/ 207 w 746"/>
                <a:gd name="T9" fmla="*/ 809 h 1160"/>
                <a:gd name="T10" fmla="*/ 177 w 746"/>
                <a:gd name="T11" fmla="*/ 922 h 1160"/>
                <a:gd name="T12" fmla="*/ 416 w 746"/>
                <a:gd name="T13" fmla="*/ 1160 h 1160"/>
                <a:gd name="T14" fmla="*/ 625 w 746"/>
                <a:gd name="T15" fmla="*/ 1035 h 1160"/>
                <a:gd name="T16" fmla="*/ 746 w 746"/>
                <a:gd name="T17" fmla="*/ 1100 h 1160"/>
                <a:gd name="T18" fmla="*/ 746 w 746"/>
                <a:gd name="T19" fmla="*/ 997 h 1160"/>
                <a:gd name="T20" fmla="*/ 236 w 746"/>
                <a:gd name="T21" fmla="*/ 722 h 1160"/>
                <a:gd name="T22" fmla="*/ 250 w 746"/>
                <a:gd name="T23" fmla="*/ 697 h 1160"/>
                <a:gd name="T24" fmla="*/ 236 w 746"/>
                <a:gd name="T25" fmla="*/ 722 h 1160"/>
                <a:gd name="T26" fmla="*/ 212 w 746"/>
                <a:gd name="T27" fmla="*/ 709 h 1160"/>
                <a:gd name="T28" fmla="*/ 225 w 746"/>
                <a:gd name="T29" fmla="*/ 684 h 1160"/>
                <a:gd name="T30" fmla="*/ 391 w 746"/>
                <a:gd name="T31" fmla="*/ 518 h 1160"/>
                <a:gd name="T32" fmla="*/ 456 w 746"/>
                <a:gd name="T33" fmla="*/ 489 h 1160"/>
                <a:gd name="T34" fmla="*/ 465 w 746"/>
                <a:gd name="T35" fmla="*/ 482 h 1160"/>
                <a:gd name="T36" fmla="*/ 498 w 746"/>
                <a:gd name="T37" fmla="*/ 451 h 1160"/>
                <a:gd name="T38" fmla="*/ 606 w 746"/>
                <a:gd name="T39" fmla="*/ 347 h 1160"/>
                <a:gd name="T40" fmla="*/ 746 w 746"/>
                <a:gd name="T41" fmla="*/ 208 h 1160"/>
                <a:gd name="T42" fmla="*/ 746 w 746"/>
                <a:gd name="T43" fmla="*/ 1 h 1160"/>
                <a:gd name="T44" fmla="*/ 744 w 746"/>
                <a:gd name="T45" fmla="*/ 0 h 1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46" h="1160">
                  <a:moveTo>
                    <a:pt x="744" y="0"/>
                  </a:moveTo>
                  <a:cubicBezTo>
                    <a:pt x="744" y="0"/>
                    <a:pt x="237" y="511"/>
                    <a:pt x="218" y="515"/>
                  </a:cubicBezTo>
                  <a:cubicBezTo>
                    <a:pt x="218" y="515"/>
                    <a:pt x="218" y="515"/>
                    <a:pt x="218" y="515"/>
                  </a:cubicBezTo>
                  <a:cubicBezTo>
                    <a:pt x="126" y="547"/>
                    <a:pt x="47" y="609"/>
                    <a:pt x="0" y="697"/>
                  </a:cubicBezTo>
                  <a:cubicBezTo>
                    <a:pt x="207" y="809"/>
                    <a:pt x="207" y="809"/>
                    <a:pt x="207" y="809"/>
                  </a:cubicBezTo>
                  <a:cubicBezTo>
                    <a:pt x="189" y="843"/>
                    <a:pt x="177" y="881"/>
                    <a:pt x="177" y="922"/>
                  </a:cubicBezTo>
                  <a:cubicBezTo>
                    <a:pt x="177" y="1054"/>
                    <a:pt x="284" y="1160"/>
                    <a:pt x="416" y="1160"/>
                  </a:cubicBezTo>
                  <a:cubicBezTo>
                    <a:pt x="507" y="1160"/>
                    <a:pt x="585" y="1109"/>
                    <a:pt x="625" y="1035"/>
                  </a:cubicBezTo>
                  <a:cubicBezTo>
                    <a:pt x="746" y="1100"/>
                    <a:pt x="746" y="1100"/>
                    <a:pt x="746" y="1100"/>
                  </a:cubicBezTo>
                  <a:cubicBezTo>
                    <a:pt x="746" y="997"/>
                    <a:pt x="746" y="997"/>
                    <a:pt x="746" y="997"/>
                  </a:cubicBezTo>
                  <a:cubicBezTo>
                    <a:pt x="236" y="722"/>
                    <a:pt x="236" y="722"/>
                    <a:pt x="236" y="722"/>
                  </a:cubicBezTo>
                  <a:cubicBezTo>
                    <a:pt x="250" y="697"/>
                    <a:pt x="250" y="697"/>
                    <a:pt x="250" y="697"/>
                  </a:cubicBezTo>
                  <a:cubicBezTo>
                    <a:pt x="236" y="722"/>
                    <a:pt x="236" y="722"/>
                    <a:pt x="236" y="722"/>
                  </a:cubicBezTo>
                  <a:cubicBezTo>
                    <a:pt x="212" y="709"/>
                    <a:pt x="212" y="709"/>
                    <a:pt x="212" y="709"/>
                  </a:cubicBezTo>
                  <a:cubicBezTo>
                    <a:pt x="225" y="684"/>
                    <a:pt x="225" y="684"/>
                    <a:pt x="225" y="684"/>
                  </a:cubicBezTo>
                  <a:cubicBezTo>
                    <a:pt x="264" y="612"/>
                    <a:pt x="322" y="556"/>
                    <a:pt x="391" y="518"/>
                  </a:cubicBezTo>
                  <a:cubicBezTo>
                    <a:pt x="412" y="507"/>
                    <a:pt x="433" y="497"/>
                    <a:pt x="456" y="489"/>
                  </a:cubicBezTo>
                  <a:cubicBezTo>
                    <a:pt x="458" y="488"/>
                    <a:pt x="461" y="485"/>
                    <a:pt x="465" y="482"/>
                  </a:cubicBezTo>
                  <a:cubicBezTo>
                    <a:pt x="473" y="474"/>
                    <a:pt x="484" y="464"/>
                    <a:pt x="498" y="451"/>
                  </a:cubicBezTo>
                  <a:cubicBezTo>
                    <a:pt x="526" y="425"/>
                    <a:pt x="564" y="388"/>
                    <a:pt x="606" y="347"/>
                  </a:cubicBezTo>
                  <a:cubicBezTo>
                    <a:pt x="650" y="303"/>
                    <a:pt x="699" y="255"/>
                    <a:pt x="746" y="208"/>
                  </a:cubicBezTo>
                  <a:cubicBezTo>
                    <a:pt x="746" y="1"/>
                    <a:pt x="746" y="1"/>
                    <a:pt x="746" y="1"/>
                  </a:cubicBezTo>
                  <a:cubicBezTo>
                    <a:pt x="744" y="0"/>
                    <a:pt x="744" y="0"/>
                    <a:pt x="744" y="0"/>
                  </a:cubicBezTo>
                </a:path>
              </a:pathLst>
            </a:custGeom>
            <a:solidFill>
              <a:srgbClr val="CA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8" name="ïṩ1îdê"/>
            <p:cNvSpPr/>
            <p:nvPr/>
          </p:nvSpPr>
          <p:spPr bwMode="auto">
            <a:xfrm>
              <a:off x="7033800" y="1532009"/>
              <a:ext cx="21809" cy="455319"/>
            </a:xfrm>
            <a:custGeom>
              <a:avLst/>
              <a:gdLst>
                <a:gd name="T0" fmla="*/ 0 w 57"/>
                <a:gd name="T1" fmla="*/ 996 h 1129"/>
                <a:gd name="T2" fmla="*/ 0 w 57"/>
                <a:gd name="T3" fmla="*/ 1099 h 1129"/>
                <a:gd name="T4" fmla="*/ 57 w 57"/>
                <a:gd name="T5" fmla="*/ 1129 h 1129"/>
                <a:gd name="T6" fmla="*/ 57 w 57"/>
                <a:gd name="T7" fmla="*/ 1027 h 1129"/>
                <a:gd name="T8" fmla="*/ 0 w 57"/>
                <a:gd name="T9" fmla="*/ 996 h 1129"/>
                <a:gd name="T10" fmla="*/ 0 w 57"/>
                <a:gd name="T11" fmla="*/ 0 h 1129"/>
                <a:gd name="T12" fmla="*/ 0 w 57"/>
                <a:gd name="T13" fmla="*/ 207 h 1129"/>
                <a:gd name="T14" fmla="*/ 57 w 57"/>
                <a:gd name="T15" fmla="*/ 151 h 1129"/>
                <a:gd name="T16" fmla="*/ 57 w 57"/>
                <a:gd name="T17" fmla="*/ 29 h 1129"/>
                <a:gd name="T18" fmla="*/ 0 w 57"/>
                <a:gd name="T19" fmla="*/ 0 h 1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1129">
                  <a:moveTo>
                    <a:pt x="0" y="996"/>
                  </a:moveTo>
                  <a:cubicBezTo>
                    <a:pt x="0" y="1099"/>
                    <a:pt x="0" y="1099"/>
                    <a:pt x="0" y="1099"/>
                  </a:cubicBezTo>
                  <a:cubicBezTo>
                    <a:pt x="57" y="1129"/>
                    <a:pt x="57" y="1129"/>
                    <a:pt x="57" y="1129"/>
                  </a:cubicBezTo>
                  <a:cubicBezTo>
                    <a:pt x="57" y="1027"/>
                    <a:pt x="57" y="1027"/>
                    <a:pt x="57" y="1027"/>
                  </a:cubicBezTo>
                  <a:cubicBezTo>
                    <a:pt x="0" y="996"/>
                    <a:pt x="0" y="996"/>
                    <a:pt x="0" y="996"/>
                  </a:cubicBezTo>
                  <a:moveTo>
                    <a:pt x="0" y="0"/>
                  </a:moveTo>
                  <a:cubicBezTo>
                    <a:pt x="0" y="207"/>
                    <a:pt x="0" y="207"/>
                    <a:pt x="0" y="207"/>
                  </a:cubicBezTo>
                  <a:cubicBezTo>
                    <a:pt x="20" y="188"/>
                    <a:pt x="38" y="169"/>
                    <a:pt x="57" y="151"/>
                  </a:cubicBezTo>
                  <a:cubicBezTo>
                    <a:pt x="57" y="29"/>
                    <a:pt x="57" y="29"/>
                    <a:pt x="57" y="29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6668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9" name="ïṧḷiďê"/>
            <p:cNvSpPr/>
            <p:nvPr/>
          </p:nvSpPr>
          <p:spPr bwMode="auto">
            <a:xfrm>
              <a:off x="7202827" y="2530894"/>
              <a:ext cx="102992" cy="74821"/>
            </a:xfrm>
            <a:prstGeom prst="rect">
              <a:avLst/>
            </a:prstGeom>
            <a:solidFill>
              <a:srgbClr val="E9EB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0" name="ï$ḷîde"/>
            <p:cNvSpPr/>
            <p:nvPr/>
          </p:nvSpPr>
          <p:spPr bwMode="auto">
            <a:xfrm>
              <a:off x="7202827" y="2530894"/>
              <a:ext cx="102992" cy="748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1" name="ïṡlïḍe"/>
            <p:cNvSpPr/>
            <p:nvPr/>
          </p:nvSpPr>
          <p:spPr bwMode="auto">
            <a:xfrm>
              <a:off x="7099837" y="2530894"/>
              <a:ext cx="102992" cy="74821"/>
            </a:xfrm>
            <a:prstGeom prst="rect">
              <a:avLst/>
            </a:prstGeom>
            <a:solidFill>
              <a:srgbClr val="E9EB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2" name="íṩḻíḋè"/>
            <p:cNvSpPr/>
            <p:nvPr/>
          </p:nvSpPr>
          <p:spPr bwMode="auto">
            <a:xfrm>
              <a:off x="7099837" y="2530894"/>
              <a:ext cx="102992" cy="748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3" name="ïṣļîḍé"/>
            <p:cNvSpPr/>
            <p:nvPr/>
          </p:nvSpPr>
          <p:spPr bwMode="auto">
            <a:xfrm>
              <a:off x="7088931" y="2395961"/>
              <a:ext cx="227793" cy="562752"/>
            </a:xfrm>
            <a:custGeom>
              <a:avLst/>
              <a:gdLst>
                <a:gd name="T0" fmla="*/ 358 w 376"/>
                <a:gd name="T1" fmla="*/ 862 h 880"/>
                <a:gd name="T2" fmla="*/ 358 w 376"/>
                <a:gd name="T3" fmla="*/ 844 h 880"/>
                <a:gd name="T4" fmla="*/ 36 w 376"/>
                <a:gd name="T5" fmla="*/ 844 h 880"/>
                <a:gd name="T6" fmla="*/ 36 w 376"/>
                <a:gd name="T7" fmla="*/ 36 h 880"/>
                <a:gd name="T8" fmla="*/ 188 w 376"/>
                <a:gd name="T9" fmla="*/ 36 h 880"/>
                <a:gd name="T10" fmla="*/ 340 w 376"/>
                <a:gd name="T11" fmla="*/ 36 h 880"/>
                <a:gd name="T12" fmla="*/ 340 w 376"/>
                <a:gd name="T13" fmla="*/ 862 h 880"/>
                <a:gd name="T14" fmla="*/ 358 w 376"/>
                <a:gd name="T15" fmla="*/ 862 h 880"/>
                <a:gd name="T16" fmla="*/ 358 w 376"/>
                <a:gd name="T17" fmla="*/ 844 h 880"/>
                <a:gd name="T18" fmla="*/ 358 w 376"/>
                <a:gd name="T19" fmla="*/ 862 h 880"/>
                <a:gd name="T20" fmla="*/ 376 w 376"/>
                <a:gd name="T21" fmla="*/ 862 h 880"/>
                <a:gd name="T22" fmla="*/ 376 w 376"/>
                <a:gd name="T23" fmla="*/ 0 h 880"/>
                <a:gd name="T24" fmla="*/ 188 w 376"/>
                <a:gd name="T25" fmla="*/ 0 h 880"/>
                <a:gd name="T26" fmla="*/ 0 w 376"/>
                <a:gd name="T27" fmla="*/ 0 h 880"/>
                <a:gd name="T28" fmla="*/ 0 w 376"/>
                <a:gd name="T29" fmla="*/ 880 h 880"/>
                <a:gd name="T30" fmla="*/ 376 w 376"/>
                <a:gd name="T31" fmla="*/ 880 h 880"/>
                <a:gd name="T32" fmla="*/ 376 w 376"/>
                <a:gd name="T33" fmla="*/ 862 h 880"/>
                <a:gd name="T34" fmla="*/ 358 w 376"/>
                <a:gd name="T35" fmla="*/ 862 h 8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6" h="880">
                  <a:moveTo>
                    <a:pt x="358" y="862"/>
                  </a:moveTo>
                  <a:lnTo>
                    <a:pt x="358" y="844"/>
                  </a:lnTo>
                  <a:lnTo>
                    <a:pt x="36" y="844"/>
                  </a:lnTo>
                  <a:lnTo>
                    <a:pt x="36" y="36"/>
                  </a:lnTo>
                  <a:lnTo>
                    <a:pt x="188" y="36"/>
                  </a:lnTo>
                  <a:lnTo>
                    <a:pt x="340" y="36"/>
                  </a:lnTo>
                  <a:lnTo>
                    <a:pt x="340" y="862"/>
                  </a:lnTo>
                  <a:lnTo>
                    <a:pt x="358" y="862"/>
                  </a:lnTo>
                  <a:lnTo>
                    <a:pt x="358" y="844"/>
                  </a:lnTo>
                  <a:lnTo>
                    <a:pt x="358" y="862"/>
                  </a:lnTo>
                  <a:lnTo>
                    <a:pt x="376" y="862"/>
                  </a:lnTo>
                  <a:lnTo>
                    <a:pt x="376" y="0"/>
                  </a:lnTo>
                  <a:lnTo>
                    <a:pt x="188" y="0"/>
                  </a:lnTo>
                  <a:lnTo>
                    <a:pt x="0" y="0"/>
                  </a:lnTo>
                  <a:lnTo>
                    <a:pt x="0" y="880"/>
                  </a:lnTo>
                  <a:lnTo>
                    <a:pt x="376" y="880"/>
                  </a:lnTo>
                  <a:lnTo>
                    <a:pt x="376" y="862"/>
                  </a:lnTo>
                  <a:lnTo>
                    <a:pt x="358" y="862"/>
                  </a:ln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4" name="îslíḑê"/>
            <p:cNvSpPr/>
            <p:nvPr/>
          </p:nvSpPr>
          <p:spPr bwMode="auto">
            <a:xfrm>
              <a:off x="7191923" y="2395961"/>
              <a:ext cx="21809" cy="562752"/>
            </a:xfrm>
            <a:custGeom>
              <a:avLst/>
              <a:gdLst>
                <a:gd name="T0" fmla="*/ 57 w 57"/>
                <a:gd name="T1" fmla="*/ 1366 h 1395"/>
                <a:gd name="T2" fmla="*/ 57 w 57"/>
                <a:gd name="T3" fmla="*/ 28 h 1395"/>
                <a:gd name="T4" fmla="*/ 29 w 57"/>
                <a:gd name="T5" fmla="*/ 0 h 1395"/>
                <a:gd name="T6" fmla="*/ 0 w 57"/>
                <a:gd name="T7" fmla="*/ 28 h 1395"/>
                <a:gd name="T8" fmla="*/ 0 w 57"/>
                <a:gd name="T9" fmla="*/ 1366 h 1395"/>
                <a:gd name="T10" fmla="*/ 29 w 57"/>
                <a:gd name="T11" fmla="*/ 1395 h 1395"/>
                <a:gd name="T12" fmla="*/ 57 w 57"/>
                <a:gd name="T13" fmla="*/ 1366 h 1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" h="1395">
                  <a:moveTo>
                    <a:pt x="57" y="1366"/>
                  </a:moveTo>
                  <a:cubicBezTo>
                    <a:pt x="57" y="28"/>
                    <a:pt x="57" y="28"/>
                    <a:pt x="57" y="28"/>
                  </a:cubicBezTo>
                  <a:cubicBezTo>
                    <a:pt x="57" y="13"/>
                    <a:pt x="44" y="0"/>
                    <a:pt x="29" y="0"/>
                  </a:cubicBezTo>
                  <a:cubicBezTo>
                    <a:pt x="13" y="0"/>
                    <a:pt x="0" y="13"/>
                    <a:pt x="0" y="28"/>
                  </a:cubicBezTo>
                  <a:cubicBezTo>
                    <a:pt x="0" y="1366"/>
                    <a:pt x="0" y="1366"/>
                    <a:pt x="0" y="1366"/>
                  </a:cubicBezTo>
                  <a:cubicBezTo>
                    <a:pt x="0" y="1382"/>
                    <a:pt x="13" y="1395"/>
                    <a:pt x="29" y="1395"/>
                  </a:cubicBezTo>
                  <a:cubicBezTo>
                    <a:pt x="44" y="1395"/>
                    <a:pt x="57" y="1382"/>
                    <a:pt x="57" y="1366"/>
                  </a:cubicBezTo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5" name="íṧľîḍè"/>
            <p:cNvSpPr/>
            <p:nvPr/>
          </p:nvSpPr>
          <p:spPr bwMode="auto">
            <a:xfrm>
              <a:off x="7092566" y="2529615"/>
              <a:ext cx="117532" cy="14709"/>
            </a:xfrm>
            <a:custGeom>
              <a:avLst/>
              <a:gdLst>
                <a:gd name="T0" fmla="*/ 19 w 307"/>
                <a:gd name="T1" fmla="*/ 37 h 37"/>
                <a:gd name="T2" fmla="*/ 289 w 307"/>
                <a:gd name="T3" fmla="*/ 37 h 37"/>
                <a:gd name="T4" fmla="*/ 307 w 307"/>
                <a:gd name="T5" fmla="*/ 19 h 37"/>
                <a:gd name="T6" fmla="*/ 289 w 307"/>
                <a:gd name="T7" fmla="*/ 0 h 37"/>
                <a:gd name="T8" fmla="*/ 19 w 307"/>
                <a:gd name="T9" fmla="*/ 0 h 37"/>
                <a:gd name="T10" fmla="*/ 0 w 307"/>
                <a:gd name="T11" fmla="*/ 19 h 37"/>
                <a:gd name="T12" fmla="*/ 19 w 307"/>
                <a:gd name="T13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7" h="37">
                  <a:moveTo>
                    <a:pt x="19" y="37"/>
                  </a:moveTo>
                  <a:cubicBezTo>
                    <a:pt x="289" y="37"/>
                    <a:pt x="289" y="37"/>
                    <a:pt x="289" y="37"/>
                  </a:cubicBezTo>
                  <a:cubicBezTo>
                    <a:pt x="299" y="37"/>
                    <a:pt x="307" y="29"/>
                    <a:pt x="307" y="19"/>
                  </a:cubicBezTo>
                  <a:cubicBezTo>
                    <a:pt x="307" y="8"/>
                    <a:pt x="299" y="0"/>
                    <a:pt x="28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8" y="0"/>
                    <a:pt x="0" y="8"/>
                    <a:pt x="0" y="19"/>
                  </a:cubicBezTo>
                  <a:cubicBezTo>
                    <a:pt x="0" y="29"/>
                    <a:pt x="8" y="37"/>
                    <a:pt x="19" y="37"/>
                  </a:cubicBezTo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6" name="íś1ïďé"/>
            <p:cNvSpPr/>
            <p:nvPr/>
          </p:nvSpPr>
          <p:spPr bwMode="auto">
            <a:xfrm>
              <a:off x="7092566" y="2604436"/>
              <a:ext cx="117532" cy="14709"/>
            </a:xfrm>
            <a:custGeom>
              <a:avLst/>
              <a:gdLst>
                <a:gd name="T0" fmla="*/ 19 w 307"/>
                <a:gd name="T1" fmla="*/ 37 h 37"/>
                <a:gd name="T2" fmla="*/ 289 w 307"/>
                <a:gd name="T3" fmla="*/ 37 h 37"/>
                <a:gd name="T4" fmla="*/ 307 w 307"/>
                <a:gd name="T5" fmla="*/ 18 h 37"/>
                <a:gd name="T6" fmla="*/ 289 w 307"/>
                <a:gd name="T7" fmla="*/ 0 h 37"/>
                <a:gd name="T8" fmla="*/ 19 w 307"/>
                <a:gd name="T9" fmla="*/ 0 h 37"/>
                <a:gd name="T10" fmla="*/ 0 w 307"/>
                <a:gd name="T11" fmla="*/ 18 h 37"/>
                <a:gd name="T12" fmla="*/ 19 w 307"/>
                <a:gd name="T13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7" h="37">
                  <a:moveTo>
                    <a:pt x="19" y="37"/>
                  </a:moveTo>
                  <a:cubicBezTo>
                    <a:pt x="289" y="37"/>
                    <a:pt x="289" y="37"/>
                    <a:pt x="289" y="37"/>
                  </a:cubicBezTo>
                  <a:cubicBezTo>
                    <a:pt x="299" y="37"/>
                    <a:pt x="307" y="29"/>
                    <a:pt x="307" y="18"/>
                  </a:cubicBezTo>
                  <a:cubicBezTo>
                    <a:pt x="307" y="8"/>
                    <a:pt x="299" y="0"/>
                    <a:pt x="28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9"/>
                    <a:pt x="8" y="37"/>
                    <a:pt x="19" y="37"/>
                  </a:cubicBezTo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7" name="íSḻidé"/>
            <p:cNvSpPr/>
            <p:nvPr/>
          </p:nvSpPr>
          <p:spPr bwMode="auto">
            <a:xfrm>
              <a:off x="7128916" y="2653676"/>
              <a:ext cx="43015" cy="7673"/>
            </a:xfrm>
            <a:prstGeom prst="rect">
              <a:avLst/>
            </a:pr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8" name="iṩļídè"/>
            <p:cNvSpPr/>
            <p:nvPr/>
          </p:nvSpPr>
          <p:spPr bwMode="auto">
            <a:xfrm>
              <a:off x="7128916" y="2653676"/>
              <a:ext cx="43015" cy="7673"/>
            </a:xfrm>
            <a:custGeom>
              <a:avLst/>
              <a:gdLst>
                <a:gd name="T0" fmla="*/ 0 w 71"/>
                <a:gd name="T1" fmla="*/ 12 h 12"/>
                <a:gd name="T2" fmla="*/ 71 w 71"/>
                <a:gd name="T3" fmla="*/ 12 h 12"/>
                <a:gd name="T4" fmla="*/ 71 w 71"/>
                <a:gd name="T5" fmla="*/ 0 h 12"/>
                <a:gd name="T6" fmla="*/ 0 w 71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12">
                  <a:moveTo>
                    <a:pt x="0" y="12"/>
                  </a:moveTo>
                  <a:lnTo>
                    <a:pt x="71" y="12"/>
                  </a:lnTo>
                  <a:lnTo>
                    <a:pt x="71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9" name="í$ḷídê"/>
            <p:cNvSpPr/>
            <p:nvPr/>
          </p:nvSpPr>
          <p:spPr bwMode="auto">
            <a:xfrm>
              <a:off x="7128916" y="2479095"/>
              <a:ext cx="43015" cy="14709"/>
            </a:xfrm>
            <a:prstGeom prst="rect">
              <a:avLst/>
            </a:pr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0" name="ïṩḷíḑé"/>
            <p:cNvSpPr/>
            <p:nvPr/>
          </p:nvSpPr>
          <p:spPr bwMode="auto">
            <a:xfrm>
              <a:off x="7128916" y="2479095"/>
              <a:ext cx="43015" cy="14709"/>
            </a:xfrm>
            <a:custGeom>
              <a:avLst/>
              <a:gdLst>
                <a:gd name="T0" fmla="*/ 0 w 71"/>
                <a:gd name="T1" fmla="*/ 23 h 23"/>
                <a:gd name="T2" fmla="*/ 71 w 71"/>
                <a:gd name="T3" fmla="*/ 23 h 23"/>
                <a:gd name="T4" fmla="*/ 71 w 71"/>
                <a:gd name="T5" fmla="*/ 0 h 23"/>
                <a:gd name="T6" fmla="*/ 0 w 71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23">
                  <a:moveTo>
                    <a:pt x="0" y="23"/>
                  </a:moveTo>
                  <a:lnTo>
                    <a:pt x="71" y="23"/>
                  </a:lnTo>
                  <a:lnTo>
                    <a:pt x="71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1" name="îşḻídê"/>
            <p:cNvSpPr/>
            <p:nvPr/>
          </p:nvSpPr>
          <p:spPr bwMode="auto">
            <a:xfrm>
              <a:off x="7128916" y="2695883"/>
              <a:ext cx="43015" cy="7673"/>
            </a:xfrm>
            <a:prstGeom prst="rect">
              <a:avLst/>
            </a:pr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2" name="i$ļïḍè"/>
            <p:cNvSpPr/>
            <p:nvPr/>
          </p:nvSpPr>
          <p:spPr bwMode="auto">
            <a:xfrm>
              <a:off x="7128916" y="2695883"/>
              <a:ext cx="43015" cy="7673"/>
            </a:xfrm>
            <a:custGeom>
              <a:avLst/>
              <a:gdLst>
                <a:gd name="T0" fmla="*/ 0 w 71"/>
                <a:gd name="T1" fmla="*/ 12 h 12"/>
                <a:gd name="T2" fmla="*/ 71 w 71"/>
                <a:gd name="T3" fmla="*/ 12 h 12"/>
                <a:gd name="T4" fmla="*/ 71 w 71"/>
                <a:gd name="T5" fmla="*/ 0 h 12"/>
                <a:gd name="T6" fmla="*/ 0 w 71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12">
                  <a:moveTo>
                    <a:pt x="0" y="12"/>
                  </a:moveTo>
                  <a:lnTo>
                    <a:pt x="71" y="12"/>
                  </a:lnTo>
                  <a:lnTo>
                    <a:pt x="71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3" name="îṥ1íḋe"/>
            <p:cNvSpPr/>
            <p:nvPr/>
          </p:nvSpPr>
          <p:spPr bwMode="auto">
            <a:xfrm>
              <a:off x="7195558" y="2529615"/>
              <a:ext cx="117532" cy="14709"/>
            </a:xfrm>
            <a:custGeom>
              <a:avLst/>
              <a:gdLst>
                <a:gd name="T0" fmla="*/ 19 w 307"/>
                <a:gd name="T1" fmla="*/ 37 h 37"/>
                <a:gd name="T2" fmla="*/ 289 w 307"/>
                <a:gd name="T3" fmla="*/ 37 h 37"/>
                <a:gd name="T4" fmla="*/ 307 w 307"/>
                <a:gd name="T5" fmla="*/ 19 h 37"/>
                <a:gd name="T6" fmla="*/ 289 w 307"/>
                <a:gd name="T7" fmla="*/ 0 h 37"/>
                <a:gd name="T8" fmla="*/ 19 w 307"/>
                <a:gd name="T9" fmla="*/ 0 h 37"/>
                <a:gd name="T10" fmla="*/ 0 w 307"/>
                <a:gd name="T11" fmla="*/ 19 h 37"/>
                <a:gd name="T12" fmla="*/ 19 w 307"/>
                <a:gd name="T13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7" h="37">
                  <a:moveTo>
                    <a:pt x="19" y="37"/>
                  </a:moveTo>
                  <a:cubicBezTo>
                    <a:pt x="289" y="37"/>
                    <a:pt x="289" y="37"/>
                    <a:pt x="289" y="37"/>
                  </a:cubicBezTo>
                  <a:cubicBezTo>
                    <a:pt x="299" y="37"/>
                    <a:pt x="307" y="29"/>
                    <a:pt x="307" y="19"/>
                  </a:cubicBezTo>
                  <a:cubicBezTo>
                    <a:pt x="307" y="8"/>
                    <a:pt x="299" y="0"/>
                    <a:pt x="28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8" y="0"/>
                    <a:pt x="0" y="8"/>
                    <a:pt x="0" y="19"/>
                  </a:cubicBezTo>
                  <a:cubicBezTo>
                    <a:pt x="0" y="29"/>
                    <a:pt x="8" y="37"/>
                    <a:pt x="19" y="37"/>
                  </a:cubicBezTo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4" name="íşļidè"/>
            <p:cNvSpPr/>
            <p:nvPr/>
          </p:nvSpPr>
          <p:spPr bwMode="auto">
            <a:xfrm>
              <a:off x="7195558" y="2604436"/>
              <a:ext cx="117532" cy="14709"/>
            </a:xfrm>
            <a:custGeom>
              <a:avLst/>
              <a:gdLst>
                <a:gd name="T0" fmla="*/ 19 w 307"/>
                <a:gd name="T1" fmla="*/ 37 h 37"/>
                <a:gd name="T2" fmla="*/ 289 w 307"/>
                <a:gd name="T3" fmla="*/ 37 h 37"/>
                <a:gd name="T4" fmla="*/ 307 w 307"/>
                <a:gd name="T5" fmla="*/ 18 h 37"/>
                <a:gd name="T6" fmla="*/ 289 w 307"/>
                <a:gd name="T7" fmla="*/ 0 h 37"/>
                <a:gd name="T8" fmla="*/ 19 w 307"/>
                <a:gd name="T9" fmla="*/ 0 h 37"/>
                <a:gd name="T10" fmla="*/ 0 w 307"/>
                <a:gd name="T11" fmla="*/ 18 h 37"/>
                <a:gd name="T12" fmla="*/ 19 w 307"/>
                <a:gd name="T13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7" h="37">
                  <a:moveTo>
                    <a:pt x="19" y="37"/>
                  </a:moveTo>
                  <a:cubicBezTo>
                    <a:pt x="289" y="37"/>
                    <a:pt x="289" y="37"/>
                    <a:pt x="289" y="37"/>
                  </a:cubicBezTo>
                  <a:cubicBezTo>
                    <a:pt x="299" y="37"/>
                    <a:pt x="307" y="29"/>
                    <a:pt x="307" y="18"/>
                  </a:cubicBezTo>
                  <a:cubicBezTo>
                    <a:pt x="307" y="8"/>
                    <a:pt x="299" y="0"/>
                    <a:pt x="28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9"/>
                    <a:pt x="8" y="37"/>
                    <a:pt x="19" y="37"/>
                  </a:cubicBezTo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5" name="îSliďé"/>
            <p:cNvSpPr/>
            <p:nvPr/>
          </p:nvSpPr>
          <p:spPr bwMode="auto">
            <a:xfrm>
              <a:off x="7231908" y="2653676"/>
              <a:ext cx="43015" cy="7673"/>
            </a:xfrm>
            <a:prstGeom prst="rect">
              <a:avLst/>
            </a:pr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6" name="ïšļíḍe"/>
            <p:cNvSpPr/>
            <p:nvPr/>
          </p:nvSpPr>
          <p:spPr bwMode="auto">
            <a:xfrm>
              <a:off x="7231908" y="2653676"/>
              <a:ext cx="43015" cy="7673"/>
            </a:xfrm>
            <a:custGeom>
              <a:avLst/>
              <a:gdLst>
                <a:gd name="T0" fmla="*/ 0 w 71"/>
                <a:gd name="T1" fmla="*/ 12 h 12"/>
                <a:gd name="T2" fmla="*/ 71 w 71"/>
                <a:gd name="T3" fmla="*/ 12 h 12"/>
                <a:gd name="T4" fmla="*/ 71 w 71"/>
                <a:gd name="T5" fmla="*/ 0 h 12"/>
                <a:gd name="T6" fmla="*/ 0 w 71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12">
                  <a:moveTo>
                    <a:pt x="0" y="12"/>
                  </a:moveTo>
                  <a:lnTo>
                    <a:pt x="71" y="12"/>
                  </a:lnTo>
                  <a:lnTo>
                    <a:pt x="71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7" name="îṥlîdê"/>
            <p:cNvSpPr/>
            <p:nvPr/>
          </p:nvSpPr>
          <p:spPr bwMode="auto">
            <a:xfrm>
              <a:off x="7231908" y="2479095"/>
              <a:ext cx="43015" cy="14709"/>
            </a:xfrm>
            <a:prstGeom prst="rect">
              <a:avLst/>
            </a:pr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8" name="îṣḷíḓè"/>
            <p:cNvSpPr/>
            <p:nvPr/>
          </p:nvSpPr>
          <p:spPr bwMode="auto">
            <a:xfrm>
              <a:off x="7231908" y="2479095"/>
              <a:ext cx="43015" cy="14709"/>
            </a:xfrm>
            <a:custGeom>
              <a:avLst/>
              <a:gdLst>
                <a:gd name="T0" fmla="*/ 0 w 71"/>
                <a:gd name="T1" fmla="*/ 23 h 23"/>
                <a:gd name="T2" fmla="*/ 71 w 71"/>
                <a:gd name="T3" fmla="*/ 23 h 23"/>
                <a:gd name="T4" fmla="*/ 71 w 71"/>
                <a:gd name="T5" fmla="*/ 0 h 23"/>
                <a:gd name="T6" fmla="*/ 0 w 71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23">
                  <a:moveTo>
                    <a:pt x="0" y="23"/>
                  </a:moveTo>
                  <a:lnTo>
                    <a:pt x="71" y="23"/>
                  </a:lnTo>
                  <a:lnTo>
                    <a:pt x="71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59" name="ïṡ1íďé"/>
            <p:cNvSpPr/>
            <p:nvPr/>
          </p:nvSpPr>
          <p:spPr bwMode="auto">
            <a:xfrm>
              <a:off x="7231908" y="2695883"/>
              <a:ext cx="43015" cy="7673"/>
            </a:xfrm>
            <a:prstGeom prst="rect">
              <a:avLst/>
            </a:pr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0" name="iṣḻîḓe"/>
            <p:cNvSpPr/>
            <p:nvPr/>
          </p:nvSpPr>
          <p:spPr bwMode="auto">
            <a:xfrm>
              <a:off x="7231908" y="2695883"/>
              <a:ext cx="43015" cy="7673"/>
            </a:xfrm>
            <a:custGeom>
              <a:avLst/>
              <a:gdLst>
                <a:gd name="T0" fmla="*/ 0 w 71"/>
                <a:gd name="T1" fmla="*/ 12 h 12"/>
                <a:gd name="T2" fmla="*/ 71 w 71"/>
                <a:gd name="T3" fmla="*/ 12 h 12"/>
                <a:gd name="T4" fmla="*/ 71 w 71"/>
                <a:gd name="T5" fmla="*/ 0 h 12"/>
                <a:gd name="T6" fmla="*/ 0 w 71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12">
                  <a:moveTo>
                    <a:pt x="0" y="12"/>
                  </a:moveTo>
                  <a:lnTo>
                    <a:pt x="71" y="12"/>
                  </a:lnTo>
                  <a:lnTo>
                    <a:pt x="71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1" name="îSliďè"/>
            <p:cNvSpPr/>
            <p:nvPr/>
          </p:nvSpPr>
          <p:spPr bwMode="auto">
            <a:xfrm>
              <a:off x="6912029" y="1806991"/>
              <a:ext cx="182356" cy="192486"/>
            </a:xfrm>
            <a:prstGeom prst="ellipse">
              <a:avLst/>
            </a:prstGeom>
            <a:solidFill>
              <a:srgbClr val="FDDF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2" name="ï$1ïḓê"/>
            <p:cNvSpPr/>
            <p:nvPr/>
          </p:nvSpPr>
          <p:spPr bwMode="auto">
            <a:xfrm>
              <a:off x="6904758" y="1799316"/>
              <a:ext cx="196289" cy="207835"/>
            </a:xfrm>
            <a:custGeom>
              <a:avLst/>
              <a:gdLst>
                <a:gd name="T0" fmla="*/ 496 w 514"/>
                <a:gd name="T1" fmla="*/ 258 h 515"/>
                <a:gd name="T2" fmla="*/ 477 w 514"/>
                <a:gd name="T3" fmla="*/ 258 h 515"/>
                <a:gd name="T4" fmla="*/ 412 w 514"/>
                <a:gd name="T5" fmla="*/ 413 h 515"/>
                <a:gd name="T6" fmla="*/ 257 w 514"/>
                <a:gd name="T7" fmla="*/ 478 h 515"/>
                <a:gd name="T8" fmla="*/ 102 w 514"/>
                <a:gd name="T9" fmla="*/ 413 h 515"/>
                <a:gd name="T10" fmla="*/ 37 w 514"/>
                <a:gd name="T11" fmla="*/ 258 h 515"/>
                <a:gd name="T12" fmla="*/ 102 w 514"/>
                <a:gd name="T13" fmla="*/ 102 h 515"/>
                <a:gd name="T14" fmla="*/ 257 w 514"/>
                <a:gd name="T15" fmla="*/ 38 h 515"/>
                <a:gd name="T16" fmla="*/ 412 w 514"/>
                <a:gd name="T17" fmla="*/ 102 h 515"/>
                <a:gd name="T18" fmla="*/ 477 w 514"/>
                <a:gd name="T19" fmla="*/ 258 h 515"/>
                <a:gd name="T20" fmla="*/ 496 w 514"/>
                <a:gd name="T21" fmla="*/ 258 h 515"/>
                <a:gd name="T22" fmla="*/ 514 w 514"/>
                <a:gd name="T23" fmla="*/ 258 h 515"/>
                <a:gd name="T24" fmla="*/ 439 w 514"/>
                <a:gd name="T25" fmla="*/ 76 h 515"/>
                <a:gd name="T26" fmla="*/ 257 w 514"/>
                <a:gd name="T27" fmla="*/ 0 h 515"/>
                <a:gd name="T28" fmla="*/ 75 w 514"/>
                <a:gd name="T29" fmla="*/ 76 h 515"/>
                <a:gd name="T30" fmla="*/ 0 w 514"/>
                <a:gd name="T31" fmla="*/ 258 h 515"/>
                <a:gd name="T32" fmla="*/ 75 w 514"/>
                <a:gd name="T33" fmla="*/ 440 h 515"/>
                <a:gd name="T34" fmla="*/ 257 w 514"/>
                <a:gd name="T35" fmla="*/ 515 h 515"/>
                <a:gd name="T36" fmla="*/ 439 w 514"/>
                <a:gd name="T37" fmla="*/ 440 h 515"/>
                <a:gd name="T38" fmla="*/ 514 w 514"/>
                <a:gd name="T39" fmla="*/ 258 h 515"/>
                <a:gd name="T40" fmla="*/ 496 w 514"/>
                <a:gd name="T41" fmla="*/ 258 h 5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14" h="515">
                  <a:moveTo>
                    <a:pt x="496" y="258"/>
                  </a:moveTo>
                  <a:cubicBezTo>
                    <a:pt x="477" y="258"/>
                    <a:pt x="477" y="258"/>
                    <a:pt x="477" y="258"/>
                  </a:cubicBezTo>
                  <a:cubicBezTo>
                    <a:pt x="477" y="319"/>
                    <a:pt x="452" y="373"/>
                    <a:pt x="412" y="413"/>
                  </a:cubicBezTo>
                  <a:cubicBezTo>
                    <a:pt x="373" y="453"/>
                    <a:pt x="318" y="478"/>
                    <a:pt x="257" y="478"/>
                  </a:cubicBezTo>
                  <a:cubicBezTo>
                    <a:pt x="196" y="478"/>
                    <a:pt x="141" y="453"/>
                    <a:pt x="102" y="413"/>
                  </a:cubicBezTo>
                  <a:cubicBezTo>
                    <a:pt x="62" y="373"/>
                    <a:pt x="37" y="319"/>
                    <a:pt x="37" y="258"/>
                  </a:cubicBezTo>
                  <a:cubicBezTo>
                    <a:pt x="37" y="197"/>
                    <a:pt x="62" y="142"/>
                    <a:pt x="102" y="102"/>
                  </a:cubicBezTo>
                  <a:cubicBezTo>
                    <a:pt x="141" y="63"/>
                    <a:pt x="196" y="38"/>
                    <a:pt x="257" y="38"/>
                  </a:cubicBezTo>
                  <a:cubicBezTo>
                    <a:pt x="318" y="38"/>
                    <a:pt x="373" y="63"/>
                    <a:pt x="412" y="102"/>
                  </a:cubicBezTo>
                  <a:cubicBezTo>
                    <a:pt x="452" y="142"/>
                    <a:pt x="477" y="197"/>
                    <a:pt x="477" y="258"/>
                  </a:cubicBezTo>
                  <a:cubicBezTo>
                    <a:pt x="496" y="258"/>
                    <a:pt x="496" y="258"/>
                    <a:pt x="496" y="258"/>
                  </a:cubicBezTo>
                  <a:cubicBezTo>
                    <a:pt x="514" y="258"/>
                    <a:pt x="514" y="258"/>
                    <a:pt x="514" y="258"/>
                  </a:cubicBezTo>
                  <a:cubicBezTo>
                    <a:pt x="514" y="187"/>
                    <a:pt x="486" y="122"/>
                    <a:pt x="439" y="76"/>
                  </a:cubicBezTo>
                  <a:cubicBezTo>
                    <a:pt x="393" y="29"/>
                    <a:pt x="328" y="0"/>
                    <a:pt x="257" y="0"/>
                  </a:cubicBezTo>
                  <a:cubicBezTo>
                    <a:pt x="186" y="0"/>
                    <a:pt x="122" y="29"/>
                    <a:pt x="75" y="76"/>
                  </a:cubicBezTo>
                  <a:cubicBezTo>
                    <a:pt x="28" y="122"/>
                    <a:pt x="0" y="187"/>
                    <a:pt x="0" y="258"/>
                  </a:cubicBezTo>
                  <a:cubicBezTo>
                    <a:pt x="0" y="329"/>
                    <a:pt x="28" y="393"/>
                    <a:pt x="75" y="440"/>
                  </a:cubicBezTo>
                  <a:cubicBezTo>
                    <a:pt x="122" y="486"/>
                    <a:pt x="186" y="515"/>
                    <a:pt x="257" y="515"/>
                  </a:cubicBezTo>
                  <a:cubicBezTo>
                    <a:pt x="328" y="515"/>
                    <a:pt x="393" y="486"/>
                    <a:pt x="439" y="440"/>
                  </a:cubicBezTo>
                  <a:cubicBezTo>
                    <a:pt x="486" y="393"/>
                    <a:pt x="514" y="329"/>
                    <a:pt x="514" y="258"/>
                  </a:cubicBezTo>
                  <a:lnTo>
                    <a:pt x="496" y="258"/>
                  </a:ln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3" name="ïŝḻîḍè"/>
            <p:cNvSpPr/>
            <p:nvPr/>
          </p:nvSpPr>
          <p:spPr bwMode="auto">
            <a:xfrm>
              <a:off x="7179805" y="1728973"/>
              <a:ext cx="461643" cy="572984"/>
            </a:xfrm>
            <a:custGeom>
              <a:avLst/>
              <a:gdLst>
                <a:gd name="T0" fmla="*/ 0 w 762"/>
                <a:gd name="T1" fmla="*/ 79 h 896"/>
                <a:gd name="T2" fmla="*/ 716 w 762"/>
                <a:gd name="T3" fmla="*/ 896 h 896"/>
                <a:gd name="T4" fmla="*/ 762 w 762"/>
                <a:gd name="T5" fmla="*/ 848 h 896"/>
                <a:gd name="T6" fmla="*/ 12 w 762"/>
                <a:gd name="T7" fmla="*/ 0 h 896"/>
                <a:gd name="T8" fmla="*/ 0 w 762"/>
                <a:gd name="T9" fmla="*/ 79 h 8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2" h="896">
                  <a:moveTo>
                    <a:pt x="0" y="79"/>
                  </a:moveTo>
                  <a:lnTo>
                    <a:pt x="716" y="896"/>
                  </a:lnTo>
                  <a:lnTo>
                    <a:pt x="762" y="848"/>
                  </a:lnTo>
                  <a:lnTo>
                    <a:pt x="12" y="0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4" name="îślïḋé"/>
            <p:cNvSpPr/>
            <p:nvPr/>
          </p:nvSpPr>
          <p:spPr bwMode="auto">
            <a:xfrm>
              <a:off x="7168901" y="1721298"/>
              <a:ext cx="480424" cy="588972"/>
            </a:xfrm>
            <a:custGeom>
              <a:avLst/>
              <a:gdLst>
                <a:gd name="T0" fmla="*/ 18 w 793"/>
                <a:gd name="T1" fmla="*/ 91 h 921"/>
                <a:gd name="T2" fmla="*/ 4 w 793"/>
                <a:gd name="T3" fmla="*/ 103 h 921"/>
                <a:gd name="T4" fmla="*/ 720 w 793"/>
                <a:gd name="T5" fmla="*/ 920 h 921"/>
                <a:gd name="T6" fmla="*/ 746 w 793"/>
                <a:gd name="T7" fmla="*/ 921 h 921"/>
                <a:gd name="T8" fmla="*/ 793 w 793"/>
                <a:gd name="T9" fmla="*/ 872 h 921"/>
                <a:gd name="T10" fmla="*/ 793 w 793"/>
                <a:gd name="T11" fmla="*/ 848 h 921"/>
                <a:gd name="T12" fmla="*/ 44 w 793"/>
                <a:gd name="T13" fmla="*/ 0 h 921"/>
                <a:gd name="T14" fmla="*/ 13 w 793"/>
                <a:gd name="T15" fmla="*/ 9 h 921"/>
                <a:gd name="T16" fmla="*/ 0 w 793"/>
                <a:gd name="T17" fmla="*/ 88 h 921"/>
                <a:gd name="T18" fmla="*/ 4 w 793"/>
                <a:gd name="T19" fmla="*/ 103 h 921"/>
                <a:gd name="T20" fmla="*/ 18 w 793"/>
                <a:gd name="T21" fmla="*/ 91 h 921"/>
                <a:gd name="T22" fmla="*/ 35 w 793"/>
                <a:gd name="T23" fmla="*/ 94 h 921"/>
                <a:gd name="T24" fmla="*/ 42 w 793"/>
                <a:gd name="T25" fmla="*/ 52 h 921"/>
                <a:gd name="T26" fmla="*/ 756 w 793"/>
                <a:gd name="T27" fmla="*/ 860 h 921"/>
                <a:gd name="T28" fmla="*/ 734 w 793"/>
                <a:gd name="T29" fmla="*/ 882 h 921"/>
                <a:gd name="T30" fmla="*/ 31 w 793"/>
                <a:gd name="T31" fmla="*/ 79 h 921"/>
                <a:gd name="T32" fmla="*/ 18 w 793"/>
                <a:gd name="T33" fmla="*/ 91 h 921"/>
                <a:gd name="T34" fmla="*/ 35 w 793"/>
                <a:gd name="T35" fmla="*/ 94 h 921"/>
                <a:gd name="T36" fmla="*/ 18 w 793"/>
                <a:gd name="T37" fmla="*/ 91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93" h="921">
                  <a:moveTo>
                    <a:pt x="18" y="91"/>
                  </a:moveTo>
                  <a:lnTo>
                    <a:pt x="4" y="103"/>
                  </a:lnTo>
                  <a:lnTo>
                    <a:pt x="720" y="920"/>
                  </a:lnTo>
                  <a:lnTo>
                    <a:pt x="746" y="921"/>
                  </a:lnTo>
                  <a:lnTo>
                    <a:pt x="793" y="872"/>
                  </a:lnTo>
                  <a:lnTo>
                    <a:pt x="793" y="848"/>
                  </a:lnTo>
                  <a:lnTo>
                    <a:pt x="44" y="0"/>
                  </a:lnTo>
                  <a:lnTo>
                    <a:pt x="13" y="9"/>
                  </a:lnTo>
                  <a:lnTo>
                    <a:pt x="0" y="88"/>
                  </a:lnTo>
                  <a:lnTo>
                    <a:pt x="4" y="103"/>
                  </a:lnTo>
                  <a:lnTo>
                    <a:pt x="18" y="91"/>
                  </a:lnTo>
                  <a:lnTo>
                    <a:pt x="35" y="94"/>
                  </a:lnTo>
                  <a:lnTo>
                    <a:pt x="42" y="52"/>
                  </a:lnTo>
                  <a:lnTo>
                    <a:pt x="756" y="860"/>
                  </a:lnTo>
                  <a:lnTo>
                    <a:pt x="734" y="882"/>
                  </a:lnTo>
                  <a:lnTo>
                    <a:pt x="31" y="79"/>
                  </a:lnTo>
                  <a:lnTo>
                    <a:pt x="18" y="91"/>
                  </a:lnTo>
                  <a:lnTo>
                    <a:pt x="35" y="94"/>
                  </a:lnTo>
                  <a:lnTo>
                    <a:pt x="18" y="91"/>
                  </a:ln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5" name="íṩḻïḋé"/>
            <p:cNvSpPr/>
            <p:nvPr/>
          </p:nvSpPr>
          <p:spPr bwMode="auto">
            <a:xfrm>
              <a:off x="7168901" y="1721298"/>
              <a:ext cx="480424" cy="588972"/>
            </a:xfrm>
            <a:custGeom>
              <a:avLst/>
              <a:gdLst>
                <a:gd name="T0" fmla="*/ 18 w 793"/>
                <a:gd name="T1" fmla="*/ 91 h 921"/>
                <a:gd name="T2" fmla="*/ 4 w 793"/>
                <a:gd name="T3" fmla="*/ 103 h 921"/>
                <a:gd name="T4" fmla="*/ 720 w 793"/>
                <a:gd name="T5" fmla="*/ 920 h 921"/>
                <a:gd name="T6" fmla="*/ 746 w 793"/>
                <a:gd name="T7" fmla="*/ 921 h 921"/>
                <a:gd name="T8" fmla="*/ 793 w 793"/>
                <a:gd name="T9" fmla="*/ 872 h 921"/>
                <a:gd name="T10" fmla="*/ 793 w 793"/>
                <a:gd name="T11" fmla="*/ 848 h 921"/>
                <a:gd name="T12" fmla="*/ 44 w 793"/>
                <a:gd name="T13" fmla="*/ 0 h 921"/>
                <a:gd name="T14" fmla="*/ 13 w 793"/>
                <a:gd name="T15" fmla="*/ 9 h 921"/>
                <a:gd name="T16" fmla="*/ 0 w 793"/>
                <a:gd name="T17" fmla="*/ 88 h 921"/>
                <a:gd name="T18" fmla="*/ 4 w 793"/>
                <a:gd name="T19" fmla="*/ 103 h 921"/>
                <a:gd name="T20" fmla="*/ 18 w 793"/>
                <a:gd name="T21" fmla="*/ 91 h 921"/>
                <a:gd name="T22" fmla="*/ 35 w 793"/>
                <a:gd name="T23" fmla="*/ 94 h 921"/>
                <a:gd name="T24" fmla="*/ 42 w 793"/>
                <a:gd name="T25" fmla="*/ 52 h 921"/>
                <a:gd name="T26" fmla="*/ 756 w 793"/>
                <a:gd name="T27" fmla="*/ 860 h 921"/>
                <a:gd name="T28" fmla="*/ 734 w 793"/>
                <a:gd name="T29" fmla="*/ 882 h 921"/>
                <a:gd name="T30" fmla="*/ 31 w 793"/>
                <a:gd name="T31" fmla="*/ 79 h 921"/>
                <a:gd name="T32" fmla="*/ 18 w 793"/>
                <a:gd name="T33" fmla="*/ 91 h 921"/>
                <a:gd name="T34" fmla="*/ 35 w 793"/>
                <a:gd name="T35" fmla="*/ 94 h 921"/>
                <a:gd name="T36" fmla="*/ 18 w 793"/>
                <a:gd name="T37" fmla="*/ 91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93" h="921">
                  <a:moveTo>
                    <a:pt x="18" y="91"/>
                  </a:moveTo>
                  <a:lnTo>
                    <a:pt x="4" y="103"/>
                  </a:lnTo>
                  <a:lnTo>
                    <a:pt x="720" y="920"/>
                  </a:lnTo>
                  <a:lnTo>
                    <a:pt x="746" y="921"/>
                  </a:lnTo>
                  <a:lnTo>
                    <a:pt x="793" y="872"/>
                  </a:lnTo>
                  <a:lnTo>
                    <a:pt x="793" y="848"/>
                  </a:lnTo>
                  <a:lnTo>
                    <a:pt x="44" y="0"/>
                  </a:lnTo>
                  <a:lnTo>
                    <a:pt x="13" y="9"/>
                  </a:lnTo>
                  <a:lnTo>
                    <a:pt x="0" y="88"/>
                  </a:lnTo>
                  <a:lnTo>
                    <a:pt x="4" y="103"/>
                  </a:lnTo>
                  <a:lnTo>
                    <a:pt x="18" y="91"/>
                  </a:lnTo>
                  <a:lnTo>
                    <a:pt x="35" y="94"/>
                  </a:lnTo>
                  <a:lnTo>
                    <a:pt x="42" y="52"/>
                  </a:lnTo>
                  <a:lnTo>
                    <a:pt x="756" y="860"/>
                  </a:lnTo>
                  <a:lnTo>
                    <a:pt x="734" y="882"/>
                  </a:lnTo>
                  <a:lnTo>
                    <a:pt x="31" y="79"/>
                  </a:lnTo>
                  <a:lnTo>
                    <a:pt x="18" y="91"/>
                  </a:lnTo>
                  <a:lnTo>
                    <a:pt x="35" y="94"/>
                  </a:lnTo>
                  <a:lnTo>
                    <a:pt x="18" y="9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6" name="íSḷiďe"/>
            <p:cNvSpPr/>
            <p:nvPr/>
          </p:nvSpPr>
          <p:spPr bwMode="auto">
            <a:xfrm>
              <a:off x="6927174" y="1542880"/>
              <a:ext cx="302309" cy="347884"/>
            </a:xfrm>
            <a:custGeom>
              <a:avLst/>
              <a:gdLst>
                <a:gd name="T0" fmla="*/ 0 w 791"/>
                <a:gd name="T1" fmla="*/ 487 h 862"/>
                <a:gd name="T2" fmla="*/ 418 w 791"/>
                <a:gd name="T3" fmla="*/ 80 h 862"/>
                <a:gd name="T4" fmla="*/ 662 w 791"/>
                <a:gd name="T5" fmla="*/ 42 h 862"/>
                <a:gd name="T6" fmla="*/ 769 w 791"/>
                <a:gd name="T7" fmla="*/ 275 h 862"/>
                <a:gd name="T8" fmla="*/ 633 w 791"/>
                <a:gd name="T9" fmla="*/ 862 h 862"/>
                <a:gd name="T10" fmla="*/ 0 w 791"/>
                <a:gd name="T11" fmla="*/ 487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91" h="862">
                  <a:moveTo>
                    <a:pt x="0" y="487"/>
                  </a:moveTo>
                  <a:cubicBezTo>
                    <a:pt x="13" y="484"/>
                    <a:pt x="268" y="231"/>
                    <a:pt x="418" y="80"/>
                  </a:cubicBezTo>
                  <a:cubicBezTo>
                    <a:pt x="483" y="16"/>
                    <a:pt x="581" y="0"/>
                    <a:pt x="662" y="42"/>
                  </a:cubicBezTo>
                  <a:cubicBezTo>
                    <a:pt x="747" y="87"/>
                    <a:pt x="791" y="182"/>
                    <a:pt x="769" y="275"/>
                  </a:cubicBezTo>
                  <a:cubicBezTo>
                    <a:pt x="633" y="862"/>
                    <a:pt x="633" y="862"/>
                    <a:pt x="633" y="862"/>
                  </a:cubicBezTo>
                  <a:cubicBezTo>
                    <a:pt x="0" y="487"/>
                    <a:pt x="0" y="487"/>
                    <a:pt x="0" y="487"/>
                  </a:cubicBezTo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7" name="îṣḷíḑé"/>
            <p:cNvSpPr/>
            <p:nvPr/>
          </p:nvSpPr>
          <p:spPr bwMode="auto">
            <a:xfrm>
              <a:off x="6921722" y="1539044"/>
              <a:ext cx="312608" cy="361313"/>
            </a:xfrm>
            <a:custGeom>
              <a:avLst/>
              <a:gdLst>
                <a:gd name="T0" fmla="*/ 15 w 818"/>
                <a:gd name="T1" fmla="*/ 496 h 895"/>
                <a:gd name="T2" fmla="*/ 20 w 818"/>
                <a:gd name="T3" fmla="*/ 524 h 895"/>
                <a:gd name="T4" fmla="*/ 25 w 818"/>
                <a:gd name="T5" fmla="*/ 522 h 895"/>
                <a:gd name="T6" fmla="*/ 30 w 818"/>
                <a:gd name="T7" fmla="*/ 520 h 895"/>
                <a:gd name="T8" fmla="*/ 36 w 818"/>
                <a:gd name="T9" fmla="*/ 516 h 895"/>
                <a:gd name="T10" fmla="*/ 46 w 818"/>
                <a:gd name="T11" fmla="*/ 507 h 895"/>
                <a:gd name="T12" fmla="*/ 75 w 818"/>
                <a:gd name="T13" fmla="*/ 481 h 895"/>
                <a:gd name="T14" fmla="*/ 153 w 818"/>
                <a:gd name="T15" fmla="*/ 407 h 895"/>
                <a:gd name="T16" fmla="*/ 453 w 818"/>
                <a:gd name="T17" fmla="*/ 109 h 895"/>
                <a:gd name="T18" fmla="*/ 581 w 818"/>
                <a:gd name="T19" fmla="*/ 56 h 895"/>
                <a:gd name="T20" fmla="*/ 664 w 818"/>
                <a:gd name="T21" fmla="*/ 77 h 895"/>
                <a:gd name="T22" fmla="*/ 736 w 818"/>
                <a:gd name="T23" fmla="*/ 144 h 895"/>
                <a:gd name="T24" fmla="*/ 762 w 818"/>
                <a:gd name="T25" fmla="*/ 237 h 895"/>
                <a:gd name="T26" fmla="*/ 757 w 818"/>
                <a:gd name="T27" fmla="*/ 278 h 895"/>
                <a:gd name="T28" fmla="*/ 629 w 818"/>
                <a:gd name="T29" fmla="*/ 827 h 895"/>
                <a:gd name="T30" fmla="*/ 29 w 818"/>
                <a:gd name="T31" fmla="*/ 472 h 895"/>
                <a:gd name="T32" fmla="*/ 15 w 818"/>
                <a:gd name="T33" fmla="*/ 496 h 895"/>
                <a:gd name="T34" fmla="*/ 20 w 818"/>
                <a:gd name="T35" fmla="*/ 524 h 895"/>
                <a:gd name="T36" fmla="*/ 15 w 818"/>
                <a:gd name="T37" fmla="*/ 496 h 895"/>
                <a:gd name="T38" fmla="*/ 0 w 818"/>
                <a:gd name="T39" fmla="*/ 520 h 895"/>
                <a:gd name="T40" fmla="*/ 633 w 818"/>
                <a:gd name="T41" fmla="*/ 895 h 895"/>
                <a:gd name="T42" fmla="*/ 675 w 818"/>
                <a:gd name="T43" fmla="*/ 877 h 895"/>
                <a:gd name="T44" fmla="*/ 812 w 818"/>
                <a:gd name="T45" fmla="*/ 290 h 895"/>
                <a:gd name="T46" fmla="*/ 818 w 818"/>
                <a:gd name="T47" fmla="*/ 237 h 895"/>
                <a:gd name="T48" fmla="*/ 784 w 818"/>
                <a:gd name="T49" fmla="*/ 115 h 895"/>
                <a:gd name="T50" fmla="*/ 690 w 818"/>
                <a:gd name="T51" fmla="*/ 26 h 895"/>
                <a:gd name="T52" fmla="*/ 581 w 818"/>
                <a:gd name="T53" fmla="*/ 0 h 895"/>
                <a:gd name="T54" fmla="*/ 413 w 818"/>
                <a:gd name="T55" fmla="*/ 69 h 895"/>
                <a:gd name="T56" fmla="*/ 153 w 818"/>
                <a:gd name="T57" fmla="*/ 328 h 895"/>
                <a:gd name="T58" fmla="*/ 45 w 818"/>
                <a:gd name="T59" fmla="*/ 432 h 895"/>
                <a:gd name="T60" fmla="*/ 12 w 818"/>
                <a:gd name="T61" fmla="*/ 463 h 895"/>
                <a:gd name="T62" fmla="*/ 3 w 818"/>
                <a:gd name="T63" fmla="*/ 470 h 895"/>
                <a:gd name="T64" fmla="*/ 2 w 818"/>
                <a:gd name="T65" fmla="*/ 471 h 895"/>
                <a:gd name="T66" fmla="*/ 1 w 818"/>
                <a:gd name="T67" fmla="*/ 471 h 895"/>
                <a:gd name="T68" fmla="*/ 8 w 818"/>
                <a:gd name="T69" fmla="*/ 482 h 895"/>
                <a:gd name="T70" fmla="*/ 3 w 818"/>
                <a:gd name="T71" fmla="*/ 470 h 895"/>
                <a:gd name="T72" fmla="*/ 1 w 818"/>
                <a:gd name="T73" fmla="*/ 471 h 895"/>
                <a:gd name="T74" fmla="*/ 8 w 818"/>
                <a:gd name="T75" fmla="*/ 482 h 895"/>
                <a:gd name="T76" fmla="*/ 3 w 818"/>
                <a:gd name="T77" fmla="*/ 470 h 895"/>
                <a:gd name="T78" fmla="*/ 13 w 818"/>
                <a:gd name="T79" fmla="*/ 490 h 895"/>
                <a:gd name="T80" fmla="*/ 5 w 818"/>
                <a:gd name="T81" fmla="*/ 470 h 895"/>
                <a:gd name="T82" fmla="*/ 3 w 818"/>
                <a:gd name="T83" fmla="*/ 470 h 895"/>
                <a:gd name="T84" fmla="*/ 13 w 818"/>
                <a:gd name="T85" fmla="*/ 490 h 895"/>
                <a:gd name="T86" fmla="*/ 5 w 818"/>
                <a:gd name="T87" fmla="*/ 470 h 895"/>
                <a:gd name="T88" fmla="*/ 14 w 818"/>
                <a:gd name="T89" fmla="*/ 494 h 895"/>
                <a:gd name="T90" fmla="*/ 9 w 818"/>
                <a:gd name="T91" fmla="*/ 468 h 895"/>
                <a:gd name="T92" fmla="*/ 5 w 818"/>
                <a:gd name="T93" fmla="*/ 470 h 895"/>
                <a:gd name="T94" fmla="*/ 14 w 818"/>
                <a:gd name="T95" fmla="*/ 494 h 895"/>
                <a:gd name="T96" fmla="*/ 9 w 818"/>
                <a:gd name="T97" fmla="*/ 468 h 895"/>
                <a:gd name="T98" fmla="*/ 0 w 818"/>
                <a:gd name="T99" fmla="*/ 520 h 895"/>
                <a:gd name="T100" fmla="*/ 15 w 818"/>
                <a:gd name="T101" fmla="*/ 496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18" h="895">
                  <a:moveTo>
                    <a:pt x="15" y="496"/>
                  </a:moveTo>
                  <a:cubicBezTo>
                    <a:pt x="20" y="524"/>
                    <a:pt x="20" y="524"/>
                    <a:pt x="20" y="524"/>
                  </a:cubicBezTo>
                  <a:cubicBezTo>
                    <a:pt x="22" y="523"/>
                    <a:pt x="24" y="523"/>
                    <a:pt x="25" y="522"/>
                  </a:cubicBezTo>
                  <a:cubicBezTo>
                    <a:pt x="27" y="521"/>
                    <a:pt x="29" y="521"/>
                    <a:pt x="30" y="520"/>
                  </a:cubicBezTo>
                  <a:cubicBezTo>
                    <a:pt x="32" y="518"/>
                    <a:pt x="34" y="517"/>
                    <a:pt x="36" y="516"/>
                  </a:cubicBezTo>
                  <a:cubicBezTo>
                    <a:pt x="39" y="514"/>
                    <a:pt x="42" y="511"/>
                    <a:pt x="46" y="507"/>
                  </a:cubicBezTo>
                  <a:cubicBezTo>
                    <a:pt x="54" y="501"/>
                    <a:pt x="64" y="492"/>
                    <a:pt x="75" y="481"/>
                  </a:cubicBezTo>
                  <a:cubicBezTo>
                    <a:pt x="96" y="462"/>
                    <a:pt x="122" y="436"/>
                    <a:pt x="153" y="407"/>
                  </a:cubicBezTo>
                  <a:cubicBezTo>
                    <a:pt x="243" y="319"/>
                    <a:pt x="366" y="197"/>
                    <a:pt x="453" y="109"/>
                  </a:cubicBezTo>
                  <a:cubicBezTo>
                    <a:pt x="488" y="74"/>
                    <a:pt x="534" y="56"/>
                    <a:pt x="581" y="56"/>
                  </a:cubicBezTo>
                  <a:cubicBezTo>
                    <a:pt x="609" y="56"/>
                    <a:pt x="638" y="63"/>
                    <a:pt x="664" y="77"/>
                  </a:cubicBezTo>
                  <a:cubicBezTo>
                    <a:pt x="695" y="92"/>
                    <a:pt x="719" y="116"/>
                    <a:pt x="736" y="144"/>
                  </a:cubicBezTo>
                  <a:cubicBezTo>
                    <a:pt x="752" y="171"/>
                    <a:pt x="762" y="204"/>
                    <a:pt x="762" y="237"/>
                  </a:cubicBezTo>
                  <a:cubicBezTo>
                    <a:pt x="762" y="250"/>
                    <a:pt x="760" y="264"/>
                    <a:pt x="757" y="278"/>
                  </a:cubicBezTo>
                  <a:cubicBezTo>
                    <a:pt x="629" y="827"/>
                    <a:pt x="629" y="827"/>
                    <a:pt x="629" y="827"/>
                  </a:cubicBezTo>
                  <a:cubicBezTo>
                    <a:pt x="29" y="472"/>
                    <a:pt x="29" y="472"/>
                    <a:pt x="29" y="472"/>
                  </a:cubicBezTo>
                  <a:cubicBezTo>
                    <a:pt x="15" y="496"/>
                    <a:pt x="15" y="496"/>
                    <a:pt x="15" y="496"/>
                  </a:cubicBezTo>
                  <a:cubicBezTo>
                    <a:pt x="20" y="524"/>
                    <a:pt x="20" y="524"/>
                    <a:pt x="20" y="524"/>
                  </a:cubicBezTo>
                  <a:cubicBezTo>
                    <a:pt x="15" y="496"/>
                    <a:pt x="15" y="496"/>
                    <a:pt x="15" y="496"/>
                  </a:cubicBezTo>
                  <a:cubicBezTo>
                    <a:pt x="0" y="520"/>
                    <a:pt x="0" y="520"/>
                    <a:pt x="0" y="520"/>
                  </a:cubicBezTo>
                  <a:cubicBezTo>
                    <a:pt x="633" y="895"/>
                    <a:pt x="633" y="895"/>
                    <a:pt x="633" y="895"/>
                  </a:cubicBezTo>
                  <a:cubicBezTo>
                    <a:pt x="675" y="877"/>
                    <a:pt x="675" y="877"/>
                    <a:pt x="675" y="877"/>
                  </a:cubicBezTo>
                  <a:cubicBezTo>
                    <a:pt x="812" y="290"/>
                    <a:pt x="812" y="290"/>
                    <a:pt x="812" y="290"/>
                  </a:cubicBezTo>
                  <a:cubicBezTo>
                    <a:pt x="816" y="272"/>
                    <a:pt x="818" y="254"/>
                    <a:pt x="818" y="237"/>
                  </a:cubicBezTo>
                  <a:cubicBezTo>
                    <a:pt x="818" y="193"/>
                    <a:pt x="806" y="151"/>
                    <a:pt x="784" y="115"/>
                  </a:cubicBezTo>
                  <a:cubicBezTo>
                    <a:pt x="762" y="78"/>
                    <a:pt x="730" y="47"/>
                    <a:pt x="690" y="26"/>
                  </a:cubicBezTo>
                  <a:cubicBezTo>
                    <a:pt x="656" y="8"/>
                    <a:pt x="618" y="0"/>
                    <a:pt x="581" y="0"/>
                  </a:cubicBezTo>
                  <a:cubicBezTo>
                    <a:pt x="519" y="0"/>
                    <a:pt x="459" y="24"/>
                    <a:pt x="413" y="69"/>
                  </a:cubicBezTo>
                  <a:cubicBezTo>
                    <a:pt x="338" y="144"/>
                    <a:pt x="237" y="245"/>
                    <a:pt x="153" y="328"/>
                  </a:cubicBezTo>
                  <a:cubicBezTo>
                    <a:pt x="111" y="369"/>
                    <a:pt x="73" y="406"/>
                    <a:pt x="45" y="432"/>
                  </a:cubicBezTo>
                  <a:cubicBezTo>
                    <a:pt x="31" y="445"/>
                    <a:pt x="20" y="455"/>
                    <a:pt x="12" y="463"/>
                  </a:cubicBezTo>
                  <a:cubicBezTo>
                    <a:pt x="8" y="466"/>
                    <a:pt x="5" y="469"/>
                    <a:pt x="3" y="470"/>
                  </a:cubicBezTo>
                  <a:cubicBezTo>
                    <a:pt x="2" y="471"/>
                    <a:pt x="2" y="471"/>
                    <a:pt x="2" y="471"/>
                  </a:cubicBezTo>
                  <a:cubicBezTo>
                    <a:pt x="1" y="471"/>
                    <a:pt x="1" y="471"/>
                    <a:pt x="1" y="471"/>
                  </a:cubicBezTo>
                  <a:cubicBezTo>
                    <a:pt x="8" y="482"/>
                    <a:pt x="8" y="482"/>
                    <a:pt x="8" y="482"/>
                  </a:cubicBezTo>
                  <a:cubicBezTo>
                    <a:pt x="3" y="470"/>
                    <a:pt x="3" y="470"/>
                    <a:pt x="3" y="470"/>
                  </a:cubicBezTo>
                  <a:cubicBezTo>
                    <a:pt x="2" y="471"/>
                    <a:pt x="1" y="471"/>
                    <a:pt x="1" y="471"/>
                  </a:cubicBezTo>
                  <a:cubicBezTo>
                    <a:pt x="8" y="482"/>
                    <a:pt x="8" y="482"/>
                    <a:pt x="8" y="482"/>
                  </a:cubicBezTo>
                  <a:cubicBezTo>
                    <a:pt x="3" y="470"/>
                    <a:pt x="3" y="470"/>
                    <a:pt x="3" y="470"/>
                  </a:cubicBezTo>
                  <a:cubicBezTo>
                    <a:pt x="13" y="490"/>
                    <a:pt x="13" y="490"/>
                    <a:pt x="13" y="490"/>
                  </a:cubicBezTo>
                  <a:cubicBezTo>
                    <a:pt x="5" y="470"/>
                    <a:pt x="5" y="470"/>
                    <a:pt x="5" y="470"/>
                  </a:cubicBezTo>
                  <a:cubicBezTo>
                    <a:pt x="4" y="470"/>
                    <a:pt x="3" y="470"/>
                    <a:pt x="3" y="470"/>
                  </a:cubicBezTo>
                  <a:cubicBezTo>
                    <a:pt x="13" y="490"/>
                    <a:pt x="13" y="490"/>
                    <a:pt x="13" y="490"/>
                  </a:cubicBezTo>
                  <a:cubicBezTo>
                    <a:pt x="5" y="470"/>
                    <a:pt x="5" y="470"/>
                    <a:pt x="5" y="470"/>
                  </a:cubicBezTo>
                  <a:cubicBezTo>
                    <a:pt x="14" y="494"/>
                    <a:pt x="14" y="494"/>
                    <a:pt x="14" y="494"/>
                  </a:cubicBezTo>
                  <a:cubicBezTo>
                    <a:pt x="9" y="468"/>
                    <a:pt x="9" y="468"/>
                    <a:pt x="9" y="468"/>
                  </a:cubicBezTo>
                  <a:cubicBezTo>
                    <a:pt x="7" y="469"/>
                    <a:pt x="6" y="469"/>
                    <a:pt x="5" y="470"/>
                  </a:cubicBezTo>
                  <a:cubicBezTo>
                    <a:pt x="14" y="494"/>
                    <a:pt x="14" y="494"/>
                    <a:pt x="14" y="494"/>
                  </a:cubicBezTo>
                  <a:cubicBezTo>
                    <a:pt x="9" y="468"/>
                    <a:pt x="9" y="468"/>
                    <a:pt x="9" y="468"/>
                  </a:cubicBezTo>
                  <a:cubicBezTo>
                    <a:pt x="0" y="520"/>
                    <a:pt x="0" y="520"/>
                    <a:pt x="0" y="520"/>
                  </a:cubicBezTo>
                  <a:cubicBezTo>
                    <a:pt x="15" y="496"/>
                    <a:pt x="15" y="496"/>
                    <a:pt x="15" y="496"/>
                  </a:cubicBezTo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8" name="íSļíḑè"/>
            <p:cNvSpPr/>
            <p:nvPr/>
          </p:nvSpPr>
          <p:spPr bwMode="auto">
            <a:xfrm>
              <a:off x="6844175" y="1704032"/>
              <a:ext cx="359864" cy="289691"/>
            </a:xfrm>
            <a:custGeom>
              <a:avLst/>
              <a:gdLst>
                <a:gd name="T0" fmla="*/ 0 w 942"/>
                <a:gd name="T1" fmla="*/ 269 h 718"/>
                <a:gd name="T2" fmla="*/ 616 w 942"/>
                <a:gd name="T3" fmla="*/ 124 h 718"/>
                <a:gd name="T4" fmla="*/ 832 w 942"/>
                <a:gd name="T5" fmla="*/ 718 h 718"/>
                <a:gd name="T6" fmla="*/ 0 w 942"/>
                <a:gd name="T7" fmla="*/ 269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42" h="718">
                  <a:moveTo>
                    <a:pt x="0" y="269"/>
                  </a:moveTo>
                  <a:cubicBezTo>
                    <a:pt x="110" y="65"/>
                    <a:pt x="386" y="0"/>
                    <a:pt x="616" y="124"/>
                  </a:cubicBezTo>
                  <a:cubicBezTo>
                    <a:pt x="845" y="248"/>
                    <a:pt x="942" y="514"/>
                    <a:pt x="832" y="718"/>
                  </a:cubicBezTo>
                  <a:cubicBezTo>
                    <a:pt x="0" y="269"/>
                    <a:pt x="0" y="269"/>
                    <a:pt x="0" y="269"/>
                  </a:cubicBezTo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69" name="îṡlídè"/>
            <p:cNvSpPr/>
            <p:nvPr/>
          </p:nvSpPr>
          <p:spPr bwMode="auto">
            <a:xfrm>
              <a:off x="6829635" y="1717461"/>
              <a:ext cx="360470" cy="292248"/>
            </a:xfrm>
            <a:custGeom>
              <a:avLst/>
              <a:gdLst>
                <a:gd name="T0" fmla="*/ 38 w 944"/>
                <a:gd name="T1" fmla="*/ 236 h 724"/>
                <a:gd name="T2" fmla="*/ 63 w 944"/>
                <a:gd name="T3" fmla="*/ 250 h 724"/>
                <a:gd name="T4" fmla="*/ 206 w 944"/>
                <a:gd name="T5" fmla="*/ 107 h 724"/>
                <a:gd name="T6" fmla="*/ 409 w 944"/>
                <a:gd name="T7" fmla="*/ 56 h 724"/>
                <a:gd name="T8" fmla="*/ 640 w 944"/>
                <a:gd name="T9" fmla="*/ 116 h 724"/>
                <a:gd name="T10" fmla="*/ 823 w 944"/>
                <a:gd name="T11" fmla="*/ 286 h 724"/>
                <a:gd name="T12" fmla="*/ 887 w 944"/>
                <a:gd name="T13" fmla="*/ 504 h 724"/>
                <a:gd name="T14" fmla="*/ 845 w 944"/>
                <a:gd name="T15" fmla="*/ 672 h 724"/>
                <a:gd name="T16" fmla="*/ 870 w 944"/>
                <a:gd name="T17" fmla="*/ 685 h 724"/>
                <a:gd name="T18" fmla="*/ 884 w 944"/>
                <a:gd name="T19" fmla="*/ 660 h 724"/>
                <a:gd name="T20" fmla="*/ 51 w 944"/>
                <a:gd name="T21" fmla="*/ 211 h 724"/>
                <a:gd name="T22" fmla="*/ 38 w 944"/>
                <a:gd name="T23" fmla="*/ 236 h 724"/>
                <a:gd name="T24" fmla="*/ 63 w 944"/>
                <a:gd name="T25" fmla="*/ 250 h 724"/>
                <a:gd name="T26" fmla="*/ 38 w 944"/>
                <a:gd name="T27" fmla="*/ 236 h 724"/>
                <a:gd name="T28" fmla="*/ 24 w 944"/>
                <a:gd name="T29" fmla="*/ 261 h 724"/>
                <a:gd name="T30" fmla="*/ 882 w 944"/>
                <a:gd name="T31" fmla="*/ 724 h 724"/>
                <a:gd name="T32" fmla="*/ 895 w 944"/>
                <a:gd name="T33" fmla="*/ 699 h 724"/>
                <a:gd name="T34" fmla="*/ 944 w 944"/>
                <a:gd name="T35" fmla="*/ 504 h 724"/>
                <a:gd name="T36" fmla="*/ 871 w 944"/>
                <a:gd name="T37" fmla="*/ 256 h 724"/>
                <a:gd name="T38" fmla="*/ 667 w 944"/>
                <a:gd name="T39" fmla="*/ 66 h 724"/>
                <a:gd name="T40" fmla="*/ 409 w 944"/>
                <a:gd name="T41" fmla="*/ 0 h 724"/>
                <a:gd name="T42" fmla="*/ 179 w 944"/>
                <a:gd name="T43" fmla="*/ 57 h 724"/>
                <a:gd name="T44" fmla="*/ 13 w 944"/>
                <a:gd name="T45" fmla="*/ 223 h 724"/>
                <a:gd name="T46" fmla="*/ 0 w 944"/>
                <a:gd name="T47" fmla="*/ 248 h 724"/>
                <a:gd name="T48" fmla="*/ 24 w 944"/>
                <a:gd name="T49" fmla="*/ 261 h 724"/>
                <a:gd name="T50" fmla="*/ 38 w 944"/>
                <a:gd name="T51" fmla="*/ 236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44" h="724">
                  <a:moveTo>
                    <a:pt x="38" y="236"/>
                  </a:moveTo>
                  <a:cubicBezTo>
                    <a:pt x="63" y="250"/>
                    <a:pt x="63" y="250"/>
                    <a:pt x="63" y="250"/>
                  </a:cubicBezTo>
                  <a:cubicBezTo>
                    <a:pt x="96" y="188"/>
                    <a:pt x="146" y="140"/>
                    <a:pt x="206" y="107"/>
                  </a:cubicBezTo>
                  <a:cubicBezTo>
                    <a:pt x="266" y="74"/>
                    <a:pt x="336" y="56"/>
                    <a:pt x="409" y="56"/>
                  </a:cubicBezTo>
                  <a:cubicBezTo>
                    <a:pt x="486" y="56"/>
                    <a:pt x="566" y="75"/>
                    <a:pt x="640" y="116"/>
                  </a:cubicBezTo>
                  <a:cubicBezTo>
                    <a:pt x="719" y="158"/>
                    <a:pt x="780" y="218"/>
                    <a:pt x="823" y="286"/>
                  </a:cubicBezTo>
                  <a:cubicBezTo>
                    <a:pt x="865" y="353"/>
                    <a:pt x="887" y="429"/>
                    <a:pt x="887" y="504"/>
                  </a:cubicBezTo>
                  <a:cubicBezTo>
                    <a:pt x="887" y="562"/>
                    <a:pt x="874" y="619"/>
                    <a:pt x="845" y="672"/>
                  </a:cubicBezTo>
                  <a:cubicBezTo>
                    <a:pt x="870" y="685"/>
                    <a:pt x="870" y="685"/>
                    <a:pt x="870" y="685"/>
                  </a:cubicBezTo>
                  <a:cubicBezTo>
                    <a:pt x="884" y="660"/>
                    <a:pt x="884" y="660"/>
                    <a:pt x="884" y="660"/>
                  </a:cubicBezTo>
                  <a:cubicBezTo>
                    <a:pt x="51" y="211"/>
                    <a:pt x="51" y="211"/>
                    <a:pt x="51" y="211"/>
                  </a:cubicBezTo>
                  <a:cubicBezTo>
                    <a:pt x="38" y="236"/>
                    <a:pt x="38" y="236"/>
                    <a:pt x="38" y="236"/>
                  </a:cubicBezTo>
                  <a:cubicBezTo>
                    <a:pt x="63" y="250"/>
                    <a:pt x="63" y="250"/>
                    <a:pt x="63" y="250"/>
                  </a:cubicBezTo>
                  <a:cubicBezTo>
                    <a:pt x="38" y="236"/>
                    <a:pt x="38" y="236"/>
                    <a:pt x="38" y="236"/>
                  </a:cubicBezTo>
                  <a:cubicBezTo>
                    <a:pt x="24" y="261"/>
                    <a:pt x="24" y="261"/>
                    <a:pt x="24" y="261"/>
                  </a:cubicBezTo>
                  <a:cubicBezTo>
                    <a:pt x="882" y="724"/>
                    <a:pt x="882" y="724"/>
                    <a:pt x="882" y="724"/>
                  </a:cubicBezTo>
                  <a:cubicBezTo>
                    <a:pt x="895" y="699"/>
                    <a:pt x="895" y="699"/>
                    <a:pt x="895" y="699"/>
                  </a:cubicBezTo>
                  <a:cubicBezTo>
                    <a:pt x="928" y="637"/>
                    <a:pt x="944" y="571"/>
                    <a:pt x="944" y="504"/>
                  </a:cubicBezTo>
                  <a:cubicBezTo>
                    <a:pt x="944" y="418"/>
                    <a:pt x="918" y="332"/>
                    <a:pt x="871" y="256"/>
                  </a:cubicBezTo>
                  <a:cubicBezTo>
                    <a:pt x="823" y="179"/>
                    <a:pt x="754" y="113"/>
                    <a:pt x="667" y="66"/>
                  </a:cubicBezTo>
                  <a:cubicBezTo>
                    <a:pt x="584" y="21"/>
                    <a:pt x="495" y="0"/>
                    <a:pt x="409" y="0"/>
                  </a:cubicBezTo>
                  <a:cubicBezTo>
                    <a:pt x="327" y="0"/>
                    <a:pt x="248" y="19"/>
                    <a:pt x="179" y="57"/>
                  </a:cubicBezTo>
                  <a:cubicBezTo>
                    <a:pt x="110" y="95"/>
                    <a:pt x="52" y="151"/>
                    <a:pt x="13" y="223"/>
                  </a:cubicBezTo>
                  <a:cubicBezTo>
                    <a:pt x="0" y="248"/>
                    <a:pt x="0" y="248"/>
                    <a:pt x="0" y="248"/>
                  </a:cubicBezTo>
                  <a:cubicBezTo>
                    <a:pt x="24" y="261"/>
                    <a:pt x="24" y="261"/>
                    <a:pt x="24" y="261"/>
                  </a:cubicBezTo>
                  <a:cubicBezTo>
                    <a:pt x="38" y="236"/>
                    <a:pt x="38" y="236"/>
                    <a:pt x="38" y="236"/>
                  </a:cubicBezTo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0" name="ïšḷîḑè"/>
            <p:cNvSpPr/>
            <p:nvPr/>
          </p:nvSpPr>
          <p:spPr bwMode="auto">
            <a:xfrm>
              <a:off x="6893248" y="1752634"/>
              <a:ext cx="236881" cy="92087"/>
            </a:xfrm>
            <a:custGeom>
              <a:avLst/>
              <a:gdLst>
                <a:gd name="T0" fmla="*/ 0 w 621"/>
                <a:gd name="T1" fmla="*/ 106 h 229"/>
                <a:gd name="T2" fmla="*/ 22 w 621"/>
                <a:gd name="T3" fmla="*/ 85 h 229"/>
                <a:gd name="T4" fmla="*/ 91 w 621"/>
                <a:gd name="T5" fmla="*/ 39 h 229"/>
                <a:gd name="T6" fmla="*/ 204 w 621"/>
                <a:gd name="T7" fmla="*/ 6 h 229"/>
                <a:gd name="T8" fmla="*/ 340 w 621"/>
                <a:gd name="T9" fmla="*/ 13 h 229"/>
                <a:gd name="T10" fmla="*/ 465 w 621"/>
                <a:gd name="T11" fmla="*/ 64 h 229"/>
                <a:gd name="T12" fmla="*/ 556 w 621"/>
                <a:gd name="T13" fmla="*/ 137 h 229"/>
                <a:gd name="T14" fmla="*/ 606 w 621"/>
                <a:gd name="T15" fmla="*/ 202 h 229"/>
                <a:gd name="T16" fmla="*/ 621 w 621"/>
                <a:gd name="T17" fmla="*/ 229 h 229"/>
                <a:gd name="T18" fmla="*/ 598 w 621"/>
                <a:gd name="T19" fmla="*/ 209 h 229"/>
                <a:gd name="T20" fmla="*/ 536 w 621"/>
                <a:gd name="T21" fmla="*/ 161 h 229"/>
                <a:gd name="T22" fmla="*/ 442 w 621"/>
                <a:gd name="T23" fmla="*/ 107 h 229"/>
                <a:gd name="T24" fmla="*/ 327 w 621"/>
                <a:gd name="T25" fmla="*/ 68 h 229"/>
                <a:gd name="T26" fmla="*/ 207 w 621"/>
                <a:gd name="T27" fmla="*/ 55 h 229"/>
                <a:gd name="T28" fmla="*/ 102 w 621"/>
                <a:gd name="T29" fmla="*/ 69 h 229"/>
                <a:gd name="T30" fmla="*/ 28 w 621"/>
                <a:gd name="T31" fmla="*/ 94 h 229"/>
                <a:gd name="T32" fmla="*/ 0 w 621"/>
                <a:gd name="T33" fmla="*/ 106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21" h="229">
                  <a:moveTo>
                    <a:pt x="0" y="106"/>
                  </a:moveTo>
                  <a:cubicBezTo>
                    <a:pt x="0" y="106"/>
                    <a:pt x="8" y="98"/>
                    <a:pt x="22" y="85"/>
                  </a:cubicBezTo>
                  <a:cubicBezTo>
                    <a:pt x="36" y="73"/>
                    <a:pt x="60" y="53"/>
                    <a:pt x="91" y="39"/>
                  </a:cubicBezTo>
                  <a:cubicBezTo>
                    <a:pt x="122" y="24"/>
                    <a:pt x="160" y="10"/>
                    <a:pt x="204" y="6"/>
                  </a:cubicBezTo>
                  <a:cubicBezTo>
                    <a:pt x="247" y="0"/>
                    <a:pt x="294" y="4"/>
                    <a:pt x="340" y="13"/>
                  </a:cubicBezTo>
                  <a:cubicBezTo>
                    <a:pt x="385" y="23"/>
                    <a:pt x="428" y="43"/>
                    <a:pt x="465" y="64"/>
                  </a:cubicBezTo>
                  <a:cubicBezTo>
                    <a:pt x="503" y="85"/>
                    <a:pt x="532" y="113"/>
                    <a:pt x="556" y="137"/>
                  </a:cubicBezTo>
                  <a:cubicBezTo>
                    <a:pt x="580" y="162"/>
                    <a:pt x="596" y="185"/>
                    <a:pt x="606" y="202"/>
                  </a:cubicBezTo>
                  <a:cubicBezTo>
                    <a:pt x="616" y="219"/>
                    <a:pt x="621" y="229"/>
                    <a:pt x="621" y="229"/>
                  </a:cubicBezTo>
                  <a:cubicBezTo>
                    <a:pt x="621" y="229"/>
                    <a:pt x="613" y="222"/>
                    <a:pt x="598" y="209"/>
                  </a:cubicBezTo>
                  <a:cubicBezTo>
                    <a:pt x="584" y="196"/>
                    <a:pt x="561" y="180"/>
                    <a:pt x="536" y="161"/>
                  </a:cubicBezTo>
                  <a:cubicBezTo>
                    <a:pt x="510" y="142"/>
                    <a:pt x="477" y="124"/>
                    <a:pt x="442" y="107"/>
                  </a:cubicBezTo>
                  <a:cubicBezTo>
                    <a:pt x="407" y="90"/>
                    <a:pt x="368" y="75"/>
                    <a:pt x="327" y="68"/>
                  </a:cubicBezTo>
                  <a:cubicBezTo>
                    <a:pt x="288" y="58"/>
                    <a:pt x="246" y="52"/>
                    <a:pt x="207" y="55"/>
                  </a:cubicBezTo>
                  <a:cubicBezTo>
                    <a:pt x="169" y="56"/>
                    <a:pt x="132" y="59"/>
                    <a:pt x="102" y="69"/>
                  </a:cubicBezTo>
                  <a:cubicBezTo>
                    <a:pt x="71" y="77"/>
                    <a:pt x="46" y="85"/>
                    <a:pt x="28" y="94"/>
                  </a:cubicBezTo>
                  <a:cubicBezTo>
                    <a:pt x="11" y="102"/>
                    <a:pt x="0" y="106"/>
                    <a:pt x="0" y="1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1" name="îš1íḑé"/>
            <p:cNvSpPr/>
            <p:nvPr/>
          </p:nvSpPr>
          <p:spPr bwMode="auto">
            <a:xfrm>
              <a:off x="6965342" y="1693160"/>
              <a:ext cx="213253" cy="142606"/>
            </a:xfrm>
            <a:custGeom>
              <a:avLst/>
              <a:gdLst>
                <a:gd name="T0" fmla="*/ 160 w 558"/>
                <a:gd name="T1" fmla="*/ 0 h 353"/>
                <a:gd name="T2" fmla="*/ 29 w 558"/>
                <a:gd name="T3" fmla="*/ 34 h 353"/>
                <a:gd name="T4" fmla="*/ 0 w 558"/>
                <a:gd name="T5" fmla="*/ 63 h 353"/>
                <a:gd name="T6" fmla="*/ 54 w 558"/>
                <a:gd name="T7" fmla="*/ 60 h 353"/>
                <a:gd name="T8" fmla="*/ 312 w 558"/>
                <a:gd name="T9" fmla="*/ 126 h 353"/>
                <a:gd name="T10" fmla="*/ 516 w 558"/>
                <a:gd name="T11" fmla="*/ 316 h 353"/>
                <a:gd name="T12" fmla="*/ 536 w 558"/>
                <a:gd name="T13" fmla="*/ 353 h 353"/>
                <a:gd name="T14" fmla="*/ 558 w 558"/>
                <a:gd name="T15" fmla="*/ 260 h 353"/>
                <a:gd name="T16" fmla="*/ 451 w 558"/>
                <a:gd name="T17" fmla="*/ 102 h 353"/>
                <a:gd name="T18" fmla="*/ 388 w 558"/>
                <a:gd name="T19" fmla="*/ 62 h 353"/>
                <a:gd name="T20" fmla="*/ 176 w 558"/>
                <a:gd name="T21" fmla="*/ 0 h 353"/>
                <a:gd name="T22" fmla="*/ 160 w 558"/>
                <a:gd name="T23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58" h="353">
                  <a:moveTo>
                    <a:pt x="160" y="0"/>
                  </a:moveTo>
                  <a:cubicBezTo>
                    <a:pt x="114" y="0"/>
                    <a:pt x="69" y="12"/>
                    <a:pt x="29" y="34"/>
                  </a:cubicBezTo>
                  <a:cubicBezTo>
                    <a:pt x="19" y="44"/>
                    <a:pt x="9" y="54"/>
                    <a:pt x="0" y="63"/>
                  </a:cubicBezTo>
                  <a:cubicBezTo>
                    <a:pt x="18" y="61"/>
                    <a:pt x="36" y="60"/>
                    <a:pt x="54" y="60"/>
                  </a:cubicBezTo>
                  <a:cubicBezTo>
                    <a:pt x="140" y="60"/>
                    <a:pt x="229" y="81"/>
                    <a:pt x="312" y="126"/>
                  </a:cubicBezTo>
                  <a:cubicBezTo>
                    <a:pt x="399" y="173"/>
                    <a:pt x="468" y="239"/>
                    <a:pt x="516" y="316"/>
                  </a:cubicBezTo>
                  <a:cubicBezTo>
                    <a:pt x="523" y="328"/>
                    <a:pt x="530" y="340"/>
                    <a:pt x="536" y="353"/>
                  </a:cubicBezTo>
                  <a:cubicBezTo>
                    <a:pt x="558" y="260"/>
                    <a:pt x="558" y="260"/>
                    <a:pt x="558" y="260"/>
                  </a:cubicBezTo>
                  <a:cubicBezTo>
                    <a:pt x="542" y="198"/>
                    <a:pt x="505" y="142"/>
                    <a:pt x="451" y="102"/>
                  </a:cubicBezTo>
                  <a:cubicBezTo>
                    <a:pt x="431" y="87"/>
                    <a:pt x="410" y="74"/>
                    <a:pt x="388" y="62"/>
                  </a:cubicBezTo>
                  <a:cubicBezTo>
                    <a:pt x="319" y="25"/>
                    <a:pt x="247" y="5"/>
                    <a:pt x="176" y="0"/>
                  </a:cubicBezTo>
                  <a:cubicBezTo>
                    <a:pt x="170" y="0"/>
                    <a:pt x="165" y="0"/>
                    <a:pt x="160" y="0"/>
                  </a:cubicBezTo>
                </a:path>
              </a:pathLst>
            </a:custGeom>
            <a:solidFill>
              <a:srgbClr val="DBDB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2" name="ïṣḷîdé"/>
            <p:cNvSpPr/>
            <p:nvPr/>
          </p:nvSpPr>
          <p:spPr bwMode="auto">
            <a:xfrm>
              <a:off x="6959283" y="1707229"/>
              <a:ext cx="224158" cy="149002"/>
            </a:xfrm>
            <a:custGeom>
              <a:avLst/>
              <a:gdLst>
                <a:gd name="T0" fmla="*/ 574 w 587"/>
                <a:gd name="T1" fmla="*/ 226 h 370"/>
                <a:gd name="T2" fmla="*/ 552 w 587"/>
                <a:gd name="T3" fmla="*/ 319 h 370"/>
                <a:gd name="T4" fmla="*/ 575 w 587"/>
                <a:gd name="T5" fmla="*/ 370 h 370"/>
                <a:gd name="T6" fmla="*/ 576 w 587"/>
                <a:gd name="T7" fmla="*/ 367 h 370"/>
                <a:gd name="T8" fmla="*/ 574 w 587"/>
                <a:gd name="T9" fmla="*/ 226 h 370"/>
                <a:gd name="T10" fmla="*/ 45 w 587"/>
                <a:gd name="T11" fmla="*/ 0 h 370"/>
                <a:gd name="T12" fmla="*/ 0 w 587"/>
                <a:gd name="T13" fmla="*/ 31 h 370"/>
                <a:gd name="T14" fmla="*/ 16 w 587"/>
                <a:gd name="T15" fmla="*/ 29 h 370"/>
                <a:gd name="T16" fmla="*/ 45 w 587"/>
                <a:gd name="T17" fmla="*/ 0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7" h="370">
                  <a:moveTo>
                    <a:pt x="574" y="226"/>
                  </a:moveTo>
                  <a:cubicBezTo>
                    <a:pt x="552" y="319"/>
                    <a:pt x="552" y="319"/>
                    <a:pt x="552" y="319"/>
                  </a:cubicBezTo>
                  <a:cubicBezTo>
                    <a:pt x="561" y="335"/>
                    <a:pt x="569" y="353"/>
                    <a:pt x="575" y="370"/>
                  </a:cubicBezTo>
                  <a:cubicBezTo>
                    <a:pt x="576" y="367"/>
                    <a:pt x="576" y="367"/>
                    <a:pt x="576" y="367"/>
                  </a:cubicBezTo>
                  <a:cubicBezTo>
                    <a:pt x="587" y="320"/>
                    <a:pt x="586" y="272"/>
                    <a:pt x="574" y="226"/>
                  </a:cubicBezTo>
                  <a:moveTo>
                    <a:pt x="45" y="0"/>
                  </a:moveTo>
                  <a:cubicBezTo>
                    <a:pt x="29" y="9"/>
                    <a:pt x="14" y="19"/>
                    <a:pt x="0" y="31"/>
                  </a:cubicBezTo>
                  <a:cubicBezTo>
                    <a:pt x="5" y="30"/>
                    <a:pt x="10" y="29"/>
                    <a:pt x="16" y="29"/>
                  </a:cubicBezTo>
                  <a:cubicBezTo>
                    <a:pt x="25" y="20"/>
                    <a:pt x="35" y="10"/>
                    <a:pt x="45" y="0"/>
                  </a:cubicBezTo>
                </a:path>
              </a:pathLst>
            </a:custGeom>
            <a:solidFill>
              <a:srgbClr val="6668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3" name="î$ḷîḍe"/>
            <p:cNvSpPr/>
            <p:nvPr/>
          </p:nvSpPr>
          <p:spPr bwMode="auto">
            <a:xfrm>
              <a:off x="6927174" y="1717461"/>
              <a:ext cx="251420" cy="166268"/>
            </a:xfrm>
            <a:custGeom>
              <a:avLst/>
              <a:gdLst>
                <a:gd name="T0" fmla="*/ 153 w 658"/>
                <a:gd name="T1" fmla="*/ 0 h 412"/>
                <a:gd name="T2" fmla="*/ 99 w 658"/>
                <a:gd name="T3" fmla="*/ 3 h 412"/>
                <a:gd name="T4" fmla="*/ 83 w 658"/>
                <a:gd name="T5" fmla="*/ 5 h 412"/>
                <a:gd name="T6" fmla="*/ 65 w 658"/>
                <a:gd name="T7" fmla="*/ 21 h 412"/>
                <a:gd name="T8" fmla="*/ 0 w 658"/>
                <a:gd name="T9" fmla="*/ 79 h 412"/>
                <a:gd name="T10" fmla="*/ 0 w 658"/>
                <a:gd name="T11" fmla="*/ 79 h 412"/>
                <a:gd name="T12" fmla="*/ 154 w 658"/>
                <a:gd name="T13" fmla="*/ 53 h 412"/>
                <a:gd name="T14" fmla="*/ 398 w 658"/>
                <a:gd name="T15" fmla="*/ 115 h 412"/>
                <a:gd name="T16" fmla="*/ 642 w 658"/>
                <a:gd name="T17" fmla="*/ 412 h 412"/>
                <a:gd name="T18" fmla="*/ 658 w 658"/>
                <a:gd name="T19" fmla="*/ 344 h 412"/>
                <a:gd name="T20" fmla="*/ 635 w 658"/>
                <a:gd name="T21" fmla="*/ 293 h 412"/>
                <a:gd name="T22" fmla="*/ 615 w 658"/>
                <a:gd name="T23" fmla="*/ 256 h 412"/>
                <a:gd name="T24" fmla="*/ 411 w 658"/>
                <a:gd name="T25" fmla="*/ 66 h 412"/>
                <a:gd name="T26" fmla="*/ 153 w 658"/>
                <a:gd name="T27" fmla="*/ 0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58" h="412">
                  <a:moveTo>
                    <a:pt x="153" y="0"/>
                  </a:moveTo>
                  <a:cubicBezTo>
                    <a:pt x="135" y="0"/>
                    <a:pt x="117" y="1"/>
                    <a:pt x="99" y="3"/>
                  </a:cubicBezTo>
                  <a:cubicBezTo>
                    <a:pt x="93" y="3"/>
                    <a:pt x="88" y="4"/>
                    <a:pt x="83" y="5"/>
                  </a:cubicBezTo>
                  <a:cubicBezTo>
                    <a:pt x="77" y="10"/>
                    <a:pt x="71" y="15"/>
                    <a:pt x="65" y="21"/>
                  </a:cubicBezTo>
                  <a:cubicBezTo>
                    <a:pt x="28" y="55"/>
                    <a:pt x="4" y="78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48" y="62"/>
                    <a:pt x="100" y="53"/>
                    <a:pt x="154" y="53"/>
                  </a:cubicBezTo>
                  <a:cubicBezTo>
                    <a:pt x="235" y="53"/>
                    <a:pt x="319" y="73"/>
                    <a:pt x="398" y="115"/>
                  </a:cubicBezTo>
                  <a:cubicBezTo>
                    <a:pt x="523" y="183"/>
                    <a:pt x="608" y="293"/>
                    <a:pt x="642" y="412"/>
                  </a:cubicBezTo>
                  <a:cubicBezTo>
                    <a:pt x="658" y="344"/>
                    <a:pt x="658" y="344"/>
                    <a:pt x="658" y="344"/>
                  </a:cubicBezTo>
                  <a:cubicBezTo>
                    <a:pt x="652" y="327"/>
                    <a:pt x="644" y="309"/>
                    <a:pt x="635" y="293"/>
                  </a:cubicBezTo>
                  <a:cubicBezTo>
                    <a:pt x="629" y="280"/>
                    <a:pt x="622" y="268"/>
                    <a:pt x="615" y="256"/>
                  </a:cubicBezTo>
                  <a:cubicBezTo>
                    <a:pt x="567" y="179"/>
                    <a:pt x="498" y="113"/>
                    <a:pt x="411" y="66"/>
                  </a:cubicBezTo>
                  <a:cubicBezTo>
                    <a:pt x="328" y="21"/>
                    <a:pt x="239" y="0"/>
                    <a:pt x="153" y="0"/>
                  </a:cubicBezTo>
                </a:path>
              </a:pathLst>
            </a:custGeom>
            <a:solidFill>
              <a:srgbClr val="6668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4" name="ïSḻîḋê"/>
            <p:cNvSpPr/>
            <p:nvPr/>
          </p:nvSpPr>
          <p:spPr bwMode="auto">
            <a:xfrm>
              <a:off x="7244024" y="2301957"/>
              <a:ext cx="409542" cy="518628"/>
            </a:xfrm>
            <a:custGeom>
              <a:avLst/>
              <a:gdLst>
                <a:gd name="T0" fmla="*/ 967 w 1073"/>
                <a:gd name="T1" fmla="*/ 0 h 1286"/>
                <a:gd name="T2" fmla="*/ 0 w 1073"/>
                <a:gd name="T3" fmla="*/ 1269 h 1286"/>
                <a:gd name="T4" fmla="*/ 167 w 1073"/>
                <a:gd name="T5" fmla="*/ 1286 h 1286"/>
                <a:gd name="T6" fmla="*/ 1073 w 1073"/>
                <a:gd name="T7" fmla="*/ 67 h 1286"/>
                <a:gd name="T8" fmla="*/ 967 w 1073"/>
                <a:gd name="T9" fmla="*/ 0 h 1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3" h="1286">
                  <a:moveTo>
                    <a:pt x="967" y="0"/>
                  </a:moveTo>
                  <a:cubicBezTo>
                    <a:pt x="0" y="1269"/>
                    <a:pt x="0" y="1269"/>
                    <a:pt x="0" y="1269"/>
                  </a:cubicBezTo>
                  <a:cubicBezTo>
                    <a:pt x="0" y="1269"/>
                    <a:pt x="169" y="1286"/>
                    <a:pt x="167" y="1286"/>
                  </a:cubicBezTo>
                  <a:cubicBezTo>
                    <a:pt x="164" y="1286"/>
                    <a:pt x="1073" y="67"/>
                    <a:pt x="1073" y="67"/>
                  </a:cubicBezTo>
                  <a:lnTo>
                    <a:pt x="967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5" name="íṧḻíḍe"/>
            <p:cNvSpPr/>
            <p:nvPr/>
          </p:nvSpPr>
          <p:spPr bwMode="auto">
            <a:xfrm>
              <a:off x="7234936" y="2292365"/>
              <a:ext cx="427716" cy="539730"/>
            </a:xfrm>
            <a:custGeom>
              <a:avLst/>
              <a:gdLst>
                <a:gd name="T0" fmla="*/ 20 w 1119"/>
                <a:gd name="T1" fmla="*/ 1321 h 1338"/>
                <a:gd name="T2" fmla="*/ 185 w 1119"/>
                <a:gd name="T3" fmla="*/ 1338 h 1338"/>
                <a:gd name="T4" fmla="*/ 190 w 1119"/>
                <a:gd name="T5" fmla="*/ 1338 h 1338"/>
                <a:gd name="T6" fmla="*/ 197 w 1119"/>
                <a:gd name="T7" fmla="*/ 1337 h 1338"/>
                <a:gd name="T8" fmla="*/ 216 w 1119"/>
                <a:gd name="T9" fmla="*/ 1320 h 1338"/>
                <a:gd name="T10" fmla="*/ 207 w 1119"/>
                <a:gd name="T11" fmla="*/ 1288 h 1338"/>
                <a:gd name="T12" fmla="*/ 195 w 1119"/>
                <a:gd name="T13" fmla="*/ 1282 h 1338"/>
                <a:gd name="T14" fmla="*/ 206 w 1119"/>
                <a:gd name="T15" fmla="*/ 1287 h 1338"/>
                <a:gd name="T16" fmla="*/ 190 w 1119"/>
                <a:gd name="T17" fmla="*/ 1310 h 1338"/>
                <a:gd name="T18" fmla="*/ 212 w 1119"/>
                <a:gd name="T19" fmla="*/ 1292 h 1338"/>
                <a:gd name="T20" fmla="*/ 190 w 1119"/>
                <a:gd name="T21" fmla="*/ 1310 h 1338"/>
                <a:gd name="T22" fmla="*/ 217 w 1119"/>
                <a:gd name="T23" fmla="*/ 1302 h 1338"/>
                <a:gd name="T24" fmla="*/ 212 w 1119"/>
                <a:gd name="T25" fmla="*/ 1327 h 1338"/>
                <a:gd name="T26" fmla="*/ 216 w 1119"/>
                <a:gd name="T27" fmla="*/ 1321 h 1338"/>
                <a:gd name="T28" fmla="*/ 190 w 1119"/>
                <a:gd name="T29" fmla="*/ 1310 h 1338"/>
                <a:gd name="T30" fmla="*/ 215 w 1119"/>
                <a:gd name="T31" fmla="*/ 1323 h 1338"/>
                <a:gd name="T32" fmla="*/ 193 w 1119"/>
                <a:gd name="T33" fmla="*/ 1312 h 1338"/>
                <a:gd name="T34" fmla="*/ 214 w 1119"/>
                <a:gd name="T35" fmla="*/ 1325 h 1338"/>
                <a:gd name="T36" fmla="*/ 215 w 1119"/>
                <a:gd name="T37" fmla="*/ 1323 h 1338"/>
                <a:gd name="T38" fmla="*/ 1049 w 1119"/>
                <a:gd name="T39" fmla="*/ 202 h 1338"/>
                <a:gd name="T40" fmla="*/ 1111 w 1119"/>
                <a:gd name="T41" fmla="*/ 67 h 1338"/>
                <a:gd name="T42" fmla="*/ 975 w 1119"/>
                <a:gd name="T43" fmla="*/ 48 h 1338"/>
                <a:gd name="T44" fmla="*/ 620 w 1119"/>
                <a:gd name="T45" fmla="*/ 682 h 1338"/>
                <a:gd name="T46" fmla="*/ 169 w 1119"/>
                <a:gd name="T47" fmla="*/ 1290 h 1338"/>
                <a:gd name="T48" fmla="*/ 164 w 1119"/>
                <a:gd name="T49" fmla="*/ 1299 h 1338"/>
                <a:gd name="T50" fmla="*/ 167 w 1119"/>
                <a:gd name="T51" fmla="*/ 1293 h 1338"/>
                <a:gd name="T52" fmla="*/ 165 w 1119"/>
                <a:gd name="T53" fmla="*/ 1323 h 1338"/>
                <a:gd name="T54" fmla="*/ 190 w 1119"/>
                <a:gd name="T55" fmla="*/ 1310 h 1338"/>
                <a:gd name="T56" fmla="*/ 183 w 1119"/>
                <a:gd name="T57" fmla="*/ 1337 h 1338"/>
                <a:gd name="T58" fmla="*/ 190 w 1119"/>
                <a:gd name="T59" fmla="*/ 1310 h 1338"/>
                <a:gd name="T60" fmla="*/ 182 w 1119"/>
                <a:gd name="T61" fmla="*/ 1337 h 1338"/>
                <a:gd name="T62" fmla="*/ 179 w 1119"/>
                <a:gd name="T63" fmla="*/ 1336 h 1338"/>
                <a:gd name="T64" fmla="*/ 190 w 1119"/>
                <a:gd name="T65" fmla="*/ 1310 h 1338"/>
                <a:gd name="T66" fmla="*/ 176 w 1119"/>
                <a:gd name="T67" fmla="*/ 1335 h 1338"/>
                <a:gd name="T68" fmla="*/ 190 w 1119"/>
                <a:gd name="T69" fmla="*/ 1310 h 1338"/>
                <a:gd name="T70" fmla="*/ 170 w 1119"/>
                <a:gd name="T71" fmla="*/ 1330 h 1338"/>
                <a:gd name="T72" fmla="*/ 163 w 1119"/>
                <a:gd name="T73" fmla="*/ 1318 h 1338"/>
                <a:gd name="T74" fmla="*/ 190 w 1119"/>
                <a:gd name="T75" fmla="*/ 1310 h 1338"/>
                <a:gd name="T76" fmla="*/ 162 w 1119"/>
                <a:gd name="T77" fmla="*/ 1310 h 1338"/>
                <a:gd name="T78" fmla="*/ 190 w 1119"/>
                <a:gd name="T79" fmla="*/ 1310 h 1338"/>
                <a:gd name="T80" fmla="*/ 163 w 1119"/>
                <a:gd name="T81" fmla="*/ 1302 h 1338"/>
                <a:gd name="T82" fmla="*/ 174 w 1119"/>
                <a:gd name="T83" fmla="*/ 1287 h 1338"/>
                <a:gd name="T84" fmla="*/ 190 w 1119"/>
                <a:gd name="T85" fmla="*/ 1310 h 1338"/>
                <a:gd name="T86" fmla="*/ 180 w 1119"/>
                <a:gd name="T87" fmla="*/ 1283 h 1338"/>
                <a:gd name="T88" fmla="*/ 190 w 1119"/>
                <a:gd name="T89" fmla="*/ 1310 h 1338"/>
                <a:gd name="T90" fmla="*/ 185 w 1119"/>
                <a:gd name="T91" fmla="*/ 1282 h 1338"/>
                <a:gd name="T92" fmla="*/ 190 w 1119"/>
                <a:gd name="T93" fmla="*/ 1282 h 1338"/>
                <a:gd name="T94" fmla="*/ 190 w 1119"/>
                <a:gd name="T95" fmla="*/ 1309 h 1338"/>
                <a:gd name="T96" fmla="*/ 191 w 1119"/>
                <a:gd name="T97" fmla="*/ 1282 h 1338"/>
                <a:gd name="T98" fmla="*/ 190 w 1119"/>
                <a:gd name="T99" fmla="*/ 1302 h 1338"/>
                <a:gd name="T100" fmla="*/ 192 w 1119"/>
                <a:gd name="T101" fmla="*/ 1282 h 1338"/>
                <a:gd name="T102" fmla="*/ 153 w 1119"/>
                <a:gd name="T103" fmla="*/ 1278 h 1338"/>
                <a:gd name="T104" fmla="*/ 23 w 1119"/>
                <a:gd name="T105" fmla="*/ 1293 h 1338"/>
                <a:gd name="T106" fmla="*/ 975 w 1119"/>
                <a:gd name="T107" fmla="*/ 48 h 1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19" h="1338">
                  <a:moveTo>
                    <a:pt x="990" y="24"/>
                  </a:moveTo>
                  <a:cubicBezTo>
                    <a:pt x="967" y="7"/>
                    <a:pt x="967" y="7"/>
                    <a:pt x="967" y="7"/>
                  </a:cubicBezTo>
                  <a:cubicBezTo>
                    <a:pt x="0" y="1276"/>
                    <a:pt x="0" y="1276"/>
                    <a:pt x="0" y="1276"/>
                  </a:cubicBezTo>
                  <a:cubicBezTo>
                    <a:pt x="20" y="1321"/>
                    <a:pt x="20" y="1321"/>
                    <a:pt x="20" y="1321"/>
                  </a:cubicBezTo>
                  <a:cubicBezTo>
                    <a:pt x="20" y="1321"/>
                    <a:pt x="61" y="1325"/>
                    <a:pt x="102" y="1329"/>
                  </a:cubicBezTo>
                  <a:cubicBezTo>
                    <a:pt x="123" y="1332"/>
                    <a:pt x="144" y="1334"/>
                    <a:pt x="160" y="1335"/>
                  </a:cubicBezTo>
                  <a:cubicBezTo>
                    <a:pt x="168" y="1336"/>
                    <a:pt x="174" y="1337"/>
                    <a:pt x="179" y="1337"/>
                  </a:cubicBezTo>
                  <a:cubicBezTo>
                    <a:pt x="182" y="1338"/>
                    <a:pt x="183" y="1338"/>
                    <a:pt x="185" y="1338"/>
                  </a:cubicBezTo>
                  <a:cubicBezTo>
                    <a:pt x="186" y="1338"/>
                    <a:pt x="186" y="1338"/>
                    <a:pt x="187" y="1338"/>
                  </a:cubicBezTo>
                  <a:cubicBezTo>
                    <a:pt x="187" y="1338"/>
                    <a:pt x="187" y="1338"/>
                    <a:pt x="187" y="1338"/>
                  </a:cubicBezTo>
                  <a:cubicBezTo>
                    <a:pt x="188" y="1338"/>
                    <a:pt x="188" y="1338"/>
                    <a:pt x="188" y="1338"/>
                  </a:cubicBezTo>
                  <a:cubicBezTo>
                    <a:pt x="188" y="1338"/>
                    <a:pt x="189" y="1338"/>
                    <a:pt x="190" y="1338"/>
                  </a:cubicBezTo>
                  <a:cubicBezTo>
                    <a:pt x="190" y="1338"/>
                    <a:pt x="190" y="1338"/>
                    <a:pt x="191" y="1338"/>
                  </a:cubicBezTo>
                  <a:cubicBezTo>
                    <a:pt x="191" y="1338"/>
                    <a:pt x="192" y="1338"/>
                    <a:pt x="193" y="1338"/>
                  </a:cubicBezTo>
                  <a:cubicBezTo>
                    <a:pt x="193" y="1338"/>
                    <a:pt x="194" y="1338"/>
                    <a:pt x="195" y="1338"/>
                  </a:cubicBezTo>
                  <a:cubicBezTo>
                    <a:pt x="195" y="1338"/>
                    <a:pt x="196" y="1338"/>
                    <a:pt x="197" y="1337"/>
                  </a:cubicBezTo>
                  <a:cubicBezTo>
                    <a:pt x="198" y="1337"/>
                    <a:pt x="199" y="1337"/>
                    <a:pt x="200" y="1336"/>
                  </a:cubicBezTo>
                  <a:cubicBezTo>
                    <a:pt x="201" y="1336"/>
                    <a:pt x="202" y="1335"/>
                    <a:pt x="203" y="1335"/>
                  </a:cubicBezTo>
                  <a:cubicBezTo>
                    <a:pt x="205" y="1334"/>
                    <a:pt x="208" y="1332"/>
                    <a:pt x="212" y="1328"/>
                  </a:cubicBezTo>
                  <a:cubicBezTo>
                    <a:pt x="213" y="1326"/>
                    <a:pt x="215" y="1324"/>
                    <a:pt x="216" y="1320"/>
                  </a:cubicBezTo>
                  <a:cubicBezTo>
                    <a:pt x="217" y="1317"/>
                    <a:pt x="218" y="1314"/>
                    <a:pt x="218" y="1310"/>
                  </a:cubicBezTo>
                  <a:cubicBezTo>
                    <a:pt x="218" y="1307"/>
                    <a:pt x="218" y="1304"/>
                    <a:pt x="217" y="1302"/>
                  </a:cubicBezTo>
                  <a:cubicBezTo>
                    <a:pt x="215" y="1297"/>
                    <a:pt x="213" y="1294"/>
                    <a:pt x="211" y="1292"/>
                  </a:cubicBezTo>
                  <a:cubicBezTo>
                    <a:pt x="210" y="1290"/>
                    <a:pt x="208" y="1289"/>
                    <a:pt x="207" y="1288"/>
                  </a:cubicBezTo>
                  <a:cubicBezTo>
                    <a:pt x="205" y="1286"/>
                    <a:pt x="204" y="1285"/>
                    <a:pt x="203" y="1285"/>
                  </a:cubicBezTo>
                  <a:cubicBezTo>
                    <a:pt x="201" y="1284"/>
                    <a:pt x="200" y="1284"/>
                    <a:pt x="199" y="1283"/>
                  </a:cubicBezTo>
                  <a:cubicBezTo>
                    <a:pt x="198" y="1283"/>
                    <a:pt x="197" y="1283"/>
                    <a:pt x="196" y="1283"/>
                  </a:cubicBezTo>
                  <a:cubicBezTo>
                    <a:pt x="196" y="1282"/>
                    <a:pt x="195" y="1282"/>
                    <a:pt x="195" y="1282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96" y="1282"/>
                    <a:pt x="196" y="1282"/>
                    <a:pt x="196" y="1282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206" y="1287"/>
                    <a:pt x="206" y="1287"/>
                    <a:pt x="206" y="1287"/>
                  </a:cubicBezTo>
                  <a:cubicBezTo>
                    <a:pt x="203" y="1285"/>
                    <a:pt x="199" y="1283"/>
                    <a:pt x="196" y="1282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206" y="1287"/>
                    <a:pt x="206" y="1287"/>
                    <a:pt x="206" y="1287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212" y="1292"/>
                    <a:pt x="212" y="1292"/>
                    <a:pt x="212" y="1292"/>
                  </a:cubicBezTo>
                  <a:cubicBezTo>
                    <a:pt x="210" y="1290"/>
                    <a:pt x="208" y="1288"/>
                    <a:pt x="206" y="1287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212" y="1292"/>
                    <a:pt x="212" y="1292"/>
                    <a:pt x="212" y="1292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217" y="1302"/>
                    <a:pt x="217" y="1302"/>
                    <a:pt x="217" y="1302"/>
                  </a:cubicBezTo>
                  <a:cubicBezTo>
                    <a:pt x="216" y="1299"/>
                    <a:pt x="214" y="1295"/>
                    <a:pt x="212" y="1292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217" y="1302"/>
                    <a:pt x="217" y="1302"/>
                    <a:pt x="217" y="1302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218" y="1310"/>
                    <a:pt x="218" y="1310"/>
                    <a:pt x="218" y="1310"/>
                  </a:cubicBezTo>
                  <a:cubicBezTo>
                    <a:pt x="218" y="1308"/>
                    <a:pt x="218" y="1305"/>
                    <a:pt x="217" y="1302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218" y="1310"/>
                    <a:pt x="218" y="1310"/>
                    <a:pt x="218" y="1310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212" y="1327"/>
                    <a:pt x="212" y="1327"/>
                    <a:pt x="212" y="1327"/>
                  </a:cubicBezTo>
                  <a:cubicBezTo>
                    <a:pt x="212" y="1327"/>
                    <a:pt x="212" y="1327"/>
                    <a:pt x="212" y="1327"/>
                  </a:cubicBezTo>
                  <a:cubicBezTo>
                    <a:pt x="214" y="1324"/>
                    <a:pt x="216" y="1321"/>
                    <a:pt x="217" y="1318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216" y="1321"/>
                    <a:pt x="216" y="1321"/>
                    <a:pt x="216" y="1321"/>
                  </a:cubicBezTo>
                  <a:cubicBezTo>
                    <a:pt x="216" y="1320"/>
                    <a:pt x="216" y="1319"/>
                    <a:pt x="217" y="1318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216" y="1321"/>
                    <a:pt x="216" y="1321"/>
                    <a:pt x="216" y="1321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215" y="1323"/>
                    <a:pt x="215" y="1323"/>
                    <a:pt x="215" y="1323"/>
                  </a:cubicBezTo>
                  <a:cubicBezTo>
                    <a:pt x="215" y="1323"/>
                    <a:pt x="215" y="1322"/>
                    <a:pt x="216" y="1321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215" y="1323"/>
                    <a:pt x="215" y="1323"/>
                    <a:pt x="215" y="1323"/>
                  </a:cubicBezTo>
                  <a:cubicBezTo>
                    <a:pt x="193" y="1312"/>
                    <a:pt x="193" y="1312"/>
                    <a:pt x="193" y="1312"/>
                  </a:cubicBezTo>
                  <a:cubicBezTo>
                    <a:pt x="214" y="1325"/>
                    <a:pt x="214" y="1325"/>
                    <a:pt x="214" y="1325"/>
                  </a:cubicBezTo>
                  <a:cubicBezTo>
                    <a:pt x="214" y="1324"/>
                    <a:pt x="214" y="1324"/>
                    <a:pt x="215" y="1323"/>
                  </a:cubicBezTo>
                  <a:cubicBezTo>
                    <a:pt x="193" y="1312"/>
                    <a:pt x="193" y="1312"/>
                    <a:pt x="193" y="1312"/>
                  </a:cubicBezTo>
                  <a:cubicBezTo>
                    <a:pt x="214" y="1325"/>
                    <a:pt x="214" y="1325"/>
                    <a:pt x="214" y="1325"/>
                  </a:cubicBezTo>
                  <a:cubicBezTo>
                    <a:pt x="203" y="1318"/>
                    <a:pt x="203" y="1318"/>
                    <a:pt x="203" y="1318"/>
                  </a:cubicBezTo>
                  <a:cubicBezTo>
                    <a:pt x="214" y="1325"/>
                    <a:pt x="214" y="1325"/>
                    <a:pt x="214" y="1325"/>
                  </a:cubicBezTo>
                  <a:cubicBezTo>
                    <a:pt x="214" y="1325"/>
                    <a:pt x="214" y="1325"/>
                    <a:pt x="214" y="1325"/>
                  </a:cubicBezTo>
                  <a:cubicBezTo>
                    <a:pt x="203" y="1318"/>
                    <a:pt x="203" y="1318"/>
                    <a:pt x="203" y="1318"/>
                  </a:cubicBezTo>
                  <a:cubicBezTo>
                    <a:pt x="214" y="1325"/>
                    <a:pt x="214" y="1325"/>
                    <a:pt x="214" y="1325"/>
                  </a:cubicBezTo>
                  <a:cubicBezTo>
                    <a:pt x="214" y="1325"/>
                    <a:pt x="214" y="1325"/>
                    <a:pt x="214" y="1325"/>
                  </a:cubicBezTo>
                  <a:cubicBezTo>
                    <a:pt x="214" y="1325"/>
                    <a:pt x="215" y="1324"/>
                    <a:pt x="215" y="1323"/>
                  </a:cubicBezTo>
                  <a:cubicBezTo>
                    <a:pt x="218" y="1318"/>
                    <a:pt x="225" y="1310"/>
                    <a:pt x="234" y="1297"/>
                  </a:cubicBezTo>
                  <a:cubicBezTo>
                    <a:pt x="268" y="1251"/>
                    <a:pt x="340" y="1153"/>
                    <a:pt x="430" y="1033"/>
                  </a:cubicBezTo>
                  <a:cubicBezTo>
                    <a:pt x="564" y="853"/>
                    <a:pt x="736" y="621"/>
                    <a:pt x="875" y="435"/>
                  </a:cubicBezTo>
                  <a:cubicBezTo>
                    <a:pt x="944" y="342"/>
                    <a:pt x="1005" y="260"/>
                    <a:pt x="1049" y="202"/>
                  </a:cubicBezTo>
                  <a:cubicBezTo>
                    <a:pt x="1071" y="173"/>
                    <a:pt x="1088" y="149"/>
                    <a:pt x="1100" y="133"/>
                  </a:cubicBezTo>
                  <a:cubicBezTo>
                    <a:pt x="1106" y="125"/>
                    <a:pt x="1111" y="119"/>
                    <a:pt x="1114" y="114"/>
                  </a:cubicBezTo>
                  <a:cubicBezTo>
                    <a:pt x="1117" y="110"/>
                    <a:pt x="1119" y="108"/>
                    <a:pt x="1119" y="108"/>
                  </a:cubicBezTo>
                  <a:cubicBezTo>
                    <a:pt x="1111" y="67"/>
                    <a:pt x="1111" y="67"/>
                    <a:pt x="1111" y="67"/>
                  </a:cubicBezTo>
                  <a:cubicBezTo>
                    <a:pt x="1005" y="0"/>
                    <a:pt x="1005" y="0"/>
                    <a:pt x="1005" y="0"/>
                  </a:cubicBezTo>
                  <a:cubicBezTo>
                    <a:pt x="967" y="7"/>
                    <a:pt x="967" y="7"/>
                    <a:pt x="967" y="7"/>
                  </a:cubicBezTo>
                  <a:cubicBezTo>
                    <a:pt x="990" y="24"/>
                    <a:pt x="990" y="24"/>
                    <a:pt x="990" y="24"/>
                  </a:cubicBezTo>
                  <a:cubicBezTo>
                    <a:pt x="975" y="48"/>
                    <a:pt x="975" y="48"/>
                    <a:pt x="975" y="48"/>
                  </a:cubicBezTo>
                  <a:cubicBezTo>
                    <a:pt x="1081" y="115"/>
                    <a:pt x="1081" y="115"/>
                    <a:pt x="1081" y="115"/>
                  </a:cubicBezTo>
                  <a:cubicBezTo>
                    <a:pt x="1096" y="91"/>
                    <a:pt x="1096" y="91"/>
                    <a:pt x="1096" y="91"/>
                  </a:cubicBezTo>
                  <a:cubicBezTo>
                    <a:pt x="1074" y="74"/>
                    <a:pt x="1074" y="74"/>
                    <a:pt x="1074" y="74"/>
                  </a:cubicBezTo>
                  <a:cubicBezTo>
                    <a:pt x="1074" y="74"/>
                    <a:pt x="847" y="378"/>
                    <a:pt x="620" y="682"/>
                  </a:cubicBezTo>
                  <a:cubicBezTo>
                    <a:pt x="507" y="834"/>
                    <a:pt x="394" y="987"/>
                    <a:pt x="309" y="1101"/>
                  </a:cubicBezTo>
                  <a:cubicBezTo>
                    <a:pt x="266" y="1158"/>
                    <a:pt x="231" y="1206"/>
                    <a:pt x="206" y="1240"/>
                  </a:cubicBezTo>
                  <a:cubicBezTo>
                    <a:pt x="194" y="1257"/>
                    <a:pt x="184" y="1270"/>
                    <a:pt x="177" y="1279"/>
                  </a:cubicBezTo>
                  <a:cubicBezTo>
                    <a:pt x="174" y="1284"/>
                    <a:pt x="171" y="1287"/>
                    <a:pt x="169" y="1290"/>
                  </a:cubicBezTo>
                  <a:cubicBezTo>
                    <a:pt x="168" y="1291"/>
                    <a:pt x="168" y="1292"/>
                    <a:pt x="167" y="1293"/>
                  </a:cubicBezTo>
                  <a:cubicBezTo>
                    <a:pt x="167" y="1294"/>
                    <a:pt x="166" y="1294"/>
                    <a:pt x="166" y="1295"/>
                  </a:cubicBezTo>
                  <a:cubicBezTo>
                    <a:pt x="166" y="1295"/>
                    <a:pt x="165" y="1295"/>
                    <a:pt x="165" y="1296"/>
                  </a:cubicBezTo>
                  <a:cubicBezTo>
                    <a:pt x="165" y="1297"/>
                    <a:pt x="164" y="1298"/>
                    <a:pt x="164" y="1299"/>
                  </a:cubicBezTo>
                  <a:cubicBezTo>
                    <a:pt x="163" y="1300"/>
                    <a:pt x="163" y="1300"/>
                    <a:pt x="163" y="1302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67" y="1293"/>
                    <a:pt x="167" y="1293"/>
                    <a:pt x="167" y="1293"/>
                  </a:cubicBezTo>
                  <a:cubicBezTo>
                    <a:pt x="167" y="1293"/>
                    <a:pt x="167" y="1293"/>
                    <a:pt x="167" y="1293"/>
                  </a:cubicBezTo>
                  <a:cubicBezTo>
                    <a:pt x="163" y="1298"/>
                    <a:pt x="162" y="1304"/>
                    <a:pt x="162" y="1310"/>
                  </a:cubicBezTo>
                  <a:cubicBezTo>
                    <a:pt x="162" y="1312"/>
                    <a:pt x="162" y="1314"/>
                    <a:pt x="162" y="1317"/>
                  </a:cubicBezTo>
                  <a:cubicBezTo>
                    <a:pt x="163" y="1319"/>
                    <a:pt x="164" y="1321"/>
                    <a:pt x="165" y="1323"/>
                  </a:cubicBezTo>
                  <a:cubicBezTo>
                    <a:pt x="167" y="1327"/>
                    <a:pt x="169" y="1330"/>
                    <a:pt x="173" y="1333"/>
                  </a:cubicBezTo>
                  <a:cubicBezTo>
                    <a:pt x="176" y="1335"/>
                    <a:pt x="180" y="1337"/>
                    <a:pt x="183" y="1338"/>
                  </a:cubicBezTo>
                  <a:cubicBezTo>
                    <a:pt x="185" y="1338"/>
                    <a:pt x="185" y="1338"/>
                    <a:pt x="185" y="1338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83" y="1337"/>
                    <a:pt x="183" y="1337"/>
                    <a:pt x="183" y="1337"/>
                  </a:cubicBezTo>
                  <a:cubicBezTo>
                    <a:pt x="184" y="1338"/>
                    <a:pt x="184" y="1338"/>
                    <a:pt x="185" y="1338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83" y="1337"/>
                    <a:pt x="183" y="1337"/>
                    <a:pt x="183" y="1337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82" y="1337"/>
                    <a:pt x="182" y="1337"/>
                    <a:pt x="182" y="1337"/>
                  </a:cubicBezTo>
                  <a:cubicBezTo>
                    <a:pt x="183" y="1337"/>
                    <a:pt x="183" y="1337"/>
                    <a:pt x="183" y="1337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82" y="1337"/>
                    <a:pt x="182" y="1337"/>
                    <a:pt x="182" y="1337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80" y="1337"/>
                    <a:pt x="180" y="1337"/>
                    <a:pt x="180" y="1337"/>
                  </a:cubicBezTo>
                  <a:cubicBezTo>
                    <a:pt x="181" y="1337"/>
                    <a:pt x="182" y="1337"/>
                    <a:pt x="182" y="1337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80" y="1337"/>
                    <a:pt x="180" y="1337"/>
                    <a:pt x="180" y="1337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79" y="1336"/>
                    <a:pt x="179" y="1336"/>
                    <a:pt x="179" y="1336"/>
                  </a:cubicBezTo>
                  <a:cubicBezTo>
                    <a:pt x="179" y="1336"/>
                    <a:pt x="180" y="1336"/>
                    <a:pt x="180" y="1337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79" y="1336"/>
                    <a:pt x="179" y="1336"/>
                    <a:pt x="179" y="1336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76" y="1335"/>
                    <a:pt x="176" y="1335"/>
                    <a:pt x="176" y="1335"/>
                  </a:cubicBezTo>
                  <a:cubicBezTo>
                    <a:pt x="177" y="1335"/>
                    <a:pt x="178" y="1336"/>
                    <a:pt x="179" y="1336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76" y="1335"/>
                    <a:pt x="176" y="1335"/>
                    <a:pt x="176" y="1335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70" y="1330"/>
                    <a:pt x="170" y="1330"/>
                    <a:pt x="170" y="1330"/>
                  </a:cubicBezTo>
                  <a:cubicBezTo>
                    <a:pt x="173" y="1333"/>
                    <a:pt x="175" y="1334"/>
                    <a:pt x="176" y="1335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70" y="1330"/>
                    <a:pt x="170" y="1330"/>
                    <a:pt x="170" y="1330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65" y="1324"/>
                    <a:pt x="165" y="1324"/>
                    <a:pt x="165" y="1324"/>
                  </a:cubicBezTo>
                  <a:cubicBezTo>
                    <a:pt x="167" y="1327"/>
                    <a:pt x="169" y="1329"/>
                    <a:pt x="170" y="1330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65" y="1324"/>
                    <a:pt x="165" y="1324"/>
                    <a:pt x="165" y="1324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63" y="1318"/>
                    <a:pt x="163" y="1318"/>
                    <a:pt x="163" y="1318"/>
                  </a:cubicBezTo>
                  <a:cubicBezTo>
                    <a:pt x="163" y="1320"/>
                    <a:pt x="164" y="1322"/>
                    <a:pt x="165" y="1324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63" y="1318"/>
                    <a:pt x="163" y="1318"/>
                    <a:pt x="163" y="1318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62" y="1310"/>
                    <a:pt x="162" y="1310"/>
                    <a:pt x="162" y="1310"/>
                  </a:cubicBezTo>
                  <a:cubicBezTo>
                    <a:pt x="162" y="1313"/>
                    <a:pt x="162" y="1316"/>
                    <a:pt x="163" y="1318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62" y="1310"/>
                    <a:pt x="162" y="1310"/>
                    <a:pt x="162" y="1310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63" y="1302"/>
                    <a:pt x="163" y="1302"/>
                    <a:pt x="163" y="1302"/>
                  </a:cubicBezTo>
                  <a:cubicBezTo>
                    <a:pt x="162" y="1305"/>
                    <a:pt x="162" y="1307"/>
                    <a:pt x="162" y="1310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63" y="1302"/>
                    <a:pt x="163" y="1302"/>
                    <a:pt x="163" y="1302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68" y="1292"/>
                    <a:pt x="168" y="1292"/>
                    <a:pt x="168" y="1292"/>
                  </a:cubicBezTo>
                  <a:cubicBezTo>
                    <a:pt x="166" y="1294"/>
                    <a:pt x="164" y="1298"/>
                    <a:pt x="163" y="1302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68" y="1292"/>
                    <a:pt x="168" y="1292"/>
                    <a:pt x="168" y="1292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74" y="1287"/>
                    <a:pt x="174" y="1287"/>
                    <a:pt x="174" y="1287"/>
                  </a:cubicBezTo>
                  <a:cubicBezTo>
                    <a:pt x="172" y="1288"/>
                    <a:pt x="170" y="1289"/>
                    <a:pt x="168" y="1292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74" y="1287"/>
                    <a:pt x="174" y="1287"/>
                    <a:pt x="174" y="1287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80" y="1283"/>
                    <a:pt x="180" y="1283"/>
                    <a:pt x="180" y="1283"/>
                  </a:cubicBezTo>
                  <a:cubicBezTo>
                    <a:pt x="179" y="1284"/>
                    <a:pt x="177" y="1285"/>
                    <a:pt x="174" y="1287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80" y="1283"/>
                    <a:pt x="180" y="1283"/>
                    <a:pt x="180" y="1283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85" y="1282"/>
                    <a:pt x="185" y="1282"/>
                    <a:pt x="185" y="1282"/>
                  </a:cubicBezTo>
                  <a:cubicBezTo>
                    <a:pt x="184" y="1282"/>
                    <a:pt x="183" y="1282"/>
                    <a:pt x="180" y="1283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85" y="1282"/>
                    <a:pt x="185" y="1282"/>
                    <a:pt x="185" y="1282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88" y="1282"/>
                    <a:pt x="188" y="1282"/>
                    <a:pt x="188" y="1282"/>
                  </a:cubicBezTo>
                  <a:cubicBezTo>
                    <a:pt x="188" y="1282"/>
                    <a:pt x="187" y="1282"/>
                    <a:pt x="185" y="1282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88" y="1282"/>
                    <a:pt x="188" y="1282"/>
                    <a:pt x="188" y="1282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90" y="1282"/>
                    <a:pt x="190" y="1282"/>
                    <a:pt x="190" y="1282"/>
                  </a:cubicBezTo>
                  <a:cubicBezTo>
                    <a:pt x="189" y="1282"/>
                    <a:pt x="189" y="1282"/>
                    <a:pt x="188" y="1282"/>
                  </a:cubicBezTo>
                  <a:cubicBezTo>
                    <a:pt x="190" y="1310"/>
                    <a:pt x="190" y="1310"/>
                    <a:pt x="190" y="1310"/>
                  </a:cubicBezTo>
                  <a:cubicBezTo>
                    <a:pt x="190" y="1282"/>
                    <a:pt x="190" y="1282"/>
                    <a:pt x="190" y="1282"/>
                  </a:cubicBezTo>
                  <a:cubicBezTo>
                    <a:pt x="190" y="1309"/>
                    <a:pt x="190" y="1309"/>
                    <a:pt x="190" y="1309"/>
                  </a:cubicBezTo>
                  <a:cubicBezTo>
                    <a:pt x="191" y="1282"/>
                    <a:pt x="191" y="1282"/>
                    <a:pt x="191" y="1282"/>
                  </a:cubicBezTo>
                  <a:cubicBezTo>
                    <a:pt x="191" y="1282"/>
                    <a:pt x="191" y="1282"/>
                    <a:pt x="190" y="1282"/>
                  </a:cubicBezTo>
                  <a:cubicBezTo>
                    <a:pt x="190" y="1309"/>
                    <a:pt x="190" y="1309"/>
                    <a:pt x="190" y="1309"/>
                  </a:cubicBezTo>
                  <a:cubicBezTo>
                    <a:pt x="191" y="1282"/>
                    <a:pt x="191" y="1282"/>
                    <a:pt x="191" y="1282"/>
                  </a:cubicBezTo>
                  <a:cubicBezTo>
                    <a:pt x="190" y="1302"/>
                    <a:pt x="190" y="1302"/>
                    <a:pt x="190" y="1302"/>
                  </a:cubicBezTo>
                  <a:cubicBezTo>
                    <a:pt x="192" y="1282"/>
                    <a:pt x="192" y="1282"/>
                    <a:pt x="192" y="1282"/>
                  </a:cubicBezTo>
                  <a:cubicBezTo>
                    <a:pt x="191" y="1282"/>
                    <a:pt x="191" y="1282"/>
                    <a:pt x="191" y="1282"/>
                  </a:cubicBezTo>
                  <a:cubicBezTo>
                    <a:pt x="190" y="1302"/>
                    <a:pt x="190" y="1302"/>
                    <a:pt x="190" y="1302"/>
                  </a:cubicBezTo>
                  <a:cubicBezTo>
                    <a:pt x="192" y="1282"/>
                    <a:pt x="192" y="1282"/>
                    <a:pt x="192" y="1282"/>
                  </a:cubicBezTo>
                  <a:cubicBezTo>
                    <a:pt x="191" y="1291"/>
                    <a:pt x="191" y="1291"/>
                    <a:pt x="191" y="1291"/>
                  </a:cubicBezTo>
                  <a:cubicBezTo>
                    <a:pt x="192" y="1282"/>
                    <a:pt x="192" y="1282"/>
                    <a:pt x="192" y="1282"/>
                  </a:cubicBezTo>
                  <a:cubicBezTo>
                    <a:pt x="192" y="1282"/>
                    <a:pt x="192" y="1282"/>
                    <a:pt x="192" y="1282"/>
                  </a:cubicBezTo>
                  <a:cubicBezTo>
                    <a:pt x="191" y="1291"/>
                    <a:pt x="191" y="1291"/>
                    <a:pt x="191" y="1291"/>
                  </a:cubicBezTo>
                  <a:cubicBezTo>
                    <a:pt x="192" y="1282"/>
                    <a:pt x="192" y="1282"/>
                    <a:pt x="192" y="1282"/>
                  </a:cubicBezTo>
                  <a:cubicBezTo>
                    <a:pt x="192" y="1282"/>
                    <a:pt x="190" y="1282"/>
                    <a:pt x="189" y="1282"/>
                  </a:cubicBezTo>
                  <a:cubicBezTo>
                    <a:pt x="183" y="1281"/>
                    <a:pt x="170" y="1280"/>
                    <a:pt x="153" y="1278"/>
                  </a:cubicBezTo>
                  <a:cubicBezTo>
                    <a:pt x="129" y="1275"/>
                    <a:pt x="97" y="1272"/>
                    <a:pt x="71" y="1269"/>
                  </a:cubicBezTo>
                  <a:cubicBezTo>
                    <a:pt x="58" y="1268"/>
                    <a:pt x="47" y="1267"/>
                    <a:pt x="39" y="1266"/>
                  </a:cubicBezTo>
                  <a:cubicBezTo>
                    <a:pt x="30" y="1265"/>
                    <a:pt x="26" y="1265"/>
                    <a:pt x="26" y="1265"/>
                  </a:cubicBezTo>
                  <a:cubicBezTo>
                    <a:pt x="23" y="1293"/>
                    <a:pt x="23" y="1293"/>
                    <a:pt x="23" y="1293"/>
                  </a:cubicBezTo>
                  <a:cubicBezTo>
                    <a:pt x="45" y="1310"/>
                    <a:pt x="45" y="1310"/>
                    <a:pt x="45" y="1310"/>
                  </a:cubicBezTo>
                  <a:cubicBezTo>
                    <a:pt x="1012" y="41"/>
                    <a:pt x="1012" y="41"/>
                    <a:pt x="1012" y="41"/>
                  </a:cubicBezTo>
                  <a:cubicBezTo>
                    <a:pt x="990" y="24"/>
                    <a:pt x="990" y="24"/>
                    <a:pt x="990" y="24"/>
                  </a:cubicBezTo>
                  <a:cubicBezTo>
                    <a:pt x="975" y="48"/>
                    <a:pt x="975" y="48"/>
                    <a:pt x="975" y="48"/>
                  </a:cubicBezTo>
                  <a:lnTo>
                    <a:pt x="990" y="24"/>
                  </a:ln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6" name="íş1iḓé"/>
            <p:cNvSpPr/>
            <p:nvPr/>
          </p:nvSpPr>
          <p:spPr bwMode="auto">
            <a:xfrm>
              <a:off x="7525129" y="2209870"/>
              <a:ext cx="175691" cy="184813"/>
            </a:xfrm>
            <a:prstGeom prst="ellipse">
              <a:avLst/>
            </a:pr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7" name="îšľïḍê"/>
            <p:cNvSpPr/>
            <p:nvPr/>
          </p:nvSpPr>
          <p:spPr bwMode="auto">
            <a:xfrm>
              <a:off x="7511196" y="2194522"/>
              <a:ext cx="204165" cy="215508"/>
            </a:xfrm>
            <a:custGeom>
              <a:avLst/>
              <a:gdLst>
                <a:gd name="T0" fmla="*/ 267 w 534"/>
                <a:gd name="T1" fmla="*/ 497 h 534"/>
                <a:gd name="T2" fmla="*/ 267 w 534"/>
                <a:gd name="T3" fmla="*/ 459 h 534"/>
                <a:gd name="T4" fmla="*/ 192 w 534"/>
                <a:gd name="T5" fmla="*/ 444 h 534"/>
                <a:gd name="T6" fmla="*/ 108 w 534"/>
                <a:gd name="T7" fmla="*/ 374 h 534"/>
                <a:gd name="T8" fmla="*/ 75 w 534"/>
                <a:gd name="T9" fmla="*/ 267 h 534"/>
                <a:gd name="T10" fmla="*/ 90 w 534"/>
                <a:gd name="T11" fmla="*/ 193 h 534"/>
                <a:gd name="T12" fmla="*/ 160 w 534"/>
                <a:gd name="T13" fmla="*/ 108 h 534"/>
                <a:gd name="T14" fmla="*/ 267 w 534"/>
                <a:gd name="T15" fmla="*/ 76 h 534"/>
                <a:gd name="T16" fmla="*/ 341 w 534"/>
                <a:gd name="T17" fmla="*/ 91 h 534"/>
                <a:gd name="T18" fmla="*/ 426 w 534"/>
                <a:gd name="T19" fmla="*/ 160 h 534"/>
                <a:gd name="T20" fmla="*/ 458 w 534"/>
                <a:gd name="T21" fmla="*/ 267 h 534"/>
                <a:gd name="T22" fmla="*/ 443 w 534"/>
                <a:gd name="T23" fmla="*/ 342 h 534"/>
                <a:gd name="T24" fmla="*/ 374 w 534"/>
                <a:gd name="T25" fmla="*/ 426 h 534"/>
                <a:gd name="T26" fmla="*/ 267 w 534"/>
                <a:gd name="T27" fmla="*/ 459 h 534"/>
                <a:gd name="T28" fmla="*/ 267 w 534"/>
                <a:gd name="T29" fmla="*/ 497 h 534"/>
                <a:gd name="T30" fmla="*/ 267 w 534"/>
                <a:gd name="T31" fmla="*/ 534 h 534"/>
                <a:gd name="T32" fmla="*/ 371 w 534"/>
                <a:gd name="T33" fmla="*/ 513 h 534"/>
                <a:gd name="T34" fmla="*/ 488 w 534"/>
                <a:gd name="T35" fmla="*/ 416 h 534"/>
                <a:gd name="T36" fmla="*/ 534 w 534"/>
                <a:gd name="T37" fmla="*/ 267 h 534"/>
                <a:gd name="T38" fmla="*/ 513 w 534"/>
                <a:gd name="T39" fmla="*/ 163 h 534"/>
                <a:gd name="T40" fmla="*/ 416 w 534"/>
                <a:gd name="T41" fmla="*/ 46 h 534"/>
                <a:gd name="T42" fmla="*/ 267 w 534"/>
                <a:gd name="T43" fmla="*/ 0 h 534"/>
                <a:gd name="T44" fmla="*/ 163 w 534"/>
                <a:gd name="T45" fmla="*/ 21 h 534"/>
                <a:gd name="T46" fmla="*/ 46 w 534"/>
                <a:gd name="T47" fmla="*/ 118 h 534"/>
                <a:gd name="T48" fmla="*/ 0 w 534"/>
                <a:gd name="T49" fmla="*/ 267 h 534"/>
                <a:gd name="T50" fmla="*/ 21 w 534"/>
                <a:gd name="T51" fmla="*/ 371 h 534"/>
                <a:gd name="T52" fmla="*/ 118 w 534"/>
                <a:gd name="T53" fmla="*/ 488 h 534"/>
                <a:gd name="T54" fmla="*/ 267 w 534"/>
                <a:gd name="T55" fmla="*/ 534 h 534"/>
                <a:gd name="T56" fmla="*/ 267 w 534"/>
                <a:gd name="T57" fmla="*/ 497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34" h="534">
                  <a:moveTo>
                    <a:pt x="267" y="497"/>
                  </a:moveTo>
                  <a:cubicBezTo>
                    <a:pt x="267" y="459"/>
                    <a:pt x="267" y="459"/>
                    <a:pt x="267" y="459"/>
                  </a:cubicBezTo>
                  <a:cubicBezTo>
                    <a:pt x="240" y="459"/>
                    <a:pt x="215" y="454"/>
                    <a:pt x="192" y="444"/>
                  </a:cubicBezTo>
                  <a:cubicBezTo>
                    <a:pt x="158" y="429"/>
                    <a:pt x="129" y="405"/>
                    <a:pt x="108" y="374"/>
                  </a:cubicBezTo>
                  <a:cubicBezTo>
                    <a:pt x="87" y="344"/>
                    <a:pt x="75" y="307"/>
                    <a:pt x="75" y="267"/>
                  </a:cubicBezTo>
                  <a:cubicBezTo>
                    <a:pt x="75" y="241"/>
                    <a:pt x="80" y="216"/>
                    <a:pt x="90" y="193"/>
                  </a:cubicBezTo>
                  <a:cubicBezTo>
                    <a:pt x="105" y="158"/>
                    <a:pt x="129" y="129"/>
                    <a:pt x="160" y="108"/>
                  </a:cubicBezTo>
                  <a:cubicBezTo>
                    <a:pt x="190" y="88"/>
                    <a:pt x="227" y="76"/>
                    <a:pt x="267" y="76"/>
                  </a:cubicBezTo>
                  <a:cubicBezTo>
                    <a:pt x="293" y="76"/>
                    <a:pt x="318" y="81"/>
                    <a:pt x="341" y="91"/>
                  </a:cubicBezTo>
                  <a:cubicBezTo>
                    <a:pt x="376" y="105"/>
                    <a:pt x="405" y="130"/>
                    <a:pt x="426" y="160"/>
                  </a:cubicBezTo>
                  <a:cubicBezTo>
                    <a:pt x="446" y="191"/>
                    <a:pt x="458" y="227"/>
                    <a:pt x="458" y="267"/>
                  </a:cubicBezTo>
                  <a:cubicBezTo>
                    <a:pt x="458" y="294"/>
                    <a:pt x="453" y="319"/>
                    <a:pt x="443" y="342"/>
                  </a:cubicBezTo>
                  <a:cubicBezTo>
                    <a:pt x="429" y="376"/>
                    <a:pt x="404" y="405"/>
                    <a:pt x="374" y="426"/>
                  </a:cubicBezTo>
                  <a:cubicBezTo>
                    <a:pt x="343" y="447"/>
                    <a:pt x="307" y="459"/>
                    <a:pt x="267" y="459"/>
                  </a:cubicBezTo>
                  <a:cubicBezTo>
                    <a:pt x="267" y="497"/>
                    <a:pt x="267" y="497"/>
                    <a:pt x="267" y="497"/>
                  </a:cubicBezTo>
                  <a:cubicBezTo>
                    <a:pt x="267" y="534"/>
                    <a:pt x="267" y="534"/>
                    <a:pt x="267" y="534"/>
                  </a:cubicBezTo>
                  <a:cubicBezTo>
                    <a:pt x="304" y="534"/>
                    <a:pt x="339" y="527"/>
                    <a:pt x="371" y="513"/>
                  </a:cubicBezTo>
                  <a:cubicBezTo>
                    <a:pt x="419" y="493"/>
                    <a:pt x="459" y="459"/>
                    <a:pt x="488" y="416"/>
                  </a:cubicBezTo>
                  <a:cubicBezTo>
                    <a:pt x="517" y="374"/>
                    <a:pt x="534" y="322"/>
                    <a:pt x="534" y="267"/>
                  </a:cubicBezTo>
                  <a:cubicBezTo>
                    <a:pt x="534" y="230"/>
                    <a:pt x="526" y="195"/>
                    <a:pt x="513" y="163"/>
                  </a:cubicBezTo>
                  <a:cubicBezTo>
                    <a:pt x="492" y="115"/>
                    <a:pt x="459" y="75"/>
                    <a:pt x="416" y="46"/>
                  </a:cubicBezTo>
                  <a:cubicBezTo>
                    <a:pt x="373" y="17"/>
                    <a:pt x="322" y="0"/>
                    <a:pt x="267" y="0"/>
                  </a:cubicBezTo>
                  <a:cubicBezTo>
                    <a:pt x="230" y="0"/>
                    <a:pt x="195" y="8"/>
                    <a:pt x="163" y="21"/>
                  </a:cubicBezTo>
                  <a:cubicBezTo>
                    <a:pt x="115" y="42"/>
                    <a:pt x="74" y="75"/>
                    <a:pt x="46" y="118"/>
                  </a:cubicBezTo>
                  <a:cubicBezTo>
                    <a:pt x="17" y="161"/>
                    <a:pt x="0" y="212"/>
                    <a:pt x="0" y="267"/>
                  </a:cubicBezTo>
                  <a:cubicBezTo>
                    <a:pt x="0" y="304"/>
                    <a:pt x="7" y="339"/>
                    <a:pt x="21" y="371"/>
                  </a:cubicBezTo>
                  <a:cubicBezTo>
                    <a:pt x="41" y="419"/>
                    <a:pt x="75" y="460"/>
                    <a:pt x="118" y="488"/>
                  </a:cubicBezTo>
                  <a:cubicBezTo>
                    <a:pt x="160" y="517"/>
                    <a:pt x="212" y="534"/>
                    <a:pt x="267" y="534"/>
                  </a:cubicBezTo>
                  <a:lnTo>
                    <a:pt x="267" y="497"/>
                  </a:ln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8" name="îşlîḓê"/>
            <p:cNvSpPr/>
            <p:nvPr/>
          </p:nvSpPr>
          <p:spPr bwMode="auto">
            <a:xfrm>
              <a:off x="7572385" y="2259111"/>
              <a:ext cx="81181" cy="86331"/>
            </a:xfrm>
            <a:prstGeom prst="ellipse">
              <a:avLst/>
            </a:prstGeom>
            <a:solidFill>
              <a:srgbClr val="D8D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79" name="îsľîḓé"/>
            <p:cNvSpPr/>
            <p:nvPr/>
          </p:nvSpPr>
          <p:spPr bwMode="auto">
            <a:xfrm>
              <a:off x="7565721" y="2251436"/>
              <a:ext cx="95116" cy="101039"/>
            </a:xfrm>
            <a:custGeom>
              <a:avLst/>
              <a:gdLst>
                <a:gd name="T0" fmla="*/ 231 w 250"/>
                <a:gd name="T1" fmla="*/ 125 h 250"/>
                <a:gd name="T2" fmla="*/ 212 w 250"/>
                <a:gd name="T3" fmla="*/ 125 h 250"/>
                <a:gd name="T4" fmla="*/ 187 w 250"/>
                <a:gd name="T5" fmla="*/ 187 h 250"/>
                <a:gd name="T6" fmla="*/ 125 w 250"/>
                <a:gd name="T7" fmla="*/ 213 h 250"/>
                <a:gd name="T8" fmla="*/ 63 w 250"/>
                <a:gd name="T9" fmla="*/ 187 h 250"/>
                <a:gd name="T10" fmla="*/ 37 w 250"/>
                <a:gd name="T11" fmla="*/ 125 h 250"/>
                <a:gd name="T12" fmla="*/ 63 w 250"/>
                <a:gd name="T13" fmla="*/ 63 h 250"/>
                <a:gd name="T14" fmla="*/ 125 w 250"/>
                <a:gd name="T15" fmla="*/ 38 h 250"/>
                <a:gd name="T16" fmla="*/ 187 w 250"/>
                <a:gd name="T17" fmla="*/ 63 h 250"/>
                <a:gd name="T18" fmla="*/ 212 w 250"/>
                <a:gd name="T19" fmla="*/ 125 h 250"/>
                <a:gd name="T20" fmla="*/ 231 w 250"/>
                <a:gd name="T21" fmla="*/ 125 h 250"/>
                <a:gd name="T22" fmla="*/ 250 w 250"/>
                <a:gd name="T23" fmla="*/ 125 h 250"/>
                <a:gd name="T24" fmla="*/ 213 w 250"/>
                <a:gd name="T25" fmla="*/ 37 h 250"/>
                <a:gd name="T26" fmla="*/ 125 w 250"/>
                <a:gd name="T27" fmla="*/ 0 h 250"/>
                <a:gd name="T28" fmla="*/ 36 w 250"/>
                <a:gd name="T29" fmla="*/ 37 h 250"/>
                <a:gd name="T30" fmla="*/ 0 w 250"/>
                <a:gd name="T31" fmla="*/ 125 h 250"/>
                <a:gd name="T32" fmla="*/ 36 w 250"/>
                <a:gd name="T33" fmla="*/ 214 h 250"/>
                <a:gd name="T34" fmla="*/ 125 w 250"/>
                <a:gd name="T35" fmla="*/ 250 h 250"/>
                <a:gd name="T36" fmla="*/ 213 w 250"/>
                <a:gd name="T37" fmla="*/ 214 h 250"/>
                <a:gd name="T38" fmla="*/ 250 w 250"/>
                <a:gd name="T39" fmla="*/ 125 h 250"/>
                <a:gd name="T40" fmla="*/ 231 w 250"/>
                <a:gd name="T41" fmla="*/ 125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0" h="250">
                  <a:moveTo>
                    <a:pt x="231" y="125"/>
                  </a:moveTo>
                  <a:cubicBezTo>
                    <a:pt x="212" y="125"/>
                    <a:pt x="212" y="125"/>
                    <a:pt x="212" y="125"/>
                  </a:cubicBezTo>
                  <a:cubicBezTo>
                    <a:pt x="212" y="149"/>
                    <a:pt x="203" y="171"/>
                    <a:pt x="187" y="187"/>
                  </a:cubicBezTo>
                  <a:cubicBezTo>
                    <a:pt x="171" y="203"/>
                    <a:pt x="149" y="213"/>
                    <a:pt x="125" y="213"/>
                  </a:cubicBezTo>
                  <a:cubicBezTo>
                    <a:pt x="101" y="213"/>
                    <a:pt x="79" y="203"/>
                    <a:pt x="63" y="187"/>
                  </a:cubicBezTo>
                  <a:cubicBezTo>
                    <a:pt x="47" y="171"/>
                    <a:pt x="37" y="149"/>
                    <a:pt x="37" y="125"/>
                  </a:cubicBezTo>
                  <a:cubicBezTo>
                    <a:pt x="37" y="101"/>
                    <a:pt x="47" y="79"/>
                    <a:pt x="63" y="63"/>
                  </a:cubicBezTo>
                  <a:cubicBezTo>
                    <a:pt x="79" y="47"/>
                    <a:pt x="101" y="38"/>
                    <a:pt x="125" y="38"/>
                  </a:cubicBezTo>
                  <a:cubicBezTo>
                    <a:pt x="149" y="38"/>
                    <a:pt x="171" y="47"/>
                    <a:pt x="187" y="63"/>
                  </a:cubicBezTo>
                  <a:cubicBezTo>
                    <a:pt x="203" y="79"/>
                    <a:pt x="212" y="101"/>
                    <a:pt x="212" y="125"/>
                  </a:cubicBezTo>
                  <a:cubicBezTo>
                    <a:pt x="231" y="125"/>
                    <a:pt x="231" y="125"/>
                    <a:pt x="231" y="125"/>
                  </a:cubicBezTo>
                  <a:cubicBezTo>
                    <a:pt x="250" y="125"/>
                    <a:pt x="250" y="125"/>
                    <a:pt x="250" y="125"/>
                  </a:cubicBezTo>
                  <a:cubicBezTo>
                    <a:pt x="250" y="91"/>
                    <a:pt x="236" y="59"/>
                    <a:pt x="213" y="37"/>
                  </a:cubicBezTo>
                  <a:cubicBezTo>
                    <a:pt x="191" y="14"/>
                    <a:pt x="159" y="0"/>
                    <a:pt x="125" y="0"/>
                  </a:cubicBezTo>
                  <a:cubicBezTo>
                    <a:pt x="90" y="0"/>
                    <a:pt x="59" y="14"/>
                    <a:pt x="36" y="37"/>
                  </a:cubicBezTo>
                  <a:cubicBezTo>
                    <a:pt x="14" y="59"/>
                    <a:pt x="0" y="91"/>
                    <a:pt x="0" y="125"/>
                  </a:cubicBezTo>
                  <a:cubicBezTo>
                    <a:pt x="0" y="160"/>
                    <a:pt x="14" y="191"/>
                    <a:pt x="36" y="214"/>
                  </a:cubicBezTo>
                  <a:cubicBezTo>
                    <a:pt x="59" y="236"/>
                    <a:pt x="90" y="250"/>
                    <a:pt x="125" y="250"/>
                  </a:cubicBezTo>
                  <a:cubicBezTo>
                    <a:pt x="159" y="250"/>
                    <a:pt x="191" y="236"/>
                    <a:pt x="213" y="214"/>
                  </a:cubicBezTo>
                  <a:cubicBezTo>
                    <a:pt x="236" y="191"/>
                    <a:pt x="250" y="160"/>
                    <a:pt x="250" y="125"/>
                  </a:cubicBezTo>
                  <a:lnTo>
                    <a:pt x="231" y="125"/>
                  </a:ln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0" name="îşļiďê"/>
            <p:cNvSpPr/>
            <p:nvPr/>
          </p:nvSpPr>
          <p:spPr bwMode="auto">
            <a:xfrm>
              <a:off x="7083479" y="2814190"/>
              <a:ext cx="320485" cy="63311"/>
            </a:xfrm>
            <a:custGeom>
              <a:avLst/>
              <a:gdLst>
                <a:gd name="T0" fmla="*/ 0 w 839"/>
                <a:gd name="T1" fmla="*/ 157 h 157"/>
                <a:gd name="T2" fmla="*/ 420 w 839"/>
                <a:gd name="T3" fmla="*/ 0 h 157"/>
                <a:gd name="T4" fmla="*/ 839 w 839"/>
                <a:gd name="T5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39" h="157">
                  <a:moveTo>
                    <a:pt x="0" y="157"/>
                  </a:moveTo>
                  <a:cubicBezTo>
                    <a:pt x="61" y="65"/>
                    <a:pt x="226" y="0"/>
                    <a:pt x="420" y="0"/>
                  </a:cubicBezTo>
                  <a:cubicBezTo>
                    <a:pt x="613" y="0"/>
                    <a:pt x="778" y="65"/>
                    <a:pt x="839" y="157"/>
                  </a:cubicBezTo>
                </a:path>
              </a:pathLst>
            </a:custGeom>
            <a:solidFill>
              <a:srgbClr val="D8D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1" name="ïŝlîḍe"/>
            <p:cNvSpPr/>
            <p:nvPr/>
          </p:nvSpPr>
          <p:spPr bwMode="auto">
            <a:xfrm>
              <a:off x="7071362" y="2802038"/>
              <a:ext cx="345324" cy="88250"/>
            </a:xfrm>
            <a:custGeom>
              <a:avLst/>
              <a:gdLst>
                <a:gd name="T0" fmla="*/ 55 w 904"/>
                <a:gd name="T1" fmla="*/ 202 h 218"/>
                <a:gd name="T2" fmla="*/ 112 w 904"/>
                <a:gd name="T3" fmla="*/ 146 h 218"/>
                <a:gd name="T4" fmla="*/ 257 w 904"/>
                <a:gd name="T5" fmla="*/ 82 h 218"/>
                <a:gd name="T6" fmla="*/ 452 w 904"/>
                <a:gd name="T7" fmla="*/ 57 h 218"/>
                <a:gd name="T8" fmla="*/ 701 w 904"/>
                <a:gd name="T9" fmla="*/ 99 h 218"/>
                <a:gd name="T10" fmla="*/ 791 w 904"/>
                <a:gd name="T11" fmla="*/ 146 h 218"/>
                <a:gd name="T12" fmla="*/ 848 w 904"/>
                <a:gd name="T13" fmla="*/ 202 h 218"/>
                <a:gd name="T14" fmla="*/ 887 w 904"/>
                <a:gd name="T15" fmla="*/ 210 h 218"/>
                <a:gd name="T16" fmla="*/ 895 w 904"/>
                <a:gd name="T17" fmla="*/ 171 h 218"/>
                <a:gd name="T18" fmla="*/ 824 w 904"/>
                <a:gd name="T19" fmla="*/ 100 h 218"/>
                <a:gd name="T20" fmla="*/ 661 w 904"/>
                <a:gd name="T21" fmla="*/ 27 h 218"/>
                <a:gd name="T22" fmla="*/ 452 w 904"/>
                <a:gd name="T23" fmla="*/ 0 h 218"/>
                <a:gd name="T24" fmla="*/ 182 w 904"/>
                <a:gd name="T25" fmla="*/ 47 h 218"/>
                <a:gd name="T26" fmla="*/ 80 w 904"/>
                <a:gd name="T27" fmla="*/ 100 h 218"/>
                <a:gd name="T28" fmla="*/ 8 w 904"/>
                <a:gd name="T29" fmla="*/ 171 h 218"/>
                <a:gd name="T30" fmla="*/ 16 w 904"/>
                <a:gd name="T31" fmla="*/ 210 h 218"/>
                <a:gd name="T32" fmla="*/ 55 w 904"/>
                <a:gd name="T33" fmla="*/ 202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04" h="218">
                  <a:moveTo>
                    <a:pt x="55" y="202"/>
                  </a:moveTo>
                  <a:cubicBezTo>
                    <a:pt x="68" y="183"/>
                    <a:pt x="87" y="163"/>
                    <a:pt x="112" y="146"/>
                  </a:cubicBezTo>
                  <a:cubicBezTo>
                    <a:pt x="149" y="120"/>
                    <a:pt x="199" y="97"/>
                    <a:pt x="257" y="82"/>
                  </a:cubicBezTo>
                  <a:cubicBezTo>
                    <a:pt x="315" y="66"/>
                    <a:pt x="381" y="57"/>
                    <a:pt x="452" y="57"/>
                  </a:cubicBezTo>
                  <a:cubicBezTo>
                    <a:pt x="545" y="57"/>
                    <a:pt x="632" y="73"/>
                    <a:pt x="701" y="99"/>
                  </a:cubicBezTo>
                  <a:cubicBezTo>
                    <a:pt x="736" y="113"/>
                    <a:pt x="766" y="129"/>
                    <a:pt x="791" y="146"/>
                  </a:cubicBezTo>
                  <a:cubicBezTo>
                    <a:pt x="816" y="164"/>
                    <a:pt x="835" y="183"/>
                    <a:pt x="848" y="202"/>
                  </a:cubicBezTo>
                  <a:cubicBezTo>
                    <a:pt x="857" y="215"/>
                    <a:pt x="874" y="218"/>
                    <a:pt x="887" y="210"/>
                  </a:cubicBezTo>
                  <a:cubicBezTo>
                    <a:pt x="900" y="201"/>
                    <a:pt x="904" y="184"/>
                    <a:pt x="895" y="171"/>
                  </a:cubicBezTo>
                  <a:cubicBezTo>
                    <a:pt x="877" y="144"/>
                    <a:pt x="853" y="121"/>
                    <a:pt x="824" y="100"/>
                  </a:cubicBezTo>
                  <a:cubicBezTo>
                    <a:pt x="780" y="69"/>
                    <a:pt x="724" y="44"/>
                    <a:pt x="661" y="27"/>
                  </a:cubicBezTo>
                  <a:cubicBezTo>
                    <a:pt x="598" y="10"/>
                    <a:pt x="527" y="0"/>
                    <a:pt x="452" y="0"/>
                  </a:cubicBezTo>
                  <a:cubicBezTo>
                    <a:pt x="352" y="1"/>
                    <a:pt x="259" y="17"/>
                    <a:pt x="182" y="47"/>
                  </a:cubicBezTo>
                  <a:cubicBezTo>
                    <a:pt x="144" y="61"/>
                    <a:pt x="109" y="79"/>
                    <a:pt x="80" y="100"/>
                  </a:cubicBezTo>
                  <a:cubicBezTo>
                    <a:pt x="50" y="121"/>
                    <a:pt x="26" y="144"/>
                    <a:pt x="8" y="171"/>
                  </a:cubicBezTo>
                  <a:cubicBezTo>
                    <a:pt x="0" y="184"/>
                    <a:pt x="3" y="201"/>
                    <a:pt x="16" y="210"/>
                  </a:cubicBezTo>
                  <a:cubicBezTo>
                    <a:pt x="29" y="218"/>
                    <a:pt x="47" y="215"/>
                    <a:pt x="55" y="202"/>
                  </a:cubicBez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2" name="îṥļiḋé"/>
            <p:cNvSpPr/>
            <p:nvPr/>
          </p:nvSpPr>
          <p:spPr bwMode="auto">
            <a:xfrm>
              <a:off x="6996239" y="2877499"/>
              <a:ext cx="478607" cy="63311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3" name="îSḷïdè"/>
            <p:cNvSpPr/>
            <p:nvPr/>
          </p:nvSpPr>
          <p:spPr bwMode="auto">
            <a:xfrm>
              <a:off x="6985335" y="2865987"/>
              <a:ext cx="500416" cy="86331"/>
            </a:xfrm>
            <a:custGeom>
              <a:avLst/>
              <a:gdLst>
                <a:gd name="T0" fmla="*/ 18 w 826"/>
                <a:gd name="T1" fmla="*/ 117 h 135"/>
                <a:gd name="T2" fmla="*/ 18 w 826"/>
                <a:gd name="T3" fmla="*/ 135 h 135"/>
                <a:gd name="T4" fmla="*/ 826 w 826"/>
                <a:gd name="T5" fmla="*/ 135 h 135"/>
                <a:gd name="T6" fmla="*/ 826 w 826"/>
                <a:gd name="T7" fmla="*/ 0 h 135"/>
                <a:gd name="T8" fmla="*/ 0 w 826"/>
                <a:gd name="T9" fmla="*/ 0 h 135"/>
                <a:gd name="T10" fmla="*/ 0 w 826"/>
                <a:gd name="T11" fmla="*/ 135 h 135"/>
                <a:gd name="T12" fmla="*/ 18 w 826"/>
                <a:gd name="T13" fmla="*/ 135 h 135"/>
                <a:gd name="T14" fmla="*/ 18 w 826"/>
                <a:gd name="T15" fmla="*/ 117 h 135"/>
                <a:gd name="T16" fmla="*/ 36 w 826"/>
                <a:gd name="T17" fmla="*/ 117 h 135"/>
                <a:gd name="T18" fmla="*/ 36 w 826"/>
                <a:gd name="T19" fmla="*/ 36 h 135"/>
                <a:gd name="T20" fmla="*/ 790 w 826"/>
                <a:gd name="T21" fmla="*/ 36 h 135"/>
                <a:gd name="T22" fmla="*/ 790 w 826"/>
                <a:gd name="T23" fmla="*/ 100 h 135"/>
                <a:gd name="T24" fmla="*/ 18 w 826"/>
                <a:gd name="T25" fmla="*/ 100 h 135"/>
                <a:gd name="T26" fmla="*/ 18 w 826"/>
                <a:gd name="T27" fmla="*/ 117 h 135"/>
                <a:gd name="T28" fmla="*/ 36 w 826"/>
                <a:gd name="T29" fmla="*/ 117 h 135"/>
                <a:gd name="T30" fmla="*/ 18 w 826"/>
                <a:gd name="T31" fmla="*/ 117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26" h="135">
                  <a:moveTo>
                    <a:pt x="18" y="117"/>
                  </a:moveTo>
                  <a:lnTo>
                    <a:pt x="18" y="135"/>
                  </a:lnTo>
                  <a:lnTo>
                    <a:pt x="826" y="135"/>
                  </a:lnTo>
                  <a:lnTo>
                    <a:pt x="826" y="0"/>
                  </a:lnTo>
                  <a:lnTo>
                    <a:pt x="0" y="0"/>
                  </a:lnTo>
                  <a:lnTo>
                    <a:pt x="0" y="135"/>
                  </a:lnTo>
                  <a:lnTo>
                    <a:pt x="18" y="135"/>
                  </a:lnTo>
                  <a:lnTo>
                    <a:pt x="18" y="117"/>
                  </a:lnTo>
                  <a:lnTo>
                    <a:pt x="36" y="117"/>
                  </a:lnTo>
                  <a:lnTo>
                    <a:pt x="36" y="36"/>
                  </a:lnTo>
                  <a:lnTo>
                    <a:pt x="790" y="36"/>
                  </a:lnTo>
                  <a:lnTo>
                    <a:pt x="790" y="100"/>
                  </a:lnTo>
                  <a:lnTo>
                    <a:pt x="18" y="100"/>
                  </a:lnTo>
                  <a:lnTo>
                    <a:pt x="18" y="117"/>
                  </a:lnTo>
                  <a:lnTo>
                    <a:pt x="36" y="117"/>
                  </a:lnTo>
                  <a:lnTo>
                    <a:pt x="18" y="117"/>
                  </a:ln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4" name="îš1ïḑè"/>
            <p:cNvSpPr/>
            <p:nvPr/>
          </p:nvSpPr>
          <p:spPr bwMode="auto">
            <a:xfrm>
              <a:off x="7024714" y="1587644"/>
              <a:ext cx="97540" cy="99122"/>
            </a:xfrm>
            <a:custGeom>
              <a:avLst/>
              <a:gdLst>
                <a:gd name="T0" fmla="*/ 48 w 255"/>
                <a:gd name="T1" fmla="*/ 237 h 246"/>
                <a:gd name="T2" fmla="*/ 52 w 255"/>
                <a:gd name="T3" fmla="*/ 234 h 246"/>
                <a:gd name="T4" fmla="*/ 59 w 255"/>
                <a:gd name="T5" fmla="*/ 228 h 246"/>
                <a:gd name="T6" fmla="*/ 79 w 255"/>
                <a:gd name="T7" fmla="*/ 210 h 246"/>
                <a:gd name="T8" fmla="*/ 182 w 255"/>
                <a:gd name="T9" fmla="*/ 111 h 246"/>
                <a:gd name="T10" fmla="*/ 243 w 255"/>
                <a:gd name="T11" fmla="*/ 51 h 246"/>
                <a:gd name="T12" fmla="*/ 244 w 255"/>
                <a:gd name="T13" fmla="*/ 11 h 246"/>
                <a:gd name="T14" fmla="*/ 204 w 255"/>
                <a:gd name="T15" fmla="*/ 11 h 246"/>
                <a:gd name="T16" fmla="*/ 196 w 255"/>
                <a:gd name="T17" fmla="*/ 18 h 246"/>
                <a:gd name="T18" fmla="*/ 98 w 255"/>
                <a:gd name="T19" fmla="*/ 114 h 246"/>
                <a:gd name="T20" fmla="*/ 43 w 255"/>
                <a:gd name="T21" fmla="*/ 166 h 246"/>
                <a:gd name="T22" fmla="*/ 24 w 255"/>
                <a:gd name="T23" fmla="*/ 184 h 246"/>
                <a:gd name="T24" fmla="*/ 18 w 255"/>
                <a:gd name="T25" fmla="*/ 189 h 246"/>
                <a:gd name="T26" fmla="*/ 16 w 255"/>
                <a:gd name="T27" fmla="*/ 191 h 246"/>
                <a:gd name="T28" fmla="*/ 15 w 255"/>
                <a:gd name="T29" fmla="*/ 191 h 246"/>
                <a:gd name="T30" fmla="*/ 15 w 255"/>
                <a:gd name="T31" fmla="*/ 191 h 246"/>
                <a:gd name="T32" fmla="*/ 17 w 255"/>
                <a:gd name="T33" fmla="*/ 194 h 246"/>
                <a:gd name="T34" fmla="*/ 15 w 255"/>
                <a:gd name="T35" fmla="*/ 191 h 246"/>
                <a:gd name="T36" fmla="*/ 15 w 255"/>
                <a:gd name="T37" fmla="*/ 191 h 246"/>
                <a:gd name="T38" fmla="*/ 17 w 255"/>
                <a:gd name="T39" fmla="*/ 194 h 246"/>
                <a:gd name="T40" fmla="*/ 15 w 255"/>
                <a:gd name="T41" fmla="*/ 191 h 246"/>
                <a:gd name="T42" fmla="*/ 9 w 255"/>
                <a:gd name="T43" fmla="*/ 231 h 246"/>
                <a:gd name="T44" fmla="*/ 48 w 255"/>
                <a:gd name="T45" fmla="*/ 2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5" h="246">
                  <a:moveTo>
                    <a:pt x="48" y="237"/>
                  </a:moveTo>
                  <a:cubicBezTo>
                    <a:pt x="50" y="236"/>
                    <a:pt x="51" y="235"/>
                    <a:pt x="52" y="234"/>
                  </a:cubicBezTo>
                  <a:cubicBezTo>
                    <a:pt x="54" y="233"/>
                    <a:pt x="56" y="231"/>
                    <a:pt x="59" y="228"/>
                  </a:cubicBezTo>
                  <a:cubicBezTo>
                    <a:pt x="65" y="223"/>
                    <a:pt x="71" y="217"/>
                    <a:pt x="79" y="210"/>
                  </a:cubicBezTo>
                  <a:cubicBezTo>
                    <a:pt x="106" y="184"/>
                    <a:pt x="147" y="145"/>
                    <a:pt x="182" y="111"/>
                  </a:cubicBezTo>
                  <a:cubicBezTo>
                    <a:pt x="216" y="78"/>
                    <a:pt x="243" y="51"/>
                    <a:pt x="243" y="51"/>
                  </a:cubicBezTo>
                  <a:cubicBezTo>
                    <a:pt x="255" y="40"/>
                    <a:pt x="255" y="23"/>
                    <a:pt x="244" y="11"/>
                  </a:cubicBezTo>
                  <a:cubicBezTo>
                    <a:pt x="233" y="0"/>
                    <a:pt x="215" y="0"/>
                    <a:pt x="204" y="11"/>
                  </a:cubicBezTo>
                  <a:cubicBezTo>
                    <a:pt x="204" y="11"/>
                    <a:pt x="201" y="14"/>
                    <a:pt x="196" y="18"/>
                  </a:cubicBezTo>
                  <a:cubicBezTo>
                    <a:pt x="180" y="35"/>
                    <a:pt x="138" y="76"/>
                    <a:pt x="98" y="114"/>
                  </a:cubicBezTo>
                  <a:cubicBezTo>
                    <a:pt x="78" y="133"/>
                    <a:pt x="59" y="152"/>
                    <a:pt x="43" y="166"/>
                  </a:cubicBezTo>
                  <a:cubicBezTo>
                    <a:pt x="36" y="173"/>
                    <a:pt x="29" y="179"/>
                    <a:pt x="24" y="184"/>
                  </a:cubicBezTo>
                  <a:cubicBezTo>
                    <a:pt x="21" y="186"/>
                    <a:pt x="19" y="188"/>
                    <a:pt x="18" y="189"/>
                  </a:cubicBezTo>
                  <a:cubicBezTo>
                    <a:pt x="17" y="190"/>
                    <a:pt x="16" y="190"/>
                    <a:pt x="16" y="191"/>
                  </a:cubicBezTo>
                  <a:cubicBezTo>
                    <a:pt x="15" y="191"/>
                    <a:pt x="15" y="191"/>
                    <a:pt x="15" y="191"/>
                  </a:cubicBezTo>
                  <a:cubicBezTo>
                    <a:pt x="15" y="191"/>
                    <a:pt x="15" y="191"/>
                    <a:pt x="15" y="191"/>
                  </a:cubicBezTo>
                  <a:cubicBezTo>
                    <a:pt x="17" y="194"/>
                    <a:pt x="17" y="194"/>
                    <a:pt x="17" y="194"/>
                  </a:cubicBezTo>
                  <a:cubicBezTo>
                    <a:pt x="15" y="191"/>
                    <a:pt x="15" y="191"/>
                    <a:pt x="15" y="191"/>
                  </a:cubicBezTo>
                  <a:cubicBezTo>
                    <a:pt x="15" y="191"/>
                    <a:pt x="15" y="191"/>
                    <a:pt x="15" y="191"/>
                  </a:cubicBezTo>
                  <a:cubicBezTo>
                    <a:pt x="17" y="194"/>
                    <a:pt x="17" y="194"/>
                    <a:pt x="17" y="194"/>
                  </a:cubicBezTo>
                  <a:cubicBezTo>
                    <a:pt x="15" y="191"/>
                    <a:pt x="15" y="191"/>
                    <a:pt x="15" y="191"/>
                  </a:cubicBezTo>
                  <a:cubicBezTo>
                    <a:pt x="3" y="200"/>
                    <a:pt x="0" y="218"/>
                    <a:pt x="9" y="231"/>
                  </a:cubicBezTo>
                  <a:cubicBezTo>
                    <a:pt x="18" y="243"/>
                    <a:pt x="36" y="246"/>
                    <a:pt x="48" y="2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5" name="îṧlîḑê"/>
            <p:cNvSpPr/>
            <p:nvPr/>
          </p:nvSpPr>
          <p:spPr bwMode="auto">
            <a:xfrm>
              <a:off x="4441449" y="2999003"/>
              <a:ext cx="3235137" cy="301840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6" name="iṡḻîdé"/>
            <p:cNvSpPr/>
            <p:nvPr/>
          </p:nvSpPr>
          <p:spPr bwMode="auto">
            <a:xfrm>
              <a:off x="4441449" y="2999003"/>
              <a:ext cx="3235137" cy="301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7" name="ïšļiďe"/>
            <p:cNvSpPr/>
            <p:nvPr/>
          </p:nvSpPr>
          <p:spPr bwMode="auto">
            <a:xfrm>
              <a:off x="4430545" y="2987491"/>
              <a:ext cx="3257554" cy="324862"/>
            </a:xfrm>
            <a:custGeom>
              <a:avLst/>
              <a:gdLst>
                <a:gd name="T0" fmla="*/ 5358 w 5377"/>
                <a:gd name="T1" fmla="*/ 490 h 508"/>
                <a:gd name="T2" fmla="*/ 5358 w 5377"/>
                <a:gd name="T3" fmla="*/ 472 h 508"/>
                <a:gd name="T4" fmla="*/ 35 w 5377"/>
                <a:gd name="T5" fmla="*/ 472 h 508"/>
                <a:gd name="T6" fmla="*/ 35 w 5377"/>
                <a:gd name="T7" fmla="*/ 36 h 508"/>
                <a:gd name="T8" fmla="*/ 5341 w 5377"/>
                <a:gd name="T9" fmla="*/ 36 h 508"/>
                <a:gd name="T10" fmla="*/ 5341 w 5377"/>
                <a:gd name="T11" fmla="*/ 490 h 508"/>
                <a:gd name="T12" fmla="*/ 5358 w 5377"/>
                <a:gd name="T13" fmla="*/ 490 h 508"/>
                <a:gd name="T14" fmla="*/ 5358 w 5377"/>
                <a:gd name="T15" fmla="*/ 472 h 508"/>
                <a:gd name="T16" fmla="*/ 5358 w 5377"/>
                <a:gd name="T17" fmla="*/ 490 h 508"/>
                <a:gd name="T18" fmla="*/ 5377 w 5377"/>
                <a:gd name="T19" fmla="*/ 490 h 508"/>
                <a:gd name="T20" fmla="*/ 5377 w 5377"/>
                <a:gd name="T21" fmla="*/ 18 h 508"/>
                <a:gd name="T22" fmla="*/ 5358 w 5377"/>
                <a:gd name="T23" fmla="*/ 0 h 508"/>
                <a:gd name="T24" fmla="*/ 18 w 5377"/>
                <a:gd name="T25" fmla="*/ 0 h 508"/>
                <a:gd name="T26" fmla="*/ 0 w 5377"/>
                <a:gd name="T27" fmla="*/ 18 h 508"/>
                <a:gd name="T28" fmla="*/ 0 w 5377"/>
                <a:gd name="T29" fmla="*/ 490 h 508"/>
                <a:gd name="T30" fmla="*/ 18 w 5377"/>
                <a:gd name="T31" fmla="*/ 508 h 508"/>
                <a:gd name="T32" fmla="*/ 5358 w 5377"/>
                <a:gd name="T33" fmla="*/ 508 h 508"/>
                <a:gd name="T34" fmla="*/ 5377 w 5377"/>
                <a:gd name="T35" fmla="*/ 490 h 508"/>
                <a:gd name="T36" fmla="*/ 5358 w 5377"/>
                <a:gd name="T37" fmla="*/ 490 h 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77" h="508">
                  <a:moveTo>
                    <a:pt x="5358" y="490"/>
                  </a:moveTo>
                  <a:lnTo>
                    <a:pt x="5358" y="472"/>
                  </a:lnTo>
                  <a:lnTo>
                    <a:pt x="35" y="472"/>
                  </a:lnTo>
                  <a:lnTo>
                    <a:pt x="35" y="36"/>
                  </a:lnTo>
                  <a:lnTo>
                    <a:pt x="5341" y="36"/>
                  </a:lnTo>
                  <a:lnTo>
                    <a:pt x="5341" y="490"/>
                  </a:lnTo>
                  <a:lnTo>
                    <a:pt x="5358" y="490"/>
                  </a:lnTo>
                  <a:lnTo>
                    <a:pt x="5358" y="472"/>
                  </a:lnTo>
                  <a:lnTo>
                    <a:pt x="5358" y="490"/>
                  </a:lnTo>
                  <a:lnTo>
                    <a:pt x="5377" y="490"/>
                  </a:lnTo>
                  <a:lnTo>
                    <a:pt x="5377" y="18"/>
                  </a:lnTo>
                  <a:lnTo>
                    <a:pt x="5358" y="0"/>
                  </a:lnTo>
                  <a:lnTo>
                    <a:pt x="18" y="0"/>
                  </a:lnTo>
                  <a:lnTo>
                    <a:pt x="0" y="18"/>
                  </a:lnTo>
                  <a:lnTo>
                    <a:pt x="0" y="490"/>
                  </a:lnTo>
                  <a:lnTo>
                    <a:pt x="18" y="508"/>
                  </a:lnTo>
                  <a:lnTo>
                    <a:pt x="5358" y="508"/>
                  </a:lnTo>
                  <a:lnTo>
                    <a:pt x="5377" y="490"/>
                  </a:lnTo>
                  <a:lnTo>
                    <a:pt x="5358" y="490"/>
                  </a:ln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8" name="íṣḻïďé"/>
            <p:cNvSpPr/>
            <p:nvPr/>
          </p:nvSpPr>
          <p:spPr bwMode="auto">
            <a:xfrm>
              <a:off x="4430545" y="2987491"/>
              <a:ext cx="3257554" cy="324862"/>
            </a:xfrm>
            <a:custGeom>
              <a:avLst/>
              <a:gdLst>
                <a:gd name="T0" fmla="*/ 5358 w 5377"/>
                <a:gd name="T1" fmla="*/ 490 h 508"/>
                <a:gd name="T2" fmla="*/ 5358 w 5377"/>
                <a:gd name="T3" fmla="*/ 472 h 508"/>
                <a:gd name="T4" fmla="*/ 35 w 5377"/>
                <a:gd name="T5" fmla="*/ 472 h 508"/>
                <a:gd name="T6" fmla="*/ 35 w 5377"/>
                <a:gd name="T7" fmla="*/ 36 h 508"/>
                <a:gd name="T8" fmla="*/ 5341 w 5377"/>
                <a:gd name="T9" fmla="*/ 36 h 508"/>
                <a:gd name="T10" fmla="*/ 5341 w 5377"/>
                <a:gd name="T11" fmla="*/ 490 h 508"/>
                <a:gd name="T12" fmla="*/ 5358 w 5377"/>
                <a:gd name="T13" fmla="*/ 490 h 508"/>
                <a:gd name="T14" fmla="*/ 5358 w 5377"/>
                <a:gd name="T15" fmla="*/ 472 h 508"/>
                <a:gd name="T16" fmla="*/ 5358 w 5377"/>
                <a:gd name="T17" fmla="*/ 490 h 508"/>
                <a:gd name="T18" fmla="*/ 5377 w 5377"/>
                <a:gd name="T19" fmla="*/ 490 h 508"/>
                <a:gd name="T20" fmla="*/ 5377 w 5377"/>
                <a:gd name="T21" fmla="*/ 18 h 508"/>
                <a:gd name="T22" fmla="*/ 5358 w 5377"/>
                <a:gd name="T23" fmla="*/ 0 h 508"/>
                <a:gd name="T24" fmla="*/ 18 w 5377"/>
                <a:gd name="T25" fmla="*/ 0 h 508"/>
                <a:gd name="T26" fmla="*/ 0 w 5377"/>
                <a:gd name="T27" fmla="*/ 18 h 508"/>
                <a:gd name="T28" fmla="*/ 0 w 5377"/>
                <a:gd name="T29" fmla="*/ 490 h 508"/>
                <a:gd name="T30" fmla="*/ 18 w 5377"/>
                <a:gd name="T31" fmla="*/ 508 h 508"/>
                <a:gd name="T32" fmla="*/ 5358 w 5377"/>
                <a:gd name="T33" fmla="*/ 508 h 508"/>
                <a:gd name="T34" fmla="*/ 5377 w 5377"/>
                <a:gd name="T35" fmla="*/ 490 h 508"/>
                <a:gd name="T36" fmla="*/ 5358 w 5377"/>
                <a:gd name="T37" fmla="*/ 490 h 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77" h="508">
                  <a:moveTo>
                    <a:pt x="5358" y="490"/>
                  </a:moveTo>
                  <a:lnTo>
                    <a:pt x="5358" y="472"/>
                  </a:lnTo>
                  <a:lnTo>
                    <a:pt x="35" y="472"/>
                  </a:lnTo>
                  <a:lnTo>
                    <a:pt x="35" y="36"/>
                  </a:lnTo>
                  <a:lnTo>
                    <a:pt x="5341" y="36"/>
                  </a:lnTo>
                  <a:lnTo>
                    <a:pt x="5341" y="490"/>
                  </a:lnTo>
                  <a:lnTo>
                    <a:pt x="5358" y="490"/>
                  </a:lnTo>
                  <a:lnTo>
                    <a:pt x="5358" y="472"/>
                  </a:lnTo>
                  <a:lnTo>
                    <a:pt x="5358" y="490"/>
                  </a:lnTo>
                  <a:lnTo>
                    <a:pt x="5377" y="490"/>
                  </a:lnTo>
                  <a:lnTo>
                    <a:pt x="5377" y="18"/>
                  </a:lnTo>
                  <a:lnTo>
                    <a:pt x="5358" y="0"/>
                  </a:lnTo>
                  <a:lnTo>
                    <a:pt x="18" y="0"/>
                  </a:lnTo>
                  <a:lnTo>
                    <a:pt x="0" y="18"/>
                  </a:lnTo>
                  <a:lnTo>
                    <a:pt x="0" y="490"/>
                  </a:lnTo>
                  <a:lnTo>
                    <a:pt x="18" y="508"/>
                  </a:lnTo>
                  <a:lnTo>
                    <a:pt x="5358" y="508"/>
                  </a:lnTo>
                  <a:lnTo>
                    <a:pt x="5377" y="490"/>
                  </a:lnTo>
                  <a:lnTo>
                    <a:pt x="5358" y="49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89" name="ïṧḷíḑe"/>
            <p:cNvSpPr/>
            <p:nvPr/>
          </p:nvSpPr>
          <p:spPr bwMode="auto">
            <a:xfrm>
              <a:off x="4451750" y="3010513"/>
              <a:ext cx="3130328" cy="95284"/>
            </a:xfrm>
            <a:custGeom>
              <a:avLst/>
              <a:gdLst>
                <a:gd name="T0" fmla="*/ 5167 w 5167"/>
                <a:gd name="T1" fmla="*/ 0 h 149"/>
                <a:gd name="T2" fmla="*/ 0 w 5167"/>
                <a:gd name="T3" fmla="*/ 0 h 149"/>
                <a:gd name="T4" fmla="*/ 0 w 5167"/>
                <a:gd name="T5" fmla="*/ 128 h 149"/>
                <a:gd name="T6" fmla="*/ 797 w 5167"/>
                <a:gd name="T7" fmla="*/ 149 h 149"/>
                <a:gd name="T8" fmla="*/ 5167 w 5167"/>
                <a:gd name="T9" fmla="*/ 149 h 149"/>
                <a:gd name="T10" fmla="*/ 5167 w 5167"/>
                <a:gd name="T11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67" h="149">
                  <a:moveTo>
                    <a:pt x="5167" y="0"/>
                  </a:moveTo>
                  <a:lnTo>
                    <a:pt x="0" y="0"/>
                  </a:lnTo>
                  <a:lnTo>
                    <a:pt x="0" y="128"/>
                  </a:lnTo>
                  <a:lnTo>
                    <a:pt x="797" y="149"/>
                  </a:lnTo>
                  <a:lnTo>
                    <a:pt x="5167" y="149"/>
                  </a:lnTo>
                  <a:lnTo>
                    <a:pt x="5167" y="0"/>
                  </a:ln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0" name="îṧlïďé"/>
            <p:cNvSpPr/>
            <p:nvPr/>
          </p:nvSpPr>
          <p:spPr bwMode="auto">
            <a:xfrm>
              <a:off x="4451750" y="3010513"/>
              <a:ext cx="3130328" cy="95284"/>
            </a:xfrm>
            <a:custGeom>
              <a:avLst/>
              <a:gdLst>
                <a:gd name="T0" fmla="*/ 5167 w 5167"/>
                <a:gd name="T1" fmla="*/ 0 h 149"/>
                <a:gd name="T2" fmla="*/ 0 w 5167"/>
                <a:gd name="T3" fmla="*/ 0 h 149"/>
                <a:gd name="T4" fmla="*/ 0 w 5167"/>
                <a:gd name="T5" fmla="*/ 128 h 149"/>
                <a:gd name="T6" fmla="*/ 797 w 5167"/>
                <a:gd name="T7" fmla="*/ 149 h 149"/>
                <a:gd name="T8" fmla="*/ 5167 w 5167"/>
                <a:gd name="T9" fmla="*/ 149 h 149"/>
                <a:gd name="T10" fmla="*/ 5167 w 5167"/>
                <a:gd name="T11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67" h="149">
                  <a:moveTo>
                    <a:pt x="5167" y="0"/>
                  </a:moveTo>
                  <a:lnTo>
                    <a:pt x="0" y="0"/>
                  </a:lnTo>
                  <a:lnTo>
                    <a:pt x="0" y="128"/>
                  </a:lnTo>
                  <a:lnTo>
                    <a:pt x="797" y="149"/>
                  </a:lnTo>
                  <a:lnTo>
                    <a:pt x="5167" y="149"/>
                  </a:lnTo>
                  <a:lnTo>
                    <a:pt x="516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1" name="ïsḻïdê"/>
            <p:cNvSpPr/>
            <p:nvPr/>
          </p:nvSpPr>
          <p:spPr bwMode="auto">
            <a:xfrm>
              <a:off x="4441449" y="2999003"/>
              <a:ext cx="3140627" cy="93366"/>
            </a:xfrm>
            <a:custGeom>
              <a:avLst/>
              <a:gdLst>
                <a:gd name="T0" fmla="*/ 5184 w 5184"/>
                <a:gd name="T1" fmla="*/ 0 h 146"/>
                <a:gd name="T2" fmla="*/ 0 w 5184"/>
                <a:gd name="T3" fmla="*/ 0 h 146"/>
                <a:gd name="T4" fmla="*/ 0 w 5184"/>
                <a:gd name="T5" fmla="*/ 145 h 146"/>
                <a:gd name="T6" fmla="*/ 17 w 5184"/>
                <a:gd name="T7" fmla="*/ 146 h 146"/>
                <a:gd name="T8" fmla="*/ 17 w 5184"/>
                <a:gd name="T9" fmla="*/ 18 h 146"/>
                <a:gd name="T10" fmla="*/ 5184 w 5184"/>
                <a:gd name="T11" fmla="*/ 18 h 146"/>
                <a:gd name="T12" fmla="*/ 5184 w 5184"/>
                <a:gd name="T13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84" h="146">
                  <a:moveTo>
                    <a:pt x="5184" y="0"/>
                  </a:moveTo>
                  <a:lnTo>
                    <a:pt x="0" y="0"/>
                  </a:lnTo>
                  <a:lnTo>
                    <a:pt x="0" y="145"/>
                  </a:lnTo>
                  <a:lnTo>
                    <a:pt x="17" y="146"/>
                  </a:lnTo>
                  <a:lnTo>
                    <a:pt x="17" y="18"/>
                  </a:lnTo>
                  <a:lnTo>
                    <a:pt x="5184" y="18"/>
                  </a:lnTo>
                  <a:lnTo>
                    <a:pt x="5184" y="0"/>
                  </a:lnTo>
                  <a:close/>
                </a:path>
              </a:pathLst>
            </a:custGeom>
            <a:solidFill>
              <a:srgbClr val="6F71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2" name="îşḻidè"/>
            <p:cNvSpPr/>
            <p:nvPr/>
          </p:nvSpPr>
          <p:spPr bwMode="auto">
            <a:xfrm>
              <a:off x="4441449" y="2999003"/>
              <a:ext cx="3140627" cy="93366"/>
            </a:xfrm>
            <a:custGeom>
              <a:avLst/>
              <a:gdLst>
                <a:gd name="T0" fmla="*/ 5184 w 5184"/>
                <a:gd name="T1" fmla="*/ 0 h 146"/>
                <a:gd name="T2" fmla="*/ 0 w 5184"/>
                <a:gd name="T3" fmla="*/ 0 h 146"/>
                <a:gd name="T4" fmla="*/ 0 w 5184"/>
                <a:gd name="T5" fmla="*/ 145 h 146"/>
                <a:gd name="T6" fmla="*/ 17 w 5184"/>
                <a:gd name="T7" fmla="*/ 146 h 146"/>
                <a:gd name="T8" fmla="*/ 17 w 5184"/>
                <a:gd name="T9" fmla="*/ 18 h 146"/>
                <a:gd name="T10" fmla="*/ 5184 w 5184"/>
                <a:gd name="T11" fmla="*/ 18 h 146"/>
                <a:gd name="T12" fmla="*/ 5184 w 5184"/>
                <a:gd name="T13" fmla="*/ 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84" h="146">
                  <a:moveTo>
                    <a:pt x="5184" y="0"/>
                  </a:moveTo>
                  <a:lnTo>
                    <a:pt x="0" y="0"/>
                  </a:lnTo>
                  <a:lnTo>
                    <a:pt x="0" y="145"/>
                  </a:lnTo>
                  <a:lnTo>
                    <a:pt x="17" y="146"/>
                  </a:lnTo>
                  <a:lnTo>
                    <a:pt x="17" y="18"/>
                  </a:lnTo>
                  <a:lnTo>
                    <a:pt x="5184" y="18"/>
                  </a:lnTo>
                  <a:lnTo>
                    <a:pt x="518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3" name="îṡḻïḑê"/>
            <p:cNvSpPr/>
            <p:nvPr/>
          </p:nvSpPr>
          <p:spPr bwMode="auto">
            <a:xfrm>
              <a:off x="4736489" y="2287888"/>
              <a:ext cx="0" cy="33254"/>
            </a:xfrm>
            <a:custGeom>
              <a:avLst/>
              <a:gdLst>
                <a:gd name="T0" fmla="*/ 52 h 52"/>
                <a:gd name="T1" fmla="*/ 0 h 52"/>
                <a:gd name="T2" fmla="*/ 52 h 5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52">
                  <a:moveTo>
                    <a:pt x="0" y="52"/>
                  </a:moveTo>
                  <a:lnTo>
                    <a:pt x="0" y="0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4" name="íšḻîḓê"/>
            <p:cNvSpPr/>
            <p:nvPr/>
          </p:nvSpPr>
          <p:spPr bwMode="auto">
            <a:xfrm>
              <a:off x="4736489" y="2287888"/>
              <a:ext cx="0" cy="33254"/>
            </a:xfrm>
            <a:custGeom>
              <a:avLst/>
              <a:gdLst>
                <a:gd name="T0" fmla="*/ 52 h 52"/>
                <a:gd name="T1" fmla="*/ 0 h 52"/>
                <a:gd name="T2" fmla="*/ 52 h 5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52">
                  <a:moveTo>
                    <a:pt x="0" y="52"/>
                  </a:moveTo>
                  <a:lnTo>
                    <a:pt x="0" y="0"/>
                  </a:lnTo>
                  <a:lnTo>
                    <a:pt x="0" y="5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5" name="ïŝḷïdè"/>
            <p:cNvSpPr/>
            <p:nvPr/>
          </p:nvSpPr>
          <p:spPr bwMode="auto">
            <a:xfrm>
              <a:off x="4720738" y="2287888"/>
              <a:ext cx="33927" cy="59473"/>
            </a:xfrm>
            <a:custGeom>
              <a:avLst/>
              <a:gdLst>
                <a:gd name="T0" fmla="*/ 5 w 89"/>
                <a:gd name="T1" fmla="*/ 83 h 147"/>
                <a:gd name="T2" fmla="*/ 42 w 89"/>
                <a:gd name="T3" fmla="*/ 0 h 147"/>
                <a:gd name="T4" fmla="*/ 80 w 89"/>
                <a:gd name="T5" fmla="*/ 83 h 147"/>
                <a:gd name="T6" fmla="*/ 59 w 89"/>
                <a:gd name="T7" fmla="*/ 138 h 147"/>
                <a:gd name="T8" fmla="*/ 5 w 89"/>
                <a:gd name="T9" fmla="*/ 117 h 147"/>
                <a:gd name="T10" fmla="*/ 5 w 89"/>
                <a:gd name="T11" fmla="*/ 8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147">
                  <a:moveTo>
                    <a:pt x="5" y="83"/>
                  </a:moveTo>
                  <a:cubicBezTo>
                    <a:pt x="42" y="0"/>
                    <a:pt x="42" y="0"/>
                    <a:pt x="42" y="0"/>
                  </a:cubicBezTo>
                  <a:cubicBezTo>
                    <a:pt x="80" y="83"/>
                    <a:pt x="80" y="83"/>
                    <a:pt x="80" y="83"/>
                  </a:cubicBezTo>
                  <a:cubicBezTo>
                    <a:pt x="89" y="104"/>
                    <a:pt x="80" y="129"/>
                    <a:pt x="59" y="138"/>
                  </a:cubicBezTo>
                  <a:cubicBezTo>
                    <a:pt x="38" y="147"/>
                    <a:pt x="14" y="138"/>
                    <a:pt x="5" y="117"/>
                  </a:cubicBezTo>
                  <a:cubicBezTo>
                    <a:pt x="0" y="106"/>
                    <a:pt x="0" y="94"/>
                    <a:pt x="5" y="83"/>
                  </a:cubicBezTo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6" name="íṧḻiḋê"/>
            <p:cNvSpPr/>
            <p:nvPr/>
          </p:nvSpPr>
          <p:spPr bwMode="auto">
            <a:xfrm>
              <a:off x="4625622" y="2356953"/>
              <a:ext cx="27262" cy="16626"/>
            </a:xfrm>
            <a:custGeom>
              <a:avLst/>
              <a:gdLst>
                <a:gd name="T0" fmla="*/ 45 w 45"/>
                <a:gd name="T1" fmla="*/ 26 h 26"/>
                <a:gd name="T2" fmla="*/ 0 w 45"/>
                <a:gd name="T3" fmla="*/ 0 h 26"/>
                <a:gd name="T4" fmla="*/ 45 w 45"/>
                <a:gd name="T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45" y="26"/>
                  </a:moveTo>
                  <a:lnTo>
                    <a:pt x="0" y="0"/>
                  </a:lnTo>
                  <a:lnTo>
                    <a:pt x="45" y="26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7" name="íṣļiḋê"/>
            <p:cNvSpPr/>
            <p:nvPr/>
          </p:nvSpPr>
          <p:spPr bwMode="auto">
            <a:xfrm flipH="1" flipV="1">
              <a:off x="4625622" y="2356953"/>
              <a:ext cx="27262" cy="16626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8" name="îṧḷîḓe"/>
            <p:cNvSpPr/>
            <p:nvPr/>
          </p:nvSpPr>
          <p:spPr bwMode="auto">
            <a:xfrm>
              <a:off x="4625622" y="2356953"/>
              <a:ext cx="49678" cy="37730"/>
            </a:xfrm>
            <a:custGeom>
              <a:avLst/>
              <a:gdLst>
                <a:gd name="T0" fmla="*/ 53 w 130"/>
                <a:gd name="T1" fmla="*/ 74 h 93"/>
                <a:gd name="T2" fmla="*/ 0 w 130"/>
                <a:gd name="T3" fmla="*/ 0 h 93"/>
                <a:gd name="T4" fmla="*/ 91 w 130"/>
                <a:gd name="T5" fmla="*/ 9 h 93"/>
                <a:gd name="T6" fmla="*/ 128 w 130"/>
                <a:gd name="T7" fmla="*/ 54 h 93"/>
                <a:gd name="T8" fmla="*/ 83 w 130"/>
                <a:gd name="T9" fmla="*/ 91 h 93"/>
                <a:gd name="T10" fmla="*/ 53 w 130"/>
                <a:gd name="T11" fmla="*/ 7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93">
                  <a:moveTo>
                    <a:pt x="53" y="7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1" y="9"/>
                    <a:pt x="91" y="9"/>
                    <a:pt x="91" y="9"/>
                  </a:cubicBezTo>
                  <a:cubicBezTo>
                    <a:pt x="114" y="11"/>
                    <a:pt x="130" y="32"/>
                    <a:pt x="128" y="54"/>
                  </a:cubicBezTo>
                  <a:cubicBezTo>
                    <a:pt x="126" y="77"/>
                    <a:pt x="105" y="93"/>
                    <a:pt x="83" y="91"/>
                  </a:cubicBezTo>
                  <a:cubicBezTo>
                    <a:pt x="70" y="90"/>
                    <a:pt x="60" y="83"/>
                    <a:pt x="53" y="74"/>
                  </a:cubicBez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9" name="iŝlíḑe"/>
            <p:cNvSpPr/>
            <p:nvPr/>
          </p:nvSpPr>
          <p:spPr bwMode="auto">
            <a:xfrm>
              <a:off x="4608054" y="2424739"/>
              <a:ext cx="32110" cy="0"/>
            </a:xfrm>
            <a:custGeom>
              <a:avLst/>
              <a:gdLst>
                <a:gd name="T0" fmla="*/ 53 w 53"/>
                <a:gd name="T1" fmla="*/ 0 w 53"/>
                <a:gd name="T2" fmla="*/ 53 w 5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3">
                  <a:moveTo>
                    <a:pt x="53" y="0"/>
                  </a:moveTo>
                  <a:lnTo>
                    <a:pt x="0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0" name="î$ľiḓè"/>
            <p:cNvSpPr/>
            <p:nvPr/>
          </p:nvSpPr>
          <p:spPr bwMode="auto">
            <a:xfrm flipH="1">
              <a:off x="4608054" y="2424739"/>
              <a:ext cx="3211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1" name="iṣḻîḑè"/>
            <p:cNvSpPr/>
            <p:nvPr/>
          </p:nvSpPr>
          <p:spPr bwMode="auto">
            <a:xfrm>
              <a:off x="4608054" y="2405554"/>
              <a:ext cx="56342" cy="36451"/>
            </a:xfrm>
            <a:custGeom>
              <a:avLst/>
              <a:gdLst>
                <a:gd name="T0" fmla="*/ 84 w 148"/>
                <a:gd name="T1" fmla="*/ 85 h 90"/>
                <a:gd name="T2" fmla="*/ 0 w 148"/>
                <a:gd name="T3" fmla="*/ 47 h 90"/>
                <a:gd name="T4" fmla="*/ 84 w 148"/>
                <a:gd name="T5" fmla="*/ 10 h 90"/>
                <a:gd name="T6" fmla="*/ 139 w 148"/>
                <a:gd name="T7" fmla="*/ 30 h 90"/>
                <a:gd name="T8" fmla="*/ 118 w 148"/>
                <a:gd name="T9" fmla="*/ 85 h 90"/>
                <a:gd name="T10" fmla="*/ 84 w 148"/>
                <a:gd name="T11" fmla="*/ 85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8" h="90">
                  <a:moveTo>
                    <a:pt x="84" y="85"/>
                  </a:moveTo>
                  <a:cubicBezTo>
                    <a:pt x="0" y="47"/>
                    <a:pt x="0" y="47"/>
                    <a:pt x="0" y="47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105" y="0"/>
                    <a:pt x="129" y="9"/>
                    <a:pt x="139" y="30"/>
                  </a:cubicBezTo>
                  <a:cubicBezTo>
                    <a:pt x="148" y="51"/>
                    <a:pt x="139" y="75"/>
                    <a:pt x="118" y="85"/>
                  </a:cubicBezTo>
                  <a:cubicBezTo>
                    <a:pt x="107" y="90"/>
                    <a:pt x="95" y="89"/>
                    <a:pt x="84" y="85"/>
                  </a:cubicBez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2" name="íṩ1iḑê"/>
            <p:cNvSpPr/>
            <p:nvPr/>
          </p:nvSpPr>
          <p:spPr bwMode="auto">
            <a:xfrm>
              <a:off x="4672272" y="2306434"/>
              <a:ext cx="16357" cy="28777"/>
            </a:xfrm>
            <a:custGeom>
              <a:avLst/>
              <a:gdLst>
                <a:gd name="T0" fmla="*/ 27 w 27"/>
                <a:gd name="T1" fmla="*/ 45 h 45"/>
                <a:gd name="T2" fmla="*/ 0 w 27"/>
                <a:gd name="T3" fmla="*/ 0 h 45"/>
                <a:gd name="T4" fmla="*/ 27 w 27"/>
                <a:gd name="T5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45">
                  <a:moveTo>
                    <a:pt x="27" y="45"/>
                  </a:moveTo>
                  <a:lnTo>
                    <a:pt x="0" y="0"/>
                  </a:lnTo>
                  <a:lnTo>
                    <a:pt x="27" y="45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3" name="i$ļiďê"/>
            <p:cNvSpPr/>
            <p:nvPr/>
          </p:nvSpPr>
          <p:spPr bwMode="auto">
            <a:xfrm flipH="1" flipV="1">
              <a:off x="4672272" y="2306434"/>
              <a:ext cx="16357" cy="2877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4" name="iṡḻíďè"/>
            <p:cNvSpPr/>
            <p:nvPr/>
          </p:nvSpPr>
          <p:spPr bwMode="auto">
            <a:xfrm>
              <a:off x="4672272" y="2306434"/>
              <a:ext cx="36955" cy="53717"/>
            </a:xfrm>
            <a:custGeom>
              <a:avLst/>
              <a:gdLst>
                <a:gd name="T0" fmla="*/ 9 w 97"/>
                <a:gd name="T1" fmla="*/ 91 h 134"/>
                <a:gd name="T2" fmla="*/ 0 w 97"/>
                <a:gd name="T3" fmla="*/ 0 h 134"/>
                <a:gd name="T4" fmla="*/ 74 w 97"/>
                <a:gd name="T5" fmla="*/ 53 h 134"/>
                <a:gd name="T6" fmla="*/ 84 w 97"/>
                <a:gd name="T7" fmla="*/ 111 h 134"/>
                <a:gd name="T8" fmla="*/ 26 w 97"/>
                <a:gd name="T9" fmla="*/ 120 h 134"/>
                <a:gd name="T10" fmla="*/ 9 w 97"/>
                <a:gd name="T11" fmla="*/ 9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" h="134">
                  <a:moveTo>
                    <a:pt x="9" y="9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93" y="67"/>
                    <a:pt x="97" y="93"/>
                    <a:pt x="84" y="111"/>
                  </a:cubicBezTo>
                  <a:cubicBezTo>
                    <a:pt x="70" y="130"/>
                    <a:pt x="44" y="134"/>
                    <a:pt x="26" y="120"/>
                  </a:cubicBezTo>
                  <a:cubicBezTo>
                    <a:pt x="16" y="113"/>
                    <a:pt x="10" y="102"/>
                    <a:pt x="9" y="91"/>
                  </a:cubicBez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5" name="islïḑe"/>
            <p:cNvSpPr/>
            <p:nvPr/>
          </p:nvSpPr>
          <p:spPr bwMode="auto">
            <a:xfrm>
              <a:off x="4820094" y="2356953"/>
              <a:ext cx="27869" cy="16626"/>
            </a:xfrm>
            <a:custGeom>
              <a:avLst/>
              <a:gdLst>
                <a:gd name="T0" fmla="*/ 0 w 46"/>
                <a:gd name="T1" fmla="*/ 26 h 26"/>
                <a:gd name="T2" fmla="*/ 46 w 46"/>
                <a:gd name="T3" fmla="*/ 0 h 26"/>
                <a:gd name="T4" fmla="*/ 0 w 46"/>
                <a:gd name="T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6">
                  <a:moveTo>
                    <a:pt x="0" y="26"/>
                  </a:moveTo>
                  <a:lnTo>
                    <a:pt x="46" y="0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6" name="íśḻíďé"/>
            <p:cNvSpPr/>
            <p:nvPr/>
          </p:nvSpPr>
          <p:spPr bwMode="auto">
            <a:xfrm flipV="1">
              <a:off x="4820094" y="2356953"/>
              <a:ext cx="27869" cy="16626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7" name="ïSlíḋè"/>
            <p:cNvSpPr/>
            <p:nvPr/>
          </p:nvSpPr>
          <p:spPr bwMode="auto">
            <a:xfrm>
              <a:off x="4797074" y="2356953"/>
              <a:ext cx="50890" cy="39010"/>
            </a:xfrm>
            <a:custGeom>
              <a:avLst/>
              <a:gdLst>
                <a:gd name="T0" fmla="*/ 42 w 134"/>
                <a:gd name="T1" fmla="*/ 9 h 97"/>
                <a:gd name="T2" fmla="*/ 134 w 134"/>
                <a:gd name="T3" fmla="*/ 0 h 97"/>
                <a:gd name="T4" fmla="*/ 80 w 134"/>
                <a:gd name="T5" fmla="*/ 74 h 97"/>
                <a:gd name="T6" fmla="*/ 23 w 134"/>
                <a:gd name="T7" fmla="*/ 84 h 97"/>
                <a:gd name="T8" fmla="*/ 13 w 134"/>
                <a:gd name="T9" fmla="*/ 26 h 97"/>
                <a:gd name="T10" fmla="*/ 42 w 134"/>
                <a:gd name="T11" fmla="*/ 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4" h="97">
                  <a:moveTo>
                    <a:pt x="42" y="9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80" y="74"/>
                    <a:pt x="80" y="74"/>
                    <a:pt x="80" y="74"/>
                  </a:cubicBezTo>
                  <a:cubicBezTo>
                    <a:pt x="67" y="93"/>
                    <a:pt x="41" y="97"/>
                    <a:pt x="23" y="84"/>
                  </a:cubicBezTo>
                  <a:cubicBezTo>
                    <a:pt x="4" y="70"/>
                    <a:pt x="0" y="44"/>
                    <a:pt x="13" y="26"/>
                  </a:cubicBezTo>
                  <a:cubicBezTo>
                    <a:pt x="20" y="16"/>
                    <a:pt x="31" y="10"/>
                    <a:pt x="42" y="9"/>
                  </a:cubicBezTo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8" name="iš1ídè"/>
            <p:cNvSpPr/>
            <p:nvPr/>
          </p:nvSpPr>
          <p:spPr bwMode="auto">
            <a:xfrm>
              <a:off x="4833423" y="2424739"/>
              <a:ext cx="32110" cy="0"/>
            </a:xfrm>
            <a:custGeom>
              <a:avLst/>
              <a:gdLst>
                <a:gd name="T0" fmla="*/ 0 w 53"/>
                <a:gd name="T1" fmla="*/ 53 w 53"/>
                <a:gd name="T2" fmla="*/ 0 w 5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53">
                  <a:moveTo>
                    <a:pt x="0" y="0"/>
                  </a:moveTo>
                  <a:lnTo>
                    <a:pt x="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9" name="íṥlîďè"/>
            <p:cNvSpPr/>
            <p:nvPr/>
          </p:nvSpPr>
          <p:spPr bwMode="auto">
            <a:xfrm>
              <a:off x="4833423" y="2424739"/>
              <a:ext cx="3211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0" name="íṣḷîḑè"/>
            <p:cNvSpPr/>
            <p:nvPr/>
          </p:nvSpPr>
          <p:spPr bwMode="auto">
            <a:xfrm>
              <a:off x="4808584" y="2407473"/>
              <a:ext cx="56948" cy="36451"/>
            </a:xfrm>
            <a:custGeom>
              <a:avLst/>
              <a:gdLst>
                <a:gd name="T0" fmla="*/ 64 w 148"/>
                <a:gd name="T1" fmla="*/ 5 h 89"/>
                <a:gd name="T2" fmla="*/ 148 w 148"/>
                <a:gd name="T3" fmla="*/ 42 h 89"/>
                <a:gd name="T4" fmla="*/ 64 w 148"/>
                <a:gd name="T5" fmla="*/ 80 h 89"/>
                <a:gd name="T6" fmla="*/ 10 w 148"/>
                <a:gd name="T7" fmla="*/ 59 h 89"/>
                <a:gd name="T8" fmla="*/ 30 w 148"/>
                <a:gd name="T9" fmla="*/ 5 h 89"/>
                <a:gd name="T10" fmla="*/ 64 w 148"/>
                <a:gd name="T11" fmla="*/ 5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8" h="89">
                  <a:moveTo>
                    <a:pt x="64" y="5"/>
                  </a:moveTo>
                  <a:cubicBezTo>
                    <a:pt x="148" y="42"/>
                    <a:pt x="148" y="42"/>
                    <a:pt x="148" y="42"/>
                  </a:cubicBezTo>
                  <a:cubicBezTo>
                    <a:pt x="64" y="80"/>
                    <a:pt x="64" y="80"/>
                    <a:pt x="64" y="80"/>
                  </a:cubicBezTo>
                  <a:cubicBezTo>
                    <a:pt x="43" y="89"/>
                    <a:pt x="19" y="80"/>
                    <a:pt x="10" y="59"/>
                  </a:cubicBezTo>
                  <a:cubicBezTo>
                    <a:pt x="0" y="38"/>
                    <a:pt x="10" y="14"/>
                    <a:pt x="30" y="5"/>
                  </a:cubicBezTo>
                  <a:cubicBezTo>
                    <a:pt x="42" y="0"/>
                    <a:pt x="54" y="0"/>
                    <a:pt x="64" y="5"/>
                  </a:cubicBezTo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1" name="iṡḻïḓè"/>
            <p:cNvSpPr/>
            <p:nvPr/>
          </p:nvSpPr>
          <p:spPr bwMode="auto">
            <a:xfrm>
              <a:off x="4784956" y="2306434"/>
              <a:ext cx="16357" cy="28777"/>
            </a:xfrm>
            <a:custGeom>
              <a:avLst/>
              <a:gdLst>
                <a:gd name="T0" fmla="*/ 0 w 27"/>
                <a:gd name="T1" fmla="*/ 45 h 45"/>
                <a:gd name="T2" fmla="*/ 27 w 27"/>
                <a:gd name="T3" fmla="*/ 0 h 45"/>
                <a:gd name="T4" fmla="*/ 0 w 27"/>
                <a:gd name="T5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45">
                  <a:moveTo>
                    <a:pt x="0" y="45"/>
                  </a:moveTo>
                  <a:lnTo>
                    <a:pt x="27" y="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2" name="išlïdê"/>
            <p:cNvSpPr/>
            <p:nvPr/>
          </p:nvSpPr>
          <p:spPr bwMode="auto">
            <a:xfrm flipV="1">
              <a:off x="4784956" y="2306434"/>
              <a:ext cx="16357" cy="2877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3" name="îŝ1îḋê"/>
            <p:cNvSpPr/>
            <p:nvPr/>
          </p:nvSpPr>
          <p:spPr bwMode="auto">
            <a:xfrm>
              <a:off x="4765569" y="2306434"/>
              <a:ext cx="35744" cy="52439"/>
            </a:xfrm>
            <a:custGeom>
              <a:avLst/>
              <a:gdLst>
                <a:gd name="T0" fmla="*/ 19 w 94"/>
                <a:gd name="T1" fmla="*/ 53 h 130"/>
                <a:gd name="T2" fmla="*/ 94 w 94"/>
                <a:gd name="T3" fmla="*/ 0 h 130"/>
                <a:gd name="T4" fmla="*/ 84 w 94"/>
                <a:gd name="T5" fmla="*/ 91 h 130"/>
                <a:gd name="T6" fmla="*/ 39 w 94"/>
                <a:gd name="T7" fmla="*/ 128 h 130"/>
                <a:gd name="T8" fmla="*/ 2 w 94"/>
                <a:gd name="T9" fmla="*/ 83 h 130"/>
                <a:gd name="T10" fmla="*/ 19 w 94"/>
                <a:gd name="T11" fmla="*/ 53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4" h="130">
                  <a:moveTo>
                    <a:pt x="19" y="53"/>
                  </a:moveTo>
                  <a:cubicBezTo>
                    <a:pt x="94" y="0"/>
                    <a:pt x="94" y="0"/>
                    <a:pt x="94" y="0"/>
                  </a:cubicBezTo>
                  <a:cubicBezTo>
                    <a:pt x="84" y="91"/>
                    <a:pt x="84" y="91"/>
                    <a:pt x="84" y="91"/>
                  </a:cubicBezTo>
                  <a:cubicBezTo>
                    <a:pt x="82" y="114"/>
                    <a:pt x="62" y="130"/>
                    <a:pt x="39" y="128"/>
                  </a:cubicBezTo>
                  <a:cubicBezTo>
                    <a:pt x="16" y="126"/>
                    <a:pt x="0" y="105"/>
                    <a:pt x="2" y="83"/>
                  </a:cubicBezTo>
                  <a:cubicBezTo>
                    <a:pt x="3" y="71"/>
                    <a:pt x="10" y="60"/>
                    <a:pt x="19" y="53"/>
                  </a:cubicBezTo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4" name="íṣ1ïḍê"/>
            <p:cNvSpPr/>
            <p:nvPr/>
          </p:nvSpPr>
          <p:spPr bwMode="auto">
            <a:xfrm>
              <a:off x="4644404" y="2322420"/>
              <a:ext cx="184173" cy="204638"/>
            </a:xfrm>
            <a:custGeom>
              <a:avLst/>
              <a:gdLst>
                <a:gd name="T0" fmla="*/ 0 w 482"/>
                <a:gd name="T1" fmla="*/ 506 h 506"/>
                <a:gd name="T2" fmla="*/ 0 w 482"/>
                <a:gd name="T3" fmla="*/ 241 h 506"/>
                <a:gd name="T4" fmla="*/ 241 w 482"/>
                <a:gd name="T5" fmla="*/ 0 h 506"/>
                <a:gd name="T6" fmla="*/ 482 w 482"/>
                <a:gd name="T7" fmla="*/ 241 h 506"/>
                <a:gd name="T8" fmla="*/ 482 w 482"/>
                <a:gd name="T9" fmla="*/ 506 h 506"/>
                <a:gd name="T10" fmla="*/ 0 w 482"/>
                <a:gd name="T11" fmla="*/ 506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2" h="506">
                  <a:moveTo>
                    <a:pt x="0" y="506"/>
                  </a:moveTo>
                  <a:cubicBezTo>
                    <a:pt x="0" y="241"/>
                    <a:pt x="0" y="241"/>
                    <a:pt x="0" y="241"/>
                  </a:cubicBezTo>
                  <a:cubicBezTo>
                    <a:pt x="0" y="109"/>
                    <a:pt x="109" y="0"/>
                    <a:pt x="241" y="0"/>
                  </a:cubicBezTo>
                  <a:cubicBezTo>
                    <a:pt x="374" y="0"/>
                    <a:pt x="482" y="109"/>
                    <a:pt x="482" y="241"/>
                  </a:cubicBezTo>
                  <a:cubicBezTo>
                    <a:pt x="482" y="506"/>
                    <a:pt x="482" y="506"/>
                    <a:pt x="482" y="506"/>
                  </a:cubicBezTo>
                  <a:cubicBezTo>
                    <a:pt x="0" y="506"/>
                    <a:pt x="0" y="506"/>
                    <a:pt x="0" y="506"/>
                  </a:cubicBezTo>
                </a:path>
              </a:pathLst>
            </a:custGeom>
            <a:solidFill>
              <a:srgbClr val="75F3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5" name="ïšľídè"/>
            <p:cNvSpPr/>
            <p:nvPr/>
          </p:nvSpPr>
          <p:spPr bwMode="auto">
            <a:xfrm>
              <a:off x="4637134" y="2314747"/>
              <a:ext cx="198713" cy="219984"/>
            </a:xfrm>
            <a:custGeom>
              <a:avLst/>
              <a:gdLst>
                <a:gd name="T0" fmla="*/ 38 w 520"/>
                <a:gd name="T1" fmla="*/ 525 h 544"/>
                <a:gd name="T2" fmla="*/ 38 w 520"/>
                <a:gd name="T3" fmla="*/ 260 h 544"/>
                <a:gd name="T4" fmla="*/ 103 w 520"/>
                <a:gd name="T5" fmla="*/ 103 h 544"/>
                <a:gd name="T6" fmla="*/ 260 w 520"/>
                <a:gd name="T7" fmla="*/ 38 h 544"/>
                <a:gd name="T8" fmla="*/ 417 w 520"/>
                <a:gd name="T9" fmla="*/ 103 h 544"/>
                <a:gd name="T10" fmla="*/ 483 w 520"/>
                <a:gd name="T11" fmla="*/ 260 h 544"/>
                <a:gd name="T12" fmla="*/ 483 w 520"/>
                <a:gd name="T13" fmla="*/ 525 h 544"/>
                <a:gd name="T14" fmla="*/ 501 w 520"/>
                <a:gd name="T15" fmla="*/ 544 h 544"/>
                <a:gd name="T16" fmla="*/ 520 w 520"/>
                <a:gd name="T17" fmla="*/ 525 h 544"/>
                <a:gd name="T18" fmla="*/ 520 w 520"/>
                <a:gd name="T19" fmla="*/ 260 h 544"/>
                <a:gd name="T20" fmla="*/ 444 w 520"/>
                <a:gd name="T21" fmla="*/ 77 h 544"/>
                <a:gd name="T22" fmla="*/ 260 w 520"/>
                <a:gd name="T23" fmla="*/ 0 h 544"/>
                <a:gd name="T24" fmla="*/ 77 w 520"/>
                <a:gd name="T25" fmla="*/ 77 h 544"/>
                <a:gd name="T26" fmla="*/ 0 w 520"/>
                <a:gd name="T27" fmla="*/ 260 h 544"/>
                <a:gd name="T28" fmla="*/ 0 w 520"/>
                <a:gd name="T29" fmla="*/ 525 h 544"/>
                <a:gd name="T30" fmla="*/ 19 w 520"/>
                <a:gd name="T31" fmla="*/ 544 h 544"/>
                <a:gd name="T32" fmla="*/ 38 w 520"/>
                <a:gd name="T33" fmla="*/ 525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20" h="544">
                  <a:moveTo>
                    <a:pt x="38" y="525"/>
                  </a:moveTo>
                  <a:cubicBezTo>
                    <a:pt x="38" y="260"/>
                    <a:pt x="38" y="260"/>
                    <a:pt x="38" y="260"/>
                  </a:cubicBezTo>
                  <a:cubicBezTo>
                    <a:pt x="38" y="199"/>
                    <a:pt x="63" y="144"/>
                    <a:pt x="103" y="103"/>
                  </a:cubicBezTo>
                  <a:cubicBezTo>
                    <a:pt x="144" y="63"/>
                    <a:pt x="199" y="38"/>
                    <a:pt x="260" y="38"/>
                  </a:cubicBezTo>
                  <a:cubicBezTo>
                    <a:pt x="321" y="38"/>
                    <a:pt x="377" y="63"/>
                    <a:pt x="417" y="103"/>
                  </a:cubicBezTo>
                  <a:cubicBezTo>
                    <a:pt x="458" y="144"/>
                    <a:pt x="483" y="199"/>
                    <a:pt x="483" y="260"/>
                  </a:cubicBezTo>
                  <a:cubicBezTo>
                    <a:pt x="483" y="525"/>
                    <a:pt x="483" y="525"/>
                    <a:pt x="483" y="525"/>
                  </a:cubicBezTo>
                  <a:cubicBezTo>
                    <a:pt x="483" y="536"/>
                    <a:pt x="491" y="544"/>
                    <a:pt x="501" y="544"/>
                  </a:cubicBezTo>
                  <a:cubicBezTo>
                    <a:pt x="512" y="544"/>
                    <a:pt x="520" y="536"/>
                    <a:pt x="520" y="525"/>
                  </a:cubicBezTo>
                  <a:cubicBezTo>
                    <a:pt x="520" y="260"/>
                    <a:pt x="520" y="260"/>
                    <a:pt x="520" y="260"/>
                  </a:cubicBezTo>
                  <a:cubicBezTo>
                    <a:pt x="520" y="189"/>
                    <a:pt x="491" y="124"/>
                    <a:pt x="444" y="77"/>
                  </a:cubicBezTo>
                  <a:cubicBezTo>
                    <a:pt x="397" y="30"/>
                    <a:pt x="332" y="0"/>
                    <a:pt x="260" y="0"/>
                  </a:cubicBezTo>
                  <a:cubicBezTo>
                    <a:pt x="189" y="0"/>
                    <a:pt x="124" y="30"/>
                    <a:pt x="77" y="77"/>
                  </a:cubicBezTo>
                  <a:cubicBezTo>
                    <a:pt x="29" y="124"/>
                    <a:pt x="0" y="189"/>
                    <a:pt x="0" y="260"/>
                  </a:cubicBezTo>
                  <a:cubicBezTo>
                    <a:pt x="0" y="525"/>
                    <a:pt x="0" y="525"/>
                    <a:pt x="0" y="525"/>
                  </a:cubicBezTo>
                  <a:cubicBezTo>
                    <a:pt x="0" y="536"/>
                    <a:pt x="9" y="544"/>
                    <a:pt x="19" y="544"/>
                  </a:cubicBezTo>
                  <a:cubicBezTo>
                    <a:pt x="29" y="544"/>
                    <a:pt x="38" y="536"/>
                    <a:pt x="38" y="525"/>
                  </a:cubicBezTo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6" name="ïṩľïḍê"/>
            <p:cNvSpPr/>
            <p:nvPr/>
          </p:nvSpPr>
          <p:spPr bwMode="auto">
            <a:xfrm>
              <a:off x="4735278" y="2330095"/>
              <a:ext cx="86635" cy="196963"/>
            </a:xfrm>
            <a:custGeom>
              <a:avLst/>
              <a:gdLst>
                <a:gd name="T0" fmla="*/ 3 w 226"/>
                <a:gd name="T1" fmla="*/ 0 h 487"/>
                <a:gd name="T2" fmla="*/ 3 w 226"/>
                <a:gd name="T3" fmla="*/ 0 h 487"/>
                <a:gd name="T4" fmla="*/ 0 w 226"/>
                <a:gd name="T5" fmla="*/ 481 h 487"/>
                <a:gd name="T6" fmla="*/ 226 w 226"/>
                <a:gd name="T7" fmla="*/ 487 h 487"/>
                <a:gd name="T8" fmla="*/ 226 w 226"/>
                <a:gd name="T9" fmla="*/ 222 h 487"/>
                <a:gd name="T10" fmla="*/ 160 w 226"/>
                <a:gd name="T11" fmla="*/ 65 h 487"/>
                <a:gd name="T12" fmla="*/ 3 w 226"/>
                <a:gd name="T13" fmla="*/ 0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6" h="487"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0" y="481"/>
                    <a:pt x="0" y="481"/>
                    <a:pt x="0" y="481"/>
                  </a:cubicBezTo>
                  <a:cubicBezTo>
                    <a:pt x="226" y="487"/>
                    <a:pt x="226" y="487"/>
                    <a:pt x="226" y="487"/>
                  </a:cubicBezTo>
                  <a:cubicBezTo>
                    <a:pt x="226" y="222"/>
                    <a:pt x="226" y="222"/>
                    <a:pt x="226" y="222"/>
                  </a:cubicBezTo>
                  <a:cubicBezTo>
                    <a:pt x="226" y="161"/>
                    <a:pt x="201" y="106"/>
                    <a:pt x="160" y="65"/>
                  </a:cubicBezTo>
                  <a:cubicBezTo>
                    <a:pt x="120" y="25"/>
                    <a:pt x="64" y="0"/>
                    <a:pt x="3" y="0"/>
                  </a:cubicBezTo>
                </a:path>
              </a:pathLst>
            </a:custGeom>
            <a:solidFill>
              <a:srgbClr val="62CF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7" name="í$1ïḍe"/>
            <p:cNvSpPr/>
            <p:nvPr/>
          </p:nvSpPr>
          <p:spPr bwMode="auto">
            <a:xfrm>
              <a:off x="4736489" y="2322420"/>
              <a:ext cx="92086" cy="204638"/>
            </a:xfrm>
            <a:custGeom>
              <a:avLst/>
              <a:gdLst>
                <a:gd name="T0" fmla="*/ 0 w 241"/>
                <a:gd name="T1" fmla="*/ 0 h 506"/>
                <a:gd name="T2" fmla="*/ 0 w 241"/>
                <a:gd name="T3" fmla="*/ 19 h 506"/>
                <a:gd name="T4" fmla="*/ 0 w 241"/>
                <a:gd name="T5" fmla="*/ 19 h 506"/>
                <a:gd name="T6" fmla="*/ 157 w 241"/>
                <a:gd name="T7" fmla="*/ 84 h 506"/>
                <a:gd name="T8" fmla="*/ 223 w 241"/>
                <a:gd name="T9" fmla="*/ 241 h 506"/>
                <a:gd name="T10" fmla="*/ 223 w 241"/>
                <a:gd name="T11" fmla="*/ 506 h 506"/>
                <a:gd name="T12" fmla="*/ 241 w 241"/>
                <a:gd name="T13" fmla="*/ 506 h 506"/>
                <a:gd name="T14" fmla="*/ 241 w 241"/>
                <a:gd name="T15" fmla="*/ 241 h 506"/>
                <a:gd name="T16" fmla="*/ 0 w 241"/>
                <a:gd name="T17" fmla="*/ 0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1" h="506">
                  <a:moveTo>
                    <a:pt x="0" y="0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61" y="19"/>
                    <a:pt x="117" y="44"/>
                    <a:pt x="157" y="84"/>
                  </a:cubicBezTo>
                  <a:cubicBezTo>
                    <a:pt x="198" y="125"/>
                    <a:pt x="223" y="180"/>
                    <a:pt x="223" y="241"/>
                  </a:cubicBezTo>
                  <a:cubicBezTo>
                    <a:pt x="223" y="506"/>
                    <a:pt x="223" y="506"/>
                    <a:pt x="223" y="506"/>
                  </a:cubicBezTo>
                  <a:cubicBezTo>
                    <a:pt x="241" y="506"/>
                    <a:pt x="241" y="506"/>
                    <a:pt x="241" y="506"/>
                  </a:cubicBezTo>
                  <a:cubicBezTo>
                    <a:pt x="241" y="241"/>
                    <a:pt x="241" y="241"/>
                    <a:pt x="241" y="241"/>
                  </a:cubicBezTo>
                  <a:cubicBezTo>
                    <a:pt x="241" y="109"/>
                    <a:pt x="133" y="0"/>
                    <a:pt x="0" y="0"/>
                  </a:cubicBezTo>
                </a:path>
              </a:pathLst>
            </a:custGeom>
            <a:solidFill>
              <a:srgbClr val="4F52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8" name="iṥľíďe"/>
            <p:cNvSpPr/>
            <p:nvPr/>
          </p:nvSpPr>
          <p:spPr bwMode="auto">
            <a:xfrm>
              <a:off x="4608054" y="2554556"/>
              <a:ext cx="257479" cy="192486"/>
            </a:xfrm>
            <a:custGeom>
              <a:avLst/>
              <a:gdLst>
                <a:gd name="T0" fmla="*/ 381 w 425"/>
                <a:gd name="T1" fmla="*/ 301 h 301"/>
                <a:gd name="T2" fmla="*/ 45 w 425"/>
                <a:gd name="T3" fmla="*/ 301 h 301"/>
                <a:gd name="T4" fmla="*/ 0 w 425"/>
                <a:gd name="T5" fmla="*/ 0 h 301"/>
                <a:gd name="T6" fmla="*/ 425 w 425"/>
                <a:gd name="T7" fmla="*/ 0 h 301"/>
                <a:gd name="T8" fmla="*/ 381 w 425"/>
                <a:gd name="T9" fmla="*/ 30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5" h="301">
                  <a:moveTo>
                    <a:pt x="381" y="301"/>
                  </a:moveTo>
                  <a:lnTo>
                    <a:pt x="45" y="301"/>
                  </a:lnTo>
                  <a:lnTo>
                    <a:pt x="0" y="0"/>
                  </a:lnTo>
                  <a:lnTo>
                    <a:pt x="425" y="0"/>
                  </a:lnTo>
                  <a:lnTo>
                    <a:pt x="381" y="30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19" name="íṣlïḋê"/>
            <p:cNvSpPr/>
            <p:nvPr/>
          </p:nvSpPr>
          <p:spPr bwMode="auto">
            <a:xfrm>
              <a:off x="4608054" y="2554556"/>
              <a:ext cx="257479" cy="192486"/>
            </a:xfrm>
            <a:custGeom>
              <a:avLst/>
              <a:gdLst>
                <a:gd name="T0" fmla="*/ 381 w 425"/>
                <a:gd name="T1" fmla="*/ 301 h 301"/>
                <a:gd name="T2" fmla="*/ 45 w 425"/>
                <a:gd name="T3" fmla="*/ 301 h 301"/>
                <a:gd name="T4" fmla="*/ 0 w 425"/>
                <a:gd name="T5" fmla="*/ 0 h 301"/>
                <a:gd name="T6" fmla="*/ 425 w 425"/>
                <a:gd name="T7" fmla="*/ 0 h 301"/>
                <a:gd name="T8" fmla="*/ 381 w 425"/>
                <a:gd name="T9" fmla="*/ 30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5" h="301">
                  <a:moveTo>
                    <a:pt x="381" y="301"/>
                  </a:moveTo>
                  <a:lnTo>
                    <a:pt x="45" y="301"/>
                  </a:lnTo>
                  <a:lnTo>
                    <a:pt x="0" y="0"/>
                  </a:lnTo>
                  <a:lnTo>
                    <a:pt x="425" y="0"/>
                  </a:lnTo>
                  <a:lnTo>
                    <a:pt x="381" y="30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0" name="íśḻïdê"/>
            <p:cNvSpPr/>
            <p:nvPr/>
          </p:nvSpPr>
          <p:spPr bwMode="auto">
            <a:xfrm>
              <a:off x="4600783" y="2546882"/>
              <a:ext cx="272018" cy="207835"/>
            </a:xfrm>
            <a:custGeom>
              <a:avLst/>
              <a:gdLst>
                <a:gd name="T0" fmla="*/ 393 w 449"/>
                <a:gd name="T1" fmla="*/ 313 h 325"/>
                <a:gd name="T2" fmla="*/ 393 w 449"/>
                <a:gd name="T3" fmla="*/ 301 h 325"/>
                <a:gd name="T4" fmla="*/ 67 w 449"/>
                <a:gd name="T5" fmla="*/ 301 h 325"/>
                <a:gd name="T6" fmla="*/ 26 w 449"/>
                <a:gd name="T7" fmla="*/ 24 h 325"/>
                <a:gd name="T8" fmla="*/ 423 w 449"/>
                <a:gd name="T9" fmla="*/ 24 h 325"/>
                <a:gd name="T10" fmla="*/ 381 w 449"/>
                <a:gd name="T11" fmla="*/ 311 h 325"/>
                <a:gd name="T12" fmla="*/ 393 w 449"/>
                <a:gd name="T13" fmla="*/ 313 h 325"/>
                <a:gd name="T14" fmla="*/ 393 w 449"/>
                <a:gd name="T15" fmla="*/ 301 h 325"/>
                <a:gd name="T16" fmla="*/ 393 w 449"/>
                <a:gd name="T17" fmla="*/ 313 h 325"/>
                <a:gd name="T18" fmla="*/ 404 w 449"/>
                <a:gd name="T19" fmla="*/ 315 h 325"/>
                <a:gd name="T20" fmla="*/ 449 w 449"/>
                <a:gd name="T21" fmla="*/ 14 h 325"/>
                <a:gd name="T22" fmla="*/ 437 w 449"/>
                <a:gd name="T23" fmla="*/ 0 h 325"/>
                <a:gd name="T24" fmla="*/ 12 w 449"/>
                <a:gd name="T25" fmla="*/ 0 h 325"/>
                <a:gd name="T26" fmla="*/ 0 w 449"/>
                <a:gd name="T27" fmla="*/ 14 h 325"/>
                <a:gd name="T28" fmla="*/ 45 w 449"/>
                <a:gd name="T29" fmla="*/ 315 h 325"/>
                <a:gd name="T30" fmla="*/ 57 w 449"/>
                <a:gd name="T31" fmla="*/ 325 h 325"/>
                <a:gd name="T32" fmla="*/ 393 w 449"/>
                <a:gd name="T33" fmla="*/ 325 h 325"/>
                <a:gd name="T34" fmla="*/ 404 w 449"/>
                <a:gd name="T35" fmla="*/ 315 h 325"/>
                <a:gd name="T36" fmla="*/ 393 w 449"/>
                <a:gd name="T37" fmla="*/ 313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49" h="325">
                  <a:moveTo>
                    <a:pt x="393" y="313"/>
                  </a:moveTo>
                  <a:lnTo>
                    <a:pt x="393" y="301"/>
                  </a:lnTo>
                  <a:lnTo>
                    <a:pt x="67" y="301"/>
                  </a:lnTo>
                  <a:lnTo>
                    <a:pt x="26" y="24"/>
                  </a:lnTo>
                  <a:lnTo>
                    <a:pt x="423" y="24"/>
                  </a:lnTo>
                  <a:lnTo>
                    <a:pt x="381" y="311"/>
                  </a:lnTo>
                  <a:lnTo>
                    <a:pt x="393" y="313"/>
                  </a:lnTo>
                  <a:lnTo>
                    <a:pt x="393" y="301"/>
                  </a:lnTo>
                  <a:lnTo>
                    <a:pt x="393" y="313"/>
                  </a:lnTo>
                  <a:lnTo>
                    <a:pt x="404" y="315"/>
                  </a:lnTo>
                  <a:lnTo>
                    <a:pt x="449" y="14"/>
                  </a:lnTo>
                  <a:lnTo>
                    <a:pt x="437" y="0"/>
                  </a:lnTo>
                  <a:lnTo>
                    <a:pt x="12" y="0"/>
                  </a:lnTo>
                  <a:lnTo>
                    <a:pt x="0" y="14"/>
                  </a:lnTo>
                  <a:lnTo>
                    <a:pt x="45" y="315"/>
                  </a:lnTo>
                  <a:lnTo>
                    <a:pt x="57" y="325"/>
                  </a:lnTo>
                  <a:lnTo>
                    <a:pt x="393" y="325"/>
                  </a:lnTo>
                  <a:lnTo>
                    <a:pt x="404" y="315"/>
                  </a:lnTo>
                  <a:lnTo>
                    <a:pt x="393" y="313"/>
                  </a:ln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1" name="ïṣḻidé"/>
            <p:cNvSpPr/>
            <p:nvPr/>
          </p:nvSpPr>
          <p:spPr bwMode="auto">
            <a:xfrm>
              <a:off x="4600783" y="2546882"/>
              <a:ext cx="272018" cy="207835"/>
            </a:xfrm>
            <a:custGeom>
              <a:avLst/>
              <a:gdLst>
                <a:gd name="T0" fmla="*/ 393 w 449"/>
                <a:gd name="T1" fmla="*/ 313 h 325"/>
                <a:gd name="T2" fmla="*/ 393 w 449"/>
                <a:gd name="T3" fmla="*/ 301 h 325"/>
                <a:gd name="T4" fmla="*/ 67 w 449"/>
                <a:gd name="T5" fmla="*/ 301 h 325"/>
                <a:gd name="T6" fmla="*/ 26 w 449"/>
                <a:gd name="T7" fmla="*/ 24 h 325"/>
                <a:gd name="T8" fmla="*/ 423 w 449"/>
                <a:gd name="T9" fmla="*/ 24 h 325"/>
                <a:gd name="T10" fmla="*/ 381 w 449"/>
                <a:gd name="T11" fmla="*/ 311 h 325"/>
                <a:gd name="T12" fmla="*/ 393 w 449"/>
                <a:gd name="T13" fmla="*/ 313 h 325"/>
                <a:gd name="T14" fmla="*/ 393 w 449"/>
                <a:gd name="T15" fmla="*/ 301 h 325"/>
                <a:gd name="T16" fmla="*/ 393 w 449"/>
                <a:gd name="T17" fmla="*/ 313 h 325"/>
                <a:gd name="T18" fmla="*/ 404 w 449"/>
                <a:gd name="T19" fmla="*/ 315 h 325"/>
                <a:gd name="T20" fmla="*/ 449 w 449"/>
                <a:gd name="T21" fmla="*/ 14 h 325"/>
                <a:gd name="T22" fmla="*/ 437 w 449"/>
                <a:gd name="T23" fmla="*/ 0 h 325"/>
                <a:gd name="T24" fmla="*/ 12 w 449"/>
                <a:gd name="T25" fmla="*/ 0 h 325"/>
                <a:gd name="T26" fmla="*/ 0 w 449"/>
                <a:gd name="T27" fmla="*/ 14 h 325"/>
                <a:gd name="T28" fmla="*/ 45 w 449"/>
                <a:gd name="T29" fmla="*/ 315 h 325"/>
                <a:gd name="T30" fmla="*/ 57 w 449"/>
                <a:gd name="T31" fmla="*/ 325 h 325"/>
                <a:gd name="T32" fmla="*/ 393 w 449"/>
                <a:gd name="T33" fmla="*/ 325 h 325"/>
                <a:gd name="T34" fmla="*/ 404 w 449"/>
                <a:gd name="T35" fmla="*/ 315 h 325"/>
                <a:gd name="T36" fmla="*/ 393 w 449"/>
                <a:gd name="T37" fmla="*/ 313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49" h="325">
                  <a:moveTo>
                    <a:pt x="393" y="313"/>
                  </a:moveTo>
                  <a:lnTo>
                    <a:pt x="393" y="301"/>
                  </a:lnTo>
                  <a:lnTo>
                    <a:pt x="67" y="301"/>
                  </a:lnTo>
                  <a:lnTo>
                    <a:pt x="26" y="24"/>
                  </a:lnTo>
                  <a:lnTo>
                    <a:pt x="423" y="24"/>
                  </a:lnTo>
                  <a:lnTo>
                    <a:pt x="381" y="311"/>
                  </a:lnTo>
                  <a:lnTo>
                    <a:pt x="393" y="313"/>
                  </a:lnTo>
                  <a:lnTo>
                    <a:pt x="393" y="301"/>
                  </a:lnTo>
                  <a:lnTo>
                    <a:pt x="393" y="313"/>
                  </a:lnTo>
                  <a:lnTo>
                    <a:pt x="404" y="315"/>
                  </a:lnTo>
                  <a:lnTo>
                    <a:pt x="449" y="14"/>
                  </a:lnTo>
                  <a:lnTo>
                    <a:pt x="437" y="0"/>
                  </a:lnTo>
                  <a:lnTo>
                    <a:pt x="12" y="0"/>
                  </a:lnTo>
                  <a:lnTo>
                    <a:pt x="0" y="14"/>
                  </a:lnTo>
                  <a:lnTo>
                    <a:pt x="45" y="315"/>
                  </a:lnTo>
                  <a:lnTo>
                    <a:pt x="57" y="325"/>
                  </a:lnTo>
                  <a:lnTo>
                    <a:pt x="393" y="325"/>
                  </a:lnTo>
                  <a:lnTo>
                    <a:pt x="404" y="315"/>
                  </a:lnTo>
                  <a:lnTo>
                    <a:pt x="393" y="31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2" name="íṧľíḍe"/>
            <p:cNvSpPr/>
            <p:nvPr/>
          </p:nvSpPr>
          <p:spPr bwMode="auto">
            <a:xfrm>
              <a:off x="4616536" y="2562229"/>
              <a:ext cx="240515" cy="15988"/>
            </a:xfrm>
            <a:custGeom>
              <a:avLst/>
              <a:gdLst>
                <a:gd name="T0" fmla="*/ 397 w 397"/>
                <a:gd name="T1" fmla="*/ 0 h 25"/>
                <a:gd name="T2" fmla="*/ 0 w 397"/>
                <a:gd name="T3" fmla="*/ 0 h 25"/>
                <a:gd name="T4" fmla="*/ 3 w 397"/>
                <a:gd name="T5" fmla="*/ 25 h 25"/>
                <a:gd name="T6" fmla="*/ 393 w 397"/>
                <a:gd name="T7" fmla="*/ 25 h 25"/>
                <a:gd name="T8" fmla="*/ 397 w 397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7" h="25">
                  <a:moveTo>
                    <a:pt x="397" y="0"/>
                  </a:moveTo>
                  <a:lnTo>
                    <a:pt x="0" y="0"/>
                  </a:lnTo>
                  <a:lnTo>
                    <a:pt x="3" y="25"/>
                  </a:lnTo>
                  <a:lnTo>
                    <a:pt x="393" y="25"/>
                  </a:lnTo>
                  <a:lnTo>
                    <a:pt x="397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3" name="ïṥlïḓê"/>
            <p:cNvSpPr/>
            <p:nvPr/>
          </p:nvSpPr>
          <p:spPr bwMode="auto">
            <a:xfrm>
              <a:off x="4616536" y="2562229"/>
              <a:ext cx="240515" cy="15988"/>
            </a:xfrm>
            <a:custGeom>
              <a:avLst/>
              <a:gdLst>
                <a:gd name="T0" fmla="*/ 397 w 397"/>
                <a:gd name="T1" fmla="*/ 0 h 25"/>
                <a:gd name="T2" fmla="*/ 0 w 397"/>
                <a:gd name="T3" fmla="*/ 0 h 25"/>
                <a:gd name="T4" fmla="*/ 3 w 397"/>
                <a:gd name="T5" fmla="*/ 25 h 25"/>
                <a:gd name="T6" fmla="*/ 393 w 397"/>
                <a:gd name="T7" fmla="*/ 25 h 25"/>
                <a:gd name="T8" fmla="*/ 397 w 397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7" h="25">
                  <a:moveTo>
                    <a:pt x="397" y="0"/>
                  </a:moveTo>
                  <a:lnTo>
                    <a:pt x="0" y="0"/>
                  </a:lnTo>
                  <a:lnTo>
                    <a:pt x="3" y="25"/>
                  </a:lnTo>
                  <a:lnTo>
                    <a:pt x="393" y="25"/>
                  </a:lnTo>
                  <a:lnTo>
                    <a:pt x="39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4" name="îṥḻidè"/>
            <p:cNvSpPr/>
            <p:nvPr/>
          </p:nvSpPr>
          <p:spPr bwMode="auto">
            <a:xfrm>
              <a:off x="4608054" y="2559032"/>
              <a:ext cx="257479" cy="19185"/>
            </a:xfrm>
            <a:custGeom>
              <a:avLst/>
              <a:gdLst>
                <a:gd name="T0" fmla="*/ 425 w 425"/>
                <a:gd name="T1" fmla="*/ 0 h 30"/>
                <a:gd name="T2" fmla="*/ 0 w 425"/>
                <a:gd name="T3" fmla="*/ 0 h 30"/>
                <a:gd name="T4" fmla="*/ 4 w 425"/>
                <a:gd name="T5" fmla="*/ 30 h 30"/>
                <a:gd name="T6" fmla="*/ 17 w 425"/>
                <a:gd name="T7" fmla="*/ 30 h 30"/>
                <a:gd name="T8" fmla="*/ 14 w 425"/>
                <a:gd name="T9" fmla="*/ 5 h 30"/>
                <a:gd name="T10" fmla="*/ 411 w 425"/>
                <a:gd name="T11" fmla="*/ 5 h 30"/>
                <a:gd name="T12" fmla="*/ 407 w 425"/>
                <a:gd name="T13" fmla="*/ 30 h 30"/>
                <a:gd name="T14" fmla="*/ 420 w 425"/>
                <a:gd name="T15" fmla="*/ 30 h 30"/>
                <a:gd name="T16" fmla="*/ 425 w 425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5" h="30">
                  <a:moveTo>
                    <a:pt x="425" y="0"/>
                  </a:moveTo>
                  <a:lnTo>
                    <a:pt x="0" y="0"/>
                  </a:lnTo>
                  <a:lnTo>
                    <a:pt x="4" y="30"/>
                  </a:lnTo>
                  <a:lnTo>
                    <a:pt x="17" y="30"/>
                  </a:lnTo>
                  <a:lnTo>
                    <a:pt x="14" y="5"/>
                  </a:lnTo>
                  <a:lnTo>
                    <a:pt x="411" y="5"/>
                  </a:lnTo>
                  <a:lnTo>
                    <a:pt x="407" y="30"/>
                  </a:lnTo>
                  <a:lnTo>
                    <a:pt x="420" y="30"/>
                  </a:lnTo>
                  <a:lnTo>
                    <a:pt x="425" y="0"/>
                  </a:lnTo>
                  <a:close/>
                </a:path>
              </a:pathLst>
            </a:custGeom>
            <a:solidFill>
              <a:srgbClr val="6668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5" name="ïs1îḑe"/>
            <p:cNvSpPr/>
            <p:nvPr/>
          </p:nvSpPr>
          <p:spPr bwMode="auto">
            <a:xfrm>
              <a:off x="4608054" y="2559032"/>
              <a:ext cx="257479" cy="19185"/>
            </a:xfrm>
            <a:custGeom>
              <a:avLst/>
              <a:gdLst>
                <a:gd name="T0" fmla="*/ 425 w 425"/>
                <a:gd name="T1" fmla="*/ 0 h 30"/>
                <a:gd name="T2" fmla="*/ 0 w 425"/>
                <a:gd name="T3" fmla="*/ 0 h 30"/>
                <a:gd name="T4" fmla="*/ 4 w 425"/>
                <a:gd name="T5" fmla="*/ 30 h 30"/>
                <a:gd name="T6" fmla="*/ 17 w 425"/>
                <a:gd name="T7" fmla="*/ 30 h 30"/>
                <a:gd name="T8" fmla="*/ 14 w 425"/>
                <a:gd name="T9" fmla="*/ 5 h 30"/>
                <a:gd name="T10" fmla="*/ 411 w 425"/>
                <a:gd name="T11" fmla="*/ 5 h 30"/>
                <a:gd name="T12" fmla="*/ 407 w 425"/>
                <a:gd name="T13" fmla="*/ 30 h 30"/>
                <a:gd name="T14" fmla="*/ 420 w 425"/>
                <a:gd name="T15" fmla="*/ 30 h 30"/>
                <a:gd name="T16" fmla="*/ 425 w 425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5" h="30">
                  <a:moveTo>
                    <a:pt x="425" y="0"/>
                  </a:moveTo>
                  <a:lnTo>
                    <a:pt x="0" y="0"/>
                  </a:lnTo>
                  <a:lnTo>
                    <a:pt x="4" y="30"/>
                  </a:lnTo>
                  <a:lnTo>
                    <a:pt x="17" y="30"/>
                  </a:lnTo>
                  <a:lnTo>
                    <a:pt x="14" y="5"/>
                  </a:lnTo>
                  <a:lnTo>
                    <a:pt x="411" y="5"/>
                  </a:lnTo>
                  <a:lnTo>
                    <a:pt x="407" y="30"/>
                  </a:lnTo>
                  <a:lnTo>
                    <a:pt x="420" y="30"/>
                  </a:lnTo>
                  <a:lnTo>
                    <a:pt x="42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6" name="ïś1iḓé"/>
            <p:cNvSpPr/>
            <p:nvPr/>
          </p:nvSpPr>
          <p:spPr bwMode="auto">
            <a:xfrm>
              <a:off x="4583215" y="2493804"/>
              <a:ext cx="305339" cy="60752"/>
            </a:xfrm>
            <a:custGeom>
              <a:avLst/>
              <a:gdLst>
                <a:gd name="T0" fmla="*/ 746 w 799"/>
                <a:gd name="T1" fmla="*/ 150 h 150"/>
                <a:gd name="T2" fmla="*/ 53 w 799"/>
                <a:gd name="T3" fmla="*/ 150 h 150"/>
                <a:gd name="T4" fmla="*/ 0 w 799"/>
                <a:gd name="T5" fmla="*/ 98 h 150"/>
                <a:gd name="T6" fmla="*/ 98 w 799"/>
                <a:gd name="T7" fmla="*/ 0 h 150"/>
                <a:gd name="T8" fmla="*/ 701 w 799"/>
                <a:gd name="T9" fmla="*/ 0 h 150"/>
                <a:gd name="T10" fmla="*/ 799 w 799"/>
                <a:gd name="T11" fmla="*/ 98 h 150"/>
                <a:gd name="T12" fmla="*/ 746 w 799"/>
                <a:gd name="T13" fmla="*/ 15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9" h="150">
                  <a:moveTo>
                    <a:pt x="746" y="150"/>
                  </a:moveTo>
                  <a:cubicBezTo>
                    <a:pt x="53" y="150"/>
                    <a:pt x="53" y="150"/>
                    <a:pt x="53" y="150"/>
                  </a:cubicBezTo>
                  <a:cubicBezTo>
                    <a:pt x="24" y="150"/>
                    <a:pt x="0" y="127"/>
                    <a:pt x="0" y="98"/>
                  </a:cubicBezTo>
                  <a:cubicBezTo>
                    <a:pt x="0" y="44"/>
                    <a:pt x="44" y="0"/>
                    <a:pt x="98" y="0"/>
                  </a:cubicBezTo>
                  <a:cubicBezTo>
                    <a:pt x="701" y="0"/>
                    <a:pt x="701" y="0"/>
                    <a:pt x="701" y="0"/>
                  </a:cubicBezTo>
                  <a:cubicBezTo>
                    <a:pt x="755" y="0"/>
                    <a:pt x="799" y="44"/>
                    <a:pt x="799" y="98"/>
                  </a:cubicBezTo>
                  <a:cubicBezTo>
                    <a:pt x="799" y="127"/>
                    <a:pt x="775" y="150"/>
                    <a:pt x="746" y="15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7" name="íSľïďe"/>
            <p:cNvSpPr/>
            <p:nvPr/>
          </p:nvSpPr>
          <p:spPr bwMode="auto">
            <a:xfrm>
              <a:off x="4575944" y="2486130"/>
              <a:ext cx="319879" cy="76100"/>
            </a:xfrm>
            <a:custGeom>
              <a:avLst/>
              <a:gdLst>
                <a:gd name="T0" fmla="*/ 765 w 837"/>
                <a:gd name="T1" fmla="*/ 169 h 188"/>
                <a:gd name="T2" fmla="*/ 765 w 837"/>
                <a:gd name="T3" fmla="*/ 150 h 188"/>
                <a:gd name="T4" fmla="*/ 72 w 837"/>
                <a:gd name="T5" fmla="*/ 150 h 188"/>
                <a:gd name="T6" fmla="*/ 48 w 837"/>
                <a:gd name="T7" fmla="*/ 140 h 188"/>
                <a:gd name="T8" fmla="*/ 38 w 837"/>
                <a:gd name="T9" fmla="*/ 117 h 188"/>
                <a:gd name="T10" fmla="*/ 61 w 837"/>
                <a:gd name="T11" fmla="*/ 61 h 188"/>
                <a:gd name="T12" fmla="*/ 117 w 837"/>
                <a:gd name="T13" fmla="*/ 38 h 188"/>
                <a:gd name="T14" fmla="*/ 720 w 837"/>
                <a:gd name="T15" fmla="*/ 38 h 188"/>
                <a:gd name="T16" fmla="*/ 776 w 837"/>
                <a:gd name="T17" fmla="*/ 61 h 188"/>
                <a:gd name="T18" fmla="*/ 799 w 837"/>
                <a:gd name="T19" fmla="*/ 117 h 188"/>
                <a:gd name="T20" fmla="*/ 789 w 837"/>
                <a:gd name="T21" fmla="*/ 140 h 188"/>
                <a:gd name="T22" fmla="*/ 765 w 837"/>
                <a:gd name="T23" fmla="*/ 150 h 188"/>
                <a:gd name="T24" fmla="*/ 765 w 837"/>
                <a:gd name="T25" fmla="*/ 169 h 188"/>
                <a:gd name="T26" fmla="*/ 765 w 837"/>
                <a:gd name="T27" fmla="*/ 188 h 188"/>
                <a:gd name="T28" fmla="*/ 816 w 837"/>
                <a:gd name="T29" fmla="*/ 167 h 188"/>
                <a:gd name="T30" fmla="*/ 837 w 837"/>
                <a:gd name="T31" fmla="*/ 117 h 188"/>
                <a:gd name="T32" fmla="*/ 802 w 837"/>
                <a:gd name="T33" fmla="*/ 34 h 188"/>
                <a:gd name="T34" fmla="*/ 720 w 837"/>
                <a:gd name="T35" fmla="*/ 0 h 188"/>
                <a:gd name="T36" fmla="*/ 117 w 837"/>
                <a:gd name="T37" fmla="*/ 0 h 188"/>
                <a:gd name="T38" fmla="*/ 34 w 837"/>
                <a:gd name="T39" fmla="*/ 34 h 188"/>
                <a:gd name="T40" fmla="*/ 0 w 837"/>
                <a:gd name="T41" fmla="*/ 117 h 188"/>
                <a:gd name="T42" fmla="*/ 21 w 837"/>
                <a:gd name="T43" fmla="*/ 167 h 188"/>
                <a:gd name="T44" fmla="*/ 72 w 837"/>
                <a:gd name="T45" fmla="*/ 188 h 188"/>
                <a:gd name="T46" fmla="*/ 765 w 837"/>
                <a:gd name="T47" fmla="*/ 188 h 188"/>
                <a:gd name="T48" fmla="*/ 765 w 837"/>
                <a:gd name="T49" fmla="*/ 169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37" h="188">
                  <a:moveTo>
                    <a:pt x="765" y="169"/>
                  </a:moveTo>
                  <a:cubicBezTo>
                    <a:pt x="765" y="150"/>
                    <a:pt x="765" y="150"/>
                    <a:pt x="765" y="150"/>
                  </a:cubicBezTo>
                  <a:cubicBezTo>
                    <a:pt x="72" y="150"/>
                    <a:pt x="72" y="150"/>
                    <a:pt x="72" y="150"/>
                  </a:cubicBezTo>
                  <a:cubicBezTo>
                    <a:pt x="62" y="150"/>
                    <a:pt x="54" y="146"/>
                    <a:pt x="48" y="140"/>
                  </a:cubicBezTo>
                  <a:cubicBezTo>
                    <a:pt x="42" y="134"/>
                    <a:pt x="38" y="126"/>
                    <a:pt x="38" y="117"/>
                  </a:cubicBezTo>
                  <a:cubicBezTo>
                    <a:pt x="38" y="95"/>
                    <a:pt x="47" y="75"/>
                    <a:pt x="61" y="61"/>
                  </a:cubicBezTo>
                  <a:cubicBezTo>
                    <a:pt x="75" y="47"/>
                    <a:pt x="95" y="38"/>
                    <a:pt x="117" y="38"/>
                  </a:cubicBezTo>
                  <a:cubicBezTo>
                    <a:pt x="720" y="38"/>
                    <a:pt x="720" y="38"/>
                    <a:pt x="720" y="38"/>
                  </a:cubicBezTo>
                  <a:cubicBezTo>
                    <a:pt x="742" y="38"/>
                    <a:pt x="762" y="47"/>
                    <a:pt x="776" y="61"/>
                  </a:cubicBezTo>
                  <a:cubicBezTo>
                    <a:pt x="790" y="75"/>
                    <a:pt x="799" y="95"/>
                    <a:pt x="799" y="117"/>
                  </a:cubicBezTo>
                  <a:cubicBezTo>
                    <a:pt x="799" y="126"/>
                    <a:pt x="795" y="134"/>
                    <a:pt x="789" y="140"/>
                  </a:cubicBezTo>
                  <a:cubicBezTo>
                    <a:pt x="783" y="146"/>
                    <a:pt x="775" y="150"/>
                    <a:pt x="765" y="150"/>
                  </a:cubicBezTo>
                  <a:cubicBezTo>
                    <a:pt x="765" y="169"/>
                    <a:pt x="765" y="169"/>
                    <a:pt x="765" y="169"/>
                  </a:cubicBezTo>
                  <a:cubicBezTo>
                    <a:pt x="765" y="188"/>
                    <a:pt x="765" y="188"/>
                    <a:pt x="765" y="188"/>
                  </a:cubicBezTo>
                  <a:cubicBezTo>
                    <a:pt x="785" y="188"/>
                    <a:pt x="803" y="180"/>
                    <a:pt x="816" y="167"/>
                  </a:cubicBezTo>
                  <a:cubicBezTo>
                    <a:pt x="829" y="154"/>
                    <a:pt x="837" y="136"/>
                    <a:pt x="837" y="117"/>
                  </a:cubicBezTo>
                  <a:cubicBezTo>
                    <a:pt x="837" y="85"/>
                    <a:pt x="823" y="55"/>
                    <a:pt x="802" y="34"/>
                  </a:cubicBezTo>
                  <a:cubicBezTo>
                    <a:pt x="782" y="13"/>
                    <a:pt x="752" y="0"/>
                    <a:pt x="72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85" y="0"/>
                    <a:pt x="55" y="13"/>
                    <a:pt x="34" y="34"/>
                  </a:cubicBezTo>
                  <a:cubicBezTo>
                    <a:pt x="13" y="55"/>
                    <a:pt x="0" y="85"/>
                    <a:pt x="0" y="117"/>
                  </a:cubicBezTo>
                  <a:cubicBezTo>
                    <a:pt x="0" y="136"/>
                    <a:pt x="8" y="154"/>
                    <a:pt x="21" y="167"/>
                  </a:cubicBezTo>
                  <a:cubicBezTo>
                    <a:pt x="34" y="180"/>
                    <a:pt x="52" y="188"/>
                    <a:pt x="72" y="188"/>
                  </a:cubicBezTo>
                  <a:cubicBezTo>
                    <a:pt x="765" y="188"/>
                    <a:pt x="765" y="188"/>
                    <a:pt x="765" y="188"/>
                  </a:cubicBezTo>
                  <a:lnTo>
                    <a:pt x="765" y="169"/>
                  </a:ln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8" name="ïşliďê"/>
            <p:cNvSpPr/>
            <p:nvPr/>
          </p:nvSpPr>
          <p:spPr bwMode="auto">
            <a:xfrm>
              <a:off x="4714680" y="2348639"/>
              <a:ext cx="16357" cy="16626"/>
            </a:xfrm>
            <a:prstGeom prst="ellipse">
              <a:avLst/>
            </a:pr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9" name="îṩļiḍé"/>
            <p:cNvSpPr/>
            <p:nvPr/>
          </p:nvSpPr>
          <p:spPr bwMode="auto">
            <a:xfrm>
              <a:off x="4675906" y="2390206"/>
              <a:ext cx="15752" cy="16626"/>
            </a:xfrm>
            <a:prstGeom prst="ellipse">
              <a:avLst/>
            </a:pr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30" name="ïŝľídê"/>
            <p:cNvSpPr/>
            <p:nvPr/>
          </p:nvSpPr>
          <p:spPr bwMode="auto">
            <a:xfrm>
              <a:off x="4680753" y="2441365"/>
              <a:ext cx="15752" cy="16626"/>
            </a:xfrm>
            <a:prstGeom prst="ellipse">
              <a:avLst/>
            </a:pr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31" name="îšlíḍe"/>
            <p:cNvSpPr/>
            <p:nvPr/>
          </p:nvSpPr>
          <p:spPr bwMode="auto">
            <a:xfrm>
              <a:off x="4714680" y="2401717"/>
              <a:ext cx="16357" cy="16626"/>
            </a:xfrm>
            <a:prstGeom prst="ellipse">
              <a:avLst/>
            </a:pr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32" name="ïṥḷîḑé"/>
            <p:cNvSpPr/>
            <p:nvPr/>
          </p:nvSpPr>
          <p:spPr bwMode="auto">
            <a:xfrm>
              <a:off x="4720132" y="2456713"/>
              <a:ext cx="15146" cy="16626"/>
            </a:xfrm>
            <a:prstGeom prst="ellipse">
              <a:avLst/>
            </a:pr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33" name="íṧļïḍe"/>
            <p:cNvSpPr/>
            <p:nvPr/>
          </p:nvSpPr>
          <p:spPr bwMode="auto">
            <a:xfrm>
              <a:off x="4761328" y="2433052"/>
              <a:ext cx="15752" cy="16626"/>
            </a:xfrm>
            <a:prstGeom prst="ellipse">
              <a:avLst/>
            </a:pr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34" name="iŝ1íďe"/>
            <p:cNvSpPr/>
            <p:nvPr/>
          </p:nvSpPr>
          <p:spPr bwMode="auto">
            <a:xfrm>
              <a:off x="4790409" y="2390206"/>
              <a:ext cx="16357" cy="16626"/>
            </a:xfrm>
            <a:prstGeom prst="ellipse">
              <a:avLst/>
            </a:pr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35" name="îšḻîḋe"/>
            <p:cNvSpPr/>
            <p:nvPr/>
          </p:nvSpPr>
          <p:spPr bwMode="auto">
            <a:xfrm>
              <a:off x="4761328" y="2360150"/>
              <a:ext cx="15752" cy="17266"/>
            </a:xfrm>
            <a:prstGeom prst="ellipse">
              <a:avLst/>
            </a:pr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36" name="íš1íḋe"/>
            <p:cNvSpPr/>
            <p:nvPr/>
          </p:nvSpPr>
          <p:spPr bwMode="auto">
            <a:xfrm>
              <a:off x="4790409" y="2460550"/>
              <a:ext cx="16357" cy="17266"/>
            </a:xfrm>
            <a:prstGeom prst="ellipse">
              <a:avLst/>
            </a:pr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37" name="ïṩļiḋè"/>
            <p:cNvSpPr/>
            <p:nvPr/>
          </p:nvSpPr>
          <p:spPr bwMode="auto">
            <a:xfrm>
              <a:off x="4606237" y="2738729"/>
              <a:ext cx="260507" cy="27498"/>
            </a:xfrm>
            <a:custGeom>
              <a:avLst/>
              <a:gdLst>
                <a:gd name="T0" fmla="*/ 682 w 682"/>
                <a:gd name="T1" fmla="*/ 0 h 68"/>
                <a:gd name="T2" fmla="*/ 594 w 682"/>
                <a:gd name="T3" fmla="*/ 68 h 68"/>
                <a:gd name="T4" fmla="*/ 89 w 682"/>
                <a:gd name="T5" fmla="*/ 68 h 68"/>
                <a:gd name="T6" fmla="*/ 0 w 682"/>
                <a:gd name="T7" fmla="*/ 0 h 68"/>
                <a:gd name="T8" fmla="*/ 682 w 682"/>
                <a:gd name="T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2" h="68">
                  <a:moveTo>
                    <a:pt x="682" y="0"/>
                  </a:moveTo>
                  <a:cubicBezTo>
                    <a:pt x="672" y="40"/>
                    <a:pt x="635" y="68"/>
                    <a:pt x="594" y="68"/>
                  </a:cubicBezTo>
                  <a:cubicBezTo>
                    <a:pt x="89" y="68"/>
                    <a:pt x="89" y="68"/>
                    <a:pt x="89" y="68"/>
                  </a:cubicBezTo>
                  <a:cubicBezTo>
                    <a:pt x="47" y="68"/>
                    <a:pt x="11" y="40"/>
                    <a:pt x="0" y="0"/>
                  </a:cubicBezTo>
                  <a:lnTo>
                    <a:pt x="682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38" name="isḻïḑé"/>
            <p:cNvSpPr/>
            <p:nvPr/>
          </p:nvSpPr>
          <p:spPr bwMode="auto">
            <a:xfrm>
              <a:off x="4598360" y="2731056"/>
              <a:ext cx="275653" cy="42846"/>
            </a:xfrm>
            <a:custGeom>
              <a:avLst/>
              <a:gdLst>
                <a:gd name="T0" fmla="*/ 702 w 722"/>
                <a:gd name="T1" fmla="*/ 19 h 106"/>
                <a:gd name="T2" fmla="*/ 684 w 722"/>
                <a:gd name="T3" fmla="*/ 14 h 106"/>
                <a:gd name="T4" fmla="*/ 614 w 722"/>
                <a:gd name="T5" fmla="*/ 68 h 106"/>
                <a:gd name="T6" fmla="*/ 109 w 722"/>
                <a:gd name="T7" fmla="*/ 68 h 106"/>
                <a:gd name="T8" fmla="*/ 38 w 722"/>
                <a:gd name="T9" fmla="*/ 14 h 106"/>
                <a:gd name="T10" fmla="*/ 20 w 722"/>
                <a:gd name="T11" fmla="*/ 19 h 106"/>
                <a:gd name="T12" fmla="*/ 20 w 722"/>
                <a:gd name="T13" fmla="*/ 38 h 106"/>
                <a:gd name="T14" fmla="*/ 702 w 722"/>
                <a:gd name="T15" fmla="*/ 38 h 106"/>
                <a:gd name="T16" fmla="*/ 702 w 722"/>
                <a:gd name="T17" fmla="*/ 19 h 106"/>
                <a:gd name="T18" fmla="*/ 684 w 722"/>
                <a:gd name="T19" fmla="*/ 14 h 106"/>
                <a:gd name="T20" fmla="*/ 702 w 722"/>
                <a:gd name="T21" fmla="*/ 19 h 106"/>
                <a:gd name="T22" fmla="*/ 702 w 722"/>
                <a:gd name="T23" fmla="*/ 0 h 106"/>
                <a:gd name="T24" fmla="*/ 20 w 722"/>
                <a:gd name="T25" fmla="*/ 0 h 106"/>
                <a:gd name="T26" fmla="*/ 5 w 722"/>
                <a:gd name="T27" fmla="*/ 7 h 106"/>
                <a:gd name="T28" fmla="*/ 2 w 722"/>
                <a:gd name="T29" fmla="*/ 24 h 106"/>
                <a:gd name="T30" fmla="*/ 109 w 722"/>
                <a:gd name="T31" fmla="*/ 106 h 106"/>
                <a:gd name="T32" fmla="*/ 614 w 722"/>
                <a:gd name="T33" fmla="*/ 106 h 106"/>
                <a:gd name="T34" fmla="*/ 720 w 722"/>
                <a:gd name="T35" fmla="*/ 24 h 106"/>
                <a:gd name="T36" fmla="*/ 717 w 722"/>
                <a:gd name="T37" fmla="*/ 7 h 106"/>
                <a:gd name="T38" fmla="*/ 702 w 722"/>
                <a:gd name="T39" fmla="*/ 0 h 106"/>
                <a:gd name="T40" fmla="*/ 702 w 722"/>
                <a:gd name="T41" fmla="*/ 19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22" h="106">
                  <a:moveTo>
                    <a:pt x="702" y="19"/>
                  </a:moveTo>
                  <a:cubicBezTo>
                    <a:pt x="684" y="14"/>
                    <a:pt x="684" y="14"/>
                    <a:pt x="684" y="14"/>
                  </a:cubicBezTo>
                  <a:cubicBezTo>
                    <a:pt x="676" y="46"/>
                    <a:pt x="647" y="68"/>
                    <a:pt x="614" y="68"/>
                  </a:cubicBezTo>
                  <a:cubicBezTo>
                    <a:pt x="109" y="68"/>
                    <a:pt x="109" y="68"/>
                    <a:pt x="109" y="68"/>
                  </a:cubicBezTo>
                  <a:cubicBezTo>
                    <a:pt x="76" y="68"/>
                    <a:pt x="47" y="46"/>
                    <a:pt x="38" y="14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702" y="38"/>
                    <a:pt x="702" y="38"/>
                    <a:pt x="702" y="38"/>
                  </a:cubicBezTo>
                  <a:cubicBezTo>
                    <a:pt x="702" y="19"/>
                    <a:pt x="702" y="19"/>
                    <a:pt x="702" y="19"/>
                  </a:cubicBezTo>
                  <a:cubicBezTo>
                    <a:pt x="684" y="14"/>
                    <a:pt x="684" y="14"/>
                    <a:pt x="684" y="14"/>
                  </a:cubicBezTo>
                  <a:cubicBezTo>
                    <a:pt x="702" y="19"/>
                    <a:pt x="702" y="19"/>
                    <a:pt x="702" y="19"/>
                  </a:cubicBezTo>
                  <a:cubicBezTo>
                    <a:pt x="702" y="0"/>
                    <a:pt x="702" y="0"/>
                    <a:pt x="702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4" y="0"/>
                    <a:pt x="9" y="3"/>
                    <a:pt x="5" y="7"/>
                  </a:cubicBezTo>
                  <a:cubicBezTo>
                    <a:pt x="2" y="12"/>
                    <a:pt x="0" y="18"/>
                    <a:pt x="2" y="24"/>
                  </a:cubicBezTo>
                  <a:cubicBezTo>
                    <a:pt x="15" y="72"/>
                    <a:pt x="59" y="106"/>
                    <a:pt x="109" y="106"/>
                  </a:cubicBezTo>
                  <a:cubicBezTo>
                    <a:pt x="614" y="106"/>
                    <a:pt x="614" y="106"/>
                    <a:pt x="614" y="106"/>
                  </a:cubicBezTo>
                  <a:cubicBezTo>
                    <a:pt x="664" y="106"/>
                    <a:pt x="708" y="72"/>
                    <a:pt x="720" y="24"/>
                  </a:cubicBezTo>
                  <a:cubicBezTo>
                    <a:pt x="722" y="18"/>
                    <a:pt x="721" y="12"/>
                    <a:pt x="717" y="7"/>
                  </a:cubicBezTo>
                  <a:cubicBezTo>
                    <a:pt x="714" y="3"/>
                    <a:pt x="708" y="0"/>
                    <a:pt x="702" y="0"/>
                  </a:cubicBezTo>
                  <a:lnTo>
                    <a:pt x="702" y="19"/>
                  </a:ln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39" name="ï$líḋè"/>
            <p:cNvSpPr/>
            <p:nvPr/>
          </p:nvSpPr>
          <p:spPr bwMode="auto">
            <a:xfrm>
              <a:off x="4511727" y="2845524"/>
              <a:ext cx="211435" cy="84413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0" name="ïs1iḓè"/>
            <p:cNvSpPr/>
            <p:nvPr/>
          </p:nvSpPr>
          <p:spPr bwMode="auto">
            <a:xfrm>
              <a:off x="4598966" y="2769424"/>
              <a:ext cx="163575" cy="76100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1" name="iślîḋé"/>
            <p:cNvSpPr/>
            <p:nvPr/>
          </p:nvSpPr>
          <p:spPr bwMode="auto">
            <a:xfrm>
              <a:off x="4452354" y="2769424"/>
              <a:ext cx="587050" cy="76100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2" name="îşļîḓê"/>
            <p:cNvSpPr/>
            <p:nvPr/>
          </p:nvSpPr>
          <p:spPr bwMode="auto">
            <a:xfrm>
              <a:off x="4445085" y="2761751"/>
              <a:ext cx="601590" cy="91447"/>
            </a:xfrm>
            <a:custGeom>
              <a:avLst/>
              <a:gdLst>
                <a:gd name="T0" fmla="*/ 981 w 993"/>
                <a:gd name="T1" fmla="*/ 131 h 143"/>
                <a:gd name="T2" fmla="*/ 981 w 993"/>
                <a:gd name="T3" fmla="*/ 119 h 143"/>
                <a:gd name="T4" fmla="*/ 24 w 993"/>
                <a:gd name="T5" fmla="*/ 119 h 143"/>
                <a:gd name="T6" fmla="*/ 24 w 993"/>
                <a:gd name="T7" fmla="*/ 24 h 143"/>
                <a:gd name="T8" fmla="*/ 969 w 993"/>
                <a:gd name="T9" fmla="*/ 24 h 143"/>
                <a:gd name="T10" fmla="*/ 969 w 993"/>
                <a:gd name="T11" fmla="*/ 131 h 143"/>
                <a:gd name="T12" fmla="*/ 981 w 993"/>
                <a:gd name="T13" fmla="*/ 131 h 143"/>
                <a:gd name="T14" fmla="*/ 981 w 993"/>
                <a:gd name="T15" fmla="*/ 119 h 143"/>
                <a:gd name="T16" fmla="*/ 981 w 993"/>
                <a:gd name="T17" fmla="*/ 131 h 143"/>
                <a:gd name="T18" fmla="*/ 993 w 993"/>
                <a:gd name="T19" fmla="*/ 131 h 143"/>
                <a:gd name="T20" fmla="*/ 993 w 993"/>
                <a:gd name="T21" fmla="*/ 0 h 143"/>
                <a:gd name="T22" fmla="*/ 0 w 993"/>
                <a:gd name="T23" fmla="*/ 0 h 143"/>
                <a:gd name="T24" fmla="*/ 0 w 993"/>
                <a:gd name="T25" fmla="*/ 143 h 143"/>
                <a:gd name="T26" fmla="*/ 993 w 993"/>
                <a:gd name="T27" fmla="*/ 143 h 143"/>
                <a:gd name="T28" fmla="*/ 993 w 993"/>
                <a:gd name="T29" fmla="*/ 131 h 143"/>
                <a:gd name="T30" fmla="*/ 981 w 993"/>
                <a:gd name="T31" fmla="*/ 131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93" h="143">
                  <a:moveTo>
                    <a:pt x="981" y="131"/>
                  </a:moveTo>
                  <a:lnTo>
                    <a:pt x="981" y="119"/>
                  </a:lnTo>
                  <a:lnTo>
                    <a:pt x="24" y="119"/>
                  </a:lnTo>
                  <a:lnTo>
                    <a:pt x="24" y="24"/>
                  </a:lnTo>
                  <a:lnTo>
                    <a:pt x="969" y="24"/>
                  </a:lnTo>
                  <a:lnTo>
                    <a:pt x="969" y="131"/>
                  </a:lnTo>
                  <a:lnTo>
                    <a:pt x="981" y="131"/>
                  </a:lnTo>
                  <a:lnTo>
                    <a:pt x="981" y="119"/>
                  </a:lnTo>
                  <a:lnTo>
                    <a:pt x="981" y="131"/>
                  </a:lnTo>
                  <a:lnTo>
                    <a:pt x="993" y="131"/>
                  </a:lnTo>
                  <a:lnTo>
                    <a:pt x="993" y="0"/>
                  </a:lnTo>
                  <a:lnTo>
                    <a:pt x="0" y="0"/>
                  </a:lnTo>
                  <a:lnTo>
                    <a:pt x="0" y="143"/>
                  </a:lnTo>
                  <a:lnTo>
                    <a:pt x="993" y="143"/>
                  </a:lnTo>
                  <a:lnTo>
                    <a:pt x="993" y="131"/>
                  </a:lnTo>
                  <a:lnTo>
                    <a:pt x="981" y="131"/>
                  </a:ln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3" name="îsľïḋê"/>
            <p:cNvSpPr/>
            <p:nvPr/>
          </p:nvSpPr>
          <p:spPr bwMode="auto">
            <a:xfrm>
              <a:off x="4591697" y="2761751"/>
              <a:ext cx="14540" cy="91447"/>
            </a:xfrm>
            <a:custGeom>
              <a:avLst/>
              <a:gdLst>
                <a:gd name="T0" fmla="*/ 0 w 38"/>
                <a:gd name="T1" fmla="*/ 19 h 227"/>
                <a:gd name="T2" fmla="*/ 0 w 38"/>
                <a:gd name="T3" fmla="*/ 209 h 227"/>
                <a:gd name="T4" fmla="*/ 19 w 38"/>
                <a:gd name="T5" fmla="*/ 227 h 227"/>
                <a:gd name="T6" fmla="*/ 38 w 38"/>
                <a:gd name="T7" fmla="*/ 209 h 227"/>
                <a:gd name="T8" fmla="*/ 38 w 38"/>
                <a:gd name="T9" fmla="*/ 19 h 227"/>
                <a:gd name="T10" fmla="*/ 19 w 38"/>
                <a:gd name="T11" fmla="*/ 0 h 227"/>
                <a:gd name="T12" fmla="*/ 0 w 38"/>
                <a:gd name="T13" fmla="*/ 19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227">
                  <a:moveTo>
                    <a:pt x="0" y="19"/>
                  </a:moveTo>
                  <a:cubicBezTo>
                    <a:pt x="0" y="209"/>
                    <a:pt x="0" y="209"/>
                    <a:pt x="0" y="209"/>
                  </a:cubicBezTo>
                  <a:cubicBezTo>
                    <a:pt x="0" y="219"/>
                    <a:pt x="9" y="227"/>
                    <a:pt x="19" y="227"/>
                  </a:cubicBezTo>
                  <a:cubicBezTo>
                    <a:pt x="30" y="227"/>
                    <a:pt x="38" y="219"/>
                    <a:pt x="38" y="20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8" y="9"/>
                    <a:pt x="30" y="0"/>
                    <a:pt x="19" y="0"/>
                  </a:cubicBezTo>
                  <a:cubicBezTo>
                    <a:pt x="9" y="0"/>
                    <a:pt x="0" y="9"/>
                    <a:pt x="0" y="19"/>
                  </a:cubicBezTo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4" name="iŝľíḓe"/>
            <p:cNvSpPr/>
            <p:nvPr/>
          </p:nvSpPr>
          <p:spPr bwMode="auto">
            <a:xfrm>
              <a:off x="4755876" y="2761751"/>
              <a:ext cx="13934" cy="91447"/>
            </a:xfrm>
            <a:custGeom>
              <a:avLst/>
              <a:gdLst>
                <a:gd name="T0" fmla="*/ 0 w 37"/>
                <a:gd name="T1" fmla="*/ 19 h 227"/>
                <a:gd name="T2" fmla="*/ 0 w 37"/>
                <a:gd name="T3" fmla="*/ 209 h 227"/>
                <a:gd name="T4" fmla="*/ 18 w 37"/>
                <a:gd name="T5" fmla="*/ 227 h 227"/>
                <a:gd name="T6" fmla="*/ 37 w 37"/>
                <a:gd name="T7" fmla="*/ 209 h 227"/>
                <a:gd name="T8" fmla="*/ 37 w 37"/>
                <a:gd name="T9" fmla="*/ 19 h 227"/>
                <a:gd name="T10" fmla="*/ 18 w 37"/>
                <a:gd name="T11" fmla="*/ 0 h 227"/>
                <a:gd name="T12" fmla="*/ 0 w 37"/>
                <a:gd name="T13" fmla="*/ 19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227">
                  <a:moveTo>
                    <a:pt x="0" y="19"/>
                  </a:moveTo>
                  <a:cubicBezTo>
                    <a:pt x="0" y="209"/>
                    <a:pt x="0" y="209"/>
                    <a:pt x="0" y="209"/>
                  </a:cubicBezTo>
                  <a:cubicBezTo>
                    <a:pt x="0" y="219"/>
                    <a:pt x="8" y="227"/>
                    <a:pt x="18" y="227"/>
                  </a:cubicBezTo>
                  <a:cubicBezTo>
                    <a:pt x="29" y="227"/>
                    <a:pt x="37" y="219"/>
                    <a:pt x="37" y="20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9"/>
                    <a:pt x="29" y="0"/>
                    <a:pt x="18" y="0"/>
                  </a:cubicBezTo>
                  <a:cubicBezTo>
                    <a:pt x="8" y="0"/>
                    <a:pt x="0" y="9"/>
                    <a:pt x="0" y="19"/>
                  </a:cubicBezTo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5" name="îşļîḓe"/>
            <p:cNvSpPr/>
            <p:nvPr/>
          </p:nvSpPr>
          <p:spPr bwMode="auto">
            <a:xfrm>
              <a:off x="4378444" y="2834014"/>
              <a:ext cx="716698" cy="118307"/>
            </a:xfrm>
            <a:custGeom>
              <a:avLst/>
              <a:gdLst>
                <a:gd name="T0" fmla="*/ 1166 w 1183"/>
                <a:gd name="T1" fmla="*/ 167 h 185"/>
                <a:gd name="T2" fmla="*/ 1166 w 1183"/>
                <a:gd name="T3" fmla="*/ 150 h 185"/>
                <a:gd name="T4" fmla="*/ 35 w 1183"/>
                <a:gd name="T5" fmla="*/ 150 h 185"/>
                <a:gd name="T6" fmla="*/ 35 w 1183"/>
                <a:gd name="T7" fmla="*/ 36 h 185"/>
                <a:gd name="T8" fmla="*/ 1148 w 1183"/>
                <a:gd name="T9" fmla="*/ 36 h 185"/>
                <a:gd name="T10" fmla="*/ 1148 w 1183"/>
                <a:gd name="T11" fmla="*/ 167 h 185"/>
                <a:gd name="T12" fmla="*/ 1166 w 1183"/>
                <a:gd name="T13" fmla="*/ 167 h 185"/>
                <a:gd name="T14" fmla="*/ 1166 w 1183"/>
                <a:gd name="T15" fmla="*/ 150 h 185"/>
                <a:gd name="T16" fmla="*/ 1166 w 1183"/>
                <a:gd name="T17" fmla="*/ 167 h 185"/>
                <a:gd name="T18" fmla="*/ 1183 w 1183"/>
                <a:gd name="T19" fmla="*/ 167 h 185"/>
                <a:gd name="T20" fmla="*/ 1183 w 1183"/>
                <a:gd name="T21" fmla="*/ 0 h 185"/>
                <a:gd name="T22" fmla="*/ 0 w 1183"/>
                <a:gd name="T23" fmla="*/ 0 h 185"/>
                <a:gd name="T24" fmla="*/ 0 w 1183"/>
                <a:gd name="T25" fmla="*/ 185 h 185"/>
                <a:gd name="T26" fmla="*/ 1183 w 1183"/>
                <a:gd name="T27" fmla="*/ 185 h 185"/>
                <a:gd name="T28" fmla="*/ 1183 w 1183"/>
                <a:gd name="T29" fmla="*/ 167 h 185"/>
                <a:gd name="T30" fmla="*/ 1166 w 1183"/>
                <a:gd name="T31" fmla="*/ 167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83" h="185">
                  <a:moveTo>
                    <a:pt x="1166" y="167"/>
                  </a:moveTo>
                  <a:lnTo>
                    <a:pt x="1166" y="150"/>
                  </a:lnTo>
                  <a:lnTo>
                    <a:pt x="35" y="150"/>
                  </a:lnTo>
                  <a:lnTo>
                    <a:pt x="35" y="36"/>
                  </a:lnTo>
                  <a:lnTo>
                    <a:pt x="1148" y="36"/>
                  </a:lnTo>
                  <a:lnTo>
                    <a:pt x="1148" y="167"/>
                  </a:lnTo>
                  <a:lnTo>
                    <a:pt x="1166" y="167"/>
                  </a:lnTo>
                  <a:lnTo>
                    <a:pt x="1166" y="150"/>
                  </a:lnTo>
                  <a:lnTo>
                    <a:pt x="1166" y="167"/>
                  </a:lnTo>
                  <a:lnTo>
                    <a:pt x="1183" y="167"/>
                  </a:lnTo>
                  <a:lnTo>
                    <a:pt x="1183" y="0"/>
                  </a:lnTo>
                  <a:lnTo>
                    <a:pt x="0" y="0"/>
                  </a:lnTo>
                  <a:lnTo>
                    <a:pt x="0" y="185"/>
                  </a:lnTo>
                  <a:lnTo>
                    <a:pt x="1183" y="185"/>
                  </a:lnTo>
                  <a:lnTo>
                    <a:pt x="1183" y="167"/>
                  </a:lnTo>
                  <a:lnTo>
                    <a:pt x="1166" y="167"/>
                  </a:ln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6" name="ïšḷiďe"/>
            <p:cNvSpPr/>
            <p:nvPr/>
          </p:nvSpPr>
          <p:spPr bwMode="auto">
            <a:xfrm>
              <a:off x="4504456" y="2837851"/>
              <a:ext cx="14540" cy="110632"/>
            </a:xfrm>
            <a:custGeom>
              <a:avLst/>
              <a:gdLst>
                <a:gd name="T0" fmla="*/ 0 w 38"/>
                <a:gd name="T1" fmla="*/ 19 h 274"/>
                <a:gd name="T2" fmla="*/ 0 w 38"/>
                <a:gd name="T3" fmla="*/ 255 h 274"/>
                <a:gd name="T4" fmla="*/ 19 w 38"/>
                <a:gd name="T5" fmla="*/ 274 h 274"/>
                <a:gd name="T6" fmla="*/ 38 w 38"/>
                <a:gd name="T7" fmla="*/ 255 h 274"/>
                <a:gd name="T8" fmla="*/ 38 w 38"/>
                <a:gd name="T9" fmla="*/ 19 h 274"/>
                <a:gd name="T10" fmla="*/ 19 w 38"/>
                <a:gd name="T11" fmla="*/ 0 h 274"/>
                <a:gd name="T12" fmla="*/ 0 w 38"/>
                <a:gd name="T13" fmla="*/ 19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274">
                  <a:moveTo>
                    <a:pt x="0" y="19"/>
                  </a:moveTo>
                  <a:cubicBezTo>
                    <a:pt x="0" y="255"/>
                    <a:pt x="0" y="255"/>
                    <a:pt x="0" y="255"/>
                  </a:cubicBezTo>
                  <a:cubicBezTo>
                    <a:pt x="0" y="265"/>
                    <a:pt x="9" y="274"/>
                    <a:pt x="19" y="274"/>
                  </a:cubicBezTo>
                  <a:cubicBezTo>
                    <a:pt x="30" y="274"/>
                    <a:pt x="38" y="265"/>
                    <a:pt x="38" y="255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8" y="8"/>
                    <a:pt x="30" y="0"/>
                    <a:pt x="19" y="0"/>
                  </a:cubicBezTo>
                  <a:cubicBezTo>
                    <a:pt x="9" y="0"/>
                    <a:pt x="0" y="8"/>
                    <a:pt x="0" y="19"/>
                  </a:cubicBezTo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7" name="iṡḷiḋé"/>
            <p:cNvSpPr/>
            <p:nvPr/>
          </p:nvSpPr>
          <p:spPr bwMode="auto">
            <a:xfrm>
              <a:off x="4716497" y="2841048"/>
              <a:ext cx="13934" cy="107435"/>
            </a:xfrm>
            <a:custGeom>
              <a:avLst/>
              <a:gdLst>
                <a:gd name="T0" fmla="*/ 0 w 37"/>
                <a:gd name="T1" fmla="*/ 18 h 267"/>
                <a:gd name="T2" fmla="*/ 0 w 37"/>
                <a:gd name="T3" fmla="*/ 248 h 267"/>
                <a:gd name="T4" fmla="*/ 18 w 37"/>
                <a:gd name="T5" fmla="*/ 267 h 267"/>
                <a:gd name="T6" fmla="*/ 37 w 37"/>
                <a:gd name="T7" fmla="*/ 248 h 267"/>
                <a:gd name="T8" fmla="*/ 37 w 37"/>
                <a:gd name="T9" fmla="*/ 18 h 267"/>
                <a:gd name="T10" fmla="*/ 18 w 37"/>
                <a:gd name="T11" fmla="*/ 0 h 267"/>
                <a:gd name="T12" fmla="*/ 0 w 37"/>
                <a:gd name="T13" fmla="*/ 18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267">
                  <a:moveTo>
                    <a:pt x="0" y="18"/>
                  </a:moveTo>
                  <a:cubicBezTo>
                    <a:pt x="0" y="248"/>
                    <a:pt x="0" y="248"/>
                    <a:pt x="0" y="248"/>
                  </a:cubicBezTo>
                  <a:cubicBezTo>
                    <a:pt x="0" y="258"/>
                    <a:pt x="8" y="267"/>
                    <a:pt x="18" y="267"/>
                  </a:cubicBezTo>
                  <a:cubicBezTo>
                    <a:pt x="29" y="267"/>
                    <a:pt x="37" y="258"/>
                    <a:pt x="37" y="248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8"/>
                    <a:pt x="29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8" name="iśľíḓe"/>
            <p:cNvSpPr/>
            <p:nvPr/>
          </p:nvSpPr>
          <p:spPr bwMode="auto">
            <a:xfrm>
              <a:off x="4560798" y="2877499"/>
              <a:ext cx="13934" cy="30695"/>
            </a:xfrm>
            <a:prstGeom prst="rect">
              <a:avLst/>
            </a:pr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49" name="ïSḻíḓê"/>
            <p:cNvSpPr/>
            <p:nvPr/>
          </p:nvSpPr>
          <p:spPr bwMode="auto">
            <a:xfrm>
              <a:off x="4560798" y="2877499"/>
              <a:ext cx="13934" cy="30695"/>
            </a:xfrm>
            <a:custGeom>
              <a:avLst/>
              <a:gdLst>
                <a:gd name="T0" fmla="*/ 0 w 23"/>
                <a:gd name="T1" fmla="*/ 0 h 48"/>
                <a:gd name="T2" fmla="*/ 0 w 23"/>
                <a:gd name="T3" fmla="*/ 48 h 48"/>
                <a:gd name="T4" fmla="*/ 23 w 23"/>
                <a:gd name="T5" fmla="*/ 48 h 48"/>
                <a:gd name="T6" fmla="*/ 23 w 23"/>
                <a:gd name="T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48">
                  <a:moveTo>
                    <a:pt x="0" y="0"/>
                  </a:moveTo>
                  <a:lnTo>
                    <a:pt x="0" y="48"/>
                  </a:lnTo>
                  <a:lnTo>
                    <a:pt x="23" y="48"/>
                  </a:lnTo>
                  <a:lnTo>
                    <a:pt x="2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50" name="išļiďè"/>
            <p:cNvSpPr/>
            <p:nvPr/>
          </p:nvSpPr>
          <p:spPr bwMode="auto">
            <a:xfrm>
              <a:off x="4600783" y="2877499"/>
              <a:ext cx="14540" cy="30695"/>
            </a:xfrm>
            <a:prstGeom prst="rect">
              <a:avLst/>
            </a:pr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51" name="išlíḑê"/>
            <p:cNvSpPr/>
            <p:nvPr/>
          </p:nvSpPr>
          <p:spPr bwMode="auto">
            <a:xfrm>
              <a:off x="4600783" y="2877499"/>
              <a:ext cx="14540" cy="30695"/>
            </a:xfrm>
            <a:custGeom>
              <a:avLst/>
              <a:gdLst>
                <a:gd name="T0" fmla="*/ 0 w 24"/>
                <a:gd name="T1" fmla="*/ 0 h 48"/>
                <a:gd name="T2" fmla="*/ 0 w 24"/>
                <a:gd name="T3" fmla="*/ 48 h 48"/>
                <a:gd name="T4" fmla="*/ 24 w 24"/>
                <a:gd name="T5" fmla="*/ 48 h 48"/>
                <a:gd name="T6" fmla="*/ 24 w 24"/>
                <a:gd name="T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48">
                  <a:moveTo>
                    <a:pt x="0" y="0"/>
                  </a:moveTo>
                  <a:lnTo>
                    <a:pt x="0" y="48"/>
                  </a:lnTo>
                  <a:lnTo>
                    <a:pt x="24" y="48"/>
                  </a:lnTo>
                  <a:lnTo>
                    <a:pt x="2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52" name="iślíḑê"/>
            <p:cNvSpPr/>
            <p:nvPr/>
          </p:nvSpPr>
          <p:spPr bwMode="auto">
            <a:xfrm>
              <a:off x="4369962" y="2933135"/>
              <a:ext cx="3378114" cy="81215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53" name="ïSļïḋè"/>
            <p:cNvSpPr/>
            <p:nvPr/>
          </p:nvSpPr>
          <p:spPr bwMode="auto">
            <a:xfrm>
              <a:off x="4359057" y="2921623"/>
              <a:ext cx="3399923" cy="104238"/>
            </a:xfrm>
            <a:custGeom>
              <a:avLst/>
              <a:gdLst>
                <a:gd name="T0" fmla="*/ 5594 w 5612"/>
                <a:gd name="T1" fmla="*/ 145 h 163"/>
                <a:gd name="T2" fmla="*/ 5594 w 5612"/>
                <a:gd name="T3" fmla="*/ 127 h 163"/>
                <a:gd name="T4" fmla="*/ 36 w 5612"/>
                <a:gd name="T5" fmla="*/ 127 h 163"/>
                <a:gd name="T6" fmla="*/ 36 w 5612"/>
                <a:gd name="T7" fmla="*/ 35 h 163"/>
                <a:gd name="T8" fmla="*/ 5576 w 5612"/>
                <a:gd name="T9" fmla="*/ 35 h 163"/>
                <a:gd name="T10" fmla="*/ 5576 w 5612"/>
                <a:gd name="T11" fmla="*/ 145 h 163"/>
                <a:gd name="T12" fmla="*/ 5594 w 5612"/>
                <a:gd name="T13" fmla="*/ 145 h 163"/>
                <a:gd name="T14" fmla="*/ 5594 w 5612"/>
                <a:gd name="T15" fmla="*/ 127 h 163"/>
                <a:gd name="T16" fmla="*/ 5594 w 5612"/>
                <a:gd name="T17" fmla="*/ 145 h 163"/>
                <a:gd name="T18" fmla="*/ 5612 w 5612"/>
                <a:gd name="T19" fmla="*/ 145 h 163"/>
                <a:gd name="T20" fmla="*/ 5612 w 5612"/>
                <a:gd name="T21" fmla="*/ 0 h 163"/>
                <a:gd name="T22" fmla="*/ 0 w 5612"/>
                <a:gd name="T23" fmla="*/ 0 h 163"/>
                <a:gd name="T24" fmla="*/ 0 w 5612"/>
                <a:gd name="T25" fmla="*/ 163 h 163"/>
                <a:gd name="T26" fmla="*/ 5612 w 5612"/>
                <a:gd name="T27" fmla="*/ 163 h 163"/>
                <a:gd name="T28" fmla="*/ 5612 w 5612"/>
                <a:gd name="T29" fmla="*/ 145 h 163"/>
                <a:gd name="T30" fmla="*/ 5594 w 5612"/>
                <a:gd name="T31" fmla="*/ 145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612" h="163">
                  <a:moveTo>
                    <a:pt x="5594" y="145"/>
                  </a:moveTo>
                  <a:lnTo>
                    <a:pt x="5594" y="127"/>
                  </a:lnTo>
                  <a:lnTo>
                    <a:pt x="36" y="127"/>
                  </a:lnTo>
                  <a:lnTo>
                    <a:pt x="36" y="35"/>
                  </a:lnTo>
                  <a:lnTo>
                    <a:pt x="5576" y="35"/>
                  </a:lnTo>
                  <a:lnTo>
                    <a:pt x="5576" y="145"/>
                  </a:lnTo>
                  <a:lnTo>
                    <a:pt x="5594" y="145"/>
                  </a:lnTo>
                  <a:lnTo>
                    <a:pt x="5594" y="127"/>
                  </a:lnTo>
                  <a:lnTo>
                    <a:pt x="5594" y="145"/>
                  </a:lnTo>
                  <a:lnTo>
                    <a:pt x="5612" y="145"/>
                  </a:lnTo>
                  <a:lnTo>
                    <a:pt x="5612" y="0"/>
                  </a:lnTo>
                  <a:lnTo>
                    <a:pt x="0" y="0"/>
                  </a:lnTo>
                  <a:lnTo>
                    <a:pt x="0" y="163"/>
                  </a:lnTo>
                  <a:lnTo>
                    <a:pt x="5612" y="163"/>
                  </a:lnTo>
                  <a:lnTo>
                    <a:pt x="5612" y="145"/>
                  </a:lnTo>
                  <a:lnTo>
                    <a:pt x="5594" y="145"/>
                  </a:ln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54" name="ïṡ1íďé"/>
            <p:cNvSpPr/>
            <p:nvPr/>
          </p:nvSpPr>
          <p:spPr bwMode="auto">
            <a:xfrm>
              <a:off x="4499004" y="3059754"/>
              <a:ext cx="982052" cy="180337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55" name="iŝ1ïdê"/>
            <p:cNvSpPr/>
            <p:nvPr/>
          </p:nvSpPr>
          <p:spPr bwMode="auto">
            <a:xfrm>
              <a:off x="4488099" y="3048243"/>
              <a:ext cx="1004468" cy="203358"/>
            </a:xfrm>
            <a:custGeom>
              <a:avLst/>
              <a:gdLst>
                <a:gd name="T0" fmla="*/ 29 w 2629"/>
                <a:gd name="T1" fmla="*/ 29 h 504"/>
                <a:gd name="T2" fmla="*/ 29 w 2629"/>
                <a:gd name="T3" fmla="*/ 57 h 504"/>
                <a:gd name="T4" fmla="*/ 2572 w 2629"/>
                <a:gd name="T5" fmla="*/ 57 h 504"/>
                <a:gd name="T6" fmla="*/ 2572 w 2629"/>
                <a:gd name="T7" fmla="*/ 447 h 504"/>
                <a:gd name="T8" fmla="*/ 57 w 2629"/>
                <a:gd name="T9" fmla="*/ 447 h 504"/>
                <a:gd name="T10" fmla="*/ 57 w 2629"/>
                <a:gd name="T11" fmla="*/ 29 h 504"/>
                <a:gd name="T12" fmla="*/ 29 w 2629"/>
                <a:gd name="T13" fmla="*/ 29 h 504"/>
                <a:gd name="T14" fmla="*/ 29 w 2629"/>
                <a:gd name="T15" fmla="*/ 57 h 504"/>
                <a:gd name="T16" fmla="*/ 29 w 2629"/>
                <a:gd name="T17" fmla="*/ 29 h 504"/>
                <a:gd name="T18" fmla="*/ 0 w 2629"/>
                <a:gd name="T19" fmla="*/ 29 h 504"/>
                <a:gd name="T20" fmla="*/ 0 w 2629"/>
                <a:gd name="T21" fmla="*/ 476 h 504"/>
                <a:gd name="T22" fmla="*/ 9 w 2629"/>
                <a:gd name="T23" fmla="*/ 496 h 504"/>
                <a:gd name="T24" fmla="*/ 29 w 2629"/>
                <a:gd name="T25" fmla="*/ 504 h 504"/>
                <a:gd name="T26" fmla="*/ 2600 w 2629"/>
                <a:gd name="T27" fmla="*/ 504 h 504"/>
                <a:gd name="T28" fmla="*/ 2620 w 2629"/>
                <a:gd name="T29" fmla="*/ 496 h 504"/>
                <a:gd name="T30" fmla="*/ 2629 w 2629"/>
                <a:gd name="T31" fmla="*/ 476 h 504"/>
                <a:gd name="T32" fmla="*/ 2629 w 2629"/>
                <a:gd name="T33" fmla="*/ 29 h 504"/>
                <a:gd name="T34" fmla="*/ 2620 w 2629"/>
                <a:gd name="T35" fmla="*/ 9 h 504"/>
                <a:gd name="T36" fmla="*/ 2600 w 2629"/>
                <a:gd name="T37" fmla="*/ 0 h 504"/>
                <a:gd name="T38" fmla="*/ 29 w 2629"/>
                <a:gd name="T39" fmla="*/ 0 h 504"/>
                <a:gd name="T40" fmla="*/ 9 w 2629"/>
                <a:gd name="T41" fmla="*/ 9 h 504"/>
                <a:gd name="T42" fmla="*/ 0 w 2629"/>
                <a:gd name="T43" fmla="*/ 29 h 504"/>
                <a:gd name="T44" fmla="*/ 29 w 2629"/>
                <a:gd name="T45" fmla="*/ 29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29" h="504">
                  <a:moveTo>
                    <a:pt x="29" y="29"/>
                  </a:moveTo>
                  <a:cubicBezTo>
                    <a:pt x="29" y="57"/>
                    <a:pt x="29" y="57"/>
                    <a:pt x="29" y="57"/>
                  </a:cubicBezTo>
                  <a:cubicBezTo>
                    <a:pt x="2572" y="57"/>
                    <a:pt x="2572" y="57"/>
                    <a:pt x="2572" y="57"/>
                  </a:cubicBezTo>
                  <a:cubicBezTo>
                    <a:pt x="2572" y="447"/>
                    <a:pt x="2572" y="447"/>
                    <a:pt x="2572" y="447"/>
                  </a:cubicBezTo>
                  <a:cubicBezTo>
                    <a:pt x="57" y="447"/>
                    <a:pt x="57" y="447"/>
                    <a:pt x="57" y="447"/>
                  </a:cubicBezTo>
                  <a:cubicBezTo>
                    <a:pt x="57" y="29"/>
                    <a:pt x="57" y="29"/>
                    <a:pt x="57" y="29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76"/>
                    <a:pt x="0" y="476"/>
                    <a:pt x="0" y="476"/>
                  </a:cubicBezTo>
                  <a:cubicBezTo>
                    <a:pt x="0" y="483"/>
                    <a:pt x="3" y="490"/>
                    <a:pt x="9" y="496"/>
                  </a:cubicBezTo>
                  <a:cubicBezTo>
                    <a:pt x="14" y="501"/>
                    <a:pt x="21" y="504"/>
                    <a:pt x="29" y="504"/>
                  </a:cubicBezTo>
                  <a:cubicBezTo>
                    <a:pt x="2600" y="504"/>
                    <a:pt x="2600" y="504"/>
                    <a:pt x="2600" y="504"/>
                  </a:cubicBezTo>
                  <a:cubicBezTo>
                    <a:pt x="2608" y="504"/>
                    <a:pt x="2615" y="501"/>
                    <a:pt x="2620" y="496"/>
                  </a:cubicBezTo>
                  <a:cubicBezTo>
                    <a:pt x="2626" y="490"/>
                    <a:pt x="2629" y="483"/>
                    <a:pt x="2629" y="476"/>
                  </a:cubicBezTo>
                  <a:cubicBezTo>
                    <a:pt x="2629" y="29"/>
                    <a:pt x="2629" y="29"/>
                    <a:pt x="2629" y="29"/>
                  </a:cubicBezTo>
                  <a:cubicBezTo>
                    <a:pt x="2629" y="21"/>
                    <a:pt x="2626" y="14"/>
                    <a:pt x="2620" y="9"/>
                  </a:cubicBezTo>
                  <a:cubicBezTo>
                    <a:pt x="2615" y="3"/>
                    <a:pt x="2608" y="0"/>
                    <a:pt x="260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1" y="0"/>
                    <a:pt x="14" y="3"/>
                    <a:pt x="9" y="9"/>
                  </a:cubicBezTo>
                  <a:cubicBezTo>
                    <a:pt x="3" y="14"/>
                    <a:pt x="0" y="21"/>
                    <a:pt x="0" y="29"/>
                  </a:cubicBezTo>
                  <a:lnTo>
                    <a:pt x="29" y="29"/>
                  </a:ln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56" name="íşľídè"/>
            <p:cNvSpPr/>
            <p:nvPr/>
          </p:nvSpPr>
          <p:spPr bwMode="auto">
            <a:xfrm>
              <a:off x="5567689" y="3059754"/>
              <a:ext cx="982659" cy="180337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57" name="íṣḷídé"/>
            <p:cNvSpPr/>
            <p:nvPr/>
          </p:nvSpPr>
          <p:spPr bwMode="auto">
            <a:xfrm>
              <a:off x="5556785" y="3048243"/>
              <a:ext cx="1004468" cy="203358"/>
            </a:xfrm>
            <a:custGeom>
              <a:avLst/>
              <a:gdLst>
                <a:gd name="T0" fmla="*/ 28 w 2628"/>
                <a:gd name="T1" fmla="*/ 29 h 504"/>
                <a:gd name="T2" fmla="*/ 28 w 2628"/>
                <a:gd name="T3" fmla="*/ 57 h 504"/>
                <a:gd name="T4" fmla="*/ 2572 w 2628"/>
                <a:gd name="T5" fmla="*/ 57 h 504"/>
                <a:gd name="T6" fmla="*/ 2572 w 2628"/>
                <a:gd name="T7" fmla="*/ 447 h 504"/>
                <a:gd name="T8" fmla="*/ 57 w 2628"/>
                <a:gd name="T9" fmla="*/ 447 h 504"/>
                <a:gd name="T10" fmla="*/ 57 w 2628"/>
                <a:gd name="T11" fmla="*/ 29 h 504"/>
                <a:gd name="T12" fmla="*/ 28 w 2628"/>
                <a:gd name="T13" fmla="*/ 29 h 504"/>
                <a:gd name="T14" fmla="*/ 28 w 2628"/>
                <a:gd name="T15" fmla="*/ 57 h 504"/>
                <a:gd name="T16" fmla="*/ 28 w 2628"/>
                <a:gd name="T17" fmla="*/ 29 h 504"/>
                <a:gd name="T18" fmla="*/ 0 w 2628"/>
                <a:gd name="T19" fmla="*/ 29 h 504"/>
                <a:gd name="T20" fmla="*/ 0 w 2628"/>
                <a:gd name="T21" fmla="*/ 476 h 504"/>
                <a:gd name="T22" fmla="*/ 8 w 2628"/>
                <a:gd name="T23" fmla="*/ 496 h 504"/>
                <a:gd name="T24" fmla="*/ 28 w 2628"/>
                <a:gd name="T25" fmla="*/ 504 h 504"/>
                <a:gd name="T26" fmla="*/ 2600 w 2628"/>
                <a:gd name="T27" fmla="*/ 504 h 504"/>
                <a:gd name="T28" fmla="*/ 2620 w 2628"/>
                <a:gd name="T29" fmla="*/ 496 h 504"/>
                <a:gd name="T30" fmla="*/ 2628 w 2628"/>
                <a:gd name="T31" fmla="*/ 476 h 504"/>
                <a:gd name="T32" fmla="*/ 2628 w 2628"/>
                <a:gd name="T33" fmla="*/ 29 h 504"/>
                <a:gd name="T34" fmla="*/ 2620 w 2628"/>
                <a:gd name="T35" fmla="*/ 9 h 504"/>
                <a:gd name="T36" fmla="*/ 2600 w 2628"/>
                <a:gd name="T37" fmla="*/ 0 h 504"/>
                <a:gd name="T38" fmla="*/ 28 w 2628"/>
                <a:gd name="T39" fmla="*/ 0 h 504"/>
                <a:gd name="T40" fmla="*/ 8 w 2628"/>
                <a:gd name="T41" fmla="*/ 9 h 504"/>
                <a:gd name="T42" fmla="*/ 0 w 2628"/>
                <a:gd name="T43" fmla="*/ 29 h 504"/>
                <a:gd name="T44" fmla="*/ 28 w 2628"/>
                <a:gd name="T45" fmla="*/ 29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28" h="504">
                  <a:moveTo>
                    <a:pt x="28" y="29"/>
                  </a:moveTo>
                  <a:cubicBezTo>
                    <a:pt x="28" y="57"/>
                    <a:pt x="28" y="57"/>
                    <a:pt x="28" y="57"/>
                  </a:cubicBezTo>
                  <a:cubicBezTo>
                    <a:pt x="2572" y="57"/>
                    <a:pt x="2572" y="57"/>
                    <a:pt x="2572" y="57"/>
                  </a:cubicBezTo>
                  <a:cubicBezTo>
                    <a:pt x="2572" y="447"/>
                    <a:pt x="2572" y="447"/>
                    <a:pt x="2572" y="447"/>
                  </a:cubicBezTo>
                  <a:cubicBezTo>
                    <a:pt x="57" y="447"/>
                    <a:pt x="57" y="447"/>
                    <a:pt x="57" y="447"/>
                  </a:cubicBezTo>
                  <a:cubicBezTo>
                    <a:pt x="57" y="29"/>
                    <a:pt x="57" y="29"/>
                    <a:pt x="57" y="29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76"/>
                    <a:pt x="0" y="476"/>
                    <a:pt x="0" y="476"/>
                  </a:cubicBezTo>
                  <a:cubicBezTo>
                    <a:pt x="0" y="483"/>
                    <a:pt x="3" y="490"/>
                    <a:pt x="8" y="496"/>
                  </a:cubicBezTo>
                  <a:cubicBezTo>
                    <a:pt x="14" y="501"/>
                    <a:pt x="21" y="504"/>
                    <a:pt x="28" y="504"/>
                  </a:cubicBezTo>
                  <a:cubicBezTo>
                    <a:pt x="2600" y="504"/>
                    <a:pt x="2600" y="504"/>
                    <a:pt x="2600" y="504"/>
                  </a:cubicBezTo>
                  <a:cubicBezTo>
                    <a:pt x="2608" y="504"/>
                    <a:pt x="2615" y="501"/>
                    <a:pt x="2620" y="496"/>
                  </a:cubicBezTo>
                  <a:cubicBezTo>
                    <a:pt x="2625" y="490"/>
                    <a:pt x="2628" y="483"/>
                    <a:pt x="2628" y="476"/>
                  </a:cubicBezTo>
                  <a:cubicBezTo>
                    <a:pt x="2628" y="29"/>
                    <a:pt x="2628" y="29"/>
                    <a:pt x="2628" y="29"/>
                  </a:cubicBezTo>
                  <a:cubicBezTo>
                    <a:pt x="2628" y="21"/>
                    <a:pt x="2625" y="14"/>
                    <a:pt x="2620" y="9"/>
                  </a:cubicBezTo>
                  <a:cubicBezTo>
                    <a:pt x="2615" y="3"/>
                    <a:pt x="2608" y="0"/>
                    <a:pt x="2600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1" y="0"/>
                    <a:pt x="14" y="3"/>
                    <a:pt x="8" y="9"/>
                  </a:cubicBezTo>
                  <a:cubicBezTo>
                    <a:pt x="3" y="14"/>
                    <a:pt x="0" y="21"/>
                    <a:pt x="0" y="29"/>
                  </a:cubicBezTo>
                  <a:lnTo>
                    <a:pt x="28" y="29"/>
                  </a:ln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58" name="ïṩľïḋê"/>
            <p:cNvSpPr/>
            <p:nvPr/>
          </p:nvSpPr>
          <p:spPr bwMode="auto">
            <a:xfrm>
              <a:off x="6636981" y="3059754"/>
              <a:ext cx="982659" cy="180337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59" name="íśļiḍé"/>
            <p:cNvSpPr/>
            <p:nvPr/>
          </p:nvSpPr>
          <p:spPr bwMode="auto">
            <a:xfrm>
              <a:off x="6626077" y="3048243"/>
              <a:ext cx="1003863" cy="203358"/>
            </a:xfrm>
            <a:custGeom>
              <a:avLst/>
              <a:gdLst>
                <a:gd name="T0" fmla="*/ 28 w 2628"/>
                <a:gd name="T1" fmla="*/ 29 h 504"/>
                <a:gd name="T2" fmla="*/ 28 w 2628"/>
                <a:gd name="T3" fmla="*/ 57 h 504"/>
                <a:gd name="T4" fmla="*/ 2571 w 2628"/>
                <a:gd name="T5" fmla="*/ 57 h 504"/>
                <a:gd name="T6" fmla="*/ 2571 w 2628"/>
                <a:gd name="T7" fmla="*/ 447 h 504"/>
                <a:gd name="T8" fmla="*/ 56 w 2628"/>
                <a:gd name="T9" fmla="*/ 447 h 504"/>
                <a:gd name="T10" fmla="*/ 56 w 2628"/>
                <a:gd name="T11" fmla="*/ 29 h 504"/>
                <a:gd name="T12" fmla="*/ 28 w 2628"/>
                <a:gd name="T13" fmla="*/ 29 h 504"/>
                <a:gd name="T14" fmla="*/ 28 w 2628"/>
                <a:gd name="T15" fmla="*/ 57 h 504"/>
                <a:gd name="T16" fmla="*/ 28 w 2628"/>
                <a:gd name="T17" fmla="*/ 29 h 504"/>
                <a:gd name="T18" fmla="*/ 0 w 2628"/>
                <a:gd name="T19" fmla="*/ 29 h 504"/>
                <a:gd name="T20" fmla="*/ 0 w 2628"/>
                <a:gd name="T21" fmla="*/ 476 h 504"/>
                <a:gd name="T22" fmla="*/ 8 w 2628"/>
                <a:gd name="T23" fmla="*/ 496 h 504"/>
                <a:gd name="T24" fmla="*/ 28 w 2628"/>
                <a:gd name="T25" fmla="*/ 504 h 504"/>
                <a:gd name="T26" fmla="*/ 2600 w 2628"/>
                <a:gd name="T27" fmla="*/ 504 h 504"/>
                <a:gd name="T28" fmla="*/ 2620 w 2628"/>
                <a:gd name="T29" fmla="*/ 496 h 504"/>
                <a:gd name="T30" fmla="*/ 2628 w 2628"/>
                <a:gd name="T31" fmla="*/ 476 h 504"/>
                <a:gd name="T32" fmla="*/ 2628 w 2628"/>
                <a:gd name="T33" fmla="*/ 29 h 504"/>
                <a:gd name="T34" fmla="*/ 2620 w 2628"/>
                <a:gd name="T35" fmla="*/ 9 h 504"/>
                <a:gd name="T36" fmla="*/ 2600 w 2628"/>
                <a:gd name="T37" fmla="*/ 0 h 504"/>
                <a:gd name="T38" fmla="*/ 28 w 2628"/>
                <a:gd name="T39" fmla="*/ 0 h 504"/>
                <a:gd name="T40" fmla="*/ 8 w 2628"/>
                <a:gd name="T41" fmla="*/ 9 h 504"/>
                <a:gd name="T42" fmla="*/ 0 w 2628"/>
                <a:gd name="T43" fmla="*/ 29 h 504"/>
                <a:gd name="T44" fmla="*/ 28 w 2628"/>
                <a:gd name="T45" fmla="*/ 29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28" h="504">
                  <a:moveTo>
                    <a:pt x="28" y="29"/>
                  </a:moveTo>
                  <a:cubicBezTo>
                    <a:pt x="28" y="57"/>
                    <a:pt x="28" y="57"/>
                    <a:pt x="28" y="57"/>
                  </a:cubicBezTo>
                  <a:cubicBezTo>
                    <a:pt x="2571" y="57"/>
                    <a:pt x="2571" y="57"/>
                    <a:pt x="2571" y="57"/>
                  </a:cubicBezTo>
                  <a:cubicBezTo>
                    <a:pt x="2571" y="447"/>
                    <a:pt x="2571" y="447"/>
                    <a:pt x="2571" y="447"/>
                  </a:cubicBezTo>
                  <a:cubicBezTo>
                    <a:pt x="56" y="447"/>
                    <a:pt x="56" y="447"/>
                    <a:pt x="56" y="447"/>
                  </a:cubicBezTo>
                  <a:cubicBezTo>
                    <a:pt x="56" y="29"/>
                    <a:pt x="56" y="29"/>
                    <a:pt x="56" y="29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76"/>
                    <a:pt x="0" y="476"/>
                    <a:pt x="0" y="476"/>
                  </a:cubicBezTo>
                  <a:cubicBezTo>
                    <a:pt x="0" y="483"/>
                    <a:pt x="3" y="490"/>
                    <a:pt x="8" y="496"/>
                  </a:cubicBezTo>
                  <a:cubicBezTo>
                    <a:pt x="13" y="501"/>
                    <a:pt x="21" y="504"/>
                    <a:pt x="28" y="504"/>
                  </a:cubicBezTo>
                  <a:cubicBezTo>
                    <a:pt x="2600" y="504"/>
                    <a:pt x="2600" y="504"/>
                    <a:pt x="2600" y="504"/>
                  </a:cubicBezTo>
                  <a:cubicBezTo>
                    <a:pt x="2607" y="504"/>
                    <a:pt x="2614" y="501"/>
                    <a:pt x="2620" y="496"/>
                  </a:cubicBezTo>
                  <a:cubicBezTo>
                    <a:pt x="2625" y="490"/>
                    <a:pt x="2628" y="483"/>
                    <a:pt x="2628" y="476"/>
                  </a:cubicBezTo>
                  <a:cubicBezTo>
                    <a:pt x="2628" y="29"/>
                    <a:pt x="2628" y="29"/>
                    <a:pt x="2628" y="29"/>
                  </a:cubicBezTo>
                  <a:cubicBezTo>
                    <a:pt x="2628" y="21"/>
                    <a:pt x="2625" y="14"/>
                    <a:pt x="2620" y="9"/>
                  </a:cubicBezTo>
                  <a:cubicBezTo>
                    <a:pt x="2614" y="3"/>
                    <a:pt x="2607" y="0"/>
                    <a:pt x="2600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1" y="0"/>
                    <a:pt x="13" y="3"/>
                    <a:pt x="8" y="9"/>
                  </a:cubicBezTo>
                  <a:cubicBezTo>
                    <a:pt x="3" y="14"/>
                    <a:pt x="0" y="21"/>
                    <a:pt x="0" y="29"/>
                  </a:cubicBezTo>
                  <a:lnTo>
                    <a:pt x="28" y="29"/>
                  </a:ln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60" name="íŝ1îḋê"/>
            <p:cNvSpPr/>
            <p:nvPr/>
          </p:nvSpPr>
          <p:spPr bwMode="auto">
            <a:xfrm>
              <a:off x="4944290" y="3096845"/>
              <a:ext cx="92086" cy="97842"/>
            </a:xfrm>
            <a:custGeom>
              <a:avLst/>
              <a:gdLst>
                <a:gd name="T0" fmla="*/ 222 w 242"/>
                <a:gd name="T1" fmla="*/ 121 h 242"/>
                <a:gd name="T2" fmla="*/ 202 w 242"/>
                <a:gd name="T3" fmla="*/ 121 h 242"/>
                <a:gd name="T4" fmla="*/ 178 w 242"/>
                <a:gd name="T5" fmla="*/ 178 h 242"/>
                <a:gd name="T6" fmla="*/ 121 w 242"/>
                <a:gd name="T7" fmla="*/ 202 h 242"/>
                <a:gd name="T8" fmla="*/ 63 w 242"/>
                <a:gd name="T9" fmla="*/ 178 h 242"/>
                <a:gd name="T10" fmla="*/ 39 w 242"/>
                <a:gd name="T11" fmla="*/ 121 h 242"/>
                <a:gd name="T12" fmla="*/ 63 w 242"/>
                <a:gd name="T13" fmla="*/ 63 h 242"/>
                <a:gd name="T14" fmla="*/ 121 w 242"/>
                <a:gd name="T15" fmla="*/ 40 h 242"/>
                <a:gd name="T16" fmla="*/ 178 w 242"/>
                <a:gd name="T17" fmla="*/ 63 h 242"/>
                <a:gd name="T18" fmla="*/ 202 w 242"/>
                <a:gd name="T19" fmla="*/ 121 h 242"/>
                <a:gd name="T20" fmla="*/ 222 w 242"/>
                <a:gd name="T21" fmla="*/ 121 h 242"/>
                <a:gd name="T22" fmla="*/ 241 w 242"/>
                <a:gd name="T23" fmla="*/ 121 h 242"/>
                <a:gd name="T24" fmla="*/ 206 w 242"/>
                <a:gd name="T25" fmla="*/ 35 h 242"/>
                <a:gd name="T26" fmla="*/ 121 w 242"/>
                <a:gd name="T27" fmla="*/ 0 h 242"/>
                <a:gd name="T28" fmla="*/ 35 w 242"/>
                <a:gd name="T29" fmla="*/ 35 h 242"/>
                <a:gd name="T30" fmla="*/ 0 w 242"/>
                <a:gd name="T31" fmla="*/ 121 h 242"/>
                <a:gd name="T32" fmla="*/ 35 w 242"/>
                <a:gd name="T33" fmla="*/ 206 h 242"/>
                <a:gd name="T34" fmla="*/ 121 w 242"/>
                <a:gd name="T35" fmla="*/ 242 h 242"/>
                <a:gd name="T36" fmla="*/ 206 w 242"/>
                <a:gd name="T37" fmla="*/ 206 h 242"/>
                <a:gd name="T38" fmla="*/ 241 w 242"/>
                <a:gd name="T39" fmla="*/ 121 h 242"/>
                <a:gd name="T40" fmla="*/ 222 w 242"/>
                <a:gd name="T41" fmla="*/ 12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2" h="242">
                  <a:moveTo>
                    <a:pt x="222" y="121"/>
                  </a:moveTo>
                  <a:cubicBezTo>
                    <a:pt x="202" y="121"/>
                    <a:pt x="202" y="121"/>
                    <a:pt x="202" y="121"/>
                  </a:cubicBezTo>
                  <a:cubicBezTo>
                    <a:pt x="202" y="143"/>
                    <a:pt x="193" y="164"/>
                    <a:pt x="178" y="178"/>
                  </a:cubicBezTo>
                  <a:cubicBezTo>
                    <a:pt x="163" y="193"/>
                    <a:pt x="143" y="202"/>
                    <a:pt x="121" y="202"/>
                  </a:cubicBezTo>
                  <a:cubicBezTo>
                    <a:pt x="98" y="202"/>
                    <a:pt x="78" y="193"/>
                    <a:pt x="63" y="178"/>
                  </a:cubicBezTo>
                  <a:cubicBezTo>
                    <a:pt x="48" y="164"/>
                    <a:pt x="39" y="143"/>
                    <a:pt x="39" y="121"/>
                  </a:cubicBezTo>
                  <a:cubicBezTo>
                    <a:pt x="39" y="98"/>
                    <a:pt x="48" y="78"/>
                    <a:pt x="63" y="63"/>
                  </a:cubicBezTo>
                  <a:cubicBezTo>
                    <a:pt x="78" y="49"/>
                    <a:pt x="98" y="40"/>
                    <a:pt x="121" y="40"/>
                  </a:cubicBezTo>
                  <a:cubicBezTo>
                    <a:pt x="143" y="40"/>
                    <a:pt x="163" y="49"/>
                    <a:pt x="178" y="63"/>
                  </a:cubicBezTo>
                  <a:cubicBezTo>
                    <a:pt x="193" y="78"/>
                    <a:pt x="202" y="98"/>
                    <a:pt x="202" y="121"/>
                  </a:cubicBezTo>
                  <a:cubicBezTo>
                    <a:pt x="222" y="121"/>
                    <a:pt x="222" y="121"/>
                    <a:pt x="222" y="121"/>
                  </a:cubicBezTo>
                  <a:cubicBezTo>
                    <a:pt x="241" y="121"/>
                    <a:pt x="241" y="121"/>
                    <a:pt x="241" y="121"/>
                  </a:cubicBezTo>
                  <a:cubicBezTo>
                    <a:pt x="242" y="88"/>
                    <a:pt x="228" y="57"/>
                    <a:pt x="206" y="35"/>
                  </a:cubicBezTo>
                  <a:cubicBezTo>
                    <a:pt x="184" y="14"/>
                    <a:pt x="154" y="0"/>
                    <a:pt x="121" y="0"/>
                  </a:cubicBezTo>
                  <a:cubicBezTo>
                    <a:pt x="87" y="0"/>
                    <a:pt x="57" y="14"/>
                    <a:pt x="35" y="35"/>
                  </a:cubicBezTo>
                  <a:cubicBezTo>
                    <a:pt x="13" y="57"/>
                    <a:pt x="0" y="88"/>
                    <a:pt x="0" y="121"/>
                  </a:cubicBezTo>
                  <a:cubicBezTo>
                    <a:pt x="0" y="154"/>
                    <a:pt x="13" y="185"/>
                    <a:pt x="35" y="206"/>
                  </a:cubicBezTo>
                  <a:cubicBezTo>
                    <a:pt x="57" y="228"/>
                    <a:pt x="87" y="242"/>
                    <a:pt x="121" y="242"/>
                  </a:cubicBezTo>
                  <a:cubicBezTo>
                    <a:pt x="154" y="242"/>
                    <a:pt x="184" y="228"/>
                    <a:pt x="206" y="206"/>
                  </a:cubicBezTo>
                  <a:cubicBezTo>
                    <a:pt x="228" y="185"/>
                    <a:pt x="242" y="154"/>
                    <a:pt x="241" y="121"/>
                  </a:cubicBezTo>
                  <a:lnTo>
                    <a:pt x="222" y="121"/>
                  </a:ln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61" name="ïṩ1íďé"/>
            <p:cNvSpPr/>
            <p:nvPr/>
          </p:nvSpPr>
          <p:spPr bwMode="auto">
            <a:xfrm>
              <a:off x="6029333" y="3096845"/>
              <a:ext cx="92693" cy="97842"/>
            </a:xfrm>
            <a:custGeom>
              <a:avLst/>
              <a:gdLst>
                <a:gd name="T0" fmla="*/ 222 w 242"/>
                <a:gd name="T1" fmla="*/ 121 h 242"/>
                <a:gd name="T2" fmla="*/ 202 w 242"/>
                <a:gd name="T3" fmla="*/ 121 h 242"/>
                <a:gd name="T4" fmla="*/ 178 w 242"/>
                <a:gd name="T5" fmla="*/ 178 h 242"/>
                <a:gd name="T6" fmla="*/ 121 w 242"/>
                <a:gd name="T7" fmla="*/ 202 h 242"/>
                <a:gd name="T8" fmla="*/ 63 w 242"/>
                <a:gd name="T9" fmla="*/ 178 h 242"/>
                <a:gd name="T10" fmla="*/ 40 w 242"/>
                <a:gd name="T11" fmla="*/ 121 h 242"/>
                <a:gd name="T12" fmla="*/ 63 w 242"/>
                <a:gd name="T13" fmla="*/ 63 h 242"/>
                <a:gd name="T14" fmla="*/ 121 w 242"/>
                <a:gd name="T15" fmla="*/ 40 h 242"/>
                <a:gd name="T16" fmla="*/ 178 w 242"/>
                <a:gd name="T17" fmla="*/ 63 h 242"/>
                <a:gd name="T18" fmla="*/ 202 w 242"/>
                <a:gd name="T19" fmla="*/ 121 h 242"/>
                <a:gd name="T20" fmla="*/ 222 w 242"/>
                <a:gd name="T21" fmla="*/ 121 h 242"/>
                <a:gd name="T22" fmla="*/ 242 w 242"/>
                <a:gd name="T23" fmla="*/ 121 h 242"/>
                <a:gd name="T24" fmla="*/ 206 w 242"/>
                <a:gd name="T25" fmla="*/ 35 h 242"/>
                <a:gd name="T26" fmla="*/ 121 w 242"/>
                <a:gd name="T27" fmla="*/ 0 h 242"/>
                <a:gd name="T28" fmla="*/ 35 w 242"/>
                <a:gd name="T29" fmla="*/ 35 h 242"/>
                <a:gd name="T30" fmla="*/ 0 w 242"/>
                <a:gd name="T31" fmla="*/ 121 h 242"/>
                <a:gd name="T32" fmla="*/ 35 w 242"/>
                <a:gd name="T33" fmla="*/ 206 h 242"/>
                <a:gd name="T34" fmla="*/ 121 w 242"/>
                <a:gd name="T35" fmla="*/ 242 h 242"/>
                <a:gd name="T36" fmla="*/ 206 w 242"/>
                <a:gd name="T37" fmla="*/ 206 h 242"/>
                <a:gd name="T38" fmla="*/ 242 w 242"/>
                <a:gd name="T39" fmla="*/ 121 h 242"/>
                <a:gd name="T40" fmla="*/ 222 w 242"/>
                <a:gd name="T41" fmla="*/ 12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2" h="242">
                  <a:moveTo>
                    <a:pt x="222" y="121"/>
                  </a:moveTo>
                  <a:cubicBezTo>
                    <a:pt x="202" y="121"/>
                    <a:pt x="202" y="121"/>
                    <a:pt x="202" y="121"/>
                  </a:cubicBezTo>
                  <a:cubicBezTo>
                    <a:pt x="202" y="143"/>
                    <a:pt x="193" y="164"/>
                    <a:pt x="178" y="178"/>
                  </a:cubicBezTo>
                  <a:cubicBezTo>
                    <a:pt x="164" y="193"/>
                    <a:pt x="143" y="202"/>
                    <a:pt x="121" y="202"/>
                  </a:cubicBezTo>
                  <a:cubicBezTo>
                    <a:pt x="98" y="202"/>
                    <a:pt x="78" y="193"/>
                    <a:pt x="63" y="178"/>
                  </a:cubicBezTo>
                  <a:cubicBezTo>
                    <a:pt x="49" y="164"/>
                    <a:pt x="40" y="143"/>
                    <a:pt x="40" y="121"/>
                  </a:cubicBezTo>
                  <a:cubicBezTo>
                    <a:pt x="40" y="98"/>
                    <a:pt x="49" y="78"/>
                    <a:pt x="63" y="63"/>
                  </a:cubicBezTo>
                  <a:cubicBezTo>
                    <a:pt x="78" y="49"/>
                    <a:pt x="98" y="40"/>
                    <a:pt x="121" y="40"/>
                  </a:cubicBezTo>
                  <a:cubicBezTo>
                    <a:pt x="143" y="40"/>
                    <a:pt x="164" y="49"/>
                    <a:pt x="178" y="63"/>
                  </a:cubicBezTo>
                  <a:cubicBezTo>
                    <a:pt x="193" y="78"/>
                    <a:pt x="202" y="98"/>
                    <a:pt x="202" y="121"/>
                  </a:cubicBezTo>
                  <a:cubicBezTo>
                    <a:pt x="222" y="121"/>
                    <a:pt x="222" y="121"/>
                    <a:pt x="222" y="121"/>
                  </a:cubicBezTo>
                  <a:cubicBezTo>
                    <a:pt x="242" y="121"/>
                    <a:pt x="242" y="121"/>
                    <a:pt x="242" y="121"/>
                  </a:cubicBezTo>
                  <a:cubicBezTo>
                    <a:pt x="242" y="88"/>
                    <a:pt x="228" y="57"/>
                    <a:pt x="206" y="35"/>
                  </a:cubicBezTo>
                  <a:cubicBezTo>
                    <a:pt x="185" y="14"/>
                    <a:pt x="154" y="0"/>
                    <a:pt x="121" y="0"/>
                  </a:cubicBezTo>
                  <a:cubicBezTo>
                    <a:pt x="88" y="0"/>
                    <a:pt x="57" y="14"/>
                    <a:pt x="35" y="35"/>
                  </a:cubicBezTo>
                  <a:cubicBezTo>
                    <a:pt x="14" y="57"/>
                    <a:pt x="0" y="88"/>
                    <a:pt x="0" y="121"/>
                  </a:cubicBezTo>
                  <a:cubicBezTo>
                    <a:pt x="0" y="154"/>
                    <a:pt x="14" y="185"/>
                    <a:pt x="35" y="206"/>
                  </a:cubicBezTo>
                  <a:cubicBezTo>
                    <a:pt x="57" y="228"/>
                    <a:pt x="88" y="242"/>
                    <a:pt x="121" y="242"/>
                  </a:cubicBezTo>
                  <a:cubicBezTo>
                    <a:pt x="154" y="242"/>
                    <a:pt x="185" y="228"/>
                    <a:pt x="206" y="206"/>
                  </a:cubicBezTo>
                  <a:cubicBezTo>
                    <a:pt x="228" y="185"/>
                    <a:pt x="242" y="154"/>
                    <a:pt x="242" y="121"/>
                  </a:cubicBezTo>
                  <a:lnTo>
                    <a:pt x="222" y="121"/>
                  </a:ln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62" name="íṣḻiḍé"/>
            <p:cNvSpPr/>
            <p:nvPr/>
          </p:nvSpPr>
          <p:spPr bwMode="auto">
            <a:xfrm>
              <a:off x="7091961" y="3096845"/>
              <a:ext cx="92693" cy="97842"/>
            </a:xfrm>
            <a:custGeom>
              <a:avLst/>
              <a:gdLst>
                <a:gd name="T0" fmla="*/ 222 w 242"/>
                <a:gd name="T1" fmla="*/ 121 h 242"/>
                <a:gd name="T2" fmla="*/ 202 w 242"/>
                <a:gd name="T3" fmla="*/ 121 h 242"/>
                <a:gd name="T4" fmla="*/ 178 w 242"/>
                <a:gd name="T5" fmla="*/ 178 h 242"/>
                <a:gd name="T6" fmla="*/ 121 w 242"/>
                <a:gd name="T7" fmla="*/ 202 h 242"/>
                <a:gd name="T8" fmla="*/ 63 w 242"/>
                <a:gd name="T9" fmla="*/ 178 h 242"/>
                <a:gd name="T10" fmla="*/ 39 w 242"/>
                <a:gd name="T11" fmla="*/ 121 h 242"/>
                <a:gd name="T12" fmla="*/ 63 w 242"/>
                <a:gd name="T13" fmla="*/ 63 h 242"/>
                <a:gd name="T14" fmla="*/ 121 w 242"/>
                <a:gd name="T15" fmla="*/ 40 h 242"/>
                <a:gd name="T16" fmla="*/ 178 w 242"/>
                <a:gd name="T17" fmla="*/ 63 h 242"/>
                <a:gd name="T18" fmla="*/ 202 w 242"/>
                <a:gd name="T19" fmla="*/ 121 h 242"/>
                <a:gd name="T20" fmla="*/ 222 w 242"/>
                <a:gd name="T21" fmla="*/ 121 h 242"/>
                <a:gd name="T22" fmla="*/ 242 w 242"/>
                <a:gd name="T23" fmla="*/ 121 h 242"/>
                <a:gd name="T24" fmla="*/ 206 w 242"/>
                <a:gd name="T25" fmla="*/ 35 h 242"/>
                <a:gd name="T26" fmla="*/ 121 w 242"/>
                <a:gd name="T27" fmla="*/ 0 h 242"/>
                <a:gd name="T28" fmla="*/ 35 w 242"/>
                <a:gd name="T29" fmla="*/ 35 h 242"/>
                <a:gd name="T30" fmla="*/ 0 w 242"/>
                <a:gd name="T31" fmla="*/ 121 h 242"/>
                <a:gd name="T32" fmla="*/ 35 w 242"/>
                <a:gd name="T33" fmla="*/ 206 h 242"/>
                <a:gd name="T34" fmla="*/ 121 w 242"/>
                <a:gd name="T35" fmla="*/ 242 h 242"/>
                <a:gd name="T36" fmla="*/ 206 w 242"/>
                <a:gd name="T37" fmla="*/ 206 h 242"/>
                <a:gd name="T38" fmla="*/ 242 w 242"/>
                <a:gd name="T39" fmla="*/ 121 h 242"/>
                <a:gd name="T40" fmla="*/ 222 w 242"/>
                <a:gd name="T41" fmla="*/ 12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2" h="242">
                  <a:moveTo>
                    <a:pt x="222" y="121"/>
                  </a:moveTo>
                  <a:cubicBezTo>
                    <a:pt x="202" y="121"/>
                    <a:pt x="202" y="121"/>
                    <a:pt x="202" y="121"/>
                  </a:cubicBezTo>
                  <a:cubicBezTo>
                    <a:pt x="202" y="143"/>
                    <a:pt x="193" y="164"/>
                    <a:pt x="178" y="178"/>
                  </a:cubicBezTo>
                  <a:cubicBezTo>
                    <a:pt x="164" y="193"/>
                    <a:pt x="143" y="202"/>
                    <a:pt x="121" y="202"/>
                  </a:cubicBezTo>
                  <a:cubicBezTo>
                    <a:pt x="98" y="202"/>
                    <a:pt x="78" y="193"/>
                    <a:pt x="63" y="178"/>
                  </a:cubicBezTo>
                  <a:cubicBezTo>
                    <a:pt x="49" y="164"/>
                    <a:pt x="39" y="143"/>
                    <a:pt x="39" y="121"/>
                  </a:cubicBezTo>
                  <a:cubicBezTo>
                    <a:pt x="39" y="98"/>
                    <a:pt x="49" y="78"/>
                    <a:pt x="63" y="63"/>
                  </a:cubicBezTo>
                  <a:cubicBezTo>
                    <a:pt x="78" y="49"/>
                    <a:pt x="98" y="40"/>
                    <a:pt x="121" y="40"/>
                  </a:cubicBezTo>
                  <a:cubicBezTo>
                    <a:pt x="143" y="40"/>
                    <a:pt x="164" y="49"/>
                    <a:pt x="178" y="63"/>
                  </a:cubicBezTo>
                  <a:cubicBezTo>
                    <a:pt x="193" y="78"/>
                    <a:pt x="202" y="98"/>
                    <a:pt x="202" y="121"/>
                  </a:cubicBezTo>
                  <a:cubicBezTo>
                    <a:pt x="222" y="121"/>
                    <a:pt x="222" y="121"/>
                    <a:pt x="222" y="121"/>
                  </a:cubicBezTo>
                  <a:cubicBezTo>
                    <a:pt x="242" y="121"/>
                    <a:pt x="242" y="121"/>
                    <a:pt x="242" y="121"/>
                  </a:cubicBezTo>
                  <a:cubicBezTo>
                    <a:pt x="242" y="88"/>
                    <a:pt x="228" y="57"/>
                    <a:pt x="206" y="35"/>
                  </a:cubicBezTo>
                  <a:cubicBezTo>
                    <a:pt x="184" y="14"/>
                    <a:pt x="154" y="0"/>
                    <a:pt x="121" y="0"/>
                  </a:cubicBezTo>
                  <a:cubicBezTo>
                    <a:pt x="87" y="0"/>
                    <a:pt x="57" y="14"/>
                    <a:pt x="35" y="35"/>
                  </a:cubicBezTo>
                  <a:cubicBezTo>
                    <a:pt x="13" y="57"/>
                    <a:pt x="0" y="88"/>
                    <a:pt x="0" y="121"/>
                  </a:cubicBezTo>
                  <a:cubicBezTo>
                    <a:pt x="0" y="154"/>
                    <a:pt x="13" y="185"/>
                    <a:pt x="35" y="206"/>
                  </a:cubicBezTo>
                  <a:cubicBezTo>
                    <a:pt x="57" y="228"/>
                    <a:pt x="87" y="242"/>
                    <a:pt x="121" y="242"/>
                  </a:cubicBezTo>
                  <a:cubicBezTo>
                    <a:pt x="154" y="242"/>
                    <a:pt x="184" y="228"/>
                    <a:pt x="206" y="206"/>
                  </a:cubicBezTo>
                  <a:cubicBezTo>
                    <a:pt x="228" y="185"/>
                    <a:pt x="242" y="154"/>
                    <a:pt x="242" y="121"/>
                  </a:cubicBezTo>
                  <a:lnTo>
                    <a:pt x="222" y="121"/>
                  </a:ln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63" name="ïślîḑè"/>
            <p:cNvSpPr/>
            <p:nvPr/>
          </p:nvSpPr>
          <p:spPr bwMode="auto">
            <a:xfrm>
              <a:off x="4635316" y="2792446"/>
              <a:ext cx="7269" cy="28138"/>
            </a:xfrm>
            <a:prstGeom prst="rect">
              <a:avLst/>
            </a:pr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64" name="iśľíḋê"/>
            <p:cNvSpPr/>
            <p:nvPr/>
          </p:nvSpPr>
          <p:spPr bwMode="auto">
            <a:xfrm>
              <a:off x="4635316" y="2792446"/>
              <a:ext cx="7269" cy="28138"/>
            </a:xfrm>
            <a:custGeom>
              <a:avLst/>
              <a:gdLst>
                <a:gd name="T0" fmla="*/ 0 w 12"/>
                <a:gd name="T1" fmla="*/ 0 h 44"/>
                <a:gd name="T2" fmla="*/ 0 w 12"/>
                <a:gd name="T3" fmla="*/ 44 h 44"/>
                <a:gd name="T4" fmla="*/ 12 w 12"/>
                <a:gd name="T5" fmla="*/ 44 h 44"/>
                <a:gd name="T6" fmla="*/ 12 w 12"/>
                <a:gd name="T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44">
                  <a:moveTo>
                    <a:pt x="0" y="0"/>
                  </a:moveTo>
                  <a:lnTo>
                    <a:pt x="0" y="44"/>
                  </a:lnTo>
                  <a:lnTo>
                    <a:pt x="12" y="44"/>
                  </a:lnTo>
                  <a:lnTo>
                    <a:pt x="1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65" name="íṩļïdè"/>
            <p:cNvSpPr/>
            <p:nvPr/>
          </p:nvSpPr>
          <p:spPr bwMode="auto">
            <a:xfrm>
              <a:off x="4649250" y="2792446"/>
              <a:ext cx="7269" cy="28138"/>
            </a:xfrm>
            <a:prstGeom prst="rect">
              <a:avLst/>
            </a:pr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66" name="íṣľïḑé"/>
            <p:cNvSpPr/>
            <p:nvPr/>
          </p:nvSpPr>
          <p:spPr bwMode="auto">
            <a:xfrm>
              <a:off x="4649250" y="2792446"/>
              <a:ext cx="7269" cy="28138"/>
            </a:xfrm>
            <a:custGeom>
              <a:avLst/>
              <a:gdLst>
                <a:gd name="T0" fmla="*/ 0 w 12"/>
                <a:gd name="T1" fmla="*/ 0 h 44"/>
                <a:gd name="T2" fmla="*/ 0 w 12"/>
                <a:gd name="T3" fmla="*/ 44 h 44"/>
                <a:gd name="T4" fmla="*/ 12 w 12"/>
                <a:gd name="T5" fmla="*/ 44 h 44"/>
                <a:gd name="T6" fmla="*/ 12 w 12"/>
                <a:gd name="T7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44">
                  <a:moveTo>
                    <a:pt x="0" y="0"/>
                  </a:moveTo>
                  <a:lnTo>
                    <a:pt x="0" y="44"/>
                  </a:lnTo>
                  <a:lnTo>
                    <a:pt x="12" y="44"/>
                  </a:lnTo>
                  <a:lnTo>
                    <a:pt x="1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67" name="íṥļîḍé"/>
            <p:cNvSpPr/>
            <p:nvPr/>
          </p:nvSpPr>
          <p:spPr bwMode="auto">
            <a:xfrm>
              <a:off x="6389197" y="2577577"/>
              <a:ext cx="201741" cy="212951"/>
            </a:xfrm>
            <a:prstGeom prst="rect">
              <a:avLst/>
            </a:pr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68" name="ïśḷiḋe"/>
            <p:cNvSpPr/>
            <p:nvPr/>
          </p:nvSpPr>
          <p:spPr bwMode="auto">
            <a:xfrm>
              <a:off x="6382532" y="2569903"/>
              <a:ext cx="215676" cy="228299"/>
            </a:xfrm>
            <a:custGeom>
              <a:avLst/>
              <a:gdLst>
                <a:gd name="T0" fmla="*/ 344 w 356"/>
                <a:gd name="T1" fmla="*/ 345 h 357"/>
                <a:gd name="T2" fmla="*/ 344 w 356"/>
                <a:gd name="T3" fmla="*/ 333 h 357"/>
                <a:gd name="T4" fmla="*/ 23 w 356"/>
                <a:gd name="T5" fmla="*/ 333 h 357"/>
                <a:gd name="T6" fmla="*/ 23 w 356"/>
                <a:gd name="T7" fmla="*/ 24 h 357"/>
                <a:gd name="T8" fmla="*/ 333 w 356"/>
                <a:gd name="T9" fmla="*/ 24 h 357"/>
                <a:gd name="T10" fmla="*/ 333 w 356"/>
                <a:gd name="T11" fmla="*/ 345 h 357"/>
                <a:gd name="T12" fmla="*/ 344 w 356"/>
                <a:gd name="T13" fmla="*/ 345 h 357"/>
                <a:gd name="T14" fmla="*/ 344 w 356"/>
                <a:gd name="T15" fmla="*/ 333 h 357"/>
                <a:gd name="T16" fmla="*/ 344 w 356"/>
                <a:gd name="T17" fmla="*/ 345 h 357"/>
                <a:gd name="T18" fmla="*/ 356 w 356"/>
                <a:gd name="T19" fmla="*/ 345 h 357"/>
                <a:gd name="T20" fmla="*/ 356 w 356"/>
                <a:gd name="T21" fmla="*/ 0 h 357"/>
                <a:gd name="T22" fmla="*/ 0 w 356"/>
                <a:gd name="T23" fmla="*/ 0 h 357"/>
                <a:gd name="T24" fmla="*/ 0 w 356"/>
                <a:gd name="T25" fmla="*/ 357 h 357"/>
                <a:gd name="T26" fmla="*/ 356 w 356"/>
                <a:gd name="T27" fmla="*/ 357 h 357"/>
                <a:gd name="T28" fmla="*/ 356 w 356"/>
                <a:gd name="T29" fmla="*/ 345 h 357"/>
                <a:gd name="T30" fmla="*/ 344 w 356"/>
                <a:gd name="T31" fmla="*/ 345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56" h="357">
                  <a:moveTo>
                    <a:pt x="344" y="345"/>
                  </a:moveTo>
                  <a:lnTo>
                    <a:pt x="344" y="333"/>
                  </a:lnTo>
                  <a:lnTo>
                    <a:pt x="23" y="333"/>
                  </a:lnTo>
                  <a:lnTo>
                    <a:pt x="23" y="24"/>
                  </a:lnTo>
                  <a:lnTo>
                    <a:pt x="333" y="24"/>
                  </a:lnTo>
                  <a:lnTo>
                    <a:pt x="333" y="345"/>
                  </a:lnTo>
                  <a:lnTo>
                    <a:pt x="344" y="345"/>
                  </a:lnTo>
                  <a:lnTo>
                    <a:pt x="344" y="333"/>
                  </a:lnTo>
                  <a:lnTo>
                    <a:pt x="344" y="345"/>
                  </a:lnTo>
                  <a:lnTo>
                    <a:pt x="356" y="345"/>
                  </a:lnTo>
                  <a:lnTo>
                    <a:pt x="356" y="0"/>
                  </a:lnTo>
                  <a:lnTo>
                    <a:pt x="0" y="0"/>
                  </a:lnTo>
                  <a:lnTo>
                    <a:pt x="0" y="357"/>
                  </a:lnTo>
                  <a:lnTo>
                    <a:pt x="356" y="357"/>
                  </a:lnTo>
                  <a:lnTo>
                    <a:pt x="356" y="345"/>
                  </a:lnTo>
                  <a:lnTo>
                    <a:pt x="344" y="345"/>
                  </a:ln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69" name="iṣ1îḍê"/>
            <p:cNvSpPr/>
            <p:nvPr/>
          </p:nvSpPr>
          <p:spPr bwMode="auto">
            <a:xfrm>
              <a:off x="6620017" y="2577577"/>
              <a:ext cx="201741" cy="161152"/>
            </a:xfrm>
            <a:prstGeom prst="rect">
              <a:avLst/>
            </a:pr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70" name="íṥlídè"/>
            <p:cNvSpPr/>
            <p:nvPr/>
          </p:nvSpPr>
          <p:spPr bwMode="auto">
            <a:xfrm>
              <a:off x="6613959" y="2571182"/>
              <a:ext cx="214464" cy="173941"/>
            </a:xfrm>
            <a:custGeom>
              <a:avLst/>
              <a:gdLst>
                <a:gd name="T0" fmla="*/ 343 w 354"/>
                <a:gd name="T1" fmla="*/ 262 h 272"/>
                <a:gd name="T2" fmla="*/ 343 w 354"/>
                <a:gd name="T3" fmla="*/ 252 h 272"/>
                <a:gd name="T4" fmla="*/ 21 w 354"/>
                <a:gd name="T5" fmla="*/ 252 h 272"/>
                <a:gd name="T6" fmla="*/ 21 w 354"/>
                <a:gd name="T7" fmla="*/ 20 h 272"/>
                <a:gd name="T8" fmla="*/ 333 w 354"/>
                <a:gd name="T9" fmla="*/ 20 h 272"/>
                <a:gd name="T10" fmla="*/ 333 w 354"/>
                <a:gd name="T11" fmla="*/ 262 h 272"/>
                <a:gd name="T12" fmla="*/ 343 w 354"/>
                <a:gd name="T13" fmla="*/ 262 h 272"/>
                <a:gd name="T14" fmla="*/ 343 w 354"/>
                <a:gd name="T15" fmla="*/ 252 h 272"/>
                <a:gd name="T16" fmla="*/ 343 w 354"/>
                <a:gd name="T17" fmla="*/ 262 h 272"/>
                <a:gd name="T18" fmla="*/ 354 w 354"/>
                <a:gd name="T19" fmla="*/ 262 h 272"/>
                <a:gd name="T20" fmla="*/ 354 w 354"/>
                <a:gd name="T21" fmla="*/ 0 h 272"/>
                <a:gd name="T22" fmla="*/ 0 w 354"/>
                <a:gd name="T23" fmla="*/ 0 h 272"/>
                <a:gd name="T24" fmla="*/ 0 w 354"/>
                <a:gd name="T25" fmla="*/ 272 h 272"/>
                <a:gd name="T26" fmla="*/ 354 w 354"/>
                <a:gd name="T27" fmla="*/ 272 h 272"/>
                <a:gd name="T28" fmla="*/ 354 w 354"/>
                <a:gd name="T29" fmla="*/ 262 h 272"/>
                <a:gd name="T30" fmla="*/ 343 w 354"/>
                <a:gd name="T31" fmla="*/ 262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54" h="272">
                  <a:moveTo>
                    <a:pt x="343" y="262"/>
                  </a:moveTo>
                  <a:lnTo>
                    <a:pt x="343" y="252"/>
                  </a:lnTo>
                  <a:lnTo>
                    <a:pt x="21" y="252"/>
                  </a:lnTo>
                  <a:lnTo>
                    <a:pt x="21" y="20"/>
                  </a:lnTo>
                  <a:lnTo>
                    <a:pt x="333" y="20"/>
                  </a:lnTo>
                  <a:lnTo>
                    <a:pt x="333" y="262"/>
                  </a:lnTo>
                  <a:lnTo>
                    <a:pt x="343" y="262"/>
                  </a:lnTo>
                  <a:lnTo>
                    <a:pt x="343" y="252"/>
                  </a:lnTo>
                  <a:lnTo>
                    <a:pt x="343" y="262"/>
                  </a:lnTo>
                  <a:lnTo>
                    <a:pt x="354" y="262"/>
                  </a:lnTo>
                  <a:lnTo>
                    <a:pt x="354" y="0"/>
                  </a:lnTo>
                  <a:lnTo>
                    <a:pt x="0" y="0"/>
                  </a:lnTo>
                  <a:lnTo>
                    <a:pt x="0" y="272"/>
                  </a:lnTo>
                  <a:lnTo>
                    <a:pt x="354" y="272"/>
                  </a:lnTo>
                  <a:lnTo>
                    <a:pt x="354" y="262"/>
                  </a:lnTo>
                  <a:lnTo>
                    <a:pt x="343" y="262"/>
                  </a:ln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71" name="iṥľîďê"/>
            <p:cNvSpPr/>
            <p:nvPr/>
          </p:nvSpPr>
          <p:spPr bwMode="auto">
            <a:xfrm>
              <a:off x="6435846" y="2627457"/>
              <a:ext cx="114502" cy="0"/>
            </a:xfrm>
            <a:custGeom>
              <a:avLst/>
              <a:gdLst>
                <a:gd name="T0" fmla="*/ 0 w 189"/>
                <a:gd name="T1" fmla="*/ 189 w 189"/>
                <a:gd name="T2" fmla="*/ 0 w 18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89">
                  <a:moveTo>
                    <a:pt x="0" y="0"/>
                  </a:moveTo>
                  <a:lnTo>
                    <a:pt x="1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72" name="išḷîḋe"/>
            <p:cNvSpPr/>
            <p:nvPr/>
          </p:nvSpPr>
          <p:spPr bwMode="auto">
            <a:xfrm>
              <a:off x="6435846" y="2627457"/>
              <a:ext cx="114502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73" name="ïṥḷïḍe"/>
            <p:cNvSpPr/>
            <p:nvPr/>
          </p:nvSpPr>
          <p:spPr bwMode="auto">
            <a:xfrm>
              <a:off x="6435846" y="2623621"/>
              <a:ext cx="114502" cy="7673"/>
            </a:xfrm>
            <a:prstGeom prst="rect">
              <a:avLst/>
            </a:pr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74" name="iś1íḓé"/>
            <p:cNvSpPr/>
            <p:nvPr/>
          </p:nvSpPr>
          <p:spPr bwMode="auto">
            <a:xfrm>
              <a:off x="6435846" y="2623621"/>
              <a:ext cx="114502" cy="7673"/>
            </a:xfrm>
            <a:custGeom>
              <a:avLst/>
              <a:gdLst>
                <a:gd name="T0" fmla="*/ 0 w 189"/>
                <a:gd name="T1" fmla="*/ 12 h 12"/>
                <a:gd name="T2" fmla="*/ 189 w 189"/>
                <a:gd name="T3" fmla="*/ 12 h 12"/>
                <a:gd name="T4" fmla="*/ 189 w 189"/>
                <a:gd name="T5" fmla="*/ 0 h 12"/>
                <a:gd name="T6" fmla="*/ 0 w 189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9" h="12">
                  <a:moveTo>
                    <a:pt x="0" y="12"/>
                  </a:moveTo>
                  <a:lnTo>
                    <a:pt x="189" y="12"/>
                  </a:lnTo>
                  <a:lnTo>
                    <a:pt x="189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75" name="íŝlíḍe"/>
            <p:cNvSpPr/>
            <p:nvPr/>
          </p:nvSpPr>
          <p:spPr bwMode="auto">
            <a:xfrm>
              <a:off x="6435846" y="2657514"/>
              <a:ext cx="104809" cy="0"/>
            </a:xfrm>
            <a:custGeom>
              <a:avLst/>
              <a:gdLst>
                <a:gd name="T0" fmla="*/ 0 w 173"/>
                <a:gd name="T1" fmla="*/ 173 w 173"/>
                <a:gd name="T2" fmla="*/ 0 w 17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73">
                  <a:moveTo>
                    <a:pt x="0" y="0"/>
                  </a:moveTo>
                  <a:lnTo>
                    <a:pt x="1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76" name="ísļiḑê"/>
            <p:cNvSpPr/>
            <p:nvPr/>
          </p:nvSpPr>
          <p:spPr bwMode="auto">
            <a:xfrm>
              <a:off x="6435846" y="2657514"/>
              <a:ext cx="104809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77" name="iṡlïḓè"/>
            <p:cNvSpPr/>
            <p:nvPr/>
          </p:nvSpPr>
          <p:spPr bwMode="auto">
            <a:xfrm>
              <a:off x="6435846" y="2653676"/>
              <a:ext cx="104809" cy="7673"/>
            </a:xfrm>
            <a:prstGeom prst="rect">
              <a:avLst/>
            </a:pr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78" name="íṥľiḑê"/>
            <p:cNvSpPr/>
            <p:nvPr/>
          </p:nvSpPr>
          <p:spPr bwMode="auto">
            <a:xfrm>
              <a:off x="6435846" y="2653676"/>
              <a:ext cx="104809" cy="7673"/>
            </a:xfrm>
            <a:custGeom>
              <a:avLst/>
              <a:gdLst>
                <a:gd name="T0" fmla="*/ 0 w 173"/>
                <a:gd name="T1" fmla="*/ 12 h 12"/>
                <a:gd name="T2" fmla="*/ 173 w 173"/>
                <a:gd name="T3" fmla="*/ 12 h 12"/>
                <a:gd name="T4" fmla="*/ 173 w 173"/>
                <a:gd name="T5" fmla="*/ 0 h 12"/>
                <a:gd name="T6" fmla="*/ 0 w 173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3" h="12">
                  <a:moveTo>
                    <a:pt x="0" y="12"/>
                  </a:moveTo>
                  <a:lnTo>
                    <a:pt x="173" y="12"/>
                  </a:lnTo>
                  <a:lnTo>
                    <a:pt x="173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79" name="iṣ1iḋê"/>
            <p:cNvSpPr/>
            <p:nvPr/>
          </p:nvSpPr>
          <p:spPr bwMode="auto">
            <a:xfrm>
              <a:off x="6435846" y="2688209"/>
              <a:ext cx="95116" cy="0"/>
            </a:xfrm>
            <a:custGeom>
              <a:avLst/>
              <a:gdLst>
                <a:gd name="T0" fmla="*/ 0 w 157"/>
                <a:gd name="T1" fmla="*/ 157 w 157"/>
                <a:gd name="T2" fmla="*/ 0 w 15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57">
                  <a:moveTo>
                    <a:pt x="0" y="0"/>
                  </a:moveTo>
                  <a:lnTo>
                    <a:pt x="15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80" name="íŝḻïḋe"/>
            <p:cNvSpPr/>
            <p:nvPr/>
          </p:nvSpPr>
          <p:spPr bwMode="auto">
            <a:xfrm>
              <a:off x="6435846" y="2688209"/>
              <a:ext cx="95116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81" name="îŝľîḋe"/>
            <p:cNvSpPr/>
            <p:nvPr/>
          </p:nvSpPr>
          <p:spPr bwMode="auto">
            <a:xfrm>
              <a:off x="6435846" y="2684373"/>
              <a:ext cx="95116" cy="7673"/>
            </a:xfrm>
            <a:prstGeom prst="rect">
              <a:avLst/>
            </a:pr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82" name="íš1ïḑe"/>
            <p:cNvSpPr/>
            <p:nvPr/>
          </p:nvSpPr>
          <p:spPr bwMode="auto">
            <a:xfrm>
              <a:off x="6435846" y="2684373"/>
              <a:ext cx="95116" cy="7673"/>
            </a:xfrm>
            <a:custGeom>
              <a:avLst/>
              <a:gdLst>
                <a:gd name="T0" fmla="*/ 0 w 157"/>
                <a:gd name="T1" fmla="*/ 12 h 12"/>
                <a:gd name="T2" fmla="*/ 157 w 157"/>
                <a:gd name="T3" fmla="*/ 12 h 12"/>
                <a:gd name="T4" fmla="*/ 157 w 157"/>
                <a:gd name="T5" fmla="*/ 0 h 12"/>
                <a:gd name="T6" fmla="*/ 0 w 157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7" h="12">
                  <a:moveTo>
                    <a:pt x="0" y="12"/>
                  </a:moveTo>
                  <a:lnTo>
                    <a:pt x="157" y="12"/>
                  </a:lnTo>
                  <a:lnTo>
                    <a:pt x="157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83" name="îSľïde"/>
            <p:cNvSpPr/>
            <p:nvPr/>
          </p:nvSpPr>
          <p:spPr bwMode="auto">
            <a:xfrm>
              <a:off x="6435846" y="2718265"/>
              <a:ext cx="86028" cy="0"/>
            </a:xfrm>
            <a:custGeom>
              <a:avLst/>
              <a:gdLst>
                <a:gd name="T0" fmla="*/ 0 w 142"/>
                <a:gd name="T1" fmla="*/ 142 w 142"/>
                <a:gd name="T2" fmla="*/ 0 w 14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42">
                  <a:moveTo>
                    <a:pt x="0" y="0"/>
                  </a:moveTo>
                  <a:lnTo>
                    <a:pt x="1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84" name="i$1íḍê"/>
            <p:cNvSpPr/>
            <p:nvPr/>
          </p:nvSpPr>
          <p:spPr bwMode="auto">
            <a:xfrm>
              <a:off x="6435846" y="2718265"/>
              <a:ext cx="86028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85" name="ïśḷïḓê"/>
            <p:cNvSpPr/>
            <p:nvPr/>
          </p:nvSpPr>
          <p:spPr bwMode="auto">
            <a:xfrm>
              <a:off x="6435846" y="2714428"/>
              <a:ext cx="86028" cy="7673"/>
            </a:xfrm>
            <a:prstGeom prst="rect">
              <a:avLst/>
            </a:pr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86" name="iśliḍe"/>
            <p:cNvSpPr/>
            <p:nvPr/>
          </p:nvSpPr>
          <p:spPr bwMode="auto">
            <a:xfrm>
              <a:off x="6435846" y="2714428"/>
              <a:ext cx="86028" cy="7673"/>
            </a:xfrm>
            <a:custGeom>
              <a:avLst/>
              <a:gdLst>
                <a:gd name="T0" fmla="*/ 0 w 142"/>
                <a:gd name="T1" fmla="*/ 12 h 12"/>
                <a:gd name="T2" fmla="*/ 142 w 142"/>
                <a:gd name="T3" fmla="*/ 12 h 12"/>
                <a:gd name="T4" fmla="*/ 142 w 142"/>
                <a:gd name="T5" fmla="*/ 0 h 12"/>
                <a:gd name="T6" fmla="*/ 0 w 142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12">
                  <a:moveTo>
                    <a:pt x="0" y="12"/>
                  </a:moveTo>
                  <a:lnTo>
                    <a:pt x="142" y="12"/>
                  </a:lnTo>
                  <a:lnTo>
                    <a:pt x="142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87" name="ïṧlíḑé"/>
            <p:cNvSpPr/>
            <p:nvPr/>
          </p:nvSpPr>
          <p:spPr bwMode="auto">
            <a:xfrm>
              <a:off x="6663639" y="2627457"/>
              <a:ext cx="114502" cy="0"/>
            </a:xfrm>
            <a:custGeom>
              <a:avLst/>
              <a:gdLst>
                <a:gd name="T0" fmla="*/ 0 w 189"/>
                <a:gd name="T1" fmla="*/ 189 w 189"/>
                <a:gd name="T2" fmla="*/ 0 w 18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89">
                  <a:moveTo>
                    <a:pt x="0" y="0"/>
                  </a:moveTo>
                  <a:lnTo>
                    <a:pt x="1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88" name="ïś1iḍè"/>
            <p:cNvSpPr/>
            <p:nvPr/>
          </p:nvSpPr>
          <p:spPr bwMode="auto">
            <a:xfrm>
              <a:off x="6663639" y="2627457"/>
              <a:ext cx="114502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89" name="íṥļîďê"/>
            <p:cNvSpPr/>
            <p:nvPr/>
          </p:nvSpPr>
          <p:spPr bwMode="auto">
            <a:xfrm>
              <a:off x="6663639" y="2623621"/>
              <a:ext cx="114502" cy="7673"/>
            </a:xfrm>
            <a:prstGeom prst="rect">
              <a:avLst/>
            </a:pr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90" name="iṡľîḓe"/>
            <p:cNvSpPr/>
            <p:nvPr/>
          </p:nvSpPr>
          <p:spPr bwMode="auto">
            <a:xfrm>
              <a:off x="6663639" y="2623621"/>
              <a:ext cx="114502" cy="7673"/>
            </a:xfrm>
            <a:custGeom>
              <a:avLst/>
              <a:gdLst>
                <a:gd name="T0" fmla="*/ 0 w 189"/>
                <a:gd name="T1" fmla="*/ 12 h 12"/>
                <a:gd name="T2" fmla="*/ 189 w 189"/>
                <a:gd name="T3" fmla="*/ 12 h 12"/>
                <a:gd name="T4" fmla="*/ 189 w 189"/>
                <a:gd name="T5" fmla="*/ 0 h 12"/>
                <a:gd name="T6" fmla="*/ 0 w 189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9" h="12">
                  <a:moveTo>
                    <a:pt x="0" y="12"/>
                  </a:moveTo>
                  <a:lnTo>
                    <a:pt x="189" y="12"/>
                  </a:lnTo>
                  <a:lnTo>
                    <a:pt x="189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91" name="íŝliḓè"/>
            <p:cNvSpPr/>
            <p:nvPr/>
          </p:nvSpPr>
          <p:spPr bwMode="auto">
            <a:xfrm>
              <a:off x="6663639" y="2657514"/>
              <a:ext cx="76334" cy="0"/>
            </a:xfrm>
            <a:custGeom>
              <a:avLst/>
              <a:gdLst>
                <a:gd name="T0" fmla="*/ 0 w 126"/>
                <a:gd name="T1" fmla="*/ 126 w 126"/>
                <a:gd name="T2" fmla="*/ 0 w 1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6">
                  <a:moveTo>
                    <a:pt x="0" y="0"/>
                  </a:moveTo>
                  <a:lnTo>
                    <a:pt x="12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92" name="ïṣļíďe"/>
            <p:cNvSpPr/>
            <p:nvPr/>
          </p:nvSpPr>
          <p:spPr bwMode="auto">
            <a:xfrm>
              <a:off x="6663639" y="2657514"/>
              <a:ext cx="7633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93" name="ïṧļíḍe"/>
            <p:cNvSpPr/>
            <p:nvPr/>
          </p:nvSpPr>
          <p:spPr bwMode="auto">
            <a:xfrm>
              <a:off x="6663639" y="2653676"/>
              <a:ext cx="76334" cy="7673"/>
            </a:xfrm>
            <a:prstGeom prst="rect">
              <a:avLst/>
            </a:pr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94" name="ïṧḷîḍe"/>
            <p:cNvSpPr/>
            <p:nvPr/>
          </p:nvSpPr>
          <p:spPr bwMode="auto">
            <a:xfrm>
              <a:off x="6663639" y="2653676"/>
              <a:ext cx="76334" cy="7673"/>
            </a:xfrm>
            <a:custGeom>
              <a:avLst/>
              <a:gdLst>
                <a:gd name="T0" fmla="*/ 0 w 126"/>
                <a:gd name="T1" fmla="*/ 12 h 12"/>
                <a:gd name="T2" fmla="*/ 126 w 126"/>
                <a:gd name="T3" fmla="*/ 12 h 12"/>
                <a:gd name="T4" fmla="*/ 126 w 126"/>
                <a:gd name="T5" fmla="*/ 0 h 12"/>
                <a:gd name="T6" fmla="*/ 0 w 126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6" h="12">
                  <a:moveTo>
                    <a:pt x="0" y="12"/>
                  </a:moveTo>
                  <a:lnTo>
                    <a:pt x="126" y="12"/>
                  </a:lnTo>
                  <a:lnTo>
                    <a:pt x="126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95" name="iṩľiďe"/>
            <p:cNvSpPr/>
            <p:nvPr/>
          </p:nvSpPr>
          <p:spPr bwMode="auto">
            <a:xfrm>
              <a:off x="6663639" y="2688209"/>
              <a:ext cx="38168" cy="0"/>
            </a:xfrm>
            <a:custGeom>
              <a:avLst/>
              <a:gdLst>
                <a:gd name="T0" fmla="*/ 0 w 63"/>
                <a:gd name="T1" fmla="*/ 63 w 63"/>
                <a:gd name="T2" fmla="*/ 0 w 6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3">
                  <a:moveTo>
                    <a:pt x="0" y="0"/>
                  </a:moveTo>
                  <a:lnTo>
                    <a:pt x="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96" name="îṡ1iďê"/>
            <p:cNvSpPr/>
            <p:nvPr/>
          </p:nvSpPr>
          <p:spPr bwMode="auto">
            <a:xfrm>
              <a:off x="6663639" y="2688209"/>
              <a:ext cx="38168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97" name="íŝļïḋê"/>
            <p:cNvSpPr/>
            <p:nvPr/>
          </p:nvSpPr>
          <p:spPr bwMode="auto">
            <a:xfrm>
              <a:off x="6663639" y="2684373"/>
              <a:ext cx="38168" cy="7673"/>
            </a:xfrm>
            <a:prstGeom prst="rect">
              <a:avLst/>
            </a:pr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98" name="îşḷíḑe"/>
            <p:cNvSpPr/>
            <p:nvPr/>
          </p:nvSpPr>
          <p:spPr bwMode="auto">
            <a:xfrm>
              <a:off x="6663639" y="2684373"/>
              <a:ext cx="38168" cy="7673"/>
            </a:xfrm>
            <a:custGeom>
              <a:avLst/>
              <a:gdLst>
                <a:gd name="T0" fmla="*/ 0 w 63"/>
                <a:gd name="T1" fmla="*/ 12 h 12"/>
                <a:gd name="T2" fmla="*/ 63 w 63"/>
                <a:gd name="T3" fmla="*/ 12 h 12"/>
                <a:gd name="T4" fmla="*/ 63 w 63"/>
                <a:gd name="T5" fmla="*/ 0 h 12"/>
                <a:gd name="T6" fmla="*/ 0 w 63"/>
                <a:gd name="T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12">
                  <a:moveTo>
                    <a:pt x="0" y="12"/>
                  </a:moveTo>
                  <a:lnTo>
                    <a:pt x="63" y="12"/>
                  </a:lnTo>
                  <a:lnTo>
                    <a:pt x="63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99" name="íṧḻiḓê"/>
            <p:cNvSpPr/>
            <p:nvPr/>
          </p:nvSpPr>
          <p:spPr bwMode="auto">
            <a:xfrm>
              <a:off x="6550348" y="2752798"/>
              <a:ext cx="40591" cy="37730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00" name="iṧlidè"/>
            <p:cNvSpPr/>
            <p:nvPr/>
          </p:nvSpPr>
          <p:spPr bwMode="auto">
            <a:xfrm>
              <a:off x="6543077" y="2745125"/>
              <a:ext cx="55131" cy="53078"/>
            </a:xfrm>
            <a:custGeom>
              <a:avLst/>
              <a:gdLst>
                <a:gd name="T0" fmla="*/ 12 w 91"/>
                <a:gd name="T1" fmla="*/ 12 h 83"/>
                <a:gd name="T2" fmla="*/ 12 w 91"/>
                <a:gd name="T3" fmla="*/ 24 h 83"/>
                <a:gd name="T4" fmla="*/ 68 w 91"/>
                <a:gd name="T5" fmla="*/ 24 h 83"/>
                <a:gd name="T6" fmla="*/ 68 w 91"/>
                <a:gd name="T7" fmla="*/ 59 h 83"/>
                <a:gd name="T8" fmla="*/ 24 w 91"/>
                <a:gd name="T9" fmla="*/ 59 h 83"/>
                <a:gd name="T10" fmla="*/ 24 w 91"/>
                <a:gd name="T11" fmla="*/ 12 h 83"/>
                <a:gd name="T12" fmla="*/ 12 w 91"/>
                <a:gd name="T13" fmla="*/ 12 h 83"/>
                <a:gd name="T14" fmla="*/ 12 w 91"/>
                <a:gd name="T15" fmla="*/ 24 h 83"/>
                <a:gd name="T16" fmla="*/ 12 w 91"/>
                <a:gd name="T17" fmla="*/ 12 h 83"/>
                <a:gd name="T18" fmla="*/ 0 w 91"/>
                <a:gd name="T19" fmla="*/ 12 h 83"/>
                <a:gd name="T20" fmla="*/ 0 w 91"/>
                <a:gd name="T21" fmla="*/ 83 h 83"/>
                <a:gd name="T22" fmla="*/ 91 w 91"/>
                <a:gd name="T23" fmla="*/ 83 h 83"/>
                <a:gd name="T24" fmla="*/ 91 w 91"/>
                <a:gd name="T25" fmla="*/ 0 h 83"/>
                <a:gd name="T26" fmla="*/ 0 w 91"/>
                <a:gd name="T27" fmla="*/ 0 h 83"/>
                <a:gd name="T28" fmla="*/ 0 w 91"/>
                <a:gd name="T29" fmla="*/ 12 h 83"/>
                <a:gd name="T30" fmla="*/ 12 w 91"/>
                <a:gd name="T31" fmla="*/ 1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" h="83">
                  <a:moveTo>
                    <a:pt x="12" y="12"/>
                  </a:moveTo>
                  <a:lnTo>
                    <a:pt x="12" y="24"/>
                  </a:lnTo>
                  <a:lnTo>
                    <a:pt x="68" y="24"/>
                  </a:lnTo>
                  <a:lnTo>
                    <a:pt x="68" y="59"/>
                  </a:lnTo>
                  <a:lnTo>
                    <a:pt x="24" y="59"/>
                  </a:lnTo>
                  <a:lnTo>
                    <a:pt x="24" y="12"/>
                  </a:lnTo>
                  <a:lnTo>
                    <a:pt x="12" y="12"/>
                  </a:lnTo>
                  <a:lnTo>
                    <a:pt x="12" y="24"/>
                  </a:lnTo>
                  <a:lnTo>
                    <a:pt x="12" y="12"/>
                  </a:lnTo>
                  <a:lnTo>
                    <a:pt x="0" y="12"/>
                  </a:lnTo>
                  <a:lnTo>
                    <a:pt x="0" y="83"/>
                  </a:lnTo>
                  <a:lnTo>
                    <a:pt x="91" y="83"/>
                  </a:lnTo>
                  <a:lnTo>
                    <a:pt x="91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2" y="12"/>
                  </a:ln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01" name="ïṣļîḑè"/>
            <p:cNvSpPr/>
            <p:nvPr/>
          </p:nvSpPr>
          <p:spPr bwMode="auto">
            <a:xfrm>
              <a:off x="6778140" y="2706755"/>
              <a:ext cx="43620" cy="31974"/>
            </a:xfrm>
            <a:prstGeom prst="rect">
              <a:avLst/>
            </a:prstGeom>
            <a:solidFill>
              <a:srgbClr val="D8D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202" name="iṧḻîďê"/>
            <p:cNvSpPr/>
            <p:nvPr/>
          </p:nvSpPr>
          <p:spPr bwMode="auto">
            <a:xfrm>
              <a:off x="6772082" y="2700359"/>
              <a:ext cx="56342" cy="44764"/>
            </a:xfrm>
            <a:custGeom>
              <a:avLst/>
              <a:gdLst>
                <a:gd name="T0" fmla="*/ 10 w 93"/>
                <a:gd name="T1" fmla="*/ 10 h 70"/>
                <a:gd name="T2" fmla="*/ 10 w 93"/>
                <a:gd name="T3" fmla="*/ 20 h 70"/>
                <a:gd name="T4" fmla="*/ 72 w 93"/>
                <a:gd name="T5" fmla="*/ 20 h 70"/>
                <a:gd name="T6" fmla="*/ 72 w 93"/>
                <a:gd name="T7" fmla="*/ 50 h 70"/>
                <a:gd name="T8" fmla="*/ 20 w 93"/>
                <a:gd name="T9" fmla="*/ 50 h 70"/>
                <a:gd name="T10" fmla="*/ 20 w 93"/>
                <a:gd name="T11" fmla="*/ 10 h 70"/>
                <a:gd name="T12" fmla="*/ 10 w 93"/>
                <a:gd name="T13" fmla="*/ 10 h 70"/>
                <a:gd name="T14" fmla="*/ 10 w 93"/>
                <a:gd name="T15" fmla="*/ 20 h 70"/>
                <a:gd name="T16" fmla="*/ 10 w 93"/>
                <a:gd name="T17" fmla="*/ 10 h 70"/>
                <a:gd name="T18" fmla="*/ 0 w 93"/>
                <a:gd name="T19" fmla="*/ 10 h 70"/>
                <a:gd name="T20" fmla="*/ 0 w 93"/>
                <a:gd name="T21" fmla="*/ 70 h 70"/>
                <a:gd name="T22" fmla="*/ 93 w 93"/>
                <a:gd name="T23" fmla="*/ 70 h 70"/>
                <a:gd name="T24" fmla="*/ 93 w 93"/>
                <a:gd name="T25" fmla="*/ 0 h 70"/>
                <a:gd name="T26" fmla="*/ 0 w 93"/>
                <a:gd name="T27" fmla="*/ 0 h 70"/>
                <a:gd name="T28" fmla="*/ 0 w 93"/>
                <a:gd name="T29" fmla="*/ 10 h 70"/>
                <a:gd name="T30" fmla="*/ 10 w 93"/>
                <a:gd name="T31" fmla="*/ 1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3" h="70">
                  <a:moveTo>
                    <a:pt x="10" y="10"/>
                  </a:moveTo>
                  <a:lnTo>
                    <a:pt x="10" y="20"/>
                  </a:lnTo>
                  <a:lnTo>
                    <a:pt x="72" y="20"/>
                  </a:lnTo>
                  <a:lnTo>
                    <a:pt x="72" y="50"/>
                  </a:lnTo>
                  <a:lnTo>
                    <a:pt x="20" y="50"/>
                  </a:lnTo>
                  <a:lnTo>
                    <a:pt x="20" y="10"/>
                  </a:lnTo>
                  <a:lnTo>
                    <a:pt x="10" y="10"/>
                  </a:lnTo>
                  <a:lnTo>
                    <a:pt x="10" y="20"/>
                  </a:lnTo>
                  <a:lnTo>
                    <a:pt x="10" y="10"/>
                  </a:lnTo>
                  <a:lnTo>
                    <a:pt x="0" y="10"/>
                  </a:lnTo>
                  <a:lnTo>
                    <a:pt x="0" y="70"/>
                  </a:lnTo>
                  <a:lnTo>
                    <a:pt x="93" y="70"/>
                  </a:lnTo>
                  <a:lnTo>
                    <a:pt x="93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10" y="10"/>
                  </a:lnTo>
                  <a:close/>
                </a:path>
              </a:pathLst>
            </a:custGeom>
            <a:solidFill>
              <a:srgbClr val="5E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203" name="isľïḋe"/>
            <p:cNvGrpSpPr/>
            <p:nvPr/>
          </p:nvGrpSpPr>
          <p:grpSpPr>
            <a:xfrm>
              <a:off x="5261181" y="1742462"/>
              <a:ext cx="1593292" cy="262626"/>
              <a:chOff x="775743" y="2373287"/>
              <a:chExt cx="3396207" cy="559804"/>
            </a:xfrm>
          </p:grpSpPr>
          <p:sp>
            <p:nvSpPr>
              <p:cNvPr id="205" name="îsļïďè"/>
              <p:cNvSpPr txBox="1"/>
              <p:nvPr/>
            </p:nvSpPr>
            <p:spPr>
              <a:xfrm>
                <a:off x="775743" y="2373287"/>
                <a:ext cx="1206643" cy="293898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Plain">
                  <a:avLst/>
                </a:prstTxWarp>
                <a:spAutoFit/>
              </a:bodyPr>
              <a:lstStyle/>
              <a:p>
                <a:r>
                  <a:rPr lang="en-US" altLang="zh-CN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Impact" panose="020B0806030902050204" pitchFamily="34" charset="0"/>
                  </a:rPr>
                  <a:t>Year-end</a:t>
                </a:r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206" name="íŝḷíďe"/>
              <p:cNvSpPr txBox="1"/>
              <p:nvPr/>
            </p:nvSpPr>
            <p:spPr>
              <a:xfrm>
                <a:off x="776220" y="2711207"/>
                <a:ext cx="1201122" cy="211407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Plain">
                  <a:avLst/>
                </a:prstTxWarp>
                <a:spAutoFit/>
              </a:bodyPr>
              <a:lstStyle/>
              <a:p>
                <a:r>
                  <a:rPr lang="en-US" altLang="zh-CN" b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SUMMARY</a:t>
                </a:r>
                <a:endParaRPr lang="zh-CN" altLang="en-US" b="1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207" name="iṩļide"/>
              <p:cNvSpPr txBox="1"/>
              <p:nvPr/>
            </p:nvSpPr>
            <p:spPr>
              <a:xfrm>
                <a:off x="2124952" y="2373287"/>
                <a:ext cx="2046998" cy="559804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Plain">
                  <a:avLst/>
                </a:prstTxWarp>
                <a:spAutoFit/>
              </a:bodyPr>
              <a:lstStyle/>
              <a:p>
                <a:r>
                  <a:rPr lang="en-US" altLang="zh-CN">
                    <a:solidFill>
                      <a:srgbClr val="EC1C24"/>
                    </a:solidFill>
                    <a:latin typeface="Impact" panose="020B0806030902050204" pitchFamily="34" charset="0"/>
                  </a:rPr>
                  <a:t>2017-2018</a:t>
                </a:r>
                <a:endParaRPr lang="zh-CN" altLang="en-US" dirty="0">
                  <a:solidFill>
                    <a:srgbClr val="EC1C24"/>
                  </a:solidFill>
                  <a:latin typeface="Impact" panose="020B0806030902050204" pitchFamily="34" charset="0"/>
                </a:endParaRPr>
              </a:p>
            </p:txBody>
          </p:sp>
        </p:grpSp>
        <p:sp>
          <p:nvSpPr>
            <p:cNvPr id="204" name="îṡļíďé"/>
            <p:cNvSpPr txBox="1"/>
            <p:nvPr/>
          </p:nvSpPr>
          <p:spPr>
            <a:xfrm>
              <a:off x="8128153" y="1624716"/>
              <a:ext cx="3205703" cy="1224136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 fontScale="70000" lnSpcReduction="20000"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/>
                <a:t>Unified fonts make reading more fluent.</a:t>
              </a:r>
              <a:endParaRPr lang="en-US" altLang="zh-CN" sz="1400" dirty="0"/>
            </a:p>
            <a:p>
              <a:pPr>
                <a:lnSpc>
                  <a:spcPct val="150000"/>
                </a:lnSpc>
              </a:pPr>
              <a:r>
                <a:rPr lang="en-US" altLang="zh-CN" sz="1700" b="1" dirty="0"/>
                <a:t>Theme color makes PPT more convenient to change.</a:t>
              </a:r>
              <a:endParaRPr lang="en-US" altLang="zh-CN" sz="1700" b="1" dirty="0"/>
            </a:p>
            <a:p>
              <a:pPr>
                <a:lnSpc>
                  <a:spcPct val="150000"/>
                </a:lnSpc>
              </a:pPr>
              <a:r>
                <a:rPr lang="en-US" altLang="zh-CN" sz="1400" dirty="0"/>
                <a:t>Adjust the spacing to adapt to Chinese typesetting, use the reference line in PPT.</a:t>
              </a:r>
              <a:endParaRPr lang="en-US" altLang="zh-CN" sz="1600" b="1" dirty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fbe0075e-cf09-42ba-8571-6f0a9d6384bd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0" y="-8131"/>
            <a:ext cx="12192000" cy="6151756"/>
            <a:chOff x="0" y="-8131"/>
            <a:chExt cx="12192000" cy="6151756"/>
          </a:xfrm>
        </p:grpSpPr>
        <p:sp>
          <p:nvSpPr>
            <p:cNvPr id="6" name="işḷïďê"/>
            <p:cNvSpPr/>
            <p:nvPr/>
          </p:nvSpPr>
          <p:spPr bwMode="auto">
            <a:xfrm>
              <a:off x="0" y="0"/>
              <a:ext cx="12192000" cy="4824000"/>
            </a:xfrm>
            <a:prstGeom prst="roundRect">
              <a:avLst>
                <a:gd name="adj" fmla="val 0"/>
              </a:avLst>
            </a:prstGeom>
            <a:blipFill>
              <a:blip r:embed="rId2"/>
              <a:stretch>
                <a:fillRect t="-21137" b="-21027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7" name="iṧļíḓè"/>
            <p:cNvSpPr/>
            <p:nvPr/>
          </p:nvSpPr>
          <p:spPr>
            <a:xfrm rot="10800000">
              <a:off x="3343353" y="-8131"/>
              <a:ext cx="5505294" cy="4832131"/>
            </a:xfrm>
            <a:custGeom>
              <a:avLst/>
              <a:gdLst>
                <a:gd name="connsiteX0" fmla="*/ 1946546 w 11277600"/>
                <a:gd name="connsiteY0" fmla="*/ 0 h 9898626"/>
                <a:gd name="connsiteX1" fmla="*/ 9331054 w 11277600"/>
                <a:gd name="connsiteY1" fmla="*/ 0 h 9898626"/>
                <a:gd name="connsiteX2" fmla="*/ 9430202 w 11277600"/>
                <a:gd name="connsiteY2" fmla="*/ 85884 h 9898626"/>
                <a:gd name="connsiteX3" fmla="*/ 11277600 w 11277600"/>
                <a:gd name="connsiteY3" fmla="*/ 4259826 h 9898626"/>
                <a:gd name="connsiteX4" fmla="*/ 5638800 w 11277600"/>
                <a:gd name="connsiteY4" fmla="*/ 9898626 h 9898626"/>
                <a:gd name="connsiteX5" fmla="*/ 0 w 11277600"/>
                <a:gd name="connsiteY5" fmla="*/ 4259826 h 9898626"/>
                <a:gd name="connsiteX6" fmla="*/ 1847398 w 11277600"/>
                <a:gd name="connsiteY6" fmla="*/ 85884 h 989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7600" h="9898626">
                  <a:moveTo>
                    <a:pt x="1946546" y="0"/>
                  </a:moveTo>
                  <a:lnTo>
                    <a:pt x="9331054" y="0"/>
                  </a:lnTo>
                  <a:lnTo>
                    <a:pt x="9430202" y="85884"/>
                  </a:lnTo>
                  <a:cubicBezTo>
                    <a:pt x="10565098" y="1117378"/>
                    <a:pt x="11277600" y="2605395"/>
                    <a:pt x="11277600" y="4259826"/>
                  </a:cubicBezTo>
                  <a:cubicBezTo>
                    <a:pt x="11277600" y="7374049"/>
                    <a:pt x="8753022" y="9898626"/>
                    <a:pt x="5638800" y="9898626"/>
                  </a:cubicBezTo>
                  <a:cubicBezTo>
                    <a:pt x="2524577" y="9898626"/>
                    <a:pt x="0" y="7374049"/>
                    <a:pt x="0" y="4259826"/>
                  </a:cubicBezTo>
                  <a:cubicBezTo>
                    <a:pt x="0" y="2605395"/>
                    <a:pt x="712503" y="1117378"/>
                    <a:pt x="1847398" y="85884"/>
                  </a:cubicBezTo>
                  <a:close/>
                </a:path>
              </a:pathLst>
            </a:custGeom>
            <a:solidFill>
              <a:schemeClr val="tx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ïŝľiḍè"/>
            <p:cNvSpPr txBox="1"/>
            <p:nvPr/>
          </p:nvSpPr>
          <p:spPr>
            <a:xfrm>
              <a:off x="669924" y="4919489"/>
              <a:ext cx="10850564" cy="122413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0000" tIns="46800" rIns="90000" bIns="46800" rtlCol="0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400" dirty="0"/>
                <a:t>Unified fonts make reading more fluent.</a:t>
              </a:r>
              <a:endParaRPr lang="en-US" altLang="zh-CN" sz="14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700" b="1" dirty="0"/>
                <a:t>Theme color makes PPT more convenient to change.</a:t>
              </a:r>
              <a:endParaRPr lang="en-US" altLang="zh-CN" sz="1700" b="1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400" dirty="0"/>
                <a:t>Adjust the spacing to adapt to Chinese typesetting, use the reference line in PPT.</a:t>
              </a:r>
              <a:endParaRPr lang="en-US" altLang="zh-CN" sz="1600" b="1" dirty="0"/>
            </a:p>
          </p:txBody>
        </p:sp>
        <p:grpSp>
          <p:nvGrpSpPr>
            <p:cNvPr id="9" name="ïṥ1îḍé"/>
            <p:cNvGrpSpPr/>
            <p:nvPr/>
          </p:nvGrpSpPr>
          <p:grpSpPr>
            <a:xfrm>
              <a:off x="3980999" y="2304000"/>
              <a:ext cx="4230002" cy="970279"/>
              <a:chOff x="3980999" y="2304000"/>
              <a:chExt cx="4230002" cy="970279"/>
            </a:xfrm>
          </p:grpSpPr>
          <p:sp>
            <p:nvSpPr>
              <p:cNvPr id="10" name="iṡľîdè"/>
              <p:cNvSpPr/>
              <p:nvPr/>
            </p:nvSpPr>
            <p:spPr bwMode="auto">
              <a:xfrm>
                <a:off x="3980999" y="2716880"/>
                <a:ext cx="4230002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100" dirty="0">
                    <a:solidFill>
                      <a:schemeClr val="bg1"/>
                    </a:solidFill>
                  </a:rPr>
                  <a:t>Copy paste fonts. Choose the only option to retain text.</a:t>
                </a:r>
                <a:endParaRPr lang="en-US" altLang="zh-CN" sz="11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íṡľïḑé"/>
              <p:cNvSpPr txBox="1"/>
              <p:nvPr/>
            </p:nvSpPr>
            <p:spPr bwMode="auto">
              <a:xfrm>
                <a:off x="3980999" y="2304000"/>
                <a:ext cx="4230002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360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>
                    <a:solidFill>
                      <a:schemeClr val="bg1"/>
                    </a:solidFill>
                  </a:rPr>
                  <a:t>Text here</a:t>
                </a:r>
                <a:endParaRPr lang="en-US" altLang="zh-CN" sz="18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25" name="fed3f8bb-e284-4adc-ab02-e7044f36fb5f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470915" y="1736812"/>
            <a:ext cx="9395209" cy="3995286"/>
            <a:chOff x="1470915" y="1736812"/>
            <a:chExt cx="9395209" cy="3995286"/>
          </a:xfrm>
        </p:grpSpPr>
        <p:sp>
          <p:nvSpPr>
            <p:cNvPr id="26" name="íṧḷiḓe"/>
            <p:cNvSpPr/>
            <p:nvPr/>
          </p:nvSpPr>
          <p:spPr>
            <a:xfrm>
              <a:off x="4799229" y="1736812"/>
              <a:ext cx="2317265" cy="1997643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7" name="i$lide"/>
            <p:cNvSpPr/>
            <p:nvPr/>
          </p:nvSpPr>
          <p:spPr>
            <a:xfrm flipV="1">
              <a:off x="4799229" y="3734455"/>
              <a:ext cx="2317265" cy="1997643"/>
            </a:xfrm>
            <a:prstGeom prst="triangl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8" name="ïṥḷíďê"/>
            <p:cNvSpPr/>
            <p:nvPr/>
          </p:nvSpPr>
          <p:spPr>
            <a:xfrm flipH="1">
              <a:off x="3647731" y="3734455"/>
              <a:ext cx="2317265" cy="1997643"/>
            </a:xfrm>
            <a:prstGeom prst="triangle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9" name="íŝlïďé"/>
            <p:cNvSpPr/>
            <p:nvPr/>
          </p:nvSpPr>
          <p:spPr>
            <a:xfrm flipH="1">
              <a:off x="5953487" y="3734455"/>
              <a:ext cx="2317265" cy="1997643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grpSp>
          <p:nvGrpSpPr>
            <p:cNvPr id="30" name="ïṥ1ïḋe"/>
            <p:cNvGrpSpPr/>
            <p:nvPr/>
          </p:nvGrpSpPr>
          <p:grpSpPr>
            <a:xfrm>
              <a:off x="7130791" y="2218633"/>
              <a:ext cx="3400693" cy="1515821"/>
              <a:chOff x="5603149" y="2793443"/>
              <a:chExt cx="3058530" cy="1363306"/>
            </a:xfrm>
          </p:grpSpPr>
          <p:cxnSp>
            <p:nvCxnSpPr>
              <p:cNvPr id="51" name="直接连接符 50"/>
              <p:cNvCxnSpPr/>
              <p:nvPr/>
            </p:nvCxnSpPr>
            <p:spPr>
              <a:xfrm flipV="1">
                <a:off x="5603149" y="2793443"/>
                <a:ext cx="787733" cy="1363306"/>
              </a:xfrm>
              <a:prstGeom prst="line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6386660" y="2793443"/>
                <a:ext cx="2275019" cy="0"/>
              </a:xfrm>
              <a:prstGeom prst="line">
                <a:avLst/>
              </a:prstGeom>
              <a:ln>
                <a:solidFill>
                  <a:schemeClr val="accent3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işḻïḋe"/>
            <p:cNvGrpSpPr/>
            <p:nvPr/>
          </p:nvGrpSpPr>
          <p:grpSpPr>
            <a:xfrm>
              <a:off x="7656272" y="4296718"/>
              <a:ext cx="2848984" cy="506577"/>
              <a:chOff x="6099349" y="2793443"/>
              <a:chExt cx="2562330" cy="455608"/>
            </a:xfrm>
          </p:grpSpPr>
          <p:cxnSp>
            <p:nvCxnSpPr>
              <p:cNvPr id="49" name="直接连接符 48"/>
              <p:cNvCxnSpPr/>
              <p:nvPr/>
            </p:nvCxnSpPr>
            <p:spPr>
              <a:xfrm flipV="1">
                <a:off x="6099349" y="2793443"/>
                <a:ext cx="263255" cy="455608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>
                <a:off x="6362604" y="2793443"/>
                <a:ext cx="2299075" cy="0"/>
              </a:xfrm>
              <a:prstGeom prst="line">
                <a:avLst/>
              </a:prstGeom>
              <a:ln>
                <a:solidFill>
                  <a:schemeClr val="accent4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ïṧ1íḋe"/>
            <p:cNvGrpSpPr/>
            <p:nvPr/>
          </p:nvGrpSpPr>
          <p:grpSpPr>
            <a:xfrm flipH="1">
              <a:off x="1470915" y="2218636"/>
              <a:ext cx="3851752" cy="655143"/>
              <a:chOff x="5197474" y="2793443"/>
              <a:chExt cx="3464204" cy="589225"/>
            </a:xfrm>
          </p:grpSpPr>
          <p:cxnSp>
            <p:nvCxnSpPr>
              <p:cNvPr id="47" name="直接连接符 46"/>
              <p:cNvCxnSpPr/>
              <p:nvPr/>
            </p:nvCxnSpPr>
            <p:spPr>
              <a:xfrm flipV="1">
                <a:off x="5197474" y="2793444"/>
                <a:ext cx="340460" cy="589224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>
                <a:off x="5529069" y="2793443"/>
                <a:ext cx="3132609" cy="0"/>
              </a:xfrm>
              <a:prstGeom prst="line">
                <a:avLst/>
              </a:prstGeom>
              <a:ln>
                <a:solidFill>
                  <a:schemeClr val="accent1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3" name="直接连接符 32"/>
            <p:cNvCxnSpPr/>
            <p:nvPr/>
          </p:nvCxnSpPr>
          <p:spPr>
            <a:xfrm flipH="1" flipV="1">
              <a:off x="4070427" y="4296718"/>
              <a:ext cx="292706" cy="506577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>
              <a:off x="1514149" y="4296718"/>
              <a:ext cx="2556278" cy="0"/>
            </a:xfrm>
            <a:prstGeom prst="line">
              <a:avLst/>
            </a:prstGeom>
            <a:ln>
              <a:solidFill>
                <a:schemeClr val="accent2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î$1íḓè"/>
            <p:cNvSpPr/>
            <p:nvPr/>
          </p:nvSpPr>
          <p:spPr bwMode="auto">
            <a:xfrm>
              <a:off x="6842444" y="4617068"/>
              <a:ext cx="633204" cy="633204"/>
            </a:xfrm>
            <a:custGeom>
              <a:avLst/>
              <a:gdLst>
                <a:gd name="T0" fmla="*/ 118 w 236"/>
                <a:gd name="T1" fmla="*/ 0 h 236"/>
                <a:gd name="T2" fmla="*/ 0 w 236"/>
                <a:gd name="T3" fmla="*/ 118 h 236"/>
                <a:gd name="T4" fmla="*/ 118 w 236"/>
                <a:gd name="T5" fmla="*/ 236 h 236"/>
                <a:gd name="T6" fmla="*/ 236 w 236"/>
                <a:gd name="T7" fmla="*/ 118 h 236"/>
                <a:gd name="T8" fmla="*/ 118 w 236"/>
                <a:gd name="T9" fmla="*/ 0 h 236"/>
                <a:gd name="T10" fmla="*/ 124 w 236"/>
                <a:gd name="T11" fmla="*/ 56 h 236"/>
                <a:gd name="T12" fmla="*/ 144 w 236"/>
                <a:gd name="T13" fmla="*/ 46 h 236"/>
                <a:gd name="T14" fmla="*/ 137 w 236"/>
                <a:gd name="T15" fmla="*/ 67 h 236"/>
                <a:gd name="T16" fmla="*/ 117 w 236"/>
                <a:gd name="T17" fmla="*/ 77 h 236"/>
                <a:gd name="T18" fmla="*/ 124 w 236"/>
                <a:gd name="T19" fmla="*/ 56 h 236"/>
                <a:gd name="T20" fmla="*/ 162 w 236"/>
                <a:gd name="T21" fmla="*/ 164 h 236"/>
                <a:gd name="T22" fmla="*/ 142 w 236"/>
                <a:gd name="T23" fmla="*/ 181 h 236"/>
                <a:gd name="T24" fmla="*/ 119 w 236"/>
                <a:gd name="T25" fmla="*/ 175 h 236"/>
                <a:gd name="T26" fmla="*/ 97 w 236"/>
                <a:gd name="T27" fmla="*/ 181 h 236"/>
                <a:gd name="T28" fmla="*/ 76 w 236"/>
                <a:gd name="T29" fmla="*/ 164 h 236"/>
                <a:gd name="T30" fmla="*/ 67 w 236"/>
                <a:gd name="T31" fmla="*/ 96 h 236"/>
                <a:gd name="T32" fmla="*/ 95 w 236"/>
                <a:gd name="T33" fmla="*/ 79 h 236"/>
                <a:gd name="T34" fmla="*/ 118 w 236"/>
                <a:gd name="T35" fmla="*/ 85 h 236"/>
                <a:gd name="T36" fmla="*/ 143 w 236"/>
                <a:gd name="T37" fmla="*/ 79 h 236"/>
                <a:gd name="T38" fmla="*/ 168 w 236"/>
                <a:gd name="T39" fmla="*/ 92 h 236"/>
                <a:gd name="T40" fmla="*/ 154 w 236"/>
                <a:gd name="T41" fmla="*/ 118 h 236"/>
                <a:gd name="T42" fmla="*/ 172 w 236"/>
                <a:gd name="T43" fmla="*/ 145 h 236"/>
                <a:gd name="T44" fmla="*/ 162 w 236"/>
                <a:gd name="T45" fmla="*/ 164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36" h="236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3"/>
                    <a:pt x="183" y="0"/>
                    <a:pt x="118" y="0"/>
                  </a:cubicBezTo>
                  <a:close/>
                  <a:moveTo>
                    <a:pt x="124" y="56"/>
                  </a:moveTo>
                  <a:cubicBezTo>
                    <a:pt x="129" y="50"/>
                    <a:pt x="137" y="46"/>
                    <a:pt x="144" y="46"/>
                  </a:cubicBezTo>
                  <a:cubicBezTo>
                    <a:pt x="144" y="54"/>
                    <a:pt x="141" y="62"/>
                    <a:pt x="137" y="67"/>
                  </a:cubicBezTo>
                  <a:cubicBezTo>
                    <a:pt x="132" y="73"/>
                    <a:pt x="124" y="78"/>
                    <a:pt x="117" y="77"/>
                  </a:cubicBezTo>
                  <a:cubicBezTo>
                    <a:pt x="115" y="69"/>
                    <a:pt x="119" y="61"/>
                    <a:pt x="124" y="56"/>
                  </a:cubicBezTo>
                  <a:close/>
                  <a:moveTo>
                    <a:pt x="162" y="164"/>
                  </a:moveTo>
                  <a:cubicBezTo>
                    <a:pt x="157" y="172"/>
                    <a:pt x="151" y="180"/>
                    <a:pt x="142" y="181"/>
                  </a:cubicBezTo>
                  <a:cubicBezTo>
                    <a:pt x="133" y="181"/>
                    <a:pt x="130" y="175"/>
                    <a:pt x="119" y="175"/>
                  </a:cubicBezTo>
                  <a:cubicBezTo>
                    <a:pt x="109" y="175"/>
                    <a:pt x="106" y="180"/>
                    <a:pt x="97" y="181"/>
                  </a:cubicBezTo>
                  <a:cubicBezTo>
                    <a:pt x="88" y="181"/>
                    <a:pt x="82" y="172"/>
                    <a:pt x="76" y="164"/>
                  </a:cubicBezTo>
                  <a:cubicBezTo>
                    <a:pt x="64" y="147"/>
                    <a:pt x="55" y="116"/>
                    <a:pt x="67" y="96"/>
                  </a:cubicBezTo>
                  <a:cubicBezTo>
                    <a:pt x="73" y="85"/>
                    <a:pt x="84" y="79"/>
                    <a:pt x="95" y="79"/>
                  </a:cubicBezTo>
                  <a:cubicBezTo>
                    <a:pt x="104" y="79"/>
                    <a:pt x="112" y="85"/>
                    <a:pt x="118" y="85"/>
                  </a:cubicBezTo>
                  <a:cubicBezTo>
                    <a:pt x="123" y="85"/>
                    <a:pt x="133" y="77"/>
                    <a:pt x="143" y="79"/>
                  </a:cubicBezTo>
                  <a:cubicBezTo>
                    <a:pt x="148" y="79"/>
                    <a:pt x="160" y="80"/>
                    <a:pt x="168" y="92"/>
                  </a:cubicBezTo>
                  <a:cubicBezTo>
                    <a:pt x="167" y="92"/>
                    <a:pt x="153" y="100"/>
                    <a:pt x="154" y="118"/>
                  </a:cubicBezTo>
                  <a:cubicBezTo>
                    <a:pt x="154" y="138"/>
                    <a:pt x="171" y="145"/>
                    <a:pt x="172" y="145"/>
                  </a:cubicBezTo>
                  <a:cubicBezTo>
                    <a:pt x="171" y="145"/>
                    <a:pt x="169" y="155"/>
                    <a:pt x="162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6" name="ïṣ1îde"/>
            <p:cNvSpPr/>
            <p:nvPr/>
          </p:nvSpPr>
          <p:spPr bwMode="auto">
            <a:xfrm>
              <a:off x="5636970" y="4175611"/>
              <a:ext cx="633204" cy="633204"/>
            </a:xfrm>
            <a:custGeom>
              <a:avLst/>
              <a:gdLst>
                <a:gd name="T0" fmla="*/ 118 w 236"/>
                <a:gd name="T1" fmla="*/ 0 h 236"/>
                <a:gd name="T2" fmla="*/ 0 w 236"/>
                <a:gd name="T3" fmla="*/ 118 h 236"/>
                <a:gd name="T4" fmla="*/ 118 w 236"/>
                <a:gd name="T5" fmla="*/ 236 h 236"/>
                <a:gd name="T6" fmla="*/ 236 w 236"/>
                <a:gd name="T7" fmla="*/ 118 h 236"/>
                <a:gd name="T8" fmla="*/ 118 w 236"/>
                <a:gd name="T9" fmla="*/ 0 h 236"/>
                <a:gd name="T10" fmla="*/ 106 w 236"/>
                <a:gd name="T11" fmla="*/ 171 h 236"/>
                <a:gd name="T12" fmla="*/ 54 w 236"/>
                <a:gd name="T13" fmla="*/ 163 h 236"/>
                <a:gd name="T14" fmla="*/ 54 w 236"/>
                <a:gd name="T15" fmla="*/ 121 h 236"/>
                <a:gd name="T16" fmla="*/ 106 w 236"/>
                <a:gd name="T17" fmla="*/ 121 h 236"/>
                <a:gd name="T18" fmla="*/ 106 w 236"/>
                <a:gd name="T19" fmla="*/ 171 h 236"/>
                <a:gd name="T20" fmla="*/ 106 w 236"/>
                <a:gd name="T21" fmla="*/ 114 h 236"/>
                <a:gd name="T22" fmla="*/ 54 w 236"/>
                <a:gd name="T23" fmla="*/ 114 h 236"/>
                <a:gd name="T24" fmla="*/ 54 w 236"/>
                <a:gd name="T25" fmla="*/ 72 h 236"/>
                <a:gd name="T26" fmla="*/ 106 w 236"/>
                <a:gd name="T27" fmla="*/ 64 h 236"/>
                <a:gd name="T28" fmla="*/ 106 w 236"/>
                <a:gd name="T29" fmla="*/ 114 h 236"/>
                <a:gd name="T30" fmla="*/ 182 w 236"/>
                <a:gd name="T31" fmla="*/ 182 h 236"/>
                <a:gd name="T32" fmla="*/ 113 w 236"/>
                <a:gd name="T33" fmla="*/ 172 h 236"/>
                <a:gd name="T34" fmla="*/ 113 w 236"/>
                <a:gd name="T35" fmla="*/ 121 h 236"/>
                <a:gd name="T36" fmla="*/ 182 w 236"/>
                <a:gd name="T37" fmla="*/ 121 h 236"/>
                <a:gd name="T38" fmla="*/ 182 w 236"/>
                <a:gd name="T39" fmla="*/ 182 h 236"/>
                <a:gd name="T40" fmla="*/ 182 w 236"/>
                <a:gd name="T41" fmla="*/ 114 h 236"/>
                <a:gd name="T42" fmla="*/ 113 w 236"/>
                <a:gd name="T43" fmla="*/ 114 h 236"/>
                <a:gd name="T44" fmla="*/ 113 w 236"/>
                <a:gd name="T45" fmla="*/ 63 h 236"/>
                <a:gd name="T46" fmla="*/ 182 w 236"/>
                <a:gd name="T47" fmla="*/ 53 h 236"/>
                <a:gd name="T48" fmla="*/ 182 w 236"/>
                <a:gd name="T49" fmla="*/ 114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36" h="236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3"/>
                    <a:pt x="183" y="0"/>
                    <a:pt x="118" y="0"/>
                  </a:cubicBezTo>
                  <a:close/>
                  <a:moveTo>
                    <a:pt x="106" y="171"/>
                  </a:moveTo>
                  <a:cubicBezTo>
                    <a:pt x="54" y="163"/>
                    <a:pt x="54" y="163"/>
                    <a:pt x="54" y="163"/>
                  </a:cubicBezTo>
                  <a:cubicBezTo>
                    <a:pt x="54" y="121"/>
                    <a:pt x="54" y="121"/>
                    <a:pt x="54" y="121"/>
                  </a:cubicBezTo>
                  <a:cubicBezTo>
                    <a:pt x="106" y="121"/>
                    <a:pt x="106" y="121"/>
                    <a:pt x="106" y="121"/>
                  </a:cubicBezTo>
                  <a:lnTo>
                    <a:pt x="106" y="171"/>
                  </a:lnTo>
                  <a:close/>
                  <a:moveTo>
                    <a:pt x="106" y="114"/>
                  </a:moveTo>
                  <a:cubicBezTo>
                    <a:pt x="54" y="114"/>
                    <a:pt x="54" y="114"/>
                    <a:pt x="54" y="114"/>
                  </a:cubicBezTo>
                  <a:cubicBezTo>
                    <a:pt x="54" y="72"/>
                    <a:pt x="54" y="72"/>
                    <a:pt x="54" y="72"/>
                  </a:cubicBezTo>
                  <a:cubicBezTo>
                    <a:pt x="106" y="64"/>
                    <a:pt x="106" y="64"/>
                    <a:pt x="106" y="64"/>
                  </a:cubicBezTo>
                  <a:lnTo>
                    <a:pt x="106" y="114"/>
                  </a:lnTo>
                  <a:close/>
                  <a:moveTo>
                    <a:pt x="182" y="182"/>
                  </a:moveTo>
                  <a:cubicBezTo>
                    <a:pt x="113" y="172"/>
                    <a:pt x="113" y="172"/>
                    <a:pt x="113" y="172"/>
                  </a:cubicBezTo>
                  <a:cubicBezTo>
                    <a:pt x="113" y="121"/>
                    <a:pt x="113" y="121"/>
                    <a:pt x="113" y="121"/>
                  </a:cubicBezTo>
                  <a:cubicBezTo>
                    <a:pt x="182" y="121"/>
                    <a:pt x="182" y="121"/>
                    <a:pt x="182" y="121"/>
                  </a:cubicBezTo>
                  <a:lnTo>
                    <a:pt x="182" y="182"/>
                  </a:lnTo>
                  <a:close/>
                  <a:moveTo>
                    <a:pt x="182" y="114"/>
                  </a:moveTo>
                  <a:cubicBezTo>
                    <a:pt x="113" y="114"/>
                    <a:pt x="113" y="114"/>
                    <a:pt x="113" y="114"/>
                  </a:cubicBezTo>
                  <a:cubicBezTo>
                    <a:pt x="113" y="63"/>
                    <a:pt x="113" y="63"/>
                    <a:pt x="113" y="63"/>
                  </a:cubicBezTo>
                  <a:cubicBezTo>
                    <a:pt x="182" y="53"/>
                    <a:pt x="182" y="53"/>
                    <a:pt x="182" y="53"/>
                  </a:cubicBezTo>
                  <a:lnTo>
                    <a:pt x="182" y="1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7" name="ïṧḻiḋè"/>
            <p:cNvSpPr/>
            <p:nvPr/>
          </p:nvSpPr>
          <p:spPr bwMode="auto">
            <a:xfrm>
              <a:off x="5641259" y="2605724"/>
              <a:ext cx="633204" cy="633204"/>
            </a:xfrm>
            <a:custGeom>
              <a:avLst/>
              <a:gdLst>
                <a:gd name="T0" fmla="*/ 223 w 228"/>
                <a:gd name="T1" fmla="*/ 95 h 228"/>
                <a:gd name="T2" fmla="*/ 196 w 228"/>
                <a:gd name="T3" fmla="*/ 90 h 228"/>
                <a:gd name="T4" fmla="*/ 189 w 228"/>
                <a:gd name="T5" fmla="*/ 74 h 228"/>
                <a:gd name="T6" fmla="*/ 205 w 228"/>
                <a:gd name="T7" fmla="*/ 50 h 228"/>
                <a:gd name="T8" fmla="*/ 205 w 228"/>
                <a:gd name="T9" fmla="*/ 43 h 228"/>
                <a:gd name="T10" fmla="*/ 185 w 228"/>
                <a:gd name="T11" fmla="*/ 24 h 228"/>
                <a:gd name="T12" fmla="*/ 178 w 228"/>
                <a:gd name="T13" fmla="*/ 23 h 228"/>
                <a:gd name="T14" fmla="*/ 155 w 228"/>
                <a:gd name="T15" fmla="*/ 39 h 228"/>
                <a:gd name="T16" fmla="*/ 138 w 228"/>
                <a:gd name="T17" fmla="*/ 32 h 228"/>
                <a:gd name="T18" fmla="*/ 133 w 228"/>
                <a:gd name="T19" fmla="*/ 5 h 228"/>
                <a:gd name="T20" fmla="*/ 127 w 228"/>
                <a:gd name="T21" fmla="*/ 0 h 228"/>
                <a:gd name="T22" fmla="*/ 100 w 228"/>
                <a:gd name="T23" fmla="*/ 0 h 228"/>
                <a:gd name="T24" fmla="*/ 94 w 228"/>
                <a:gd name="T25" fmla="*/ 5 h 228"/>
                <a:gd name="T26" fmla="*/ 89 w 228"/>
                <a:gd name="T27" fmla="*/ 32 h 228"/>
                <a:gd name="T28" fmla="*/ 73 w 228"/>
                <a:gd name="T29" fmla="*/ 39 h 228"/>
                <a:gd name="T30" fmla="*/ 50 w 228"/>
                <a:gd name="T31" fmla="*/ 23 h 228"/>
                <a:gd name="T32" fmla="*/ 43 w 228"/>
                <a:gd name="T33" fmla="*/ 24 h 228"/>
                <a:gd name="T34" fmla="*/ 23 w 228"/>
                <a:gd name="T35" fmla="*/ 43 h 228"/>
                <a:gd name="T36" fmla="*/ 23 w 228"/>
                <a:gd name="T37" fmla="*/ 51 h 228"/>
                <a:gd name="T38" fmla="*/ 39 w 228"/>
                <a:gd name="T39" fmla="*/ 74 h 228"/>
                <a:gd name="T40" fmla="*/ 32 w 228"/>
                <a:gd name="T41" fmla="*/ 90 h 228"/>
                <a:gd name="T42" fmla="*/ 5 w 228"/>
                <a:gd name="T43" fmla="*/ 95 h 228"/>
                <a:gd name="T44" fmla="*/ 0 w 228"/>
                <a:gd name="T45" fmla="*/ 100 h 228"/>
                <a:gd name="T46" fmla="*/ 0 w 228"/>
                <a:gd name="T47" fmla="*/ 128 h 228"/>
                <a:gd name="T48" fmla="*/ 5 w 228"/>
                <a:gd name="T49" fmla="*/ 134 h 228"/>
                <a:gd name="T50" fmla="*/ 32 w 228"/>
                <a:gd name="T51" fmla="*/ 139 h 228"/>
                <a:gd name="T52" fmla="*/ 39 w 228"/>
                <a:gd name="T53" fmla="*/ 155 h 228"/>
                <a:gd name="T54" fmla="*/ 23 w 228"/>
                <a:gd name="T55" fmla="*/ 178 h 228"/>
                <a:gd name="T56" fmla="*/ 24 w 228"/>
                <a:gd name="T57" fmla="*/ 185 h 228"/>
                <a:gd name="T58" fmla="*/ 43 w 228"/>
                <a:gd name="T59" fmla="*/ 204 h 228"/>
                <a:gd name="T60" fmla="*/ 51 w 228"/>
                <a:gd name="T61" fmla="*/ 205 h 228"/>
                <a:gd name="T62" fmla="*/ 73 w 228"/>
                <a:gd name="T63" fmla="*/ 189 h 228"/>
                <a:gd name="T64" fmla="*/ 89 w 228"/>
                <a:gd name="T65" fmla="*/ 196 h 228"/>
                <a:gd name="T66" fmla="*/ 94 w 228"/>
                <a:gd name="T67" fmla="*/ 223 h 228"/>
                <a:gd name="T68" fmla="*/ 100 w 228"/>
                <a:gd name="T69" fmla="*/ 228 h 228"/>
                <a:gd name="T70" fmla="*/ 127 w 228"/>
                <a:gd name="T71" fmla="*/ 228 h 228"/>
                <a:gd name="T72" fmla="*/ 133 w 228"/>
                <a:gd name="T73" fmla="*/ 223 h 228"/>
                <a:gd name="T74" fmla="*/ 138 w 228"/>
                <a:gd name="T75" fmla="*/ 196 h 228"/>
                <a:gd name="T76" fmla="*/ 154 w 228"/>
                <a:gd name="T77" fmla="*/ 190 h 228"/>
                <a:gd name="T78" fmla="*/ 177 w 228"/>
                <a:gd name="T79" fmla="*/ 205 h 228"/>
                <a:gd name="T80" fmla="*/ 185 w 228"/>
                <a:gd name="T81" fmla="*/ 205 h 228"/>
                <a:gd name="T82" fmla="*/ 204 w 228"/>
                <a:gd name="T83" fmla="*/ 185 h 228"/>
                <a:gd name="T84" fmla="*/ 205 w 228"/>
                <a:gd name="T85" fmla="*/ 178 h 228"/>
                <a:gd name="T86" fmla="*/ 189 w 228"/>
                <a:gd name="T87" fmla="*/ 155 h 228"/>
                <a:gd name="T88" fmla="*/ 196 w 228"/>
                <a:gd name="T89" fmla="*/ 139 h 228"/>
                <a:gd name="T90" fmla="*/ 223 w 228"/>
                <a:gd name="T91" fmla="*/ 134 h 228"/>
                <a:gd name="T92" fmla="*/ 228 w 228"/>
                <a:gd name="T93" fmla="*/ 128 h 228"/>
                <a:gd name="T94" fmla="*/ 228 w 228"/>
                <a:gd name="T95" fmla="*/ 100 h 228"/>
                <a:gd name="T96" fmla="*/ 223 w 228"/>
                <a:gd name="T97" fmla="*/ 95 h 228"/>
                <a:gd name="T98" fmla="*/ 114 w 228"/>
                <a:gd name="T99" fmla="*/ 149 h 228"/>
                <a:gd name="T100" fmla="*/ 79 w 228"/>
                <a:gd name="T101" fmla="*/ 114 h 228"/>
                <a:gd name="T102" fmla="*/ 114 w 228"/>
                <a:gd name="T103" fmla="*/ 79 h 228"/>
                <a:gd name="T104" fmla="*/ 149 w 228"/>
                <a:gd name="T105" fmla="*/ 114 h 228"/>
                <a:gd name="T106" fmla="*/ 114 w 228"/>
                <a:gd name="T107" fmla="*/ 14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8" h="228">
                  <a:moveTo>
                    <a:pt x="223" y="95"/>
                  </a:moveTo>
                  <a:cubicBezTo>
                    <a:pt x="196" y="90"/>
                    <a:pt x="196" y="90"/>
                    <a:pt x="196" y="90"/>
                  </a:cubicBezTo>
                  <a:cubicBezTo>
                    <a:pt x="194" y="84"/>
                    <a:pt x="192" y="79"/>
                    <a:pt x="189" y="74"/>
                  </a:cubicBezTo>
                  <a:cubicBezTo>
                    <a:pt x="205" y="50"/>
                    <a:pt x="205" y="50"/>
                    <a:pt x="205" y="50"/>
                  </a:cubicBezTo>
                  <a:cubicBezTo>
                    <a:pt x="207" y="48"/>
                    <a:pt x="206" y="45"/>
                    <a:pt x="205" y="43"/>
                  </a:cubicBezTo>
                  <a:cubicBezTo>
                    <a:pt x="185" y="24"/>
                    <a:pt x="185" y="24"/>
                    <a:pt x="185" y="24"/>
                  </a:cubicBezTo>
                  <a:cubicBezTo>
                    <a:pt x="183" y="22"/>
                    <a:pt x="180" y="21"/>
                    <a:pt x="178" y="23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49" y="36"/>
                    <a:pt x="144" y="34"/>
                    <a:pt x="138" y="32"/>
                  </a:cubicBezTo>
                  <a:cubicBezTo>
                    <a:pt x="133" y="5"/>
                    <a:pt x="133" y="5"/>
                    <a:pt x="133" y="5"/>
                  </a:cubicBezTo>
                  <a:cubicBezTo>
                    <a:pt x="133" y="2"/>
                    <a:pt x="130" y="0"/>
                    <a:pt x="127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97" y="0"/>
                    <a:pt x="95" y="2"/>
                    <a:pt x="94" y="5"/>
                  </a:cubicBezTo>
                  <a:cubicBezTo>
                    <a:pt x="89" y="32"/>
                    <a:pt x="89" y="32"/>
                    <a:pt x="89" y="32"/>
                  </a:cubicBezTo>
                  <a:cubicBezTo>
                    <a:pt x="83" y="34"/>
                    <a:pt x="78" y="36"/>
                    <a:pt x="73" y="39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48" y="22"/>
                    <a:pt x="45" y="22"/>
                    <a:pt x="43" y="24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2" y="45"/>
                    <a:pt x="21" y="49"/>
                    <a:pt x="23" y="51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36" y="79"/>
                    <a:pt x="34" y="84"/>
                    <a:pt x="32" y="90"/>
                  </a:cubicBezTo>
                  <a:cubicBezTo>
                    <a:pt x="5" y="95"/>
                    <a:pt x="5" y="95"/>
                    <a:pt x="5" y="95"/>
                  </a:cubicBezTo>
                  <a:cubicBezTo>
                    <a:pt x="2" y="95"/>
                    <a:pt x="0" y="98"/>
                    <a:pt x="0" y="100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131"/>
                    <a:pt x="2" y="133"/>
                    <a:pt x="5" y="134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4" y="144"/>
                    <a:pt x="36" y="150"/>
                    <a:pt x="39" y="155"/>
                  </a:cubicBezTo>
                  <a:cubicBezTo>
                    <a:pt x="23" y="178"/>
                    <a:pt x="23" y="178"/>
                    <a:pt x="23" y="178"/>
                  </a:cubicBezTo>
                  <a:cubicBezTo>
                    <a:pt x="22" y="180"/>
                    <a:pt x="22" y="183"/>
                    <a:pt x="24" y="185"/>
                  </a:cubicBezTo>
                  <a:cubicBezTo>
                    <a:pt x="43" y="204"/>
                    <a:pt x="43" y="204"/>
                    <a:pt x="43" y="204"/>
                  </a:cubicBezTo>
                  <a:cubicBezTo>
                    <a:pt x="45" y="206"/>
                    <a:pt x="48" y="207"/>
                    <a:pt x="51" y="205"/>
                  </a:cubicBezTo>
                  <a:cubicBezTo>
                    <a:pt x="73" y="189"/>
                    <a:pt x="73" y="189"/>
                    <a:pt x="73" y="189"/>
                  </a:cubicBezTo>
                  <a:cubicBezTo>
                    <a:pt x="78" y="192"/>
                    <a:pt x="84" y="194"/>
                    <a:pt x="89" y="196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5" y="226"/>
                    <a:pt x="97" y="228"/>
                    <a:pt x="100" y="228"/>
                  </a:cubicBezTo>
                  <a:cubicBezTo>
                    <a:pt x="127" y="228"/>
                    <a:pt x="127" y="228"/>
                    <a:pt x="127" y="228"/>
                  </a:cubicBezTo>
                  <a:cubicBezTo>
                    <a:pt x="130" y="228"/>
                    <a:pt x="133" y="226"/>
                    <a:pt x="133" y="223"/>
                  </a:cubicBezTo>
                  <a:cubicBezTo>
                    <a:pt x="138" y="196"/>
                    <a:pt x="138" y="196"/>
                    <a:pt x="138" y="196"/>
                  </a:cubicBezTo>
                  <a:cubicBezTo>
                    <a:pt x="144" y="194"/>
                    <a:pt x="149" y="192"/>
                    <a:pt x="154" y="190"/>
                  </a:cubicBezTo>
                  <a:cubicBezTo>
                    <a:pt x="177" y="205"/>
                    <a:pt x="177" y="205"/>
                    <a:pt x="177" y="205"/>
                  </a:cubicBezTo>
                  <a:cubicBezTo>
                    <a:pt x="180" y="207"/>
                    <a:pt x="183" y="207"/>
                    <a:pt x="185" y="205"/>
                  </a:cubicBezTo>
                  <a:cubicBezTo>
                    <a:pt x="204" y="185"/>
                    <a:pt x="204" y="185"/>
                    <a:pt x="204" y="185"/>
                  </a:cubicBezTo>
                  <a:cubicBezTo>
                    <a:pt x="206" y="183"/>
                    <a:pt x="206" y="180"/>
                    <a:pt x="205" y="178"/>
                  </a:cubicBezTo>
                  <a:cubicBezTo>
                    <a:pt x="189" y="155"/>
                    <a:pt x="189" y="155"/>
                    <a:pt x="189" y="155"/>
                  </a:cubicBezTo>
                  <a:cubicBezTo>
                    <a:pt x="192" y="150"/>
                    <a:pt x="194" y="144"/>
                    <a:pt x="196" y="139"/>
                  </a:cubicBezTo>
                  <a:cubicBezTo>
                    <a:pt x="223" y="134"/>
                    <a:pt x="223" y="134"/>
                    <a:pt x="223" y="134"/>
                  </a:cubicBezTo>
                  <a:cubicBezTo>
                    <a:pt x="226" y="133"/>
                    <a:pt x="228" y="131"/>
                    <a:pt x="228" y="128"/>
                  </a:cubicBezTo>
                  <a:cubicBezTo>
                    <a:pt x="228" y="100"/>
                    <a:pt x="228" y="100"/>
                    <a:pt x="228" y="100"/>
                  </a:cubicBezTo>
                  <a:cubicBezTo>
                    <a:pt x="228" y="98"/>
                    <a:pt x="226" y="95"/>
                    <a:pt x="223" y="95"/>
                  </a:cubicBezTo>
                  <a:close/>
                  <a:moveTo>
                    <a:pt x="114" y="149"/>
                  </a:moveTo>
                  <a:cubicBezTo>
                    <a:pt x="95" y="149"/>
                    <a:pt x="79" y="133"/>
                    <a:pt x="79" y="114"/>
                  </a:cubicBezTo>
                  <a:cubicBezTo>
                    <a:pt x="79" y="95"/>
                    <a:pt x="95" y="79"/>
                    <a:pt x="114" y="79"/>
                  </a:cubicBezTo>
                  <a:cubicBezTo>
                    <a:pt x="133" y="79"/>
                    <a:pt x="149" y="95"/>
                    <a:pt x="149" y="114"/>
                  </a:cubicBezTo>
                  <a:cubicBezTo>
                    <a:pt x="149" y="133"/>
                    <a:pt x="133" y="149"/>
                    <a:pt x="114" y="14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8" name="îṩľíḋé"/>
            <p:cNvSpPr/>
            <p:nvPr/>
          </p:nvSpPr>
          <p:spPr bwMode="auto">
            <a:xfrm>
              <a:off x="4494051" y="4617069"/>
              <a:ext cx="633204" cy="633204"/>
            </a:xfrm>
            <a:custGeom>
              <a:avLst/>
              <a:gdLst>
                <a:gd name="T0" fmla="*/ 130 w 236"/>
                <a:gd name="T1" fmla="*/ 1 h 236"/>
                <a:gd name="T2" fmla="*/ 118 w 236"/>
                <a:gd name="T3" fmla="*/ 0 h 236"/>
                <a:gd name="T4" fmla="*/ 30 w 236"/>
                <a:gd name="T5" fmla="*/ 40 h 236"/>
                <a:gd name="T6" fmla="*/ 68 w 236"/>
                <a:gd name="T7" fmla="*/ 105 h 236"/>
                <a:gd name="T8" fmla="*/ 130 w 236"/>
                <a:gd name="T9" fmla="*/ 1 h 236"/>
                <a:gd name="T10" fmla="*/ 20 w 236"/>
                <a:gd name="T11" fmla="*/ 52 h 236"/>
                <a:gd name="T12" fmla="*/ 0 w 236"/>
                <a:gd name="T13" fmla="*/ 118 h 236"/>
                <a:gd name="T14" fmla="*/ 5 w 236"/>
                <a:gd name="T15" fmla="*/ 153 h 236"/>
                <a:gd name="T16" fmla="*/ 81 w 236"/>
                <a:gd name="T17" fmla="*/ 153 h 236"/>
                <a:gd name="T18" fmla="*/ 20 w 236"/>
                <a:gd name="T19" fmla="*/ 52 h 236"/>
                <a:gd name="T20" fmla="*/ 225 w 236"/>
                <a:gd name="T21" fmla="*/ 68 h 236"/>
                <a:gd name="T22" fmla="*/ 145 w 236"/>
                <a:gd name="T23" fmla="*/ 3 h 236"/>
                <a:gd name="T24" fmla="*/ 106 w 236"/>
                <a:gd name="T25" fmla="*/ 68 h 236"/>
                <a:gd name="T26" fmla="*/ 225 w 236"/>
                <a:gd name="T27" fmla="*/ 68 h 236"/>
                <a:gd name="T28" fmla="*/ 130 w 236"/>
                <a:gd name="T29" fmla="*/ 167 h 236"/>
                <a:gd name="T30" fmla="*/ 11 w 236"/>
                <a:gd name="T31" fmla="*/ 167 h 236"/>
                <a:gd name="T32" fmla="*/ 96 w 236"/>
                <a:gd name="T33" fmla="*/ 234 h 236"/>
                <a:gd name="T34" fmla="*/ 93 w 236"/>
                <a:gd name="T35" fmla="*/ 232 h 236"/>
                <a:gd name="T36" fmla="*/ 130 w 236"/>
                <a:gd name="T37" fmla="*/ 167 h 236"/>
                <a:gd name="T38" fmla="*/ 230 w 236"/>
                <a:gd name="T39" fmla="*/ 82 h 236"/>
                <a:gd name="T40" fmla="*/ 155 w 236"/>
                <a:gd name="T41" fmla="*/ 82 h 236"/>
                <a:gd name="T42" fmla="*/ 215 w 236"/>
                <a:gd name="T43" fmla="*/ 186 h 236"/>
                <a:gd name="T44" fmla="*/ 236 w 236"/>
                <a:gd name="T45" fmla="*/ 118 h 236"/>
                <a:gd name="T46" fmla="*/ 230 w 236"/>
                <a:gd name="T47" fmla="*/ 82 h 236"/>
                <a:gd name="T48" fmla="*/ 108 w 236"/>
                <a:gd name="T49" fmla="*/ 236 h 236"/>
                <a:gd name="T50" fmla="*/ 118 w 236"/>
                <a:gd name="T51" fmla="*/ 236 h 236"/>
                <a:gd name="T52" fmla="*/ 205 w 236"/>
                <a:gd name="T53" fmla="*/ 198 h 236"/>
                <a:gd name="T54" fmla="*/ 167 w 236"/>
                <a:gd name="T55" fmla="*/ 132 h 236"/>
                <a:gd name="T56" fmla="*/ 108 w 236"/>
                <a:gd name="T5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6" h="236">
                  <a:moveTo>
                    <a:pt x="130" y="1"/>
                  </a:moveTo>
                  <a:cubicBezTo>
                    <a:pt x="126" y="0"/>
                    <a:pt x="122" y="0"/>
                    <a:pt x="118" y="0"/>
                  </a:cubicBezTo>
                  <a:cubicBezTo>
                    <a:pt x="83" y="0"/>
                    <a:pt x="51" y="16"/>
                    <a:pt x="30" y="40"/>
                  </a:cubicBezTo>
                  <a:cubicBezTo>
                    <a:pt x="68" y="105"/>
                    <a:pt x="68" y="105"/>
                    <a:pt x="68" y="105"/>
                  </a:cubicBezTo>
                  <a:lnTo>
                    <a:pt x="130" y="1"/>
                  </a:lnTo>
                  <a:close/>
                  <a:moveTo>
                    <a:pt x="20" y="52"/>
                  </a:moveTo>
                  <a:cubicBezTo>
                    <a:pt x="7" y="71"/>
                    <a:pt x="0" y="94"/>
                    <a:pt x="0" y="118"/>
                  </a:cubicBezTo>
                  <a:cubicBezTo>
                    <a:pt x="0" y="130"/>
                    <a:pt x="2" y="142"/>
                    <a:pt x="5" y="153"/>
                  </a:cubicBezTo>
                  <a:cubicBezTo>
                    <a:pt x="81" y="153"/>
                    <a:pt x="81" y="153"/>
                    <a:pt x="81" y="153"/>
                  </a:cubicBezTo>
                  <a:lnTo>
                    <a:pt x="20" y="52"/>
                  </a:lnTo>
                  <a:close/>
                  <a:moveTo>
                    <a:pt x="225" y="68"/>
                  </a:moveTo>
                  <a:cubicBezTo>
                    <a:pt x="210" y="36"/>
                    <a:pt x="180" y="11"/>
                    <a:pt x="145" y="3"/>
                  </a:cubicBezTo>
                  <a:cubicBezTo>
                    <a:pt x="106" y="68"/>
                    <a:pt x="106" y="68"/>
                    <a:pt x="106" y="68"/>
                  </a:cubicBezTo>
                  <a:lnTo>
                    <a:pt x="225" y="68"/>
                  </a:lnTo>
                  <a:close/>
                  <a:moveTo>
                    <a:pt x="130" y="167"/>
                  </a:moveTo>
                  <a:cubicBezTo>
                    <a:pt x="11" y="167"/>
                    <a:pt x="11" y="167"/>
                    <a:pt x="11" y="167"/>
                  </a:cubicBezTo>
                  <a:cubicBezTo>
                    <a:pt x="26" y="201"/>
                    <a:pt x="58" y="227"/>
                    <a:pt x="96" y="234"/>
                  </a:cubicBezTo>
                  <a:cubicBezTo>
                    <a:pt x="93" y="232"/>
                    <a:pt x="93" y="232"/>
                    <a:pt x="93" y="232"/>
                  </a:cubicBezTo>
                  <a:lnTo>
                    <a:pt x="130" y="167"/>
                  </a:lnTo>
                  <a:close/>
                  <a:moveTo>
                    <a:pt x="230" y="82"/>
                  </a:moveTo>
                  <a:cubicBezTo>
                    <a:pt x="155" y="82"/>
                    <a:pt x="155" y="82"/>
                    <a:pt x="155" y="82"/>
                  </a:cubicBezTo>
                  <a:cubicBezTo>
                    <a:pt x="215" y="186"/>
                    <a:pt x="215" y="186"/>
                    <a:pt x="215" y="186"/>
                  </a:cubicBezTo>
                  <a:cubicBezTo>
                    <a:pt x="228" y="167"/>
                    <a:pt x="236" y="143"/>
                    <a:pt x="236" y="118"/>
                  </a:cubicBezTo>
                  <a:cubicBezTo>
                    <a:pt x="236" y="106"/>
                    <a:pt x="234" y="94"/>
                    <a:pt x="230" y="82"/>
                  </a:cubicBezTo>
                  <a:close/>
                  <a:moveTo>
                    <a:pt x="108" y="236"/>
                  </a:moveTo>
                  <a:cubicBezTo>
                    <a:pt x="111" y="236"/>
                    <a:pt x="115" y="236"/>
                    <a:pt x="118" y="236"/>
                  </a:cubicBezTo>
                  <a:cubicBezTo>
                    <a:pt x="152" y="236"/>
                    <a:pt x="183" y="221"/>
                    <a:pt x="205" y="198"/>
                  </a:cubicBezTo>
                  <a:cubicBezTo>
                    <a:pt x="167" y="132"/>
                    <a:pt x="167" y="132"/>
                    <a:pt x="167" y="132"/>
                  </a:cubicBezTo>
                  <a:lnTo>
                    <a:pt x="108" y="2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9" name="îṡ1íḋè"/>
            <p:cNvSpPr txBox="1"/>
            <p:nvPr/>
          </p:nvSpPr>
          <p:spPr bwMode="auto">
            <a:xfrm>
              <a:off x="7954235" y="1854000"/>
              <a:ext cx="2911889" cy="358973"/>
            </a:xfrm>
            <a:prstGeom prst="rect">
              <a:avLst/>
            </a:prstGeom>
          </p:spPr>
          <p:txBody>
            <a:bodyPr wrap="none" lIns="90000" tIns="46800" rIns="90000" bIns="46800" anchor="ctr">
              <a:normAutofit/>
            </a:bodyPr>
            <a:lstStyle/>
            <a:p>
              <a:pPr marL="0" indent="0" algn="r">
                <a:defRPr/>
              </a:pPr>
              <a:r>
                <a:rPr lang="en-US" altLang="zh-CN" sz="1600" b="1" dirty="0"/>
                <a:t>Text here</a:t>
              </a:r>
              <a:endParaRPr lang="zh-CN" altLang="en-US" sz="1600" b="1" dirty="0"/>
            </a:p>
          </p:txBody>
        </p:sp>
        <p:sp>
          <p:nvSpPr>
            <p:cNvPr id="40" name="îṩḻíḍé"/>
            <p:cNvSpPr txBox="1"/>
            <p:nvPr/>
          </p:nvSpPr>
          <p:spPr bwMode="auto">
            <a:xfrm>
              <a:off x="7954235" y="2212973"/>
              <a:ext cx="2911889" cy="964042"/>
            </a:xfrm>
            <a:prstGeom prst="rect">
              <a:avLst/>
            </a:prstGeom>
          </p:spPr>
          <p:txBody>
            <a:bodyPr wrap="square" lIns="90000" tIns="46800" rIns="90000" bIns="46800" anchor="t" anchorCtr="0">
              <a:normAutofit fontScale="92500" lnSpcReduction="20000"/>
            </a:bodyPr>
            <a:lstStyle/>
            <a:p>
              <a:pPr marL="171450" indent="-171450" algn="r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r>
                <a:rPr lang="en-US" altLang="zh-CN" sz="1050" dirty="0"/>
                <a:t>Supporting text here.</a:t>
              </a:r>
              <a:endParaRPr lang="en-US" altLang="zh-CN" sz="1050" dirty="0"/>
            </a:p>
            <a:p>
              <a:pPr marL="171450" indent="-171450" algn="r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r>
                <a:rPr lang="en-US" altLang="zh-CN" sz="1050" dirty="0"/>
                <a:t>You can use the icon library in iSlide  (www.islide.cc) to filter and replace existing icon elements with one click.</a:t>
              </a:r>
              <a:endParaRPr lang="en-US" altLang="zh-CN" sz="1050" dirty="0"/>
            </a:p>
          </p:txBody>
        </p:sp>
        <p:sp>
          <p:nvSpPr>
            <p:cNvPr id="41" name="išľïḋé"/>
            <p:cNvSpPr txBox="1"/>
            <p:nvPr/>
          </p:nvSpPr>
          <p:spPr bwMode="auto">
            <a:xfrm>
              <a:off x="1470923" y="2212973"/>
              <a:ext cx="2911889" cy="964042"/>
            </a:xfrm>
            <a:prstGeom prst="rect">
              <a:avLst/>
            </a:prstGeom>
          </p:spPr>
          <p:txBody>
            <a:bodyPr wrap="square" lIns="90000" tIns="46800" rIns="90000" bIns="46800" anchor="ctr" anchorCtr="0">
              <a:normAutofit fontScale="92500" lnSpcReduction="20000"/>
            </a:bodyPr>
            <a:lstStyle/>
            <a:p>
              <a:pPr marL="171450" indent="-171450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r>
                <a:rPr lang="en-US" altLang="zh-CN" sz="1050" dirty="0"/>
                <a:t>Supporting text here.</a:t>
              </a:r>
              <a:endParaRPr lang="en-US" altLang="zh-CN" sz="1050" dirty="0"/>
            </a:p>
            <a:p>
              <a:pPr marL="171450" indent="-171450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r>
                <a:rPr lang="en-US" altLang="zh-CN" sz="1050" dirty="0"/>
                <a:t>You can use the icon library in iSlide  (www.islide.cc) to filter and replace existing icon elements with one click.</a:t>
              </a:r>
              <a:endParaRPr lang="en-US" altLang="zh-CN" sz="1050" dirty="0"/>
            </a:p>
          </p:txBody>
        </p:sp>
        <p:sp>
          <p:nvSpPr>
            <p:cNvPr id="42" name="iśľîḍe"/>
            <p:cNvSpPr txBox="1"/>
            <p:nvPr/>
          </p:nvSpPr>
          <p:spPr bwMode="auto">
            <a:xfrm>
              <a:off x="1470923" y="1854001"/>
              <a:ext cx="2911889" cy="358972"/>
            </a:xfrm>
            <a:prstGeom prst="rect">
              <a:avLst/>
            </a:prstGeom>
          </p:spPr>
          <p:txBody>
            <a:bodyPr wrap="none" lIns="90000" tIns="46800" rIns="90000" bIns="46800" anchor="ctr" anchorCtr="0">
              <a:normAutofit/>
            </a:bodyPr>
            <a:lstStyle/>
            <a:p>
              <a:pPr marL="0" indent="0">
                <a:defRPr/>
              </a:pPr>
              <a:r>
                <a:rPr lang="en-US" altLang="zh-CN" sz="1600" b="1" dirty="0"/>
                <a:t>Text here</a:t>
              </a:r>
              <a:endParaRPr lang="zh-CN" altLang="en-US" sz="1600" b="1" dirty="0"/>
            </a:p>
          </p:txBody>
        </p:sp>
        <p:sp>
          <p:nvSpPr>
            <p:cNvPr id="43" name="isľïḍè"/>
            <p:cNvSpPr txBox="1"/>
            <p:nvPr/>
          </p:nvSpPr>
          <p:spPr bwMode="auto">
            <a:xfrm>
              <a:off x="7954235" y="3927257"/>
              <a:ext cx="2911889" cy="358973"/>
            </a:xfrm>
            <a:prstGeom prst="rect">
              <a:avLst/>
            </a:prstGeom>
          </p:spPr>
          <p:txBody>
            <a:bodyPr wrap="none" lIns="90000" tIns="46800" rIns="90000" bIns="46800" anchor="ctr">
              <a:normAutofit/>
            </a:bodyPr>
            <a:lstStyle/>
            <a:p>
              <a:pPr marL="0" indent="0" algn="r">
                <a:defRPr/>
              </a:pPr>
              <a:r>
                <a:rPr lang="en-US" altLang="zh-CN" sz="1600" b="1" dirty="0"/>
                <a:t>Text here</a:t>
              </a:r>
              <a:endParaRPr lang="zh-CN" altLang="en-US" sz="1600" b="1" dirty="0"/>
            </a:p>
          </p:txBody>
        </p:sp>
        <p:sp>
          <p:nvSpPr>
            <p:cNvPr id="44" name="i$ḻîďè"/>
            <p:cNvSpPr txBox="1"/>
            <p:nvPr/>
          </p:nvSpPr>
          <p:spPr bwMode="auto">
            <a:xfrm>
              <a:off x="7954235" y="4286230"/>
              <a:ext cx="2911889" cy="964042"/>
            </a:xfrm>
            <a:prstGeom prst="rect">
              <a:avLst/>
            </a:prstGeom>
          </p:spPr>
          <p:txBody>
            <a:bodyPr wrap="square" lIns="90000" tIns="46800" rIns="90000" bIns="46800" anchor="t" anchorCtr="0">
              <a:normAutofit fontScale="92500" lnSpcReduction="20000"/>
            </a:bodyPr>
            <a:lstStyle/>
            <a:p>
              <a:pPr marL="171450" indent="-171450" algn="r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r>
                <a:rPr lang="en-US" altLang="zh-CN" sz="1050" dirty="0"/>
                <a:t>Supporting text here.</a:t>
              </a:r>
              <a:endParaRPr lang="en-US" altLang="zh-CN" sz="1050" dirty="0"/>
            </a:p>
            <a:p>
              <a:pPr marL="171450" indent="-171450" algn="r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r>
                <a:rPr lang="en-US" altLang="zh-CN" sz="1050" dirty="0"/>
                <a:t>You can use the icon library in iSlide  (www.islide.cc) to filter and replace existing icon elements with one click.</a:t>
              </a:r>
              <a:endParaRPr lang="en-US" altLang="zh-CN" sz="1050" dirty="0"/>
            </a:p>
          </p:txBody>
        </p:sp>
        <p:sp>
          <p:nvSpPr>
            <p:cNvPr id="45" name="íṥľîdé"/>
            <p:cNvSpPr txBox="1"/>
            <p:nvPr/>
          </p:nvSpPr>
          <p:spPr bwMode="auto">
            <a:xfrm>
              <a:off x="1470923" y="4286230"/>
              <a:ext cx="2911889" cy="964042"/>
            </a:xfrm>
            <a:prstGeom prst="rect">
              <a:avLst/>
            </a:prstGeom>
          </p:spPr>
          <p:txBody>
            <a:bodyPr wrap="square" lIns="90000" tIns="46800" rIns="90000" bIns="46800" anchor="ctr" anchorCtr="0">
              <a:normAutofit fontScale="92500" lnSpcReduction="20000"/>
            </a:bodyPr>
            <a:lstStyle/>
            <a:p>
              <a:pPr marL="171450" indent="-171450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r>
                <a:rPr lang="en-US" altLang="zh-CN" sz="1050" dirty="0"/>
                <a:t>Supporting text here.</a:t>
              </a:r>
              <a:endParaRPr lang="en-US" altLang="zh-CN" sz="1050" dirty="0"/>
            </a:p>
            <a:p>
              <a:pPr marL="171450" indent="-171450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r>
                <a:rPr lang="en-US" altLang="zh-CN" sz="1050" dirty="0"/>
                <a:t>You can use the icon library in iSlide  (www.islide.cc) to filter and replace existing icon elements with one click.</a:t>
              </a:r>
              <a:endParaRPr lang="en-US" altLang="zh-CN" sz="1050" dirty="0"/>
            </a:p>
          </p:txBody>
        </p:sp>
        <p:sp>
          <p:nvSpPr>
            <p:cNvPr id="46" name="íṥľídè"/>
            <p:cNvSpPr txBox="1"/>
            <p:nvPr/>
          </p:nvSpPr>
          <p:spPr bwMode="auto">
            <a:xfrm>
              <a:off x="1470923" y="3927258"/>
              <a:ext cx="2911889" cy="358972"/>
            </a:xfrm>
            <a:prstGeom prst="rect">
              <a:avLst/>
            </a:prstGeom>
          </p:spPr>
          <p:txBody>
            <a:bodyPr wrap="none" lIns="90000" tIns="46800" rIns="90000" bIns="46800" anchor="ctr" anchorCtr="0">
              <a:normAutofit/>
            </a:bodyPr>
            <a:lstStyle/>
            <a:p>
              <a:pPr marL="0" indent="0">
                <a:defRPr/>
              </a:pPr>
              <a:r>
                <a:rPr lang="en-US" altLang="zh-CN" sz="1600" b="1" dirty="0"/>
                <a:t>Text here</a:t>
              </a:r>
              <a:endParaRPr lang="zh-CN" altLang="en-US" sz="1600" b="1"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3.4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34" name="e3352c6b-b50d-470a-a1b7-01fde01956c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-14513" y="0"/>
            <a:ext cx="12206513" cy="6143625"/>
            <a:chOff x="-14513" y="0"/>
            <a:chExt cx="12206513" cy="6143625"/>
          </a:xfrm>
          <a:blipFill rotWithShape="1">
            <a:blip r:embed="rId2"/>
            <a:stretch>
              <a:fillRect t="-19000" b="-19000"/>
            </a:stretch>
          </a:blipFill>
        </p:grpSpPr>
        <p:sp>
          <p:nvSpPr>
            <p:cNvPr id="35" name="íṩ1íḋé"/>
            <p:cNvSpPr/>
            <p:nvPr/>
          </p:nvSpPr>
          <p:spPr>
            <a:xfrm>
              <a:off x="-14513" y="0"/>
              <a:ext cx="12206513" cy="424463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36" name="íSḷîdê"/>
            <p:cNvSpPr/>
            <p:nvPr/>
          </p:nvSpPr>
          <p:spPr>
            <a:xfrm>
              <a:off x="5188427" y="3343390"/>
              <a:ext cx="1836043" cy="1835565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37" name="íšlîdê"/>
            <p:cNvSpPr/>
            <p:nvPr/>
          </p:nvSpPr>
          <p:spPr bwMode="auto">
            <a:xfrm>
              <a:off x="1526876" y="4583429"/>
              <a:ext cx="328580" cy="481696"/>
            </a:xfrm>
            <a:custGeom>
              <a:avLst/>
              <a:gdLst>
                <a:gd name="connsiteX0" fmla="*/ 73930 w 328580"/>
                <a:gd name="connsiteY0" fmla="*/ 370536 h 481696"/>
                <a:gd name="connsiteX1" fmla="*/ 90359 w 328580"/>
                <a:gd name="connsiteY1" fmla="*/ 450818 h 481696"/>
                <a:gd name="connsiteX2" fmla="*/ 209470 w 328580"/>
                <a:gd name="connsiteY2" fmla="*/ 450818 h 481696"/>
                <a:gd name="connsiteX3" fmla="*/ 223845 w 328580"/>
                <a:gd name="connsiteY3" fmla="*/ 370536 h 481696"/>
                <a:gd name="connsiteX4" fmla="*/ 149915 w 328580"/>
                <a:gd name="connsiteY4" fmla="*/ 391121 h 481696"/>
                <a:gd name="connsiteX5" fmla="*/ 73930 w 328580"/>
                <a:gd name="connsiteY5" fmla="*/ 370536 h 481696"/>
                <a:gd name="connsiteX6" fmla="*/ 148644 w 328580"/>
                <a:gd name="connsiteY6" fmla="*/ 316494 h 481696"/>
                <a:gd name="connsiteX7" fmla="*/ 164291 w 328580"/>
                <a:gd name="connsiteY7" fmla="*/ 330841 h 481696"/>
                <a:gd name="connsiteX8" fmla="*/ 148644 w 328580"/>
                <a:gd name="connsiteY8" fmla="*/ 345188 h 481696"/>
                <a:gd name="connsiteX9" fmla="*/ 132997 w 328580"/>
                <a:gd name="connsiteY9" fmla="*/ 330841 h 481696"/>
                <a:gd name="connsiteX10" fmla="*/ 148644 w 328580"/>
                <a:gd name="connsiteY10" fmla="*/ 316494 h 481696"/>
                <a:gd name="connsiteX11" fmla="*/ 213061 w 328580"/>
                <a:gd name="connsiteY11" fmla="*/ 289350 h 481696"/>
                <a:gd name="connsiteX12" fmla="*/ 224158 w 328580"/>
                <a:gd name="connsiteY12" fmla="*/ 293996 h 481696"/>
                <a:gd name="connsiteX13" fmla="*/ 224158 w 328580"/>
                <a:gd name="connsiteY13" fmla="*/ 314646 h 481696"/>
                <a:gd name="connsiteX14" fmla="*/ 203513 w 328580"/>
                <a:gd name="connsiteY14" fmla="*/ 314646 h 481696"/>
                <a:gd name="connsiteX15" fmla="*/ 203513 w 328580"/>
                <a:gd name="connsiteY15" fmla="*/ 293996 h 481696"/>
                <a:gd name="connsiteX16" fmla="*/ 213061 w 328580"/>
                <a:gd name="connsiteY16" fmla="*/ 289350 h 481696"/>
                <a:gd name="connsiteX17" fmla="*/ 85282 w 328580"/>
                <a:gd name="connsiteY17" fmla="*/ 289350 h 481696"/>
                <a:gd name="connsiteX18" fmla="*/ 96379 w 328580"/>
                <a:gd name="connsiteY18" fmla="*/ 293996 h 481696"/>
                <a:gd name="connsiteX19" fmla="*/ 96379 w 328580"/>
                <a:gd name="connsiteY19" fmla="*/ 314646 h 481696"/>
                <a:gd name="connsiteX20" fmla="*/ 75734 w 328580"/>
                <a:gd name="connsiteY20" fmla="*/ 314646 h 481696"/>
                <a:gd name="connsiteX21" fmla="*/ 75734 w 328580"/>
                <a:gd name="connsiteY21" fmla="*/ 293996 h 481696"/>
                <a:gd name="connsiteX22" fmla="*/ 85282 w 328580"/>
                <a:gd name="connsiteY22" fmla="*/ 289350 h 481696"/>
                <a:gd name="connsiteX23" fmla="*/ 239480 w 328580"/>
                <a:gd name="connsiteY23" fmla="*/ 226067 h 481696"/>
                <a:gd name="connsiteX24" fmla="*/ 254692 w 328580"/>
                <a:gd name="connsiteY24" fmla="*/ 240414 h 481696"/>
                <a:gd name="connsiteX25" fmla="*/ 239480 w 328580"/>
                <a:gd name="connsiteY25" fmla="*/ 254761 h 481696"/>
                <a:gd name="connsiteX26" fmla="*/ 224268 w 328580"/>
                <a:gd name="connsiteY26" fmla="*/ 240414 h 481696"/>
                <a:gd name="connsiteX27" fmla="*/ 239480 w 328580"/>
                <a:gd name="connsiteY27" fmla="*/ 226067 h 481696"/>
                <a:gd name="connsiteX28" fmla="*/ 59545 w 328580"/>
                <a:gd name="connsiteY28" fmla="*/ 226067 h 481696"/>
                <a:gd name="connsiteX29" fmla="*/ 73888 w 328580"/>
                <a:gd name="connsiteY29" fmla="*/ 240414 h 481696"/>
                <a:gd name="connsiteX30" fmla="*/ 59545 w 328580"/>
                <a:gd name="connsiteY30" fmla="*/ 254761 h 481696"/>
                <a:gd name="connsiteX31" fmla="*/ 45202 w 328580"/>
                <a:gd name="connsiteY31" fmla="*/ 240414 h 481696"/>
                <a:gd name="connsiteX32" fmla="*/ 59545 w 328580"/>
                <a:gd name="connsiteY32" fmla="*/ 226067 h 481696"/>
                <a:gd name="connsiteX33" fmla="*/ 215676 w 328580"/>
                <a:gd name="connsiteY33" fmla="*/ 166389 h 481696"/>
                <a:gd name="connsiteX34" fmla="*/ 223943 w 328580"/>
                <a:gd name="connsiteY34" fmla="*/ 166389 h 481696"/>
                <a:gd name="connsiteX35" fmla="*/ 223943 w 328580"/>
                <a:gd name="connsiteY35" fmla="*/ 172555 h 481696"/>
                <a:gd name="connsiteX36" fmla="*/ 186739 w 328580"/>
                <a:gd name="connsiteY36" fmla="*/ 217768 h 481696"/>
                <a:gd name="connsiteX37" fmla="*/ 159869 w 328580"/>
                <a:gd name="connsiteY37" fmla="*/ 250651 h 481696"/>
                <a:gd name="connsiteX38" fmla="*/ 149534 w 328580"/>
                <a:gd name="connsiteY38" fmla="*/ 254761 h 481696"/>
                <a:gd name="connsiteX39" fmla="*/ 139200 w 328580"/>
                <a:gd name="connsiteY39" fmla="*/ 250651 h 481696"/>
                <a:gd name="connsiteX40" fmla="*/ 132999 w 328580"/>
                <a:gd name="connsiteY40" fmla="*/ 240375 h 481696"/>
                <a:gd name="connsiteX41" fmla="*/ 139200 w 328580"/>
                <a:gd name="connsiteY41" fmla="*/ 230099 h 481696"/>
                <a:gd name="connsiteX42" fmla="*/ 215676 w 328580"/>
                <a:gd name="connsiteY42" fmla="*/ 166389 h 481696"/>
                <a:gd name="connsiteX43" fmla="*/ 85282 w 328580"/>
                <a:gd name="connsiteY43" fmla="*/ 161536 h 481696"/>
                <a:gd name="connsiteX44" fmla="*/ 96379 w 328580"/>
                <a:gd name="connsiteY44" fmla="*/ 166182 h 481696"/>
                <a:gd name="connsiteX45" fmla="*/ 96379 w 328580"/>
                <a:gd name="connsiteY45" fmla="*/ 186832 h 481696"/>
                <a:gd name="connsiteX46" fmla="*/ 75734 w 328580"/>
                <a:gd name="connsiteY46" fmla="*/ 186832 h 481696"/>
                <a:gd name="connsiteX47" fmla="*/ 75734 w 328580"/>
                <a:gd name="connsiteY47" fmla="*/ 166182 h 481696"/>
                <a:gd name="connsiteX48" fmla="*/ 85282 w 328580"/>
                <a:gd name="connsiteY48" fmla="*/ 161536 h 481696"/>
                <a:gd name="connsiteX49" fmla="*/ 148644 w 328580"/>
                <a:gd name="connsiteY49" fmla="*/ 135641 h 481696"/>
                <a:gd name="connsiteX50" fmla="*/ 164291 w 328580"/>
                <a:gd name="connsiteY50" fmla="*/ 151292 h 481696"/>
                <a:gd name="connsiteX51" fmla="*/ 148644 w 328580"/>
                <a:gd name="connsiteY51" fmla="*/ 166943 h 481696"/>
                <a:gd name="connsiteX52" fmla="*/ 132997 w 328580"/>
                <a:gd name="connsiteY52" fmla="*/ 151292 h 481696"/>
                <a:gd name="connsiteX53" fmla="*/ 148644 w 328580"/>
                <a:gd name="connsiteY53" fmla="*/ 135641 h 481696"/>
                <a:gd name="connsiteX54" fmla="*/ 149915 w 328580"/>
                <a:gd name="connsiteY54" fmla="*/ 121453 h 481696"/>
                <a:gd name="connsiteX55" fmla="*/ 28751 w 328580"/>
                <a:gd name="connsiteY55" fmla="*/ 240848 h 481696"/>
                <a:gd name="connsiteX56" fmla="*/ 149915 w 328580"/>
                <a:gd name="connsiteY56" fmla="*/ 362301 h 481696"/>
                <a:gd name="connsiteX57" fmla="*/ 269025 w 328580"/>
                <a:gd name="connsiteY57" fmla="*/ 240848 h 481696"/>
                <a:gd name="connsiteX58" fmla="*/ 149915 w 328580"/>
                <a:gd name="connsiteY58" fmla="*/ 121453 h 481696"/>
                <a:gd name="connsiteX59" fmla="*/ 90359 w 328580"/>
                <a:gd name="connsiteY59" fmla="*/ 30878 h 481696"/>
                <a:gd name="connsiteX60" fmla="*/ 75984 w 328580"/>
                <a:gd name="connsiteY60" fmla="*/ 111160 h 481696"/>
                <a:gd name="connsiteX61" fmla="*/ 149915 w 328580"/>
                <a:gd name="connsiteY61" fmla="*/ 90575 h 481696"/>
                <a:gd name="connsiteX62" fmla="*/ 225899 w 328580"/>
                <a:gd name="connsiteY62" fmla="*/ 111160 h 481696"/>
                <a:gd name="connsiteX63" fmla="*/ 211523 w 328580"/>
                <a:gd name="connsiteY63" fmla="*/ 30878 h 481696"/>
                <a:gd name="connsiteX64" fmla="*/ 90359 w 328580"/>
                <a:gd name="connsiteY64" fmla="*/ 30878 h 481696"/>
                <a:gd name="connsiteX65" fmla="*/ 90359 w 328580"/>
                <a:gd name="connsiteY65" fmla="*/ 0 h 481696"/>
                <a:gd name="connsiteX66" fmla="*/ 211523 w 328580"/>
                <a:gd name="connsiteY66" fmla="*/ 0 h 481696"/>
                <a:gd name="connsiteX67" fmla="*/ 240274 w 328580"/>
                <a:gd name="connsiteY67" fmla="*/ 24702 h 481696"/>
                <a:gd name="connsiteX68" fmla="*/ 262864 w 328580"/>
                <a:gd name="connsiteY68" fmla="*/ 142038 h 481696"/>
                <a:gd name="connsiteX69" fmla="*/ 295722 w 328580"/>
                <a:gd name="connsiteY69" fmla="*/ 212029 h 481696"/>
                <a:gd name="connsiteX70" fmla="*/ 299829 w 328580"/>
                <a:gd name="connsiteY70" fmla="*/ 212029 h 481696"/>
                <a:gd name="connsiteX71" fmla="*/ 328580 w 328580"/>
                <a:gd name="connsiteY71" fmla="*/ 240848 h 481696"/>
                <a:gd name="connsiteX72" fmla="*/ 299829 w 328580"/>
                <a:gd name="connsiteY72" fmla="*/ 271726 h 481696"/>
                <a:gd name="connsiteX73" fmla="*/ 295722 w 328580"/>
                <a:gd name="connsiteY73" fmla="*/ 269668 h 481696"/>
                <a:gd name="connsiteX74" fmla="*/ 260810 w 328580"/>
                <a:gd name="connsiteY74" fmla="*/ 341716 h 481696"/>
                <a:gd name="connsiteX75" fmla="*/ 238221 w 328580"/>
                <a:gd name="connsiteY75" fmla="*/ 456994 h 481696"/>
                <a:gd name="connsiteX76" fmla="*/ 209470 w 328580"/>
                <a:gd name="connsiteY76" fmla="*/ 481696 h 481696"/>
                <a:gd name="connsiteX77" fmla="*/ 90359 w 328580"/>
                <a:gd name="connsiteY77" fmla="*/ 481696 h 481696"/>
                <a:gd name="connsiteX78" fmla="*/ 59555 w 328580"/>
                <a:gd name="connsiteY78" fmla="*/ 456994 h 481696"/>
                <a:gd name="connsiteX79" fmla="*/ 39019 w 328580"/>
                <a:gd name="connsiteY79" fmla="*/ 341716 h 481696"/>
                <a:gd name="connsiteX80" fmla="*/ 0 w 328580"/>
                <a:gd name="connsiteY80" fmla="*/ 240848 h 481696"/>
                <a:gd name="connsiteX81" fmla="*/ 41072 w 328580"/>
                <a:gd name="connsiteY81" fmla="*/ 137921 h 481696"/>
                <a:gd name="connsiteX82" fmla="*/ 61609 w 328580"/>
                <a:gd name="connsiteY82" fmla="*/ 24702 h 481696"/>
                <a:gd name="connsiteX83" fmla="*/ 90359 w 328580"/>
                <a:gd name="connsiteY83" fmla="*/ 0 h 481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328580" h="481696">
                  <a:moveTo>
                    <a:pt x="73930" y="370536"/>
                  </a:moveTo>
                  <a:cubicBezTo>
                    <a:pt x="73930" y="370536"/>
                    <a:pt x="73930" y="370536"/>
                    <a:pt x="90359" y="450818"/>
                  </a:cubicBezTo>
                  <a:cubicBezTo>
                    <a:pt x="90359" y="450818"/>
                    <a:pt x="90359" y="450818"/>
                    <a:pt x="209470" y="450818"/>
                  </a:cubicBezTo>
                  <a:lnTo>
                    <a:pt x="223845" y="370536"/>
                  </a:lnTo>
                  <a:cubicBezTo>
                    <a:pt x="201255" y="382887"/>
                    <a:pt x="176612" y="391121"/>
                    <a:pt x="149915" y="391121"/>
                  </a:cubicBezTo>
                  <a:cubicBezTo>
                    <a:pt x="121164" y="391121"/>
                    <a:pt x="96520" y="382887"/>
                    <a:pt x="73930" y="370536"/>
                  </a:cubicBezTo>
                  <a:close/>
                  <a:moveTo>
                    <a:pt x="148644" y="316494"/>
                  </a:moveTo>
                  <a:cubicBezTo>
                    <a:pt x="157286" y="316494"/>
                    <a:pt x="164291" y="322917"/>
                    <a:pt x="164291" y="330841"/>
                  </a:cubicBezTo>
                  <a:cubicBezTo>
                    <a:pt x="164291" y="338765"/>
                    <a:pt x="157286" y="345188"/>
                    <a:pt x="148644" y="345188"/>
                  </a:cubicBezTo>
                  <a:cubicBezTo>
                    <a:pt x="140002" y="345188"/>
                    <a:pt x="132997" y="338765"/>
                    <a:pt x="132997" y="330841"/>
                  </a:cubicBezTo>
                  <a:cubicBezTo>
                    <a:pt x="132997" y="322917"/>
                    <a:pt x="140002" y="316494"/>
                    <a:pt x="148644" y="316494"/>
                  </a:cubicBezTo>
                  <a:close/>
                  <a:moveTo>
                    <a:pt x="213061" y="289350"/>
                  </a:moveTo>
                  <a:cubicBezTo>
                    <a:pt x="216932" y="289350"/>
                    <a:pt x="221061" y="290899"/>
                    <a:pt x="224158" y="293996"/>
                  </a:cubicBezTo>
                  <a:cubicBezTo>
                    <a:pt x="230351" y="300191"/>
                    <a:pt x="230351" y="308451"/>
                    <a:pt x="224158" y="314646"/>
                  </a:cubicBezTo>
                  <a:cubicBezTo>
                    <a:pt x="217964" y="320841"/>
                    <a:pt x="207642" y="320841"/>
                    <a:pt x="203513" y="314646"/>
                  </a:cubicBezTo>
                  <a:cubicBezTo>
                    <a:pt x="197320" y="308451"/>
                    <a:pt x="197320" y="300191"/>
                    <a:pt x="203513" y="293996"/>
                  </a:cubicBezTo>
                  <a:cubicBezTo>
                    <a:pt x="205578" y="290899"/>
                    <a:pt x="209191" y="289350"/>
                    <a:pt x="213061" y="289350"/>
                  </a:cubicBezTo>
                  <a:close/>
                  <a:moveTo>
                    <a:pt x="85282" y="289350"/>
                  </a:moveTo>
                  <a:cubicBezTo>
                    <a:pt x="89153" y="289350"/>
                    <a:pt x="93282" y="290899"/>
                    <a:pt x="96379" y="293996"/>
                  </a:cubicBezTo>
                  <a:cubicBezTo>
                    <a:pt x="102572" y="300191"/>
                    <a:pt x="102572" y="308451"/>
                    <a:pt x="96379" y="314646"/>
                  </a:cubicBezTo>
                  <a:cubicBezTo>
                    <a:pt x="90185" y="320841"/>
                    <a:pt x="79863" y="320841"/>
                    <a:pt x="75734" y="314646"/>
                  </a:cubicBezTo>
                  <a:cubicBezTo>
                    <a:pt x="69541" y="308451"/>
                    <a:pt x="69541" y="300191"/>
                    <a:pt x="75734" y="293996"/>
                  </a:cubicBezTo>
                  <a:cubicBezTo>
                    <a:pt x="77799" y="290899"/>
                    <a:pt x="81411" y="289350"/>
                    <a:pt x="85282" y="289350"/>
                  </a:cubicBezTo>
                  <a:close/>
                  <a:moveTo>
                    <a:pt x="239480" y="226067"/>
                  </a:moveTo>
                  <a:cubicBezTo>
                    <a:pt x="247881" y="226067"/>
                    <a:pt x="254692" y="232490"/>
                    <a:pt x="254692" y="240414"/>
                  </a:cubicBezTo>
                  <a:cubicBezTo>
                    <a:pt x="254692" y="248338"/>
                    <a:pt x="247881" y="254761"/>
                    <a:pt x="239480" y="254761"/>
                  </a:cubicBezTo>
                  <a:cubicBezTo>
                    <a:pt x="231079" y="254761"/>
                    <a:pt x="224268" y="248338"/>
                    <a:pt x="224268" y="240414"/>
                  </a:cubicBezTo>
                  <a:cubicBezTo>
                    <a:pt x="224268" y="232490"/>
                    <a:pt x="231079" y="226067"/>
                    <a:pt x="239480" y="226067"/>
                  </a:cubicBezTo>
                  <a:close/>
                  <a:moveTo>
                    <a:pt x="59545" y="226067"/>
                  </a:moveTo>
                  <a:cubicBezTo>
                    <a:pt x="67466" y="226067"/>
                    <a:pt x="73888" y="232490"/>
                    <a:pt x="73888" y="240414"/>
                  </a:cubicBezTo>
                  <a:cubicBezTo>
                    <a:pt x="73888" y="248338"/>
                    <a:pt x="67466" y="254761"/>
                    <a:pt x="59545" y="254761"/>
                  </a:cubicBezTo>
                  <a:cubicBezTo>
                    <a:pt x="51624" y="254761"/>
                    <a:pt x="45202" y="248338"/>
                    <a:pt x="45202" y="240414"/>
                  </a:cubicBezTo>
                  <a:cubicBezTo>
                    <a:pt x="45202" y="232490"/>
                    <a:pt x="51624" y="226067"/>
                    <a:pt x="59545" y="226067"/>
                  </a:cubicBezTo>
                  <a:close/>
                  <a:moveTo>
                    <a:pt x="215676" y="166389"/>
                  </a:moveTo>
                  <a:cubicBezTo>
                    <a:pt x="217742" y="164334"/>
                    <a:pt x="221876" y="164334"/>
                    <a:pt x="223943" y="166389"/>
                  </a:cubicBezTo>
                  <a:cubicBezTo>
                    <a:pt x="226010" y="168445"/>
                    <a:pt x="226010" y="170500"/>
                    <a:pt x="223943" y="172555"/>
                  </a:cubicBezTo>
                  <a:cubicBezTo>
                    <a:pt x="223943" y="172555"/>
                    <a:pt x="223943" y="172555"/>
                    <a:pt x="186739" y="217768"/>
                  </a:cubicBezTo>
                  <a:cubicBezTo>
                    <a:pt x="186739" y="217768"/>
                    <a:pt x="186739" y="217768"/>
                    <a:pt x="159869" y="250651"/>
                  </a:cubicBezTo>
                  <a:cubicBezTo>
                    <a:pt x="155735" y="254761"/>
                    <a:pt x="153668" y="254761"/>
                    <a:pt x="149534" y="254761"/>
                  </a:cubicBezTo>
                  <a:cubicBezTo>
                    <a:pt x="145401" y="254761"/>
                    <a:pt x="141267" y="254761"/>
                    <a:pt x="139200" y="250651"/>
                  </a:cubicBezTo>
                  <a:cubicBezTo>
                    <a:pt x="135066" y="248596"/>
                    <a:pt x="132999" y="244485"/>
                    <a:pt x="132999" y="240375"/>
                  </a:cubicBezTo>
                  <a:cubicBezTo>
                    <a:pt x="132999" y="236265"/>
                    <a:pt x="135066" y="232154"/>
                    <a:pt x="139200" y="230099"/>
                  </a:cubicBezTo>
                  <a:cubicBezTo>
                    <a:pt x="139200" y="230099"/>
                    <a:pt x="139200" y="230099"/>
                    <a:pt x="215676" y="166389"/>
                  </a:cubicBezTo>
                  <a:close/>
                  <a:moveTo>
                    <a:pt x="85282" y="161536"/>
                  </a:moveTo>
                  <a:cubicBezTo>
                    <a:pt x="89153" y="161536"/>
                    <a:pt x="93282" y="163084"/>
                    <a:pt x="96379" y="166182"/>
                  </a:cubicBezTo>
                  <a:cubicBezTo>
                    <a:pt x="102572" y="172377"/>
                    <a:pt x="102572" y="180637"/>
                    <a:pt x="96379" y="186832"/>
                  </a:cubicBezTo>
                  <a:cubicBezTo>
                    <a:pt x="90185" y="193027"/>
                    <a:pt x="79863" y="193027"/>
                    <a:pt x="75734" y="186832"/>
                  </a:cubicBezTo>
                  <a:cubicBezTo>
                    <a:pt x="69541" y="180637"/>
                    <a:pt x="69541" y="172377"/>
                    <a:pt x="75734" y="166182"/>
                  </a:cubicBezTo>
                  <a:cubicBezTo>
                    <a:pt x="77799" y="163084"/>
                    <a:pt x="81411" y="161536"/>
                    <a:pt x="85282" y="161536"/>
                  </a:cubicBezTo>
                  <a:close/>
                  <a:moveTo>
                    <a:pt x="148644" y="135641"/>
                  </a:moveTo>
                  <a:cubicBezTo>
                    <a:pt x="157286" y="135641"/>
                    <a:pt x="164291" y="142648"/>
                    <a:pt x="164291" y="151292"/>
                  </a:cubicBezTo>
                  <a:cubicBezTo>
                    <a:pt x="164291" y="159936"/>
                    <a:pt x="157286" y="166943"/>
                    <a:pt x="148644" y="166943"/>
                  </a:cubicBezTo>
                  <a:cubicBezTo>
                    <a:pt x="140002" y="166943"/>
                    <a:pt x="132997" y="159936"/>
                    <a:pt x="132997" y="151292"/>
                  </a:cubicBezTo>
                  <a:cubicBezTo>
                    <a:pt x="132997" y="142648"/>
                    <a:pt x="140002" y="135641"/>
                    <a:pt x="148644" y="135641"/>
                  </a:cubicBezTo>
                  <a:close/>
                  <a:moveTo>
                    <a:pt x="149915" y="121453"/>
                  </a:moveTo>
                  <a:cubicBezTo>
                    <a:pt x="82145" y="121453"/>
                    <a:pt x="28751" y="174975"/>
                    <a:pt x="28751" y="240848"/>
                  </a:cubicBezTo>
                  <a:cubicBezTo>
                    <a:pt x="28751" y="306721"/>
                    <a:pt x="82145" y="362301"/>
                    <a:pt x="149915" y="362301"/>
                  </a:cubicBezTo>
                  <a:cubicBezTo>
                    <a:pt x="215631" y="362301"/>
                    <a:pt x="269025" y="306721"/>
                    <a:pt x="269025" y="240848"/>
                  </a:cubicBezTo>
                  <a:cubicBezTo>
                    <a:pt x="269025" y="174975"/>
                    <a:pt x="215631" y="121453"/>
                    <a:pt x="149915" y="121453"/>
                  </a:cubicBezTo>
                  <a:close/>
                  <a:moveTo>
                    <a:pt x="90359" y="30878"/>
                  </a:moveTo>
                  <a:lnTo>
                    <a:pt x="75984" y="111160"/>
                  </a:lnTo>
                  <a:cubicBezTo>
                    <a:pt x="98574" y="98809"/>
                    <a:pt x="123217" y="90575"/>
                    <a:pt x="149915" y="90575"/>
                  </a:cubicBezTo>
                  <a:cubicBezTo>
                    <a:pt x="178665" y="90575"/>
                    <a:pt x="203309" y="98809"/>
                    <a:pt x="225899" y="111160"/>
                  </a:cubicBezTo>
                  <a:cubicBezTo>
                    <a:pt x="225899" y="111160"/>
                    <a:pt x="225899" y="111160"/>
                    <a:pt x="211523" y="30878"/>
                  </a:cubicBezTo>
                  <a:cubicBezTo>
                    <a:pt x="211523" y="30878"/>
                    <a:pt x="211523" y="30878"/>
                    <a:pt x="90359" y="30878"/>
                  </a:cubicBezTo>
                  <a:close/>
                  <a:moveTo>
                    <a:pt x="90359" y="0"/>
                  </a:moveTo>
                  <a:cubicBezTo>
                    <a:pt x="90359" y="0"/>
                    <a:pt x="90359" y="0"/>
                    <a:pt x="211523" y="0"/>
                  </a:cubicBezTo>
                  <a:cubicBezTo>
                    <a:pt x="225899" y="0"/>
                    <a:pt x="238221" y="10292"/>
                    <a:pt x="240274" y="24702"/>
                  </a:cubicBezTo>
                  <a:cubicBezTo>
                    <a:pt x="240274" y="24702"/>
                    <a:pt x="240274" y="24702"/>
                    <a:pt x="262864" y="142038"/>
                  </a:cubicBezTo>
                  <a:cubicBezTo>
                    <a:pt x="279293" y="162624"/>
                    <a:pt x="291615" y="185268"/>
                    <a:pt x="295722" y="212029"/>
                  </a:cubicBezTo>
                  <a:cubicBezTo>
                    <a:pt x="297776" y="212029"/>
                    <a:pt x="297776" y="212029"/>
                    <a:pt x="299829" y="212029"/>
                  </a:cubicBezTo>
                  <a:cubicBezTo>
                    <a:pt x="316258" y="212029"/>
                    <a:pt x="328580" y="224380"/>
                    <a:pt x="328580" y="240848"/>
                  </a:cubicBezTo>
                  <a:cubicBezTo>
                    <a:pt x="328580" y="257316"/>
                    <a:pt x="316258" y="271726"/>
                    <a:pt x="299829" y="271726"/>
                  </a:cubicBezTo>
                  <a:cubicBezTo>
                    <a:pt x="297776" y="271726"/>
                    <a:pt x="297776" y="271726"/>
                    <a:pt x="295722" y="269668"/>
                  </a:cubicBezTo>
                  <a:cubicBezTo>
                    <a:pt x="291615" y="298487"/>
                    <a:pt x="277239" y="321131"/>
                    <a:pt x="260810" y="341716"/>
                  </a:cubicBezTo>
                  <a:cubicBezTo>
                    <a:pt x="260810" y="341716"/>
                    <a:pt x="260810" y="341716"/>
                    <a:pt x="238221" y="456994"/>
                  </a:cubicBezTo>
                  <a:cubicBezTo>
                    <a:pt x="236167" y="471404"/>
                    <a:pt x="223845" y="481696"/>
                    <a:pt x="209470" y="481696"/>
                  </a:cubicBezTo>
                  <a:cubicBezTo>
                    <a:pt x="209470" y="481696"/>
                    <a:pt x="209470" y="481696"/>
                    <a:pt x="90359" y="481696"/>
                  </a:cubicBezTo>
                  <a:cubicBezTo>
                    <a:pt x="73930" y="481696"/>
                    <a:pt x="61609" y="471404"/>
                    <a:pt x="59555" y="456994"/>
                  </a:cubicBezTo>
                  <a:cubicBezTo>
                    <a:pt x="59555" y="456994"/>
                    <a:pt x="59555" y="456994"/>
                    <a:pt x="39019" y="341716"/>
                  </a:cubicBezTo>
                  <a:cubicBezTo>
                    <a:pt x="14375" y="314955"/>
                    <a:pt x="0" y="279960"/>
                    <a:pt x="0" y="240848"/>
                  </a:cubicBezTo>
                  <a:cubicBezTo>
                    <a:pt x="0" y="201736"/>
                    <a:pt x="14375" y="164683"/>
                    <a:pt x="41072" y="137921"/>
                  </a:cubicBezTo>
                  <a:cubicBezTo>
                    <a:pt x="41072" y="137921"/>
                    <a:pt x="41072" y="137921"/>
                    <a:pt x="61609" y="24702"/>
                  </a:cubicBezTo>
                  <a:cubicBezTo>
                    <a:pt x="63662" y="10292"/>
                    <a:pt x="75984" y="0"/>
                    <a:pt x="9035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wrap="square" anchor="ctr">
              <a:noAutofit/>
            </a:bodyPr>
            <a:lstStyle/>
            <a:p>
              <a:pPr algn="ctr"/>
            </a:p>
          </p:txBody>
        </p:sp>
        <p:sp>
          <p:nvSpPr>
            <p:cNvPr id="38" name="ïŝ1îḋê"/>
            <p:cNvSpPr/>
            <p:nvPr/>
          </p:nvSpPr>
          <p:spPr bwMode="auto">
            <a:xfrm>
              <a:off x="3641512" y="4589670"/>
              <a:ext cx="472203" cy="472325"/>
            </a:xfrm>
            <a:custGeom>
              <a:avLst/>
              <a:gdLst>
                <a:gd name="connsiteX0" fmla="*/ 202267 w 472203"/>
                <a:gd name="connsiteY0" fmla="*/ 154831 h 472325"/>
                <a:gd name="connsiteX1" fmla="*/ 214093 w 472203"/>
                <a:gd name="connsiteY1" fmla="*/ 154831 h 472325"/>
                <a:gd name="connsiteX2" fmla="*/ 313663 w 472203"/>
                <a:gd name="connsiteY2" fmla="*/ 226097 h 472325"/>
                <a:gd name="connsiteX3" fmla="*/ 317478 w 472203"/>
                <a:gd name="connsiteY3" fmla="*/ 234100 h 472325"/>
                <a:gd name="connsiteX4" fmla="*/ 313663 w 472203"/>
                <a:gd name="connsiteY4" fmla="*/ 246295 h 472325"/>
                <a:gd name="connsiteX5" fmla="*/ 214093 w 472203"/>
                <a:gd name="connsiteY5" fmla="*/ 317560 h 472325"/>
                <a:gd name="connsiteX6" fmla="*/ 210278 w 472203"/>
                <a:gd name="connsiteY6" fmla="*/ 317560 h 472325"/>
                <a:gd name="connsiteX7" fmla="*/ 202267 w 472203"/>
                <a:gd name="connsiteY7" fmla="*/ 317560 h 472325"/>
                <a:gd name="connsiteX8" fmla="*/ 198452 w 472203"/>
                <a:gd name="connsiteY8" fmla="*/ 305746 h 472325"/>
                <a:gd name="connsiteX9" fmla="*/ 198452 w 472203"/>
                <a:gd name="connsiteY9" fmla="*/ 162834 h 472325"/>
                <a:gd name="connsiteX10" fmla="*/ 202267 w 472203"/>
                <a:gd name="connsiteY10" fmla="*/ 154831 h 472325"/>
                <a:gd name="connsiteX11" fmla="*/ 234005 w 472203"/>
                <a:gd name="connsiteY11" fmla="*/ 39647 h 472325"/>
                <a:gd name="connsiteX12" fmla="*/ 39636 w 472203"/>
                <a:gd name="connsiteY12" fmla="*/ 234066 h 472325"/>
                <a:gd name="connsiteX13" fmla="*/ 234005 w 472203"/>
                <a:gd name="connsiteY13" fmla="*/ 432679 h 472325"/>
                <a:gd name="connsiteX14" fmla="*/ 432567 w 472203"/>
                <a:gd name="connsiteY14" fmla="*/ 234066 h 472325"/>
                <a:gd name="connsiteX15" fmla="*/ 234005 w 472203"/>
                <a:gd name="connsiteY15" fmla="*/ 39647 h 472325"/>
                <a:gd name="connsiteX16" fmla="*/ 234005 w 472203"/>
                <a:gd name="connsiteY16" fmla="*/ 0 h 472325"/>
                <a:gd name="connsiteX17" fmla="*/ 472203 w 472203"/>
                <a:gd name="connsiteY17" fmla="*/ 234066 h 472325"/>
                <a:gd name="connsiteX18" fmla="*/ 234005 w 472203"/>
                <a:gd name="connsiteY18" fmla="*/ 472325 h 472325"/>
                <a:gd name="connsiteX19" fmla="*/ 0 w 472203"/>
                <a:gd name="connsiteY19" fmla="*/ 234066 h 472325"/>
                <a:gd name="connsiteX20" fmla="*/ 234005 w 472203"/>
                <a:gd name="connsiteY20" fmla="*/ 0 h 472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2203" h="472325">
                  <a:moveTo>
                    <a:pt x="202267" y="154831"/>
                  </a:moveTo>
                  <a:cubicBezTo>
                    <a:pt x="206082" y="151401"/>
                    <a:pt x="210278" y="151401"/>
                    <a:pt x="214093" y="154831"/>
                  </a:cubicBezTo>
                  <a:cubicBezTo>
                    <a:pt x="214093" y="154831"/>
                    <a:pt x="214093" y="154831"/>
                    <a:pt x="313663" y="226097"/>
                  </a:cubicBezTo>
                  <a:cubicBezTo>
                    <a:pt x="317478" y="230289"/>
                    <a:pt x="317478" y="230289"/>
                    <a:pt x="317478" y="234100"/>
                  </a:cubicBezTo>
                  <a:cubicBezTo>
                    <a:pt x="317478" y="238292"/>
                    <a:pt x="317478" y="242103"/>
                    <a:pt x="313663" y="246295"/>
                  </a:cubicBezTo>
                  <a:cubicBezTo>
                    <a:pt x="313663" y="246295"/>
                    <a:pt x="313663" y="246295"/>
                    <a:pt x="214093" y="317560"/>
                  </a:cubicBezTo>
                  <a:lnTo>
                    <a:pt x="210278" y="317560"/>
                  </a:lnTo>
                  <a:cubicBezTo>
                    <a:pt x="206082" y="317560"/>
                    <a:pt x="206082" y="317560"/>
                    <a:pt x="202267" y="317560"/>
                  </a:cubicBezTo>
                  <a:cubicBezTo>
                    <a:pt x="198452" y="317560"/>
                    <a:pt x="198452" y="313749"/>
                    <a:pt x="198452" y="305746"/>
                  </a:cubicBezTo>
                  <a:cubicBezTo>
                    <a:pt x="198452" y="305746"/>
                    <a:pt x="198452" y="305746"/>
                    <a:pt x="198452" y="162834"/>
                  </a:cubicBezTo>
                  <a:cubicBezTo>
                    <a:pt x="198452" y="158642"/>
                    <a:pt x="198452" y="154831"/>
                    <a:pt x="202267" y="154831"/>
                  </a:cubicBezTo>
                  <a:close/>
                  <a:moveTo>
                    <a:pt x="234005" y="39647"/>
                  </a:moveTo>
                  <a:cubicBezTo>
                    <a:pt x="126912" y="39647"/>
                    <a:pt x="39636" y="126945"/>
                    <a:pt x="39636" y="234066"/>
                  </a:cubicBezTo>
                  <a:cubicBezTo>
                    <a:pt x="39636" y="345381"/>
                    <a:pt x="126912" y="432679"/>
                    <a:pt x="234005" y="432679"/>
                  </a:cubicBezTo>
                  <a:cubicBezTo>
                    <a:pt x="345291" y="432679"/>
                    <a:pt x="432567" y="345381"/>
                    <a:pt x="432567" y="234066"/>
                  </a:cubicBezTo>
                  <a:cubicBezTo>
                    <a:pt x="432567" y="126945"/>
                    <a:pt x="345291" y="39647"/>
                    <a:pt x="234005" y="39647"/>
                  </a:cubicBezTo>
                  <a:close/>
                  <a:moveTo>
                    <a:pt x="234005" y="0"/>
                  </a:moveTo>
                  <a:cubicBezTo>
                    <a:pt x="369302" y="0"/>
                    <a:pt x="472203" y="103309"/>
                    <a:pt x="472203" y="234066"/>
                  </a:cubicBezTo>
                  <a:cubicBezTo>
                    <a:pt x="472203" y="365204"/>
                    <a:pt x="369302" y="472325"/>
                    <a:pt x="234005" y="472325"/>
                  </a:cubicBezTo>
                  <a:cubicBezTo>
                    <a:pt x="103283" y="472325"/>
                    <a:pt x="0" y="365204"/>
                    <a:pt x="0" y="234066"/>
                  </a:cubicBezTo>
                  <a:cubicBezTo>
                    <a:pt x="0" y="103309"/>
                    <a:pt x="103283" y="0"/>
                    <a:pt x="234005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pPr algn="ctr"/>
            </a:p>
          </p:txBody>
        </p:sp>
        <p:sp>
          <p:nvSpPr>
            <p:cNvPr id="39" name="îṧḻíḓè"/>
            <p:cNvSpPr/>
            <p:nvPr/>
          </p:nvSpPr>
          <p:spPr bwMode="auto">
            <a:xfrm>
              <a:off x="5892844" y="3694497"/>
              <a:ext cx="427208" cy="514320"/>
            </a:xfrm>
            <a:custGeom>
              <a:avLst/>
              <a:gdLst>
                <a:gd name="T0" fmla="*/ 710 w 736"/>
                <a:gd name="T1" fmla="*/ 435 h 888"/>
                <a:gd name="T2" fmla="*/ 117 w 736"/>
                <a:gd name="T3" fmla="*/ 435 h 888"/>
                <a:gd name="T4" fmla="*/ 133 w 736"/>
                <a:gd name="T5" fmla="*/ 419 h 888"/>
                <a:gd name="T6" fmla="*/ 610 w 736"/>
                <a:gd name="T7" fmla="*/ 134 h 888"/>
                <a:gd name="T8" fmla="*/ 618 w 736"/>
                <a:gd name="T9" fmla="*/ 92 h 888"/>
                <a:gd name="T10" fmla="*/ 593 w 736"/>
                <a:gd name="T11" fmla="*/ 26 h 888"/>
                <a:gd name="T12" fmla="*/ 551 w 736"/>
                <a:gd name="T13" fmla="*/ 9 h 888"/>
                <a:gd name="T14" fmla="*/ 16 w 736"/>
                <a:gd name="T15" fmla="*/ 335 h 888"/>
                <a:gd name="T16" fmla="*/ 8 w 736"/>
                <a:gd name="T17" fmla="*/ 377 h 888"/>
                <a:gd name="T18" fmla="*/ 58 w 736"/>
                <a:gd name="T19" fmla="*/ 435 h 888"/>
                <a:gd name="T20" fmla="*/ 58 w 736"/>
                <a:gd name="T21" fmla="*/ 862 h 888"/>
                <a:gd name="T22" fmla="*/ 83 w 736"/>
                <a:gd name="T23" fmla="*/ 887 h 888"/>
                <a:gd name="T24" fmla="*/ 710 w 736"/>
                <a:gd name="T25" fmla="*/ 887 h 888"/>
                <a:gd name="T26" fmla="*/ 735 w 736"/>
                <a:gd name="T27" fmla="*/ 862 h 888"/>
                <a:gd name="T28" fmla="*/ 735 w 736"/>
                <a:gd name="T29" fmla="*/ 460 h 888"/>
                <a:gd name="T30" fmla="*/ 710 w 736"/>
                <a:gd name="T31" fmla="*/ 435 h 888"/>
                <a:gd name="T32" fmla="*/ 501 w 736"/>
                <a:gd name="T33" fmla="*/ 452 h 888"/>
                <a:gd name="T34" fmla="*/ 418 w 736"/>
                <a:gd name="T35" fmla="*/ 536 h 888"/>
                <a:gd name="T36" fmla="*/ 300 w 736"/>
                <a:gd name="T37" fmla="*/ 536 h 888"/>
                <a:gd name="T38" fmla="*/ 393 w 736"/>
                <a:gd name="T39" fmla="*/ 452 h 888"/>
                <a:gd name="T40" fmla="*/ 501 w 736"/>
                <a:gd name="T41" fmla="*/ 452 h 888"/>
                <a:gd name="T42" fmla="*/ 468 w 736"/>
                <a:gd name="T43" fmla="*/ 92 h 888"/>
                <a:gd name="T44" fmla="*/ 568 w 736"/>
                <a:gd name="T45" fmla="*/ 26 h 888"/>
                <a:gd name="T46" fmla="*/ 551 w 736"/>
                <a:gd name="T47" fmla="*/ 118 h 888"/>
                <a:gd name="T48" fmla="*/ 451 w 736"/>
                <a:gd name="T49" fmla="*/ 185 h 888"/>
                <a:gd name="T50" fmla="*/ 468 w 736"/>
                <a:gd name="T51" fmla="*/ 92 h 888"/>
                <a:gd name="T52" fmla="*/ 292 w 736"/>
                <a:gd name="T53" fmla="*/ 201 h 888"/>
                <a:gd name="T54" fmla="*/ 393 w 736"/>
                <a:gd name="T55" fmla="*/ 134 h 888"/>
                <a:gd name="T56" fmla="*/ 376 w 736"/>
                <a:gd name="T57" fmla="*/ 235 h 888"/>
                <a:gd name="T58" fmla="*/ 267 w 736"/>
                <a:gd name="T59" fmla="*/ 293 h 888"/>
                <a:gd name="T60" fmla="*/ 292 w 736"/>
                <a:gd name="T61" fmla="*/ 201 h 888"/>
                <a:gd name="T62" fmla="*/ 83 w 736"/>
                <a:gd name="T63" fmla="*/ 410 h 888"/>
                <a:gd name="T64" fmla="*/ 100 w 736"/>
                <a:gd name="T65" fmla="*/ 318 h 888"/>
                <a:gd name="T66" fmla="*/ 200 w 736"/>
                <a:gd name="T67" fmla="*/ 251 h 888"/>
                <a:gd name="T68" fmla="*/ 184 w 736"/>
                <a:gd name="T69" fmla="*/ 343 h 888"/>
                <a:gd name="T70" fmla="*/ 83 w 736"/>
                <a:gd name="T71" fmla="*/ 410 h 888"/>
                <a:gd name="T72" fmla="*/ 192 w 736"/>
                <a:gd name="T73" fmla="*/ 452 h 888"/>
                <a:gd name="T74" fmla="*/ 300 w 736"/>
                <a:gd name="T75" fmla="*/ 452 h 888"/>
                <a:gd name="T76" fmla="*/ 217 w 736"/>
                <a:gd name="T77" fmla="*/ 536 h 888"/>
                <a:gd name="T78" fmla="*/ 108 w 736"/>
                <a:gd name="T79" fmla="*/ 536 h 888"/>
                <a:gd name="T80" fmla="*/ 192 w 736"/>
                <a:gd name="T81" fmla="*/ 452 h 888"/>
                <a:gd name="T82" fmla="*/ 694 w 736"/>
                <a:gd name="T83" fmla="*/ 853 h 888"/>
                <a:gd name="T84" fmla="*/ 108 w 736"/>
                <a:gd name="T85" fmla="*/ 853 h 888"/>
                <a:gd name="T86" fmla="*/ 108 w 736"/>
                <a:gd name="T87" fmla="*/ 586 h 888"/>
                <a:gd name="T88" fmla="*/ 694 w 736"/>
                <a:gd name="T89" fmla="*/ 586 h 888"/>
                <a:gd name="T90" fmla="*/ 694 w 736"/>
                <a:gd name="T91" fmla="*/ 853 h 888"/>
                <a:gd name="T92" fmla="*/ 618 w 736"/>
                <a:gd name="T93" fmla="*/ 536 h 888"/>
                <a:gd name="T94" fmla="*/ 501 w 736"/>
                <a:gd name="T95" fmla="*/ 536 h 888"/>
                <a:gd name="T96" fmla="*/ 585 w 736"/>
                <a:gd name="T97" fmla="*/ 452 h 888"/>
                <a:gd name="T98" fmla="*/ 702 w 736"/>
                <a:gd name="T99" fmla="*/ 452 h 888"/>
                <a:gd name="T100" fmla="*/ 618 w 736"/>
                <a:gd name="T101" fmla="*/ 536 h 888"/>
                <a:gd name="T102" fmla="*/ 618 w 736"/>
                <a:gd name="T103" fmla="*/ 536 h 888"/>
                <a:gd name="T104" fmla="*/ 618 w 736"/>
                <a:gd name="T105" fmla="*/ 536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36" h="888">
                  <a:moveTo>
                    <a:pt x="710" y="435"/>
                  </a:moveTo>
                  <a:cubicBezTo>
                    <a:pt x="117" y="435"/>
                    <a:pt x="117" y="435"/>
                    <a:pt x="117" y="435"/>
                  </a:cubicBezTo>
                  <a:cubicBezTo>
                    <a:pt x="133" y="419"/>
                    <a:pt x="133" y="419"/>
                    <a:pt x="133" y="419"/>
                  </a:cubicBezTo>
                  <a:cubicBezTo>
                    <a:pt x="284" y="335"/>
                    <a:pt x="610" y="134"/>
                    <a:pt x="610" y="134"/>
                  </a:cubicBezTo>
                  <a:cubicBezTo>
                    <a:pt x="627" y="126"/>
                    <a:pt x="627" y="109"/>
                    <a:pt x="618" y="92"/>
                  </a:cubicBezTo>
                  <a:cubicBezTo>
                    <a:pt x="593" y="26"/>
                    <a:pt x="593" y="26"/>
                    <a:pt x="593" y="26"/>
                  </a:cubicBezTo>
                  <a:cubicBezTo>
                    <a:pt x="585" y="9"/>
                    <a:pt x="568" y="0"/>
                    <a:pt x="551" y="9"/>
                  </a:cubicBezTo>
                  <a:cubicBezTo>
                    <a:pt x="16" y="335"/>
                    <a:pt x="16" y="335"/>
                    <a:pt x="16" y="335"/>
                  </a:cubicBezTo>
                  <a:cubicBezTo>
                    <a:pt x="8" y="343"/>
                    <a:pt x="0" y="360"/>
                    <a:pt x="8" y="377"/>
                  </a:cubicBezTo>
                  <a:cubicBezTo>
                    <a:pt x="58" y="435"/>
                    <a:pt x="58" y="435"/>
                    <a:pt x="58" y="435"/>
                  </a:cubicBezTo>
                  <a:cubicBezTo>
                    <a:pt x="58" y="862"/>
                    <a:pt x="58" y="862"/>
                    <a:pt x="58" y="862"/>
                  </a:cubicBezTo>
                  <a:cubicBezTo>
                    <a:pt x="58" y="878"/>
                    <a:pt x="75" y="887"/>
                    <a:pt x="83" y="887"/>
                  </a:cubicBezTo>
                  <a:cubicBezTo>
                    <a:pt x="710" y="887"/>
                    <a:pt x="710" y="887"/>
                    <a:pt x="710" y="887"/>
                  </a:cubicBezTo>
                  <a:cubicBezTo>
                    <a:pt x="727" y="887"/>
                    <a:pt x="735" y="878"/>
                    <a:pt x="735" y="862"/>
                  </a:cubicBezTo>
                  <a:cubicBezTo>
                    <a:pt x="735" y="460"/>
                    <a:pt x="735" y="460"/>
                    <a:pt x="735" y="460"/>
                  </a:cubicBezTo>
                  <a:cubicBezTo>
                    <a:pt x="735" y="443"/>
                    <a:pt x="727" y="435"/>
                    <a:pt x="710" y="435"/>
                  </a:cubicBezTo>
                  <a:close/>
                  <a:moveTo>
                    <a:pt x="501" y="452"/>
                  </a:moveTo>
                  <a:cubicBezTo>
                    <a:pt x="418" y="536"/>
                    <a:pt x="418" y="536"/>
                    <a:pt x="418" y="536"/>
                  </a:cubicBezTo>
                  <a:cubicBezTo>
                    <a:pt x="300" y="536"/>
                    <a:pt x="300" y="536"/>
                    <a:pt x="300" y="536"/>
                  </a:cubicBezTo>
                  <a:cubicBezTo>
                    <a:pt x="393" y="452"/>
                    <a:pt x="393" y="452"/>
                    <a:pt x="393" y="452"/>
                  </a:cubicBezTo>
                  <a:lnTo>
                    <a:pt x="501" y="452"/>
                  </a:lnTo>
                  <a:close/>
                  <a:moveTo>
                    <a:pt x="468" y="92"/>
                  </a:moveTo>
                  <a:cubicBezTo>
                    <a:pt x="568" y="26"/>
                    <a:pt x="568" y="26"/>
                    <a:pt x="568" y="26"/>
                  </a:cubicBezTo>
                  <a:cubicBezTo>
                    <a:pt x="551" y="118"/>
                    <a:pt x="551" y="118"/>
                    <a:pt x="551" y="118"/>
                  </a:cubicBezTo>
                  <a:cubicBezTo>
                    <a:pt x="451" y="185"/>
                    <a:pt x="451" y="185"/>
                    <a:pt x="451" y="185"/>
                  </a:cubicBezTo>
                  <a:lnTo>
                    <a:pt x="468" y="92"/>
                  </a:lnTo>
                  <a:close/>
                  <a:moveTo>
                    <a:pt x="292" y="201"/>
                  </a:moveTo>
                  <a:cubicBezTo>
                    <a:pt x="393" y="134"/>
                    <a:pt x="393" y="134"/>
                    <a:pt x="393" y="134"/>
                  </a:cubicBezTo>
                  <a:cubicBezTo>
                    <a:pt x="376" y="235"/>
                    <a:pt x="376" y="235"/>
                    <a:pt x="376" y="235"/>
                  </a:cubicBezTo>
                  <a:cubicBezTo>
                    <a:pt x="267" y="293"/>
                    <a:pt x="267" y="293"/>
                    <a:pt x="267" y="293"/>
                  </a:cubicBezTo>
                  <a:lnTo>
                    <a:pt x="292" y="201"/>
                  </a:lnTo>
                  <a:close/>
                  <a:moveTo>
                    <a:pt x="83" y="410"/>
                  </a:moveTo>
                  <a:cubicBezTo>
                    <a:pt x="100" y="318"/>
                    <a:pt x="100" y="318"/>
                    <a:pt x="100" y="318"/>
                  </a:cubicBezTo>
                  <a:cubicBezTo>
                    <a:pt x="200" y="251"/>
                    <a:pt x="200" y="251"/>
                    <a:pt x="200" y="251"/>
                  </a:cubicBezTo>
                  <a:cubicBezTo>
                    <a:pt x="184" y="343"/>
                    <a:pt x="184" y="343"/>
                    <a:pt x="184" y="343"/>
                  </a:cubicBezTo>
                  <a:lnTo>
                    <a:pt x="83" y="410"/>
                  </a:lnTo>
                  <a:close/>
                  <a:moveTo>
                    <a:pt x="192" y="452"/>
                  </a:moveTo>
                  <a:cubicBezTo>
                    <a:pt x="300" y="452"/>
                    <a:pt x="300" y="452"/>
                    <a:pt x="300" y="452"/>
                  </a:cubicBezTo>
                  <a:cubicBezTo>
                    <a:pt x="217" y="536"/>
                    <a:pt x="217" y="536"/>
                    <a:pt x="217" y="536"/>
                  </a:cubicBezTo>
                  <a:cubicBezTo>
                    <a:pt x="108" y="536"/>
                    <a:pt x="108" y="536"/>
                    <a:pt x="108" y="536"/>
                  </a:cubicBezTo>
                  <a:lnTo>
                    <a:pt x="192" y="452"/>
                  </a:lnTo>
                  <a:close/>
                  <a:moveTo>
                    <a:pt x="694" y="853"/>
                  </a:moveTo>
                  <a:cubicBezTo>
                    <a:pt x="108" y="853"/>
                    <a:pt x="108" y="853"/>
                    <a:pt x="108" y="853"/>
                  </a:cubicBezTo>
                  <a:cubicBezTo>
                    <a:pt x="108" y="586"/>
                    <a:pt x="108" y="586"/>
                    <a:pt x="108" y="586"/>
                  </a:cubicBezTo>
                  <a:cubicBezTo>
                    <a:pt x="694" y="586"/>
                    <a:pt x="694" y="586"/>
                    <a:pt x="694" y="586"/>
                  </a:cubicBezTo>
                  <a:lnTo>
                    <a:pt x="694" y="853"/>
                  </a:lnTo>
                  <a:close/>
                  <a:moveTo>
                    <a:pt x="618" y="536"/>
                  </a:moveTo>
                  <a:cubicBezTo>
                    <a:pt x="501" y="536"/>
                    <a:pt x="501" y="536"/>
                    <a:pt x="501" y="536"/>
                  </a:cubicBezTo>
                  <a:cubicBezTo>
                    <a:pt x="585" y="452"/>
                    <a:pt x="585" y="452"/>
                    <a:pt x="585" y="452"/>
                  </a:cubicBezTo>
                  <a:cubicBezTo>
                    <a:pt x="702" y="452"/>
                    <a:pt x="702" y="452"/>
                    <a:pt x="702" y="452"/>
                  </a:cubicBezTo>
                  <a:lnTo>
                    <a:pt x="618" y="536"/>
                  </a:lnTo>
                  <a:close/>
                  <a:moveTo>
                    <a:pt x="618" y="536"/>
                  </a:moveTo>
                  <a:lnTo>
                    <a:pt x="618" y="536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anchor="ctr"/>
            <a:lstStyle/>
            <a:p>
              <a:pPr algn="ctr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0" name="íşḷiďè"/>
            <p:cNvSpPr/>
            <p:nvPr/>
          </p:nvSpPr>
          <p:spPr bwMode="auto">
            <a:xfrm>
              <a:off x="8045000" y="4586385"/>
              <a:ext cx="482956" cy="483082"/>
            </a:xfrm>
            <a:custGeom>
              <a:avLst/>
              <a:gdLst>
                <a:gd name="T0" fmla="*/ 852 w 1606"/>
                <a:gd name="T1" fmla="*/ 0 h 1607"/>
                <a:gd name="T2" fmla="*/ 0 w 1606"/>
                <a:gd name="T3" fmla="*/ 753 h 1607"/>
                <a:gd name="T4" fmla="*/ 752 w 1606"/>
                <a:gd name="T5" fmla="*/ 1606 h 1607"/>
                <a:gd name="T6" fmla="*/ 1605 w 1606"/>
                <a:gd name="T7" fmla="*/ 853 h 1607"/>
                <a:gd name="T8" fmla="*/ 501 w 1606"/>
                <a:gd name="T9" fmla="*/ 176 h 1607"/>
                <a:gd name="T10" fmla="*/ 217 w 1606"/>
                <a:gd name="T11" fmla="*/ 427 h 1607"/>
                <a:gd name="T12" fmla="*/ 158 w 1606"/>
                <a:gd name="T13" fmla="*/ 535 h 1607"/>
                <a:gd name="T14" fmla="*/ 317 w 1606"/>
                <a:gd name="T15" fmla="*/ 753 h 1607"/>
                <a:gd name="T16" fmla="*/ 158 w 1606"/>
                <a:gd name="T17" fmla="*/ 535 h 1607"/>
                <a:gd name="T18" fmla="*/ 317 w 1606"/>
                <a:gd name="T19" fmla="*/ 853 h 1607"/>
                <a:gd name="T20" fmla="*/ 158 w 1606"/>
                <a:gd name="T21" fmla="*/ 1071 h 1607"/>
                <a:gd name="T22" fmla="*/ 217 w 1606"/>
                <a:gd name="T23" fmla="*/ 1179 h 1607"/>
                <a:gd name="T24" fmla="*/ 501 w 1606"/>
                <a:gd name="T25" fmla="*/ 1430 h 1607"/>
                <a:gd name="T26" fmla="*/ 752 w 1606"/>
                <a:gd name="T27" fmla="*/ 1497 h 1607"/>
                <a:gd name="T28" fmla="*/ 752 w 1606"/>
                <a:gd name="T29" fmla="*/ 1179 h 1607"/>
                <a:gd name="T30" fmla="*/ 752 w 1606"/>
                <a:gd name="T31" fmla="*/ 1071 h 1607"/>
                <a:gd name="T32" fmla="*/ 426 w 1606"/>
                <a:gd name="T33" fmla="*/ 853 h 1607"/>
                <a:gd name="T34" fmla="*/ 752 w 1606"/>
                <a:gd name="T35" fmla="*/ 1071 h 1607"/>
                <a:gd name="T36" fmla="*/ 426 w 1606"/>
                <a:gd name="T37" fmla="*/ 753 h 1607"/>
                <a:gd name="T38" fmla="*/ 752 w 1606"/>
                <a:gd name="T39" fmla="*/ 535 h 1607"/>
                <a:gd name="T40" fmla="*/ 752 w 1606"/>
                <a:gd name="T41" fmla="*/ 427 h 1607"/>
                <a:gd name="T42" fmla="*/ 752 w 1606"/>
                <a:gd name="T43" fmla="*/ 109 h 1607"/>
                <a:gd name="T44" fmla="*/ 1387 w 1606"/>
                <a:gd name="T45" fmla="*/ 427 h 1607"/>
                <a:gd name="T46" fmla="*/ 1103 w 1606"/>
                <a:gd name="T47" fmla="*/ 176 h 1607"/>
                <a:gd name="T48" fmla="*/ 852 w 1606"/>
                <a:gd name="T49" fmla="*/ 109 h 1607"/>
                <a:gd name="T50" fmla="*/ 852 w 1606"/>
                <a:gd name="T51" fmla="*/ 427 h 1607"/>
                <a:gd name="T52" fmla="*/ 852 w 1606"/>
                <a:gd name="T53" fmla="*/ 535 h 1607"/>
                <a:gd name="T54" fmla="*/ 1178 w 1606"/>
                <a:gd name="T55" fmla="*/ 753 h 1607"/>
                <a:gd name="T56" fmla="*/ 852 w 1606"/>
                <a:gd name="T57" fmla="*/ 535 h 1607"/>
                <a:gd name="T58" fmla="*/ 1178 w 1606"/>
                <a:gd name="T59" fmla="*/ 853 h 1607"/>
                <a:gd name="T60" fmla="*/ 852 w 1606"/>
                <a:gd name="T61" fmla="*/ 1071 h 1607"/>
                <a:gd name="T62" fmla="*/ 852 w 1606"/>
                <a:gd name="T63" fmla="*/ 1497 h 1607"/>
                <a:gd name="T64" fmla="*/ 1120 w 1606"/>
                <a:gd name="T65" fmla="*/ 1179 h 1607"/>
                <a:gd name="T66" fmla="*/ 1103 w 1606"/>
                <a:gd name="T67" fmla="*/ 1430 h 1607"/>
                <a:gd name="T68" fmla="*/ 1387 w 1606"/>
                <a:gd name="T69" fmla="*/ 1179 h 1607"/>
                <a:gd name="T70" fmla="*/ 1446 w 1606"/>
                <a:gd name="T71" fmla="*/ 1071 h 1607"/>
                <a:gd name="T72" fmla="*/ 1287 w 1606"/>
                <a:gd name="T73" fmla="*/ 853 h 1607"/>
                <a:gd name="T74" fmla="*/ 1446 w 1606"/>
                <a:gd name="T75" fmla="*/ 1071 h 1607"/>
                <a:gd name="T76" fmla="*/ 1254 w 1606"/>
                <a:gd name="T77" fmla="*/ 535 h 1607"/>
                <a:gd name="T78" fmla="*/ 1496 w 1606"/>
                <a:gd name="T79" fmla="*/ 753 h 1607"/>
                <a:gd name="T80" fmla="*/ 1287 w 1606"/>
                <a:gd name="T81" fmla="*/ 753 h 1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606" h="1607">
                  <a:moveTo>
                    <a:pt x="1605" y="753"/>
                  </a:moveTo>
                  <a:cubicBezTo>
                    <a:pt x="1580" y="352"/>
                    <a:pt x="1254" y="26"/>
                    <a:pt x="852" y="0"/>
                  </a:cubicBezTo>
                  <a:cubicBezTo>
                    <a:pt x="752" y="0"/>
                    <a:pt x="752" y="0"/>
                    <a:pt x="752" y="0"/>
                  </a:cubicBezTo>
                  <a:cubicBezTo>
                    <a:pt x="351" y="26"/>
                    <a:pt x="25" y="352"/>
                    <a:pt x="0" y="753"/>
                  </a:cubicBezTo>
                  <a:cubicBezTo>
                    <a:pt x="0" y="853"/>
                    <a:pt x="0" y="853"/>
                    <a:pt x="0" y="853"/>
                  </a:cubicBezTo>
                  <a:cubicBezTo>
                    <a:pt x="25" y="1255"/>
                    <a:pt x="351" y="1581"/>
                    <a:pt x="752" y="1606"/>
                  </a:cubicBezTo>
                  <a:cubicBezTo>
                    <a:pt x="852" y="1606"/>
                    <a:pt x="852" y="1606"/>
                    <a:pt x="852" y="1606"/>
                  </a:cubicBezTo>
                  <a:cubicBezTo>
                    <a:pt x="1254" y="1581"/>
                    <a:pt x="1580" y="1255"/>
                    <a:pt x="1605" y="853"/>
                  </a:cubicBezTo>
                  <a:cubicBezTo>
                    <a:pt x="1605" y="753"/>
                    <a:pt x="1605" y="753"/>
                    <a:pt x="1605" y="753"/>
                  </a:cubicBezTo>
                  <a:close/>
                  <a:moveTo>
                    <a:pt x="501" y="176"/>
                  </a:moveTo>
                  <a:cubicBezTo>
                    <a:pt x="451" y="243"/>
                    <a:pt x="409" y="327"/>
                    <a:pt x="376" y="427"/>
                  </a:cubicBezTo>
                  <a:cubicBezTo>
                    <a:pt x="217" y="427"/>
                    <a:pt x="217" y="427"/>
                    <a:pt x="217" y="427"/>
                  </a:cubicBezTo>
                  <a:cubicBezTo>
                    <a:pt x="284" y="318"/>
                    <a:pt x="384" y="226"/>
                    <a:pt x="501" y="176"/>
                  </a:cubicBezTo>
                  <a:close/>
                  <a:moveTo>
                    <a:pt x="158" y="535"/>
                  </a:moveTo>
                  <a:cubicBezTo>
                    <a:pt x="351" y="535"/>
                    <a:pt x="351" y="535"/>
                    <a:pt x="351" y="535"/>
                  </a:cubicBezTo>
                  <a:cubicBezTo>
                    <a:pt x="334" y="602"/>
                    <a:pt x="326" y="678"/>
                    <a:pt x="317" y="753"/>
                  </a:cubicBezTo>
                  <a:cubicBezTo>
                    <a:pt x="108" y="753"/>
                    <a:pt x="108" y="753"/>
                    <a:pt x="108" y="753"/>
                  </a:cubicBezTo>
                  <a:cubicBezTo>
                    <a:pt x="108" y="678"/>
                    <a:pt x="133" y="602"/>
                    <a:pt x="158" y="535"/>
                  </a:cubicBezTo>
                  <a:close/>
                  <a:moveTo>
                    <a:pt x="108" y="853"/>
                  </a:moveTo>
                  <a:cubicBezTo>
                    <a:pt x="317" y="853"/>
                    <a:pt x="317" y="853"/>
                    <a:pt x="317" y="853"/>
                  </a:cubicBezTo>
                  <a:cubicBezTo>
                    <a:pt x="326" y="929"/>
                    <a:pt x="334" y="1004"/>
                    <a:pt x="351" y="1071"/>
                  </a:cubicBezTo>
                  <a:cubicBezTo>
                    <a:pt x="158" y="1071"/>
                    <a:pt x="158" y="1071"/>
                    <a:pt x="158" y="1071"/>
                  </a:cubicBezTo>
                  <a:cubicBezTo>
                    <a:pt x="133" y="1004"/>
                    <a:pt x="108" y="929"/>
                    <a:pt x="108" y="853"/>
                  </a:cubicBezTo>
                  <a:close/>
                  <a:moveTo>
                    <a:pt x="217" y="1179"/>
                  </a:moveTo>
                  <a:cubicBezTo>
                    <a:pt x="376" y="1179"/>
                    <a:pt x="376" y="1179"/>
                    <a:pt x="376" y="1179"/>
                  </a:cubicBezTo>
                  <a:cubicBezTo>
                    <a:pt x="409" y="1280"/>
                    <a:pt x="451" y="1363"/>
                    <a:pt x="501" y="1430"/>
                  </a:cubicBezTo>
                  <a:cubicBezTo>
                    <a:pt x="384" y="1380"/>
                    <a:pt x="284" y="1288"/>
                    <a:pt x="217" y="1179"/>
                  </a:cubicBezTo>
                  <a:close/>
                  <a:moveTo>
                    <a:pt x="752" y="1497"/>
                  </a:moveTo>
                  <a:cubicBezTo>
                    <a:pt x="635" y="1464"/>
                    <a:pt x="543" y="1346"/>
                    <a:pt x="484" y="1179"/>
                  </a:cubicBezTo>
                  <a:cubicBezTo>
                    <a:pt x="752" y="1179"/>
                    <a:pt x="752" y="1179"/>
                    <a:pt x="752" y="1179"/>
                  </a:cubicBezTo>
                  <a:lnTo>
                    <a:pt x="752" y="1497"/>
                  </a:lnTo>
                  <a:close/>
                  <a:moveTo>
                    <a:pt x="752" y="1071"/>
                  </a:moveTo>
                  <a:cubicBezTo>
                    <a:pt x="459" y="1071"/>
                    <a:pt x="459" y="1071"/>
                    <a:pt x="459" y="1071"/>
                  </a:cubicBezTo>
                  <a:cubicBezTo>
                    <a:pt x="443" y="1004"/>
                    <a:pt x="434" y="929"/>
                    <a:pt x="426" y="853"/>
                  </a:cubicBezTo>
                  <a:cubicBezTo>
                    <a:pt x="752" y="853"/>
                    <a:pt x="752" y="853"/>
                    <a:pt x="752" y="853"/>
                  </a:cubicBezTo>
                  <a:lnTo>
                    <a:pt x="752" y="1071"/>
                  </a:lnTo>
                  <a:close/>
                  <a:moveTo>
                    <a:pt x="752" y="753"/>
                  </a:moveTo>
                  <a:cubicBezTo>
                    <a:pt x="426" y="753"/>
                    <a:pt x="426" y="753"/>
                    <a:pt x="426" y="753"/>
                  </a:cubicBezTo>
                  <a:cubicBezTo>
                    <a:pt x="434" y="678"/>
                    <a:pt x="443" y="602"/>
                    <a:pt x="459" y="535"/>
                  </a:cubicBezTo>
                  <a:cubicBezTo>
                    <a:pt x="752" y="535"/>
                    <a:pt x="752" y="535"/>
                    <a:pt x="752" y="535"/>
                  </a:cubicBezTo>
                  <a:lnTo>
                    <a:pt x="752" y="753"/>
                  </a:lnTo>
                  <a:close/>
                  <a:moveTo>
                    <a:pt x="752" y="427"/>
                  </a:moveTo>
                  <a:cubicBezTo>
                    <a:pt x="484" y="427"/>
                    <a:pt x="484" y="427"/>
                    <a:pt x="484" y="427"/>
                  </a:cubicBezTo>
                  <a:cubicBezTo>
                    <a:pt x="543" y="260"/>
                    <a:pt x="635" y="142"/>
                    <a:pt x="752" y="109"/>
                  </a:cubicBezTo>
                  <a:lnTo>
                    <a:pt x="752" y="427"/>
                  </a:lnTo>
                  <a:close/>
                  <a:moveTo>
                    <a:pt x="1387" y="427"/>
                  </a:moveTo>
                  <a:cubicBezTo>
                    <a:pt x="1229" y="427"/>
                    <a:pt x="1229" y="427"/>
                    <a:pt x="1229" y="427"/>
                  </a:cubicBezTo>
                  <a:cubicBezTo>
                    <a:pt x="1195" y="327"/>
                    <a:pt x="1153" y="243"/>
                    <a:pt x="1103" y="176"/>
                  </a:cubicBezTo>
                  <a:cubicBezTo>
                    <a:pt x="1220" y="226"/>
                    <a:pt x="1320" y="318"/>
                    <a:pt x="1387" y="427"/>
                  </a:cubicBezTo>
                  <a:close/>
                  <a:moveTo>
                    <a:pt x="852" y="109"/>
                  </a:moveTo>
                  <a:cubicBezTo>
                    <a:pt x="969" y="142"/>
                    <a:pt x="1061" y="260"/>
                    <a:pt x="1120" y="427"/>
                  </a:cubicBezTo>
                  <a:cubicBezTo>
                    <a:pt x="852" y="427"/>
                    <a:pt x="852" y="427"/>
                    <a:pt x="852" y="427"/>
                  </a:cubicBezTo>
                  <a:lnTo>
                    <a:pt x="852" y="109"/>
                  </a:lnTo>
                  <a:close/>
                  <a:moveTo>
                    <a:pt x="852" y="535"/>
                  </a:moveTo>
                  <a:cubicBezTo>
                    <a:pt x="1153" y="535"/>
                    <a:pt x="1153" y="535"/>
                    <a:pt x="1153" y="535"/>
                  </a:cubicBezTo>
                  <a:cubicBezTo>
                    <a:pt x="1162" y="602"/>
                    <a:pt x="1170" y="678"/>
                    <a:pt x="1178" y="753"/>
                  </a:cubicBezTo>
                  <a:cubicBezTo>
                    <a:pt x="852" y="753"/>
                    <a:pt x="852" y="753"/>
                    <a:pt x="852" y="753"/>
                  </a:cubicBezTo>
                  <a:lnTo>
                    <a:pt x="852" y="535"/>
                  </a:lnTo>
                  <a:close/>
                  <a:moveTo>
                    <a:pt x="852" y="853"/>
                  </a:moveTo>
                  <a:cubicBezTo>
                    <a:pt x="1178" y="853"/>
                    <a:pt x="1178" y="853"/>
                    <a:pt x="1178" y="853"/>
                  </a:cubicBezTo>
                  <a:cubicBezTo>
                    <a:pt x="1170" y="929"/>
                    <a:pt x="1162" y="1004"/>
                    <a:pt x="1153" y="1071"/>
                  </a:cubicBezTo>
                  <a:cubicBezTo>
                    <a:pt x="852" y="1071"/>
                    <a:pt x="852" y="1071"/>
                    <a:pt x="852" y="1071"/>
                  </a:cubicBezTo>
                  <a:lnTo>
                    <a:pt x="852" y="853"/>
                  </a:lnTo>
                  <a:close/>
                  <a:moveTo>
                    <a:pt x="852" y="1497"/>
                  </a:moveTo>
                  <a:cubicBezTo>
                    <a:pt x="852" y="1179"/>
                    <a:pt x="852" y="1179"/>
                    <a:pt x="852" y="1179"/>
                  </a:cubicBezTo>
                  <a:cubicBezTo>
                    <a:pt x="1120" y="1179"/>
                    <a:pt x="1120" y="1179"/>
                    <a:pt x="1120" y="1179"/>
                  </a:cubicBezTo>
                  <a:cubicBezTo>
                    <a:pt x="1061" y="1346"/>
                    <a:pt x="969" y="1464"/>
                    <a:pt x="852" y="1497"/>
                  </a:cubicBezTo>
                  <a:close/>
                  <a:moveTo>
                    <a:pt x="1103" y="1430"/>
                  </a:moveTo>
                  <a:cubicBezTo>
                    <a:pt x="1153" y="1363"/>
                    <a:pt x="1195" y="1280"/>
                    <a:pt x="1229" y="1179"/>
                  </a:cubicBezTo>
                  <a:cubicBezTo>
                    <a:pt x="1387" y="1179"/>
                    <a:pt x="1387" y="1179"/>
                    <a:pt x="1387" y="1179"/>
                  </a:cubicBezTo>
                  <a:cubicBezTo>
                    <a:pt x="1320" y="1288"/>
                    <a:pt x="1220" y="1380"/>
                    <a:pt x="1103" y="1430"/>
                  </a:cubicBezTo>
                  <a:close/>
                  <a:moveTo>
                    <a:pt x="1446" y="1071"/>
                  </a:moveTo>
                  <a:cubicBezTo>
                    <a:pt x="1254" y="1071"/>
                    <a:pt x="1254" y="1071"/>
                    <a:pt x="1254" y="1071"/>
                  </a:cubicBezTo>
                  <a:cubicBezTo>
                    <a:pt x="1270" y="1004"/>
                    <a:pt x="1279" y="929"/>
                    <a:pt x="1287" y="853"/>
                  </a:cubicBezTo>
                  <a:cubicBezTo>
                    <a:pt x="1496" y="853"/>
                    <a:pt x="1496" y="853"/>
                    <a:pt x="1496" y="853"/>
                  </a:cubicBezTo>
                  <a:cubicBezTo>
                    <a:pt x="1496" y="929"/>
                    <a:pt x="1471" y="1004"/>
                    <a:pt x="1446" y="1071"/>
                  </a:cubicBezTo>
                  <a:close/>
                  <a:moveTo>
                    <a:pt x="1287" y="753"/>
                  </a:moveTo>
                  <a:cubicBezTo>
                    <a:pt x="1279" y="678"/>
                    <a:pt x="1270" y="602"/>
                    <a:pt x="1254" y="535"/>
                  </a:cubicBezTo>
                  <a:cubicBezTo>
                    <a:pt x="1446" y="535"/>
                    <a:pt x="1446" y="535"/>
                    <a:pt x="1446" y="535"/>
                  </a:cubicBezTo>
                  <a:cubicBezTo>
                    <a:pt x="1471" y="602"/>
                    <a:pt x="1496" y="678"/>
                    <a:pt x="1496" y="753"/>
                  </a:cubicBezTo>
                  <a:lnTo>
                    <a:pt x="1287" y="753"/>
                  </a:lnTo>
                  <a:close/>
                  <a:moveTo>
                    <a:pt x="1287" y="753"/>
                  </a:moveTo>
                  <a:lnTo>
                    <a:pt x="1287" y="753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41" name="îsḷïḑé"/>
            <p:cNvSpPr/>
            <p:nvPr/>
          </p:nvSpPr>
          <p:spPr bwMode="auto">
            <a:xfrm>
              <a:off x="10296074" y="4602586"/>
              <a:ext cx="429838" cy="487828"/>
            </a:xfrm>
            <a:custGeom>
              <a:avLst/>
              <a:gdLst>
                <a:gd name="T0" fmla="*/ 718 w 917"/>
                <a:gd name="T1" fmla="*/ 583 h 1042"/>
                <a:gd name="T2" fmla="*/ 853 w 917"/>
                <a:gd name="T3" fmla="*/ 354 h 1042"/>
                <a:gd name="T4" fmla="*/ 885 w 917"/>
                <a:gd name="T5" fmla="*/ 270 h 1042"/>
                <a:gd name="T6" fmla="*/ 895 w 917"/>
                <a:gd name="T7" fmla="*/ 229 h 1042"/>
                <a:gd name="T8" fmla="*/ 895 w 917"/>
                <a:gd name="T9" fmla="*/ 208 h 1042"/>
                <a:gd name="T10" fmla="*/ 906 w 917"/>
                <a:gd name="T11" fmla="*/ 93 h 1042"/>
                <a:gd name="T12" fmla="*/ 906 w 917"/>
                <a:gd name="T13" fmla="*/ 41 h 1042"/>
                <a:gd name="T14" fmla="*/ 906 w 917"/>
                <a:gd name="T15" fmla="*/ 20 h 1042"/>
                <a:gd name="T16" fmla="*/ 906 w 917"/>
                <a:gd name="T17" fmla="*/ 10 h 1042"/>
                <a:gd name="T18" fmla="*/ 895 w 917"/>
                <a:gd name="T19" fmla="*/ 0 h 1042"/>
                <a:gd name="T20" fmla="*/ 885 w 917"/>
                <a:gd name="T21" fmla="*/ 0 h 1042"/>
                <a:gd name="T22" fmla="*/ 864 w 917"/>
                <a:gd name="T23" fmla="*/ 10 h 1042"/>
                <a:gd name="T24" fmla="*/ 812 w 917"/>
                <a:gd name="T25" fmla="*/ 20 h 1042"/>
                <a:gd name="T26" fmla="*/ 635 w 917"/>
                <a:gd name="T27" fmla="*/ 104 h 1042"/>
                <a:gd name="T28" fmla="*/ 395 w 917"/>
                <a:gd name="T29" fmla="*/ 333 h 1042"/>
                <a:gd name="T30" fmla="*/ 333 w 917"/>
                <a:gd name="T31" fmla="*/ 375 h 1042"/>
                <a:gd name="T32" fmla="*/ 10 w 917"/>
                <a:gd name="T33" fmla="*/ 583 h 1042"/>
                <a:gd name="T34" fmla="*/ 41 w 917"/>
                <a:gd name="T35" fmla="*/ 625 h 1042"/>
                <a:gd name="T36" fmla="*/ 531 w 917"/>
                <a:gd name="T37" fmla="*/ 999 h 1042"/>
                <a:gd name="T38" fmla="*/ 562 w 917"/>
                <a:gd name="T39" fmla="*/ 1020 h 1042"/>
                <a:gd name="T40" fmla="*/ 698 w 917"/>
                <a:gd name="T41" fmla="*/ 656 h 1042"/>
                <a:gd name="T42" fmla="*/ 718 w 917"/>
                <a:gd name="T43" fmla="*/ 583 h 1042"/>
                <a:gd name="T44" fmla="*/ 666 w 917"/>
                <a:gd name="T45" fmla="*/ 458 h 1042"/>
                <a:gd name="T46" fmla="*/ 562 w 917"/>
                <a:gd name="T47" fmla="*/ 468 h 1042"/>
                <a:gd name="T48" fmla="*/ 520 w 917"/>
                <a:gd name="T49" fmla="*/ 354 h 1042"/>
                <a:gd name="T50" fmla="*/ 531 w 917"/>
                <a:gd name="T51" fmla="*/ 333 h 1042"/>
                <a:gd name="T52" fmla="*/ 645 w 917"/>
                <a:gd name="T53" fmla="*/ 323 h 1042"/>
                <a:gd name="T54" fmla="*/ 677 w 917"/>
                <a:gd name="T55" fmla="*/ 437 h 1042"/>
                <a:gd name="T56" fmla="*/ 666 w 917"/>
                <a:gd name="T57" fmla="*/ 458 h 1042"/>
                <a:gd name="T58" fmla="*/ 666 w 917"/>
                <a:gd name="T59" fmla="*/ 458 h 1042"/>
                <a:gd name="T60" fmla="*/ 666 w 917"/>
                <a:gd name="T61" fmla="*/ 458 h 10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17" h="1042">
                  <a:moveTo>
                    <a:pt x="718" y="583"/>
                  </a:moveTo>
                  <a:cubicBezTo>
                    <a:pt x="781" y="500"/>
                    <a:pt x="823" y="427"/>
                    <a:pt x="853" y="354"/>
                  </a:cubicBezTo>
                  <a:cubicBezTo>
                    <a:pt x="864" y="333"/>
                    <a:pt x="874" y="302"/>
                    <a:pt x="885" y="270"/>
                  </a:cubicBezTo>
                  <a:cubicBezTo>
                    <a:pt x="885" y="260"/>
                    <a:pt x="885" y="250"/>
                    <a:pt x="895" y="229"/>
                  </a:cubicBezTo>
                  <a:cubicBezTo>
                    <a:pt x="895" y="218"/>
                    <a:pt x="895" y="218"/>
                    <a:pt x="895" y="208"/>
                  </a:cubicBezTo>
                  <a:cubicBezTo>
                    <a:pt x="906" y="166"/>
                    <a:pt x="906" y="125"/>
                    <a:pt x="906" y="93"/>
                  </a:cubicBezTo>
                  <a:cubicBezTo>
                    <a:pt x="906" y="73"/>
                    <a:pt x="906" y="52"/>
                    <a:pt x="906" y="41"/>
                  </a:cubicBezTo>
                  <a:cubicBezTo>
                    <a:pt x="906" y="31"/>
                    <a:pt x="916" y="31"/>
                    <a:pt x="906" y="20"/>
                  </a:cubicBezTo>
                  <a:lnTo>
                    <a:pt x="906" y="10"/>
                  </a:lnTo>
                  <a:cubicBezTo>
                    <a:pt x="916" y="0"/>
                    <a:pt x="906" y="0"/>
                    <a:pt x="895" y="0"/>
                  </a:cubicBezTo>
                  <a:lnTo>
                    <a:pt x="885" y="0"/>
                  </a:lnTo>
                  <a:cubicBezTo>
                    <a:pt x="874" y="0"/>
                    <a:pt x="874" y="10"/>
                    <a:pt x="864" y="10"/>
                  </a:cubicBezTo>
                  <a:cubicBezTo>
                    <a:pt x="864" y="20"/>
                    <a:pt x="843" y="20"/>
                    <a:pt x="812" y="20"/>
                  </a:cubicBezTo>
                  <a:cubicBezTo>
                    <a:pt x="770" y="31"/>
                    <a:pt x="708" y="52"/>
                    <a:pt x="635" y="104"/>
                  </a:cubicBezTo>
                  <a:cubicBezTo>
                    <a:pt x="510" y="177"/>
                    <a:pt x="437" y="281"/>
                    <a:pt x="395" y="333"/>
                  </a:cubicBezTo>
                  <a:cubicBezTo>
                    <a:pt x="385" y="354"/>
                    <a:pt x="354" y="375"/>
                    <a:pt x="333" y="375"/>
                  </a:cubicBezTo>
                  <a:cubicBezTo>
                    <a:pt x="125" y="364"/>
                    <a:pt x="41" y="510"/>
                    <a:pt x="10" y="583"/>
                  </a:cubicBezTo>
                  <a:cubicBezTo>
                    <a:pt x="0" y="604"/>
                    <a:pt x="10" y="625"/>
                    <a:pt x="41" y="625"/>
                  </a:cubicBezTo>
                  <a:cubicBezTo>
                    <a:pt x="489" y="614"/>
                    <a:pt x="531" y="885"/>
                    <a:pt x="531" y="999"/>
                  </a:cubicBezTo>
                  <a:cubicBezTo>
                    <a:pt x="520" y="1031"/>
                    <a:pt x="541" y="1041"/>
                    <a:pt x="562" y="1020"/>
                  </a:cubicBezTo>
                  <a:cubicBezTo>
                    <a:pt x="729" y="926"/>
                    <a:pt x="718" y="739"/>
                    <a:pt x="698" y="656"/>
                  </a:cubicBezTo>
                  <a:cubicBezTo>
                    <a:pt x="698" y="635"/>
                    <a:pt x="708" y="593"/>
                    <a:pt x="718" y="583"/>
                  </a:cubicBezTo>
                  <a:close/>
                  <a:moveTo>
                    <a:pt x="666" y="458"/>
                  </a:moveTo>
                  <a:cubicBezTo>
                    <a:pt x="645" y="489"/>
                    <a:pt x="593" y="489"/>
                    <a:pt x="562" y="468"/>
                  </a:cubicBezTo>
                  <a:cubicBezTo>
                    <a:pt x="510" y="448"/>
                    <a:pt x="500" y="395"/>
                    <a:pt x="520" y="354"/>
                  </a:cubicBezTo>
                  <a:cubicBezTo>
                    <a:pt x="531" y="343"/>
                    <a:pt x="531" y="343"/>
                    <a:pt x="531" y="333"/>
                  </a:cubicBezTo>
                  <a:cubicBezTo>
                    <a:pt x="562" y="302"/>
                    <a:pt x="604" y="302"/>
                    <a:pt x="645" y="323"/>
                  </a:cubicBezTo>
                  <a:cubicBezTo>
                    <a:pt x="687" y="343"/>
                    <a:pt x="708" y="395"/>
                    <a:pt x="677" y="437"/>
                  </a:cubicBezTo>
                  <a:cubicBezTo>
                    <a:pt x="677" y="448"/>
                    <a:pt x="677" y="448"/>
                    <a:pt x="666" y="458"/>
                  </a:cubicBezTo>
                  <a:close/>
                  <a:moveTo>
                    <a:pt x="666" y="458"/>
                  </a:moveTo>
                  <a:lnTo>
                    <a:pt x="666" y="458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  <p:sp>
          <p:nvSpPr>
            <p:cNvPr id="42" name="ïṣḷidé"/>
            <p:cNvSpPr txBox="1"/>
            <p:nvPr/>
          </p:nvSpPr>
          <p:spPr>
            <a:xfrm>
              <a:off x="815271" y="5201335"/>
              <a:ext cx="1720500" cy="494056"/>
            </a:xfrm>
            <a:prstGeom prst="rect">
              <a:avLst/>
            </a:prstGeom>
            <a:grpFill/>
          </p:spPr>
          <p:txBody>
            <a:bodyPr vert="horz" wrap="none" lIns="91440" tIns="45720" rIns="91440" bIns="45720" anchor="ctr">
              <a:normAutofit/>
            </a:bodyPr>
            <a:lstStyle/>
            <a:p>
              <a:pPr algn="ctr"/>
              <a:r>
                <a:rPr lang="en-US" altLang="zh-CN" sz="1400" b="1" dirty="0"/>
                <a:t>Text here</a:t>
              </a:r>
              <a:endParaRPr lang="zh-CN" altLang="en-US" sz="1400" b="1" dirty="0"/>
            </a:p>
          </p:txBody>
        </p:sp>
        <p:sp>
          <p:nvSpPr>
            <p:cNvPr id="43" name="ïṩľíde"/>
            <p:cNvSpPr txBox="1"/>
            <p:nvPr/>
          </p:nvSpPr>
          <p:spPr>
            <a:xfrm>
              <a:off x="3017553" y="5201335"/>
              <a:ext cx="1720500" cy="494056"/>
            </a:xfrm>
            <a:prstGeom prst="rect">
              <a:avLst/>
            </a:prstGeom>
            <a:grpFill/>
          </p:spPr>
          <p:txBody>
            <a:bodyPr vert="horz" wrap="none" lIns="91440" tIns="45720" rIns="91440" bIns="45720" anchor="ctr">
              <a:normAutofit/>
            </a:bodyPr>
            <a:lstStyle/>
            <a:p>
              <a:pPr algn="ctr"/>
              <a:r>
                <a:rPr lang="en-US" altLang="zh-CN" sz="1400" b="1" dirty="0"/>
                <a:t>Text here</a:t>
              </a:r>
              <a:endParaRPr lang="zh-CN" altLang="en-US" sz="1400" b="1" dirty="0"/>
            </a:p>
          </p:txBody>
        </p:sp>
        <p:sp>
          <p:nvSpPr>
            <p:cNvPr id="44" name="iŝliḓè"/>
            <p:cNvSpPr txBox="1"/>
            <p:nvPr/>
          </p:nvSpPr>
          <p:spPr>
            <a:xfrm>
              <a:off x="5246198" y="4142114"/>
              <a:ext cx="1720500" cy="594674"/>
            </a:xfrm>
            <a:prstGeom prst="rect">
              <a:avLst/>
            </a:prstGeom>
            <a:grpFill/>
          </p:spPr>
          <p:txBody>
            <a:bodyPr vert="horz" wrap="none" lIns="91440" tIns="45720" rIns="91440" bIns="45720" anchor="ctr">
              <a:norm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</a:rPr>
                <a:t>Text here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ïšľíde"/>
            <p:cNvSpPr txBox="1"/>
            <p:nvPr/>
          </p:nvSpPr>
          <p:spPr>
            <a:xfrm>
              <a:off x="7429652" y="5201335"/>
              <a:ext cx="1720500" cy="494056"/>
            </a:xfrm>
            <a:prstGeom prst="rect">
              <a:avLst/>
            </a:prstGeom>
            <a:grpFill/>
          </p:spPr>
          <p:txBody>
            <a:bodyPr vert="horz" wrap="none" lIns="91440" tIns="45720" rIns="91440" bIns="45720" anchor="ctr">
              <a:normAutofit/>
            </a:bodyPr>
            <a:lstStyle/>
            <a:p>
              <a:pPr algn="ctr"/>
              <a:r>
                <a:rPr lang="en-US" altLang="zh-CN" sz="1400" b="1" dirty="0"/>
                <a:t>Text here</a:t>
              </a:r>
              <a:endParaRPr lang="zh-CN" altLang="en-US" sz="1400" b="1" dirty="0"/>
            </a:p>
          </p:txBody>
        </p:sp>
        <p:sp>
          <p:nvSpPr>
            <p:cNvPr id="46" name="iṡḻïďê"/>
            <p:cNvSpPr txBox="1"/>
            <p:nvPr/>
          </p:nvSpPr>
          <p:spPr>
            <a:xfrm>
              <a:off x="9650743" y="5201335"/>
              <a:ext cx="1720500" cy="494056"/>
            </a:xfrm>
            <a:prstGeom prst="rect">
              <a:avLst/>
            </a:prstGeom>
            <a:grpFill/>
          </p:spPr>
          <p:txBody>
            <a:bodyPr vert="horz" wrap="none" lIns="91440" tIns="45720" rIns="91440" bIns="45720" anchor="ctr">
              <a:normAutofit/>
            </a:bodyPr>
            <a:lstStyle/>
            <a:p>
              <a:pPr algn="ctr"/>
              <a:r>
                <a:rPr lang="en-US" altLang="zh-CN" sz="1400" b="1" dirty="0"/>
                <a:t>Text here</a:t>
              </a:r>
              <a:endParaRPr lang="zh-CN" altLang="en-US" sz="1400" b="1" dirty="0"/>
            </a:p>
          </p:txBody>
        </p:sp>
        <p:cxnSp>
          <p:nvCxnSpPr>
            <p:cNvPr id="47" name="直接连接符 46"/>
            <p:cNvCxnSpPr/>
            <p:nvPr/>
          </p:nvCxnSpPr>
          <p:spPr>
            <a:xfrm>
              <a:off x="2856000" y="4509000"/>
              <a:ext cx="0" cy="1634625"/>
            </a:xfrm>
            <a:prstGeom prst="line">
              <a:avLst/>
            </a:prstGeom>
            <a:grpFill/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9516000" y="4509000"/>
              <a:ext cx="0" cy="1634625"/>
            </a:xfrm>
            <a:prstGeom prst="line">
              <a:avLst/>
            </a:prstGeom>
            <a:grpFill/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Section Header Here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/>
              <a:t>Supporting text here.</a:t>
            </a:r>
            <a:endParaRPr lang="en-US" altLang="zh-CN"/>
          </a:p>
          <a:p>
            <a:pPr lvl="0"/>
            <a:r>
              <a:rPr lang="en-US" altLang="zh-CN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564817" y="2984046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2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/04</a:t>
            </a:r>
            <a:endParaRPr lang="zh-CN" altLang="en-US" spc="100" dirty="0">
              <a:solidFill>
                <a:schemeClr val="accent2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4140" y="5264785"/>
            <a:ext cx="1477645" cy="13766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4.1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ff7024f3-6678-4065-8ed6-e18a0932b3f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21109" y="1391756"/>
            <a:ext cx="10781528" cy="4464496"/>
            <a:chOff x="721109" y="1391756"/>
            <a:chExt cx="10781528" cy="4464496"/>
          </a:xfrm>
        </p:grpSpPr>
        <p:grpSp>
          <p:nvGrpSpPr>
            <p:cNvPr id="6" name="ïṡḷïďê"/>
            <p:cNvGrpSpPr/>
            <p:nvPr/>
          </p:nvGrpSpPr>
          <p:grpSpPr>
            <a:xfrm>
              <a:off x="721109" y="1484784"/>
              <a:ext cx="3307537" cy="4199806"/>
              <a:chOff x="1416748" y="1485488"/>
              <a:chExt cx="3227861" cy="4098637"/>
            </a:xfrm>
          </p:grpSpPr>
          <p:grpSp>
            <p:nvGrpSpPr>
              <p:cNvPr id="27" name="îṧ1iḓé"/>
              <p:cNvGrpSpPr/>
              <p:nvPr/>
            </p:nvGrpSpPr>
            <p:grpSpPr>
              <a:xfrm>
                <a:off x="1416748" y="1485488"/>
                <a:ext cx="3227861" cy="4098637"/>
                <a:chOff x="1416748" y="1485488"/>
                <a:chExt cx="3227861" cy="4098637"/>
              </a:xfrm>
            </p:grpSpPr>
            <p:sp>
              <p:nvSpPr>
                <p:cNvPr id="36" name="îṥ1ïḓé"/>
                <p:cNvSpPr/>
                <p:nvPr/>
              </p:nvSpPr>
              <p:spPr bwMode="auto">
                <a:xfrm>
                  <a:off x="1975274" y="4686140"/>
                  <a:ext cx="380771" cy="274472"/>
                </a:xfrm>
                <a:custGeom>
                  <a:avLst/>
                  <a:gdLst>
                    <a:gd name="T0" fmla="*/ 38 w 101"/>
                    <a:gd name="T1" fmla="*/ 73 h 73"/>
                    <a:gd name="T2" fmla="*/ 38 w 101"/>
                    <a:gd name="T3" fmla="*/ 62 h 73"/>
                    <a:gd name="T4" fmla="*/ 46 w 101"/>
                    <a:gd name="T5" fmla="*/ 50 h 73"/>
                    <a:gd name="T6" fmla="*/ 10 w 101"/>
                    <a:gd name="T7" fmla="*/ 33 h 73"/>
                    <a:gd name="T8" fmla="*/ 3 w 101"/>
                    <a:gd name="T9" fmla="*/ 0 h 73"/>
                    <a:gd name="T10" fmla="*/ 98 w 101"/>
                    <a:gd name="T11" fmla="*/ 2 h 73"/>
                    <a:gd name="T12" fmla="*/ 68 w 101"/>
                    <a:gd name="T13" fmla="*/ 42 h 73"/>
                    <a:gd name="T14" fmla="*/ 56 w 101"/>
                    <a:gd name="T15" fmla="*/ 62 h 73"/>
                    <a:gd name="T16" fmla="*/ 68 w 101"/>
                    <a:gd name="T17" fmla="*/ 68 h 73"/>
                    <a:gd name="T18" fmla="*/ 38 w 101"/>
                    <a:gd name="T19" fmla="*/ 65 h 73"/>
                    <a:gd name="T20" fmla="*/ 38 w 101"/>
                    <a:gd name="T21" fmla="*/ 70 h 73"/>
                    <a:gd name="T22" fmla="*/ 65 w 101"/>
                    <a:gd name="T23" fmla="*/ 68 h 73"/>
                    <a:gd name="T24" fmla="*/ 53 w 101"/>
                    <a:gd name="T25" fmla="*/ 65 h 73"/>
                    <a:gd name="T26" fmla="*/ 54 w 101"/>
                    <a:gd name="T27" fmla="*/ 47 h 73"/>
                    <a:gd name="T28" fmla="*/ 67 w 101"/>
                    <a:gd name="T29" fmla="*/ 39 h 73"/>
                    <a:gd name="T30" fmla="*/ 88 w 101"/>
                    <a:gd name="T31" fmla="*/ 31 h 73"/>
                    <a:gd name="T32" fmla="*/ 5 w 101"/>
                    <a:gd name="T33" fmla="*/ 3 h 73"/>
                    <a:gd name="T34" fmla="*/ 33 w 101"/>
                    <a:gd name="T35" fmla="*/ 39 h 73"/>
                    <a:gd name="T36" fmla="*/ 34 w 101"/>
                    <a:gd name="T37" fmla="*/ 39 h 73"/>
                    <a:gd name="T38" fmla="*/ 49 w 101"/>
                    <a:gd name="T39" fmla="*/ 48 h 73"/>
                    <a:gd name="T40" fmla="*/ 38 w 101"/>
                    <a:gd name="T41" fmla="*/ 65 h 73"/>
                    <a:gd name="T42" fmla="*/ 71 w 101"/>
                    <a:gd name="T43" fmla="*/ 31 h 73"/>
                    <a:gd name="T44" fmla="*/ 78 w 101"/>
                    <a:gd name="T45" fmla="*/ 7 h 73"/>
                    <a:gd name="T46" fmla="*/ 91 w 101"/>
                    <a:gd name="T47" fmla="*/ 8 h 73"/>
                    <a:gd name="T48" fmla="*/ 70 w 101"/>
                    <a:gd name="T49" fmla="*/ 34 h 73"/>
                    <a:gd name="T50" fmla="*/ 75 w 101"/>
                    <a:gd name="T51" fmla="*/ 30 h 73"/>
                    <a:gd name="T52" fmla="*/ 81 w 101"/>
                    <a:gd name="T53" fmla="*/ 10 h 73"/>
                    <a:gd name="T54" fmla="*/ 27 w 101"/>
                    <a:gd name="T55" fmla="*/ 34 h 73"/>
                    <a:gd name="T56" fmla="*/ 9 w 101"/>
                    <a:gd name="T57" fmla="*/ 7 h 73"/>
                    <a:gd name="T58" fmla="*/ 22 w 101"/>
                    <a:gd name="T59" fmla="*/ 9 h 73"/>
                    <a:gd name="T60" fmla="*/ 30 w 101"/>
                    <a:gd name="T61" fmla="*/ 34 h 73"/>
                    <a:gd name="T62" fmla="*/ 25 w 101"/>
                    <a:gd name="T63" fmla="*/ 30 h 73"/>
                    <a:gd name="T64" fmla="*/ 12 w 101"/>
                    <a:gd name="T65" fmla="*/ 10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01" h="73">
                      <a:moveTo>
                        <a:pt x="62" y="73"/>
                      </a:moveTo>
                      <a:cubicBezTo>
                        <a:pt x="38" y="73"/>
                        <a:pt x="38" y="73"/>
                        <a:pt x="38" y="73"/>
                      </a:cubicBezTo>
                      <a:cubicBezTo>
                        <a:pt x="34" y="73"/>
                        <a:pt x="32" y="71"/>
                        <a:pt x="32" y="68"/>
                      </a:cubicBezTo>
                      <a:cubicBezTo>
                        <a:pt x="32" y="65"/>
                        <a:pt x="34" y="62"/>
                        <a:pt x="38" y="62"/>
                      </a:cubicBezTo>
                      <a:cubicBezTo>
                        <a:pt x="46" y="62"/>
                        <a:pt x="46" y="62"/>
                        <a:pt x="46" y="62"/>
                      </a:cubicBezTo>
                      <a:cubicBezTo>
                        <a:pt x="46" y="50"/>
                        <a:pt x="46" y="50"/>
                        <a:pt x="46" y="50"/>
                      </a:cubicBezTo>
                      <a:cubicBezTo>
                        <a:pt x="41" y="49"/>
                        <a:pt x="36" y="46"/>
                        <a:pt x="32" y="42"/>
                      </a:cubicBezTo>
                      <a:cubicBezTo>
                        <a:pt x="23" y="42"/>
                        <a:pt x="15" y="39"/>
                        <a:pt x="10" y="33"/>
                      </a:cubicBezTo>
                      <a:cubicBezTo>
                        <a:pt x="0" y="21"/>
                        <a:pt x="2" y="2"/>
                        <a:pt x="3" y="2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98" y="0"/>
                        <a:pt x="98" y="0"/>
                        <a:pt x="98" y="0"/>
                      </a:cubicBezTo>
                      <a:cubicBezTo>
                        <a:pt x="98" y="2"/>
                        <a:pt x="98" y="2"/>
                        <a:pt x="98" y="2"/>
                      </a:cubicBezTo>
                      <a:cubicBezTo>
                        <a:pt x="98" y="2"/>
                        <a:pt x="101" y="21"/>
                        <a:pt x="90" y="33"/>
                      </a:cubicBezTo>
                      <a:cubicBezTo>
                        <a:pt x="85" y="39"/>
                        <a:pt x="78" y="42"/>
                        <a:pt x="68" y="42"/>
                      </a:cubicBezTo>
                      <a:cubicBezTo>
                        <a:pt x="64" y="46"/>
                        <a:pt x="60" y="49"/>
                        <a:pt x="56" y="50"/>
                      </a:cubicBezTo>
                      <a:cubicBezTo>
                        <a:pt x="56" y="62"/>
                        <a:pt x="56" y="62"/>
                        <a:pt x="56" y="62"/>
                      </a:cubicBezTo>
                      <a:cubicBezTo>
                        <a:pt x="62" y="62"/>
                        <a:pt x="62" y="62"/>
                        <a:pt x="62" y="62"/>
                      </a:cubicBezTo>
                      <a:cubicBezTo>
                        <a:pt x="65" y="62"/>
                        <a:pt x="68" y="65"/>
                        <a:pt x="68" y="68"/>
                      </a:cubicBezTo>
                      <a:cubicBezTo>
                        <a:pt x="68" y="71"/>
                        <a:pt x="65" y="73"/>
                        <a:pt x="62" y="73"/>
                      </a:cubicBezTo>
                      <a:close/>
                      <a:moveTo>
                        <a:pt x="38" y="65"/>
                      </a:moveTo>
                      <a:cubicBezTo>
                        <a:pt x="36" y="65"/>
                        <a:pt x="35" y="66"/>
                        <a:pt x="35" y="68"/>
                      </a:cubicBezTo>
                      <a:cubicBezTo>
                        <a:pt x="35" y="69"/>
                        <a:pt x="36" y="70"/>
                        <a:pt x="38" y="70"/>
                      </a:cubicBezTo>
                      <a:cubicBezTo>
                        <a:pt x="62" y="70"/>
                        <a:pt x="62" y="70"/>
                        <a:pt x="62" y="70"/>
                      </a:cubicBezTo>
                      <a:cubicBezTo>
                        <a:pt x="64" y="70"/>
                        <a:pt x="65" y="69"/>
                        <a:pt x="65" y="68"/>
                      </a:cubicBezTo>
                      <a:cubicBezTo>
                        <a:pt x="65" y="66"/>
                        <a:pt x="64" y="65"/>
                        <a:pt x="62" y="65"/>
                      </a:cubicBezTo>
                      <a:cubicBezTo>
                        <a:pt x="53" y="65"/>
                        <a:pt x="53" y="65"/>
                        <a:pt x="53" y="65"/>
                      </a:cubicBezTo>
                      <a:cubicBezTo>
                        <a:pt x="53" y="48"/>
                        <a:pt x="53" y="48"/>
                        <a:pt x="53" y="48"/>
                      </a:cubicBezTo>
                      <a:cubicBezTo>
                        <a:pt x="54" y="47"/>
                        <a:pt x="54" y="47"/>
                        <a:pt x="54" y="47"/>
                      </a:cubicBezTo>
                      <a:cubicBezTo>
                        <a:pt x="58" y="46"/>
                        <a:pt x="63" y="44"/>
                        <a:pt x="66" y="39"/>
                      </a:cubicBezTo>
                      <a:cubicBezTo>
                        <a:pt x="67" y="39"/>
                        <a:pt x="67" y="39"/>
                        <a:pt x="67" y="39"/>
                      </a:cubicBezTo>
                      <a:cubicBezTo>
                        <a:pt x="68" y="39"/>
                        <a:pt x="68" y="39"/>
                        <a:pt x="68" y="39"/>
                      </a:cubicBezTo>
                      <a:cubicBezTo>
                        <a:pt x="77" y="39"/>
                        <a:pt x="83" y="36"/>
                        <a:pt x="88" y="31"/>
                      </a:cubicBezTo>
                      <a:cubicBezTo>
                        <a:pt x="96" y="22"/>
                        <a:pt x="96" y="8"/>
                        <a:pt x="95" y="3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5" y="8"/>
                        <a:pt x="5" y="22"/>
                        <a:pt x="13" y="31"/>
                      </a:cubicBezTo>
                      <a:cubicBezTo>
                        <a:pt x="17" y="36"/>
                        <a:pt x="24" y="39"/>
                        <a:pt x="33" y="39"/>
                      </a:cubicBezTo>
                      <a:cubicBezTo>
                        <a:pt x="34" y="39"/>
                        <a:pt x="34" y="39"/>
                        <a:pt x="34" y="39"/>
                      </a:cubicBezTo>
                      <a:cubicBezTo>
                        <a:pt x="34" y="39"/>
                        <a:pt x="34" y="39"/>
                        <a:pt x="34" y="39"/>
                      </a:cubicBezTo>
                      <a:cubicBezTo>
                        <a:pt x="38" y="44"/>
                        <a:pt x="43" y="47"/>
                        <a:pt x="47" y="48"/>
                      </a:cubicBezTo>
                      <a:cubicBezTo>
                        <a:pt x="49" y="48"/>
                        <a:pt x="49" y="48"/>
                        <a:pt x="49" y="48"/>
                      </a:cubicBezTo>
                      <a:cubicBezTo>
                        <a:pt x="49" y="65"/>
                        <a:pt x="49" y="65"/>
                        <a:pt x="49" y="65"/>
                      </a:cubicBezTo>
                      <a:lnTo>
                        <a:pt x="38" y="65"/>
                      </a:lnTo>
                      <a:close/>
                      <a:moveTo>
                        <a:pt x="70" y="34"/>
                      </a:moveTo>
                      <a:cubicBezTo>
                        <a:pt x="71" y="31"/>
                        <a:pt x="71" y="31"/>
                        <a:pt x="71" y="31"/>
                      </a:cubicBezTo>
                      <a:cubicBezTo>
                        <a:pt x="75" y="25"/>
                        <a:pt x="77" y="17"/>
                        <a:pt x="78" y="9"/>
                      </a:cubicBezTo>
                      <a:cubicBezTo>
                        <a:pt x="78" y="7"/>
                        <a:pt x="78" y="7"/>
                        <a:pt x="78" y="7"/>
                      </a:cubicBezTo>
                      <a:cubicBezTo>
                        <a:pt x="91" y="7"/>
                        <a:pt x="91" y="7"/>
                        <a:pt x="91" y="7"/>
                      </a:cubicBezTo>
                      <a:cubicBezTo>
                        <a:pt x="91" y="8"/>
                        <a:pt x="91" y="8"/>
                        <a:pt x="91" y="8"/>
                      </a:cubicBezTo>
                      <a:cubicBezTo>
                        <a:pt x="91" y="28"/>
                        <a:pt x="78" y="33"/>
                        <a:pt x="73" y="34"/>
                      </a:cubicBezTo>
                      <a:lnTo>
                        <a:pt x="70" y="34"/>
                      </a:lnTo>
                      <a:close/>
                      <a:moveTo>
                        <a:pt x="81" y="10"/>
                      </a:moveTo>
                      <a:cubicBezTo>
                        <a:pt x="80" y="17"/>
                        <a:pt x="78" y="24"/>
                        <a:pt x="75" y="30"/>
                      </a:cubicBezTo>
                      <a:cubicBezTo>
                        <a:pt x="81" y="28"/>
                        <a:pt x="88" y="23"/>
                        <a:pt x="88" y="10"/>
                      </a:cubicBezTo>
                      <a:lnTo>
                        <a:pt x="81" y="10"/>
                      </a:lnTo>
                      <a:close/>
                      <a:moveTo>
                        <a:pt x="30" y="34"/>
                      </a:moveTo>
                      <a:cubicBezTo>
                        <a:pt x="27" y="34"/>
                        <a:pt x="27" y="34"/>
                        <a:pt x="27" y="34"/>
                      </a:cubicBezTo>
                      <a:cubicBezTo>
                        <a:pt x="22" y="32"/>
                        <a:pt x="10" y="28"/>
                        <a:pt x="9" y="8"/>
                      </a:cubicBezTo>
                      <a:cubicBezTo>
                        <a:pt x="9" y="7"/>
                        <a:pt x="9" y="7"/>
                        <a:pt x="9" y="7"/>
                      </a:cubicBezTo>
                      <a:cubicBezTo>
                        <a:pt x="22" y="7"/>
                        <a:pt x="22" y="7"/>
                        <a:pt x="22" y="7"/>
                      </a:cubicBezTo>
                      <a:cubicBezTo>
                        <a:pt x="22" y="9"/>
                        <a:pt x="22" y="9"/>
                        <a:pt x="22" y="9"/>
                      </a:cubicBezTo>
                      <a:cubicBezTo>
                        <a:pt x="23" y="17"/>
                        <a:pt x="25" y="25"/>
                        <a:pt x="29" y="31"/>
                      </a:cubicBezTo>
                      <a:lnTo>
                        <a:pt x="30" y="34"/>
                      </a:lnTo>
                      <a:close/>
                      <a:moveTo>
                        <a:pt x="12" y="10"/>
                      </a:moveTo>
                      <a:cubicBezTo>
                        <a:pt x="13" y="23"/>
                        <a:pt x="19" y="28"/>
                        <a:pt x="25" y="30"/>
                      </a:cubicBezTo>
                      <a:cubicBezTo>
                        <a:pt x="22" y="24"/>
                        <a:pt x="20" y="17"/>
                        <a:pt x="19" y="10"/>
                      </a:cubicBezTo>
                      <a:lnTo>
                        <a:pt x="12" y="10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grpSp>
              <p:nvGrpSpPr>
                <p:cNvPr id="37" name="íSlíde"/>
                <p:cNvGrpSpPr/>
                <p:nvPr/>
              </p:nvGrpSpPr>
              <p:grpSpPr>
                <a:xfrm>
                  <a:off x="3359518" y="4532488"/>
                  <a:ext cx="312551" cy="393463"/>
                  <a:chOff x="4541592" y="4960612"/>
                  <a:chExt cx="312551" cy="393463"/>
                </a:xfrm>
              </p:grpSpPr>
              <p:sp>
                <p:nvSpPr>
                  <p:cNvPr id="121" name="iṥlîḋê"/>
                  <p:cNvSpPr/>
                  <p:nvPr/>
                </p:nvSpPr>
                <p:spPr bwMode="auto">
                  <a:xfrm>
                    <a:off x="4541592" y="4978064"/>
                    <a:ext cx="304617" cy="376011"/>
                  </a:xfrm>
                  <a:custGeom>
                    <a:avLst/>
                    <a:gdLst>
                      <a:gd name="T0" fmla="*/ 190 w 192"/>
                      <a:gd name="T1" fmla="*/ 29 h 237"/>
                      <a:gd name="T2" fmla="*/ 164 w 192"/>
                      <a:gd name="T3" fmla="*/ 67 h 237"/>
                      <a:gd name="T4" fmla="*/ 159 w 192"/>
                      <a:gd name="T5" fmla="*/ 71 h 237"/>
                      <a:gd name="T6" fmla="*/ 69 w 192"/>
                      <a:gd name="T7" fmla="*/ 199 h 237"/>
                      <a:gd name="T8" fmla="*/ 5 w 192"/>
                      <a:gd name="T9" fmla="*/ 230 h 237"/>
                      <a:gd name="T10" fmla="*/ 14 w 192"/>
                      <a:gd name="T11" fmla="*/ 164 h 237"/>
                      <a:gd name="T12" fmla="*/ 109 w 192"/>
                      <a:gd name="T13" fmla="*/ 36 h 237"/>
                      <a:gd name="T14" fmla="*/ 112 w 192"/>
                      <a:gd name="T15" fmla="*/ 34 h 237"/>
                      <a:gd name="T16" fmla="*/ 133 w 192"/>
                      <a:gd name="T17" fmla="*/ 3 h 237"/>
                      <a:gd name="T18" fmla="*/ 128 w 192"/>
                      <a:gd name="T19" fmla="*/ 0 h 237"/>
                      <a:gd name="T20" fmla="*/ 12 w 192"/>
                      <a:gd name="T21" fmla="*/ 161 h 237"/>
                      <a:gd name="T22" fmla="*/ 0 w 192"/>
                      <a:gd name="T23" fmla="*/ 237 h 237"/>
                      <a:gd name="T24" fmla="*/ 71 w 192"/>
                      <a:gd name="T25" fmla="*/ 204 h 237"/>
                      <a:gd name="T26" fmla="*/ 71 w 192"/>
                      <a:gd name="T27" fmla="*/ 204 h 237"/>
                      <a:gd name="T28" fmla="*/ 173 w 192"/>
                      <a:gd name="T29" fmla="*/ 62 h 237"/>
                      <a:gd name="T30" fmla="*/ 192 w 192"/>
                      <a:gd name="T31" fmla="*/ 31 h 237"/>
                      <a:gd name="T32" fmla="*/ 190 w 192"/>
                      <a:gd name="T33" fmla="*/ 29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192" h="237">
                        <a:moveTo>
                          <a:pt x="190" y="29"/>
                        </a:moveTo>
                        <a:lnTo>
                          <a:pt x="164" y="67"/>
                        </a:lnTo>
                        <a:lnTo>
                          <a:pt x="159" y="71"/>
                        </a:lnTo>
                        <a:lnTo>
                          <a:pt x="69" y="199"/>
                        </a:lnTo>
                        <a:lnTo>
                          <a:pt x="5" y="230"/>
                        </a:lnTo>
                        <a:lnTo>
                          <a:pt x="14" y="164"/>
                        </a:lnTo>
                        <a:lnTo>
                          <a:pt x="109" y="36"/>
                        </a:lnTo>
                        <a:lnTo>
                          <a:pt x="112" y="34"/>
                        </a:lnTo>
                        <a:lnTo>
                          <a:pt x="133" y="3"/>
                        </a:lnTo>
                        <a:lnTo>
                          <a:pt x="128" y="0"/>
                        </a:lnTo>
                        <a:lnTo>
                          <a:pt x="12" y="161"/>
                        </a:lnTo>
                        <a:lnTo>
                          <a:pt x="0" y="237"/>
                        </a:lnTo>
                        <a:lnTo>
                          <a:pt x="71" y="204"/>
                        </a:lnTo>
                        <a:lnTo>
                          <a:pt x="71" y="204"/>
                        </a:lnTo>
                        <a:lnTo>
                          <a:pt x="173" y="62"/>
                        </a:lnTo>
                        <a:lnTo>
                          <a:pt x="192" y="31"/>
                        </a:lnTo>
                        <a:lnTo>
                          <a:pt x="190" y="29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22" name="îṣ1iďê"/>
                  <p:cNvSpPr/>
                  <p:nvPr/>
                </p:nvSpPr>
                <p:spPr bwMode="auto">
                  <a:xfrm>
                    <a:off x="4587603" y="5035181"/>
                    <a:ext cx="153896" cy="211010"/>
                  </a:xfrm>
                  <a:custGeom>
                    <a:avLst/>
                    <a:gdLst>
                      <a:gd name="T0" fmla="*/ 41 w 41"/>
                      <a:gd name="T1" fmla="*/ 0 h 56"/>
                      <a:gd name="T2" fmla="*/ 40 w 41"/>
                      <a:gd name="T3" fmla="*/ 2 h 56"/>
                      <a:gd name="T4" fmla="*/ 2 w 41"/>
                      <a:gd name="T5" fmla="*/ 56 h 56"/>
                      <a:gd name="T6" fmla="*/ 0 w 41"/>
                      <a:gd name="T7" fmla="*/ 55 h 56"/>
                      <a:gd name="T8" fmla="*/ 38 w 41"/>
                      <a:gd name="T9" fmla="*/ 1 h 56"/>
                      <a:gd name="T10" fmla="*/ 39 w 41"/>
                      <a:gd name="T11" fmla="*/ 0 h 56"/>
                      <a:gd name="T12" fmla="*/ 41 w 41"/>
                      <a:gd name="T13" fmla="*/ 0 h 5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41" h="56">
                        <a:moveTo>
                          <a:pt x="41" y="0"/>
                        </a:moveTo>
                        <a:cubicBezTo>
                          <a:pt x="40" y="2"/>
                          <a:pt x="40" y="2"/>
                          <a:pt x="40" y="2"/>
                        </a:cubicBezTo>
                        <a:cubicBezTo>
                          <a:pt x="2" y="56"/>
                          <a:pt x="2" y="56"/>
                          <a:pt x="2" y="56"/>
                        </a:cubicBezTo>
                        <a:cubicBezTo>
                          <a:pt x="0" y="55"/>
                          <a:pt x="0" y="55"/>
                          <a:pt x="0" y="55"/>
                        </a:cubicBezTo>
                        <a:cubicBezTo>
                          <a:pt x="38" y="1"/>
                          <a:pt x="38" y="1"/>
                          <a:pt x="38" y="1"/>
                        </a:cubicBezTo>
                        <a:cubicBezTo>
                          <a:pt x="39" y="0"/>
                          <a:pt x="39" y="0"/>
                          <a:pt x="39" y="0"/>
                        </a:cubicBezTo>
                        <a:cubicBezTo>
                          <a:pt x="40" y="0"/>
                          <a:pt x="41" y="0"/>
                          <a:pt x="41" y="0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23" name="ísḻïḍê"/>
                  <p:cNvSpPr/>
                  <p:nvPr/>
                </p:nvSpPr>
                <p:spPr bwMode="auto">
                  <a:xfrm>
                    <a:off x="4609814" y="5043113"/>
                    <a:ext cx="158655" cy="220529"/>
                  </a:xfrm>
                  <a:custGeom>
                    <a:avLst/>
                    <a:gdLst>
                      <a:gd name="T0" fmla="*/ 42 w 42"/>
                      <a:gd name="T1" fmla="*/ 1 h 59"/>
                      <a:gd name="T2" fmla="*/ 41 w 42"/>
                      <a:gd name="T3" fmla="*/ 3 h 59"/>
                      <a:gd name="T4" fmla="*/ 2 w 42"/>
                      <a:gd name="T5" fmla="*/ 59 h 59"/>
                      <a:gd name="T6" fmla="*/ 0 w 42"/>
                      <a:gd name="T7" fmla="*/ 58 h 59"/>
                      <a:gd name="T8" fmla="*/ 39 w 42"/>
                      <a:gd name="T9" fmla="*/ 2 h 59"/>
                      <a:gd name="T10" fmla="*/ 40 w 42"/>
                      <a:gd name="T11" fmla="*/ 0 h 59"/>
                      <a:gd name="T12" fmla="*/ 42 w 42"/>
                      <a:gd name="T13" fmla="*/ 1 h 5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42" h="59">
                        <a:moveTo>
                          <a:pt x="42" y="1"/>
                        </a:moveTo>
                        <a:cubicBezTo>
                          <a:pt x="41" y="3"/>
                          <a:pt x="41" y="3"/>
                          <a:pt x="41" y="3"/>
                        </a:cubicBezTo>
                        <a:cubicBezTo>
                          <a:pt x="2" y="59"/>
                          <a:pt x="2" y="59"/>
                          <a:pt x="2" y="59"/>
                        </a:cubicBezTo>
                        <a:cubicBezTo>
                          <a:pt x="0" y="58"/>
                          <a:pt x="0" y="58"/>
                          <a:pt x="0" y="58"/>
                        </a:cubicBezTo>
                        <a:cubicBezTo>
                          <a:pt x="39" y="2"/>
                          <a:pt x="39" y="2"/>
                          <a:pt x="39" y="2"/>
                        </a:cubicBezTo>
                        <a:cubicBezTo>
                          <a:pt x="40" y="0"/>
                          <a:pt x="40" y="0"/>
                          <a:pt x="40" y="0"/>
                        </a:cubicBezTo>
                        <a:cubicBezTo>
                          <a:pt x="41" y="1"/>
                          <a:pt x="41" y="1"/>
                          <a:pt x="42" y="1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24" name="îṡľíḓè"/>
                  <p:cNvSpPr/>
                  <p:nvPr/>
                </p:nvSpPr>
                <p:spPr bwMode="auto">
                  <a:xfrm>
                    <a:off x="4632026" y="5060565"/>
                    <a:ext cx="158655" cy="218943"/>
                  </a:xfrm>
                  <a:custGeom>
                    <a:avLst/>
                    <a:gdLst>
                      <a:gd name="T0" fmla="*/ 42 w 42"/>
                      <a:gd name="T1" fmla="*/ 2 h 58"/>
                      <a:gd name="T2" fmla="*/ 41 w 42"/>
                      <a:gd name="T3" fmla="*/ 4 h 58"/>
                      <a:gd name="T4" fmla="*/ 2 w 42"/>
                      <a:gd name="T5" fmla="*/ 58 h 58"/>
                      <a:gd name="T6" fmla="*/ 0 w 42"/>
                      <a:gd name="T7" fmla="*/ 57 h 58"/>
                      <a:gd name="T8" fmla="*/ 40 w 42"/>
                      <a:gd name="T9" fmla="*/ 2 h 58"/>
                      <a:gd name="T10" fmla="*/ 41 w 42"/>
                      <a:gd name="T11" fmla="*/ 0 h 58"/>
                      <a:gd name="T12" fmla="*/ 42 w 42"/>
                      <a:gd name="T13" fmla="*/ 2 h 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42" h="58">
                        <a:moveTo>
                          <a:pt x="42" y="2"/>
                        </a:moveTo>
                        <a:cubicBezTo>
                          <a:pt x="41" y="4"/>
                          <a:pt x="41" y="4"/>
                          <a:pt x="41" y="4"/>
                        </a:cubicBezTo>
                        <a:cubicBezTo>
                          <a:pt x="2" y="58"/>
                          <a:pt x="2" y="58"/>
                          <a:pt x="2" y="58"/>
                        </a:cubicBezTo>
                        <a:cubicBezTo>
                          <a:pt x="0" y="57"/>
                          <a:pt x="0" y="57"/>
                          <a:pt x="0" y="57"/>
                        </a:cubicBezTo>
                        <a:cubicBezTo>
                          <a:pt x="40" y="2"/>
                          <a:pt x="40" y="2"/>
                          <a:pt x="40" y="2"/>
                        </a:cubicBezTo>
                        <a:cubicBezTo>
                          <a:pt x="41" y="0"/>
                          <a:pt x="41" y="0"/>
                          <a:pt x="41" y="0"/>
                        </a:cubicBezTo>
                        <a:cubicBezTo>
                          <a:pt x="41" y="1"/>
                          <a:pt x="42" y="1"/>
                          <a:pt x="42" y="2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25" name="îşlíḓé"/>
                  <p:cNvSpPr/>
                  <p:nvPr/>
                </p:nvSpPr>
                <p:spPr bwMode="auto">
                  <a:xfrm>
                    <a:off x="4560631" y="5230325"/>
                    <a:ext cx="98366" cy="71394"/>
                  </a:xfrm>
                  <a:custGeom>
                    <a:avLst/>
                    <a:gdLst>
                      <a:gd name="T0" fmla="*/ 26 w 26"/>
                      <a:gd name="T1" fmla="*/ 17 h 19"/>
                      <a:gd name="T2" fmla="*/ 22 w 26"/>
                      <a:gd name="T3" fmla="*/ 19 h 19"/>
                      <a:gd name="T4" fmla="*/ 0 w 26"/>
                      <a:gd name="T5" fmla="*/ 4 h 19"/>
                      <a:gd name="T6" fmla="*/ 1 w 26"/>
                      <a:gd name="T7" fmla="*/ 0 h 19"/>
                      <a:gd name="T8" fmla="*/ 26 w 26"/>
                      <a:gd name="T9" fmla="*/ 17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6" h="19">
                        <a:moveTo>
                          <a:pt x="26" y="17"/>
                        </a:moveTo>
                        <a:cubicBezTo>
                          <a:pt x="22" y="19"/>
                          <a:pt x="22" y="19"/>
                          <a:pt x="22" y="19"/>
                        </a:cubicBezTo>
                        <a:cubicBezTo>
                          <a:pt x="15" y="5"/>
                          <a:pt x="0" y="4"/>
                          <a:pt x="0" y="4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17" y="2"/>
                          <a:pt x="26" y="17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26" name="íSḻíďé"/>
                  <p:cNvSpPr/>
                  <p:nvPr/>
                </p:nvSpPr>
                <p:spPr bwMode="auto">
                  <a:xfrm>
                    <a:off x="4549526" y="5298547"/>
                    <a:ext cx="41250" cy="33317"/>
                  </a:xfrm>
                  <a:custGeom>
                    <a:avLst/>
                    <a:gdLst>
                      <a:gd name="T0" fmla="*/ 11 w 11"/>
                      <a:gd name="T1" fmla="*/ 8 h 9"/>
                      <a:gd name="T2" fmla="*/ 8 w 11"/>
                      <a:gd name="T3" fmla="*/ 9 h 9"/>
                      <a:gd name="T4" fmla="*/ 0 w 11"/>
                      <a:gd name="T5" fmla="*/ 3 h 9"/>
                      <a:gd name="T6" fmla="*/ 1 w 11"/>
                      <a:gd name="T7" fmla="*/ 0 h 9"/>
                      <a:gd name="T8" fmla="*/ 11 w 11"/>
                      <a:gd name="T9" fmla="*/ 8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" h="9">
                        <a:moveTo>
                          <a:pt x="11" y="8"/>
                        </a:moveTo>
                        <a:cubicBezTo>
                          <a:pt x="8" y="9"/>
                          <a:pt x="8" y="9"/>
                          <a:pt x="8" y="9"/>
                        </a:cubicBezTo>
                        <a:cubicBezTo>
                          <a:pt x="5" y="5"/>
                          <a:pt x="0" y="3"/>
                          <a:pt x="0" y="3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2" y="0"/>
                          <a:pt x="8" y="2"/>
                          <a:pt x="11" y="8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27" name="ïṩḷïḋé"/>
                  <p:cNvSpPr/>
                  <p:nvPr/>
                </p:nvSpPr>
                <p:spPr bwMode="auto">
                  <a:xfrm>
                    <a:off x="4703420" y="4960612"/>
                    <a:ext cx="150723" cy="138029"/>
                  </a:xfrm>
                  <a:custGeom>
                    <a:avLst/>
                    <a:gdLst>
                      <a:gd name="T0" fmla="*/ 15 w 40"/>
                      <a:gd name="T1" fmla="*/ 22 h 37"/>
                      <a:gd name="T2" fmla="*/ 10 w 40"/>
                      <a:gd name="T3" fmla="*/ 20 h 37"/>
                      <a:gd name="T4" fmla="*/ 4 w 40"/>
                      <a:gd name="T5" fmla="*/ 19 h 37"/>
                      <a:gd name="T6" fmla="*/ 3 w 40"/>
                      <a:gd name="T7" fmla="*/ 20 h 37"/>
                      <a:gd name="T8" fmla="*/ 9 w 40"/>
                      <a:gd name="T9" fmla="*/ 22 h 37"/>
                      <a:gd name="T10" fmla="*/ 14 w 40"/>
                      <a:gd name="T11" fmla="*/ 24 h 37"/>
                      <a:gd name="T12" fmla="*/ 21 w 40"/>
                      <a:gd name="T13" fmla="*/ 29 h 37"/>
                      <a:gd name="T14" fmla="*/ 17 w 40"/>
                      <a:gd name="T15" fmla="*/ 23 h 37"/>
                      <a:gd name="T16" fmla="*/ 15 w 40"/>
                      <a:gd name="T17" fmla="*/ 22 h 37"/>
                      <a:gd name="T18" fmla="*/ 10 w 40"/>
                      <a:gd name="T19" fmla="*/ 20 h 37"/>
                      <a:gd name="T20" fmla="*/ 4 w 40"/>
                      <a:gd name="T21" fmla="*/ 19 h 37"/>
                      <a:gd name="T22" fmla="*/ 3 w 40"/>
                      <a:gd name="T23" fmla="*/ 20 h 37"/>
                      <a:gd name="T24" fmla="*/ 9 w 40"/>
                      <a:gd name="T25" fmla="*/ 22 h 37"/>
                      <a:gd name="T26" fmla="*/ 14 w 40"/>
                      <a:gd name="T27" fmla="*/ 24 h 37"/>
                      <a:gd name="T28" fmla="*/ 21 w 40"/>
                      <a:gd name="T29" fmla="*/ 29 h 37"/>
                      <a:gd name="T30" fmla="*/ 17 w 40"/>
                      <a:gd name="T31" fmla="*/ 23 h 37"/>
                      <a:gd name="T32" fmla="*/ 29 w 40"/>
                      <a:gd name="T33" fmla="*/ 2 h 37"/>
                      <a:gd name="T34" fmla="*/ 15 w 40"/>
                      <a:gd name="T35" fmla="*/ 1 h 37"/>
                      <a:gd name="T36" fmla="*/ 11 w 40"/>
                      <a:gd name="T37" fmla="*/ 5 h 37"/>
                      <a:gd name="T38" fmla="*/ 2 w 40"/>
                      <a:gd name="T39" fmla="*/ 20 h 37"/>
                      <a:gd name="T40" fmla="*/ 7 w 40"/>
                      <a:gd name="T41" fmla="*/ 21 h 37"/>
                      <a:gd name="T42" fmla="*/ 13 w 40"/>
                      <a:gd name="T43" fmla="*/ 23 h 37"/>
                      <a:gd name="T44" fmla="*/ 16 w 40"/>
                      <a:gd name="T45" fmla="*/ 25 h 37"/>
                      <a:gd name="T46" fmla="*/ 22 w 40"/>
                      <a:gd name="T47" fmla="*/ 31 h 37"/>
                      <a:gd name="T48" fmla="*/ 24 w 40"/>
                      <a:gd name="T49" fmla="*/ 35 h 37"/>
                      <a:gd name="T50" fmla="*/ 30 w 40"/>
                      <a:gd name="T51" fmla="*/ 31 h 37"/>
                      <a:gd name="T52" fmla="*/ 26 w 40"/>
                      <a:gd name="T53" fmla="*/ 33 h 37"/>
                      <a:gd name="T54" fmla="*/ 22 w 40"/>
                      <a:gd name="T55" fmla="*/ 27 h 37"/>
                      <a:gd name="T56" fmla="*/ 15 w 40"/>
                      <a:gd name="T57" fmla="*/ 22 h 37"/>
                      <a:gd name="T58" fmla="*/ 10 w 40"/>
                      <a:gd name="T59" fmla="*/ 20 h 37"/>
                      <a:gd name="T60" fmla="*/ 4 w 40"/>
                      <a:gd name="T61" fmla="*/ 19 h 37"/>
                      <a:gd name="T62" fmla="*/ 13 w 40"/>
                      <a:gd name="T63" fmla="*/ 6 h 37"/>
                      <a:gd name="T64" fmla="*/ 28 w 40"/>
                      <a:gd name="T65" fmla="*/ 4 h 37"/>
                      <a:gd name="T66" fmla="*/ 37 w 40"/>
                      <a:gd name="T67" fmla="*/ 17 h 37"/>
                      <a:gd name="T68" fmla="*/ 17 w 40"/>
                      <a:gd name="T69" fmla="*/ 23 h 37"/>
                      <a:gd name="T70" fmla="*/ 13 w 40"/>
                      <a:gd name="T71" fmla="*/ 22 h 37"/>
                      <a:gd name="T72" fmla="*/ 8 w 40"/>
                      <a:gd name="T73" fmla="*/ 20 h 37"/>
                      <a:gd name="T74" fmla="*/ 4 w 40"/>
                      <a:gd name="T75" fmla="*/ 19 h 37"/>
                      <a:gd name="T76" fmla="*/ 7 w 40"/>
                      <a:gd name="T77" fmla="*/ 21 h 37"/>
                      <a:gd name="T78" fmla="*/ 13 w 40"/>
                      <a:gd name="T79" fmla="*/ 23 h 37"/>
                      <a:gd name="T80" fmla="*/ 16 w 40"/>
                      <a:gd name="T81" fmla="*/ 25 h 37"/>
                      <a:gd name="T82" fmla="*/ 22 w 40"/>
                      <a:gd name="T83" fmla="*/ 27 h 37"/>
                      <a:gd name="T84" fmla="*/ 17 w 40"/>
                      <a:gd name="T85" fmla="*/ 23 h 37"/>
                      <a:gd name="T86" fmla="*/ 13 w 40"/>
                      <a:gd name="T87" fmla="*/ 22 h 37"/>
                      <a:gd name="T88" fmla="*/ 8 w 40"/>
                      <a:gd name="T89" fmla="*/ 20 h 37"/>
                      <a:gd name="T90" fmla="*/ 4 w 40"/>
                      <a:gd name="T91" fmla="*/ 19 h 37"/>
                      <a:gd name="T92" fmla="*/ 7 w 40"/>
                      <a:gd name="T93" fmla="*/ 21 h 37"/>
                      <a:gd name="T94" fmla="*/ 13 w 40"/>
                      <a:gd name="T95" fmla="*/ 23 h 37"/>
                      <a:gd name="T96" fmla="*/ 16 w 40"/>
                      <a:gd name="T97" fmla="*/ 25 h 37"/>
                      <a:gd name="T98" fmla="*/ 22 w 40"/>
                      <a:gd name="T99" fmla="*/ 27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40" h="37">
                        <a:moveTo>
                          <a:pt x="17" y="23"/>
                        </a:moveTo>
                        <a:cubicBezTo>
                          <a:pt x="16" y="23"/>
                          <a:pt x="16" y="23"/>
                          <a:pt x="15" y="22"/>
                        </a:cubicBezTo>
                        <a:cubicBezTo>
                          <a:pt x="15" y="22"/>
                          <a:pt x="14" y="22"/>
                          <a:pt x="13" y="22"/>
                        </a:cubicBezTo>
                        <a:cubicBezTo>
                          <a:pt x="12" y="21"/>
                          <a:pt x="11" y="21"/>
                          <a:pt x="10" y="20"/>
                        </a:cubicBezTo>
                        <a:cubicBezTo>
                          <a:pt x="10" y="20"/>
                          <a:pt x="9" y="20"/>
                          <a:pt x="8" y="20"/>
                        </a:cubicBezTo>
                        <a:cubicBezTo>
                          <a:pt x="7" y="19"/>
                          <a:pt x="5" y="19"/>
                          <a:pt x="4" y="19"/>
                        </a:cubicBezTo>
                        <a:cubicBezTo>
                          <a:pt x="4" y="19"/>
                          <a:pt x="4" y="19"/>
                          <a:pt x="4" y="19"/>
                        </a:cubicBezTo>
                        <a:cubicBezTo>
                          <a:pt x="3" y="20"/>
                          <a:pt x="3" y="20"/>
                          <a:pt x="3" y="20"/>
                        </a:cubicBezTo>
                        <a:cubicBezTo>
                          <a:pt x="3" y="20"/>
                          <a:pt x="5" y="21"/>
                          <a:pt x="7" y="21"/>
                        </a:cubicBezTo>
                        <a:cubicBezTo>
                          <a:pt x="8" y="21"/>
                          <a:pt x="9" y="22"/>
                          <a:pt x="9" y="22"/>
                        </a:cubicBezTo>
                        <a:cubicBezTo>
                          <a:pt x="10" y="22"/>
                          <a:pt x="11" y="23"/>
                          <a:pt x="13" y="23"/>
                        </a:cubicBezTo>
                        <a:cubicBezTo>
                          <a:pt x="13" y="23"/>
                          <a:pt x="14" y="24"/>
                          <a:pt x="14" y="24"/>
                        </a:cubicBezTo>
                        <a:cubicBezTo>
                          <a:pt x="15" y="24"/>
                          <a:pt x="15" y="25"/>
                          <a:pt x="16" y="25"/>
                        </a:cubicBezTo>
                        <a:cubicBezTo>
                          <a:pt x="18" y="26"/>
                          <a:pt x="19" y="27"/>
                          <a:pt x="21" y="29"/>
                        </a:cubicBezTo>
                        <a:cubicBezTo>
                          <a:pt x="22" y="27"/>
                          <a:pt x="22" y="27"/>
                          <a:pt x="22" y="27"/>
                        </a:cubicBezTo>
                        <a:cubicBezTo>
                          <a:pt x="20" y="26"/>
                          <a:pt x="19" y="25"/>
                          <a:pt x="17" y="23"/>
                        </a:cubicBezTo>
                        <a:close/>
                        <a:moveTo>
                          <a:pt x="17" y="23"/>
                        </a:moveTo>
                        <a:cubicBezTo>
                          <a:pt x="16" y="23"/>
                          <a:pt x="16" y="23"/>
                          <a:pt x="15" y="22"/>
                        </a:cubicBezTo>
                        <a:cubicBezTo>
                          <a:pt x="15" y="22"/>
                          <a:pt x="14" y="22"/>
                          <a:pt x="13" y="22"/>
                        </a:cubicBezTo>
                        <a:cubicBezTo>
                          <a:pt x="12" y="21"/>
                          <a:pt x="11" y="21"/>
                          <a:pt x="10" y="20"/>
                        </a:cubicBezTo>
                        <a:cubicBezTo>
                          <a:pt x="10" y="20"/>
                          <a:pt x="9" y="20"/>
                          <a:pt x="8" y="20"/>
                        </a:cubicBezTo>
                        <a:cubicBezTo>
                          <a:pt x="7" y="19"/>
                          <a:pt x="5" y="19"/>
                          <a:pt x="4" y="19"/>
                        </a:cubicBezTo>
                        <a:cubicBezTo>
                          <a:pt x="4" y="19"/>
                          <a:pt x="4" y="19"/>
                          <a:pt x="4" y="19"/>
                        </a:cubicBezTo>
                        <a:cubicBezTo>
                          <a:pt x="3" y="20"/>
                          <a:pt x="3" y="20"/>
                          <a:pt x="3" y="20"/>
                        </a:cubicBezTo>
                        <a:cubicBezTo>
                          <a:pt x="3" y="20"/>
                          <a:pt x="5" y="21"/>
                          <a:pt x="7" y="21"/>
                        </a:cubicBezTo>
                        <a:cubicBezTo>
                          <a:pt x="8" y="21"/>
                          <a:pt x="9" y="22"/>
                          <a:pt x="9" y="22"/>
                        </a:cubicBezTo>
                        <a:cubicBezTo>
                          <a:pt x="10" y="22"/>
                          <a:pt x="11" y="23"/>
                          <a:pt x="13" y="23"/>
                        </a:cubicBezTo>
                        <a:cubicBezTo>
                          <a:pt x="13" y="23"/>
                          <a:pt x="14" y="24"/>
                          <a:pt x="14" y="24"/>
                        </a:cubicBezTo>
                        <a:cubicBezTo>
                          <a:pt x="15" y="24"/>
                          <a:pt x="15" y="25"/>
                          <a:pt x="16" y="25"/>
                        </a:cubicBezTo>
                        <a:cubicBezTo>
                          <a:pt x="18" y="26"/>
                          <a:pt x="19" y="27"/>
                          <a:pt x="21" y="29"/>
                        </a:cubicBezTo>
                        <a:cubicBezTo>
                          <a:pt x="22" y="27"/>
                          <a:pt x="22" y="27"/>
                          <a:pt x="22" y="27"/>
                        </a:cubicBezTo>
                        <a:cubicBezTo>
                          <a:pt x="20" y="26"/>
                          <a:pt x="19" y="25"/>
                          <a:pt x="17" y="23"/>
                        </a:cubicBezTo>
                        <a:close/>
                        <a:moveTo>
                          <a:pt x="40" y="15"/>
                        </a:moveTo>
                        <a:cubicBezTo>
                          <a:pt x="40" y="15"/>
                          <a:pt x="37" y="6"/>
                          <a:pt x="29" y="2"/>
                        </a:cubicBezTo>
                        <a:cubicBezTo>
                          <a:pt x="25" y="0"/>
                          <a:pt x="20" y="0"/>
                          <a:pt x="15" y="0"/>
                        </a:cubicBezTo>
                        <a:cubicBezTo>
                          <a:pt x="15" y="1"/>
                          <a:pt x="15" y="1"/>
                          <a:pt x="15" y="1"/>
                        </a:cubicBezTo>
                        <a:cubicBezTo>
                          <a:pt x="11" y="5"/>
                          <a:pt x="11" y="5"/>
                          <a:pt x="11" y="5"/>
                        </a:cubicBezTo>
                        <a:cubicBezTo>
                          <a:pt x="11" y="5"/>
                          <a:pt x="11" y="5"/>
                          <a:pt x="11" y="5"/>
                        </a:cubicBezTo>
                        <a:cubicBezTo>
                          <a:pt x="0" y="20"/>
                          <a:pt x="0" y="20"/>
                          <a:pt x="0" y="20"/>
                        </a:cubicBezTo>
                        <a:cubicBezTo>
                          <a:pt x="2" y="20"/>
                          <a:pt x="2" y="20"/>
                          <a:pt x="2" y="20"/>
                        </a:cubicBezTo>
                        <a:cubicBezTo>
                          <a:pt x="2" y="20"/>
                          <a:pt x="2" y="20"/>
                          <a:pt x="3" y="20"/>
                        </a:cubicBezTo>
                        <a:cubicBezTo>
                          <a:pt x="3" y="20"/>
                          <a:pt x="5" y="21"/>
                          <a:pt x="7" y="21"/>
                        </a:cubicBezTo>
                        <a:cubicBezTo>
                          <a:pt x="8" y="21"/>
                          <a:pt x="9" y="22"/>
                          <a:pt x="9" y="22"/>
                        </a:cubicBezTo>
                        <a:cubicBezTo>
                          <a:pt x="10" y="22"/>
                          <a:pt x="11" y="23"/>
                          <a:pt x="13" y="23"/>
                        </a:cubicBezTo>
                        <a:cubicBezTo>
                          <a:pt x="13" y="23"/>
                          <a:pt x="14" y="24"/>
                          <a:pt x="14" y="24"/>
                        </a:cubicBezTo>
                        <a:cubicBezTo>
                          <a:pt x="15" y="24"/>
                          <a:pt x="15" y="25"/>
                          <a:pt x="16" y="25"/>
                        </a:cubicBezTo>
                        <a:cubicBezTo>
                          <a:pt x="18" y="26"/>
                          <a:pt x="19" y="27"/>
                          <a:pt x="21" y="29"/>
                        </a:cubicBezTo>
                        <a:cubicBezTo>
                          <a:pt x="21" y="29"/>
                          <a:pt x="22" y="30"/>
                          <a:pt x="22" y="31"/>
                        </a:cubicBezTo>
                        <a:cubicBezTo>
                          <a:pt x="23" y="32"/>
                          <a:pt x="24" y="33"/>
                          <a:pt x="24" y="35"/>
                        </a:cubicBezTo>
                        <a:cubicBezTo>
                          <a:pt x="24" y="35"/>
                          <a:pt x="24" y="35"/>
                          <a:pt x="24" y="35"/>
                        </a:cubicBezTo>
                        <a:cubicBezTo>
                          <a:pt x="25" y="37"/>
                          <a:pt x="25" y="37"/>
                          <a:pt x="25" y="37"/>
                        </a:cubicBezTo>
                        <a:cubicBezTo>
                          <a:pt x="30" y="31"/>
                          <a:pt x="30" y="31"/>
                          <a:pt x="30" y="31"/>
                        </a:cubicBezTo>
                        <a:cubicBezTo>
                          <a:pt x="40" y="15"/>
                          <a:pt x="40" y="15"/>
                          <a:pt x="40" y="15"/>
                        </a:cubicBezTo>
                        <a:close/>
                        <a:moveTo>
                          <a:pt x="26" y="33"/>
                        </a:moveTo>
                        <a:cubicBezTo>
                          <a:pt x="25" y="31"/>
                          <a:pt x="24" y="30"/>
                          <a:pt x="23" y="29"/>
                        </a:cubicBezTo>
                        <a:cubicBezTo>
                          <a:pt x="23" y="28"/>
                          <a:pt x="22" y="28"/>
                          <a:pt x="22" y="27"/>
                        </a:cubicBezTo>
                        <a:cubicBezTo>
                          <a:pt x="20" y="26"/>
                          <a:pt x="19" y="25"/>
                          <a:pt x="17" y="23"/>
                        </a:cubicBezTo>
                        <a:cubicBezTo>
                          <a:pt x="16" y="23"/>
                          <a:pt x="16" y="23"/>
                          <a:pt x="15" y="22"/>
                        </a:cubicBezTo>
                        <a:cubicBezTo>
                          <a:pt x="15" y="22"/>
                          <a:pt x="14" y="22"/>
                          <a:pt x="13" y="22"/>
                        </a:cubicBezTo>
                        <a:cubicBezTo>
                          <a:pt x="12" y="21"/>
                          <a:pt x="11" y="21"/>
                          <a:pt x="10" y="20"/>
                        </a:cubicBezTo>
                        <a:cubicBezTo>
                          <a:pt x="10" y="20"/>
                          <a:pt x="9" y="20"/>
                          <a:pt x="8" y="20"/>
                        </a:cubicBezTo>
                        <a:cubicBezTo>
                          <a:pt x="7" y="19"/>
                          <a:pt x="5" y="19"/>
                          <a:pt x="4" y="19"/>
                        </a:cubicBezTo>
                        <a:cubicBezTo>
                          <a:pt x="4" y="19"/>
                          <a:pt x="4" y="19"/>
                          <a:pt x="4" y="19"/>
                        </a:cubicBezTo>
                        <a:cubicBezTo>
                          <a:pt x="13" y="6"/>
                          <a:pt x="13" y="6"/>
                          <a:pt x="13" y="6"/>
                        </a:cubicBezTo>
                        <a:cubicBezTo>
                          <a:pt x="16" y="2"/>
                          <a:pt x="16" y="2"/>
                          <a:pt x="16" y="2"/>
                        </a:cubicBezTo>
                        <a:cubicBezTo>
                          <a:pt x="20" y="2"/>
                          <a:pt x="24" y="2"/>
                          <a:pt x="28" y="4"/>
                        </a:cubicBezTo>
                        <a:cubicBezTo>
                          <a:pt x="35" y="7"/>
                          <a:pt x="38" y="13"/>
                          <a:pt x="38" y="15"/>
                        </a:cubicBezTo>
                        <a:cubicBezTo>
                          <a:pt x="37" y="17"/>
                          <a:pt x="37" y="17"/>
                          <a:pt x="37" y="17"/>
                        </a:cubicBezTo>
                        <a:lnTo>
                          <a:pt x="26" y="33"/>
                        </a:lnTo>
                        <a:close/>
                        <a:moveTo>
                          <a:pt x="17" y="23"/>
                        </a:moveTo>
                        <a:cubicBezTo>
                          <a:pt x="16" y="23"/>
                          <a:pt x="16" y="23"/>
                          <a:pt x="15" y="22"/>
                        </a:cubicBezTo>
                        <a:cubicBezTo>
                          <a:pt x="15" y="22"/>
                          <a:pt x="14" y="22"/>
                          <a:pt x="13" y="22"/>
                        </a:cubicBezTo>
                        <a:cubicBezTo>
                          <a:pt x="12" y="21"/>
                          <a:pt x="11" y="21"/>
                          <a:pt x="10" y="20"/>
                        </a:cubicBezTo>
                        <a:cubicBezTo>
                          <a:pt x="10" y="20"/>
                          <a:pt x="9" y="20"/>
                          <a:pt x="8" y="20"/>
                        </a:cubicBezTo>
                        <a:cubicBezTo>
                          <a:pt x="7" y="19"/>
                          <a:pt x="5" y="19"/>
                          <a:pt x="4" y="19"/>
                        </a:cubicBezTo>
                        <a:cubicBezTo>
                          <a:pt x="4" y="19"/>
                          <a:pt x="4" y="19"/>
                          <a:pt x="4" y="19"/>
                        </a:cubicBezTo>
                        <a:cubicBezTo>
                          <a:pt x="3" y="20"/>
                          <a:pt x="3" y="20"/>
                          <a:pt x="3" y="20"/>
                        </a:cubicBezTo>
                        <a:cubicBezTo>
                          <a:pt x="3" y="20"/>
                          <a:pt x="5" y="21"/>
                          <a:pt x="7" y="21"/>
                        </a:cubicBezTo>
                        <a:cubicBezTo>
                          <a:pt x="8" y="21"/>
                          <a:pt x="9" y="22"/>
                          <a:pt x="9" y="22"/>
                        </a:cubicBezTo>
                        <a:cubicBezTo>
                          <a:pt x="10" y="22"/>
                          <a:pt x="11" y="23"/>
                          <a:pt x="13" y="23"/>
                        </a:cubicBezTo>
                        <a:cubicBezTo>
                          <a:pt x="13" y="23"/>
                          <a:pt x="14" y="24"/>
                          <a:pt x="14" y="24"/>
                        </a:cubicBezTo>
                        <a:cubicBezTo>
                          <a:pt x="15" y="24"/>
                          <a:pt x="15" y="25"/>
                          <a:pt x="16" y="25"/>
                        </a:cubicBezTo>
                        <a:cubicBezTo>
                          <a:pt x="18" y="26"/>
                          <a:pt x="19" y="27"/>
                          <a:pt x="21" y="29"/>
                        </a:cubicBezTo>
                        <a:cubicBezTo>
                          <a:pt x="22" y="27"/>
                          <a:pt x="22" y="27"/>
                          <a:pt x="22" y="27"/>
                        </a:cubicBezTo>
                        <a:cubicBezTo>
                          <a:pt x="20" y="26"/>
                          <a:pt x="19" y="25"/>
                          <a:pt x="17" y="23"/>
                        </a:cubicBezTo>
                        <a:close/>
                        <a:moveTo>
                          <a:pt x="17" y="23"/>
                        </a:moveTo>
                        <a:cubicBezTo>
                          <a:pt x="16" y="23"/>
                          <a:pt x="16" y="23"/>
                          <a:pt x="15" y="22"/>
                        </a:cubicBezTo>
                        <a:cubicBezTo>
                          <a:pt x="15" y="22"/>
                          <a:pt x="14" y="22"/>
                          <a:pt x="13" y="22"/>
                        </a:cubicBezTo>
                        <a:cubicBezTo>
                          <a:pt x="12" y="21"/>
                          <a:pt x="11" y="21"/>
                          <a:pt x="10" y="20"/>
                        </a:cubicBezTo>
                        <a:cubicBezTo>
                          <a:pt x="10" y="20"/>
                          <a:pt x="9" y="20"/>
                          <a:pt x="8" y="20"/>
                        </a:cubicBezTo>
                        <a:cubicBezTo>
                          <a:pt x="7" y="19"/>
                          <a:pt x="5" y="19"/>
                          <a:pt x="4" y="19"/>
                        </a:cubicBezTo>
                        <a:cubicBezTo>
                          <a:pt x="4" y="19"/>
                          <a:pt x="4" y="19"/>
                          <a:pt x="4" y="19"/>
                        </a:cubicBezTo>
                        <a:cubicBezTo>
                          <a:pt x="3" y="20"/>
                          <a:pt x="3" y="20"/>
                          <a:pt x="3" y="20"/>
                        </a:cubicBezTo>
                        <a:cubicBezTo>
                          <a:pt x="3" y="20"/>
                          <a:pt x="5" y="21"/>
                          <a:pt x="7" y="21"/>
                        </a:cubicBezTo>
                        <a:cubicBezTo>
                          <a:pt x="8" y="21"/>
                          <a:pt x="9" y="22"/>
                          <a:pt x="9" y="22"/>
                        </a:cubicBezTo>
                        <a:cubicBezTo>
                          <a:pt x="10" y="22"/>
                          <a:pt x="11" y="23"/>
                          <a:pt x="13" y="23"/>
                        </a:cubicBezTo>
                        <a:cubicBezTo>
                          <a:pt x="13" y="23"/>
                          <a:pt x="14" y="24"/>
                          <a:pt x="14" y="24"/>
                        </a:cubicBezTo>
                        <a:cubicBezTo>
                          <a:pt x="15" y="24"/>
                          <a:pt x="15" y="25"/>
                          <a:pt x="16" y="25"/>
                        </a:cubicBezTo>
                        <a:cubicBezTo>
                          <a:pt x="18" y="26"/>
                          <a:pt x="19" y="27"/>
                          <a:pt x="21" y="29"/>
                        </a:cubicBezTo>
                        <a:cubicBezTo>
                          <a:pt x="22" y="27"/>
                          <a:pt x="22" y="27"/>
                          <a:pt x="22" y="27"/>
                        </a:cubicBezTo>
                        <a:cubicBezTo>
                          <a:pt x="20" y="26"/>
                          <a:pt x="19" y="25"/>
                          <a:pt x="17" y="2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38" name="ïṥľîḓé"/>
                <p:cNvGrpSpPr/>
                <p:nvPr/>
              </p:nvGrpSpPr>
              <p:grpSpPr>
                <a:xfrm>
                  <a:off x="1416748" y="2456247"/>
                  <a:ext cx="312549" cy="442646"/>
                  <a:chOff x="5698186" y="1950933"/>
                  <a:chExt cx="312549" cy="442646"/>
                </a:xfrm>
              </p:grpSpPr>
              <p:sp>
                <p:nvSpPr>
                  <p:cNvPr id="118" name="iṧḻide"/>
                  <p:cNvSpPr/>
                  <p:nvPr/>
                </p:nvSpPr>
                <p:spPr bwMode="auto">
                  <a:xfrm>
                    <a:off x="5702945" y="1950933"/>
                    <a:ext cx="307790" cy="442646"/>
                  </a:xfrm>
                  <a:custGeom>
                    <a:avLst/>
                    <a:gdLst>
                      <a:gd name="T0" fmla="*/ 82 w 82"/>
                      <a:gd name="T1" fmla="*/ 118 h 118"/>
                      <a:gd name="T2" fmla="*/ 29 w 82"/>
                      <a:gd name="T3" fmla="*/ 116 h 118"/>
                      <a:gd name="T4" fmla="*/ 47 w 82"/>
                      <a:gd name="T5" fmla="*/ 96 h 118"/>
                      <a:gd name="T6" fmla="*/ 30 w 82"/>
                      <a:gd name="T7" fmla="*/ 1 h 118"/>
                      <a:gd name="T8" fmla="*/ 31 w 82"/>
                      <a:gd name="T9" fmla="*/ 0 h 118"/>
                      <a:gd name="T10" fmla="*/ 59 w 82"/>
                      <a:gd name="T11" fmla="*/ 18 h 118"/>
                      <a:gd name="T12" fmla="*/ 58 w 82"/>
                      <a:gd name="T13" fmla="*/ 20 h 118"/>
                      <a:gd name="T14" fmla="*/ 60 w 82"/>
                      <a:gd name="T15" fmla="*/ 86 h 118"/>
                      <a:gd name="T16" fmla="*/ 79 w 82"/>
                      <a:gd name="T17" fmla="*/ 70 h 118"/>
                      <a:gd name="T18" fmla="*/ 82 w 82"/>
                      <a:gd name="T19" fmla="*/ 118 h 118"/>
                      <a:gd name="T20" fmla="*/ 36 w 82"/>
                      <a:gd name="T21" fmla="*/ 113 h 118"/>
                      <a:gd name="T22" fmla="*/ 79 w 82"/>
                      <a:gd name="T23" fmla="*/ 115 h 118"/>
                      <a:gd name="T24" fmla="*/ 76 w 82"/>
                      <a:gd name="T25" fmla="*/ 76 h 118"/>
                      <a:gd name="T26" fmla="*/ 59 w 82"/>
                      <a:gd name="T27" fmla="*/ 90 h 118"/>
                      <a:gd name="T28" fmla="*/ 59 w 82"/>
                      <a:gd name="T29" fmla="*/ 89 h 118"/>
                      <a:gd name="T30" fmla="*/ 55 w 82"/>
                      <a:gd name="T31" fmla="*/ 19 h 118"/>
                      <a:gd name="T32" fmla="*/ 32 w 82"/>
                      <a:gd name="T33" fmla="*/ 4 h 118"/>
                      <a:gd name="T34" fmla="*/ 50 w 82"/>
                      <a:gd name="T35" fmla="*/ 95 h 118"/>
                      <a:gd name="T36" fmla="*/ 52 w 82"/>
                      <a:gd name="T37" fmla="*/ 96 h 118"/>
                      <a:gd name="T38" fmla="*/ 36 w 82"/>
                      <a:gd name="T39" fmla="*/ 113 h 1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82" h="118">
                        <a:moveTo>
                          <a:pt x="82" y="118"/>
                        </a:moveTo>
                        <a:cubicBezTo>
                          <a:pt x="29" y="116"/>
                          <a:pt x="29" y="116"/>
                          <a:pt x="29" y="116"/>
                        </a:cubicBezTo>
                        <a:cubicBezTo>
                          <a:pt x="47" y="96"/>
                          <a:pt x="47" y="96"/>
                          <a:pt x="47" y="96"/>
                        </a:cubicBezTo>
                        <a:cubicBezTo>
                          <a:pt x="0" y="62"/>
                          <a:pt x="30" y="2"/>
                          <a:pt x="30" y="1"/>
                        </a:cubicBezTo>
                        <a:cubicBezTo>
                          <a:pt x="31" y="0"/>
                          <a:pt x="31" y="0"/>
                          <a:pt x="31" y="0"/>
                        </a:cubicBezTo>
                        <a:cubicBezTo>
                          <a:pt x="59" y="18"/>
                          <a:pt x="59" y="18"/>
                          <a:pt x="59" y="18"/>
                        </a:cubicBezTo>
                        <a:cubicBezTo>
                          <a:pt x="58" y="20"/>
                          <a:pt x="58" y="20"/>
                          <a:pt x="58" y="20"/>
                        </a:cubicBezTo>
                        <a:cubicBezTo>
                          <a:pt x="34" y="53"/>
                          <a:pt x="55" y="80"/>
                          <a:pt x="60" y="86"/>
                        </a:cubicBezTo>
                        <a:cubicBezTo>
                          <a:pt x="79" y="70"/>
                          <a:pt x="79" y="70"/>
                          <a:pt x="79" y="70"/>
                        </a:cubicBezTo>
                        <a:lnTo>
                          <a:pt x="82" y="118"/>
                        </a:lnTo>
                        <a:close/>
                        <a:moveTo>
                          <a:pt x="36" y="113"/>
                        </a:moveTo>
                        <a:cubicBezTo>
                          <a:pt x="79" y="115"/>
                          <a:pt x="79" y="115"/>
                          <a:pt x="79" y="115"/>
                        </a:cubicBezTo>
                        <a:cubicBezTo>
                          <a:pt x="76" y="76"/>
                          <a:pt x="76" y="76"/>
                          <a:pt x="76" y="76"/>
                        </a:cubicBezTo>
                        <a:cubicBezTo>
                          <a:pt x="59" y="90"/>
                          <a:pt x="59" y="90"/>
                          <a:pt x="59" y="90"/>
                        </a:cubicBezTo>
                        <a:cubicBezTo>
                          <a:pt x="59" y="89"/>
                          <a:pt x="59" y="89"/>
                          <a:pt x="59" y="89"/>
                        </a:cubicBezTo>
                        <a:cubicBezTo>
                          <a:pt x="58" y="88"/>
                          <a:pt x="28" y="58"/>
                          <a:pt x="55" y="19"/>
                        </a:cubicBezTo>
                        <a:cubicBezTo>
                          <a:pt x="32" y="4"/>
                          <a:pt x="32" y="4"/>
                          <a:pt x="32" y="4"/>
                        </a:cubicBezTo>
                        <a:cubicBezTo>
                          <a:pt x="28" y="14"/>
                          <a:pt x="7" y="65"/>
                          <a:pt x="50" y="95"/>
                        </a:cubicBezTo>
                        <a:cubicBezTo>
                          <a:pt x="52" y="96"/>
                          <a:pt x="52" y="96"/>
                          <a:pt x="52" y="96"/>
                        </a:cubicBezTo>
                        <a:lnTo>
                          <a:pt x="36" y="113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9" name="iṧ1iḍè"/>
                  <p:cNvSpPr/>
                  <p:nvPr/>
                </p:nvSpPr>
                <p:spPr bwMode="auto">
                  <a:xfrm>
                    <a:off x="5698186" y="1954106"/>
                    <a:ext cx="199905" cy="431541"/>
                  </a:xfrm>
                  <a:custGeom>
                    <a:avLst/>
                    <a:gdLst>
                      <a:gd name="T0" fmla="*/ 34 w 53"/>
                      <a:gd name="T1" fmla="*/ 115 h 115"/>
                      <a:gd name="T2" fmla="*/ 22 w 53"/>
                      <a:gd name="T3" fmla="*/ 113 h 115"/>
                      <a:gd name="T4" fmla="*/ 37 w 53"/>
                      <a:gd name="T5" fmla="*/ 96 h 115"/>
                      <a:gd name="T6" fmla="*/ 20 w 53"/>
                      <a:gd name="T7" fmla="*/ 10 h 115"/>
                      <a:gd name="T8" fmla="*/ 21 w 53"/>
                      <a:gd name="T9" fmla="*/ 10 h 115"/>
                      <a:gd name="T10" fmla="*/ 31 w 53"/>
                      <a:gd name="T11" fmla="*/ 0 h 115"/>
                      <a:gd name="T12" fmla="*/ 33 w 53"/>
                      <a:gd name="T13" fmla="*/ 2 h 115"/>
                      <a:gd name="T14" fmla="*/ 23 w 53"/>
                      <a:gd name="T15" fmla="*/ 12 h 115"/>
                      <a:gd name="T16" fmla="*/ 40 w 53"/>
                      <a:gd name="T17" fmla="*/ 94 h 115"/>
                      <a:gd name="T18" fmla="*/ 53 w 53"/>
                      <a:gd name="T19" fmla="*/ 94 h 115"/>
                      <a:gd name="T20" fmla="*/ 34 w 53"/>
                      <a:gd name="T21" fmla="*/ 115 h 115"/>
                      <a:gd name="T22" fmla="*/ 28 w 53"/>
                      <a:gd name="T23" fmla="*/ 111 h 115"/>
                      <a:gd name="T24" fmla="*/ 33 w 53"/>
                      <a:gd name="T25" fmla="*/ 112 h 115"/>
                      <a:gd name="T26" fmla="*/ 46 w 53"/>
                      <a:gd name="T27" fmla="*/ 97 h 115"/>
                      <a:gd name="T28" fmla="*/ 40 w 53"/>
                      <a:gd name="T29" fmla="*/ 97 h 115"/>
                      <a:gd name="T30" fmla="*/ 28 w 53"/>
                      <a:gd name="T31" fmla="*/ 111 h 1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53" h="115">
                        <a:moveTo>
                          <a:pt x="34" y="115"/>
                        </a:moveTo>
                        <a:cubicBezTo>
                          <a:pt x="22" y="113"/>
                          <a:pt x="22" y="113"/>
                          <a:pt x="22" y="113"/>
                        </a:cubicBezTo>
                        <a:cubicBezTo>
                          <a:pt x="37" y="96"/>
                          <a:pt x="37" y="96"/>
                          <a:pt x="37" y="96"/>
                        </a:cubicBezTo>
                        <a:cubicBezTo>
                          <a:pt x="30" y="90"/>
                          <a:pt x="0" y="59"/>
                          <a:pt x="20" y="10"/>
                        </a:cubicBezTo>
                        <a:cubicBezTo>
                          <a:pt x="21" y="10"/>
                          <a:pt x="21" y="10"/>
                          <a:pt x="21" y="10"/>
                        </a:cubicBezTo>
                        <a:cubicBezTo>
                          <a:pt x="31" y="0"/>
                          <a:pt x="31" y="0"/>
                          <a:pt x="31" y="0"/>
                        </a:cubicBezTo>
                        <a:cubicBezTo>
                          <a:pt x="33" y="2"/>
                          <a:pt x="33" y="2"/>
                          <a:pt x="33" y="2"/>
                        </a:cubicBezTo>
                        <a:cubicBezTo>
                          <a:pt x="23" y="12"/>
                          <a:pt x="23" y="12"/>
                          <a:pt x="23" y="12"/>
                        </a:cubicBezTo>
                        <a:cubicBezTo>
                          <a:pt x="3" y="61"/>
                          <a:pt x="36" y="91"/>
                          <a:pt x="40" y="94"/>
                        </a:cubicBezTo>
                        <a:cubicBezTo>
                          <a:pt x="53" y="94"/>
                          <a:pt x="53" y="94"/>
                          <a:pt x="53" y="94"/>
                        </a:cubicBezTo>
                        <a:lnTo>
                          <a:pt x="34" y="115"/>
                        </a:lnTo>
                        <a:close/>
                        <a:moveTo>
                          <a:pt x="28" y="111"/>
                        </a:moveTo>
                        <a:cubicBezTo>
                          <a:pt x="33" y="112"/>
                          <a:pt x="33" y="112"/>
                          <a:pt x="33" y="112"/>
                        </a:cubicBezTo>
                        <a:cubicBezTo>
                          <a:pt x="46" y="97"/>
                          <a:pt x="46" y="97"/>
                          <a:pt x="46" y="97"/>
                        </a:cubicBezTo>
                        <a:cubicBezTo>
                          <a:pt x="40" y="97"/>
                          <a:pt x="40" y="97"/>
                          <a:pt x="40" y="97"/>
                        </a:cubicBezTo>
                        <a:lnTo>
                          <a:pt x="28" y="111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20" name="íŝḻïdè"/>
                  <p:cNvSpPr/>
                  <p:nvPr/>
                </p:nvSpPr>
                <p:spPr bwMode="auto">
                  <a:xfrm>
                    <a:off x="5906023" y="2217473"/>
                    <a:ext cx="90433" cy="44423"/>
                  </a:xfrm>
                  <a:custGeom>
                    <a:avLst/>
                    <a:gdLst>
                      <a:gd name="T0" fmla="*/ 5 w 57"/>
                      <a:gd name="T1" fmla="*/ 28 h 28"/>
                      <a:gd name="T2" fmla="*/ 0 w 57"/>
                      <a:gd name="T3" fmla="*/ 23 h 28"/>
                      <a:gd name="T4" fmla="*/ 24 w 57"/>
                      <a:gd name="T5" fmla="*/ 0 h 28"/>
                      <a:gd name="T6" fmla="*/ 57 w 57"/>
                      <a:gd name="T7" fmla="*/ 0 h 28"/>
                      <a:gd name="T8" fmla="*/ 57 w 57"/>
                      <a:gd name="T9" fmla="*/ 7 h 28"/>
                      <a:gd name="T10" fmla="*/ 28 w 57"/>
                      <a:gd name="T11" fmla="*/ 7 h 28"/>
                      <a:gd name="T12" fmla="*/ 5 w 57"/>
                      <a:gd name="T13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7" h="28">
                        <a:moveTo>
                          <a:pt x="5" y="28"/>
                        </a:moveTo>
                        <a:lnTo>
                          <a:pt x="0" y="23"/>
                        </a:lnTo>
                        <a:lnTo>
                          <a:pt x="24" y="0"/>
                        </a:lnTo>
                        <a:lnTo>
                          <a:pt x="57" y="0"/>
                        </a:lnTo>
                        <a:lnTo>
                          <a:pt x="57" y="7"/>
                        </a:lnTo>
                        <a:lnTo>
                          <a:pt x="28" y="7"/>
                        </a:lnTo>
                        <a:lnTo>
                          <a:pt x="5" y="28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39" name="íşľiḑé"/>
                <p:cNvGrpSpPr/>
                <p:nvPr/>
              </p:nvGrpSpPr>
              <p:grpSpPr>
                <a:xfrm>
                  <a:off x="2170350" y="4994742"/>
                  <a:ext cx="230051" cy="326829"/>
                  <a:chOff x="4382937" y="5523837"/>
                  <a:chExt cx="230051" cy="326829"/>
                </a:xfrm>
              </p:grpSpPr>
              <p:sp>
                <p:nvSpPr>
                  <p:cNvPr id="115" name="îṩḻíḓê"/>
                  <p:cNvSpPr/>
                  <p:nvPr/>
                </p:nvSpPr>
                <p:spPr bwMode="auto">
                  <a:xfrm>
                    <a:off x="4382937" y="5523837"/>
                    <a:ext cx="226877" cy="326829"/>
                  </a:xfrm>
                  <a:custGeom>
                    <a:avLst/>
                    <a:gdLst>
                      <a:gd name="T0" fmla="*/ 0 w 60"/>
                      <a:gd name="T1" fmla="*/ 87 h 87"/>
                      <a:gd name="T2" fmla="*/ 2 w 60"/>
                      <a:gd name="T3" fmla="*/ 50 h 87"/>
                      <a:gd name="T4" fmla="*/ 16 w 60"/>
                      <a:gd name="T5" fmla="*/ 62 h 87"/>
                      <a:gd name="T6" fmla="*/ 17 w 60"/>
                      <a:gd name="T7" fmla="*/ 15 h 87"/>
                      <a:gd name="T8" fmla="*/ 16 w 60"/>
                      <a:gd name="T9" fmla="*/ 14 h 87"/>
                      <a:gd name="T10" fmla="*/ 38 w 60"/>
                      <a:gd name="T11" fmla="*/ 0 h 87"/>
                      <a:gd name="T12" fmla="*/ 38 w 60"/>
                      <a:gd name="T13" fmla="*/ 1 h 87"/>
                      <a:gd name="T14" fmla="*/ 26 w 60"/>
                      <a:gd name="T15" fmla="*/ 70 h 87"/>
                      <a:gd name="T16" fmla="*/ 40 w 60"/>
                      <a:gd name="T17" fmla="*/ 85 h 87"/>
                      <a:gd name="T18" fmla="*/ 0 w 60"/>
                      <a:gd name="T19" fmla="*/ 87 h 87"/>
                      <a:gd name="T20" fmla="*/ 5 w 60"/>
                      <a:gd name="T21" fmla="*/ 56 h 87"/>
                      <a:gd name="T22" fmla="*/ 3 w 60"/>
                      <a:gd name="T23" fmla="*/ 83 h 87"/>
                      <a:gd name="T24" fmla="*/ 33 w 60"/>
                      <a:gd name="T25" fmla="*/ 82 h 87"/>
                      <a:gd name="T26" fmla="*/ 22 w 60"/>
                      <a:gd name="T27" fmla="*/ 70 h 87"/>
                      <a:gd name="T28" fmla="*/ 23 w 60"/>
                      <a:gd name="T29" fmla="*/ 69 h 87"/>
                      <a:gd name="T30" fmla="*/ 36 w 60"/>
                      <a:gd name="T31" fmla="*/ 4 h 87"/>
                      <a:gd name="T32" fmla="*/ 20 w 60"/>
                      <a:gd name="T33" fmla="*/ 14 h 87"/>
                      <a:gd name="T34" fmla="*/ 18 w 60"/>
                      <a:gd name="T35" fmla="*/ 65 h 87"/>
                      <a:gd name="T36" fmla="*/ 17 w 60"/>
                      <a:gd name="T37" fmla="*/ 66 h 87"/>
                      <a:gd name="T38" fmla="*/ 5 w 60"/>
                      <a:gd name="T39" fmla="*/ 56 h 8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60" h="87">
                        <a:moveTo>
                          <a:pt x="0" y="87"/>
                        </a:moveTo>
                        <a:cubicBezTo>
                          <a:pt x="2" y="50"/>
                          <a:pt x="2" y="50"/>
                          <a:pt x="2" y="50"/>
                        </a:cubicBezTo>
                        <a:cubicBezTo>
                          <a:pt x="16" y="62"/>
                          <a:pt x="16" y="62"/>
                          <a:pt x="16" y="62"/>
                        </a:cubicBezTo>
                        <a:cubicBezTo>
                          <a:pt x="20" y="57"/>
                          <a:pt x="35" y="39"/>
                          <a:pt x="17" y="15"/>
                        </a:cubicBezTo>
                        <a:cubicBezTo>
                          <a:pt x="16" y="14"/>
                          <a:pt x="16" y="14"/>
                          <a:pt x="16" y="14"/>
                        </a:cubicBezTo>
                        <a:cubicBezTo>
                          <a:pt x="38" y="0"/>
                          <a:pt x="38" y="0"/>
                          <a:pt x="38" y="0"/>
                        </a:cubicBezTo>
                        <a:cubicBezTo>
                          <a:pt x="38" y="1"/>
                          <a:pt x="38" y="1"/>
                          <a:pt x="38" y="1"/>
                        </a:cubicBezTo>
                        <a:cubicBezTo>
                          <a:pt x="39" y="1"/>
                          <a:pt x="60" y="45"/>
                          <a:pt x="26" y="70"/>
                        </a:cubicBezTo>
                        <a:cubicBezTo>
                          <a:pt x="40" y="85"/>
                          <a:pt x="40" y="85"/>
                          <a:pt x="40" y="85"/>
                        </a:cubicBezTo>
                        <a:lnTo>
                          <a:pt x="0" y="87"/>
                        </a:lnTo>
                        <a:close/>
                        <a:moveTo>
                          <a:pt x="5" y="56"/>
                        </a:moveTo>
                        <a:cubicBezTo>
                          <a:pt x="3" y="83"/>
                          <a:pt x="3" y="83"/>
                          <a:pt x="3" y="83"/>
                        </a:cubicBezTo>
                        <a:cubicBezTo>
                          <a:pt x="33" y="82"/>
                          <a:pt x="33" y="82"/>
                          <a:pt x="33" y="82"/>
                        </a:cubicBezTo>
                        <a:cubicBezTo>
                          <a:pt x="22" y="70"/>
                          <a:pt x="22" y="70"/>
                          <a:pt x="22" y="70"/>
                        </a:cubicBezTo>
                        <a:cubicBezTo>
                          <a:pt x="23" y="69"/>
                          <a:pt x="23" y="69"/>
                          <a:pt x="23" y="69"/>
                        </a:cubicBezTo>
                        <a:cubicBezTo>
                          <a:pt x="53" y="48"/>
                          <a:pt x="40" y="12"/>
                          <a:pt x="36" y="4"/>
                        </a:cubicBezTo>
                        <a:cubicBezTo>
                          <a:pt x="20" y="14"/>
                          <a:pt x="20" y="14"/>
                          <a:pt x="20" y="14"/>
                        </a:cubicBezTo>
                        <a:cubicBezTo>
                          <a:pt x="40" y="42"/>
                          <a:pt x="18" y="65"/>
                          <a:pt x="18" y="65"/>
                        </a:cubicBezTo>
                        <a:cubicBezTo>
                          <a:pt x="17" y="66"/>
                          <a:pt x="17" y="66"/>
                          <a:pt x="17" y="66"/>
                        </a:cubicBezTo>
                        <a:lnTo>
                          <a:pt x="5" y="56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6" name="ïšlidê"/>
                  <p:cNvSpPr/>
                  <p:nvPr/>
                </p:nvSpPr>
                <p:spPr bwMode="auto">
                  <a:xfrm>
                    <a:off x="4462265" y="5527010"/>
                    <a:ext cx="150723" cy="315723"/>
                  </a:xfrm>
                  <a:custGeom>
                    <a:avLst/>
                    <a:gdLst>
                      <a:gd name="T0" fmla="*/ 15 w 40"/>
                      <a:gd name="T1" fmla="*/ 84 h 84"/>
                      <a:gd name="T2" fmla="*/ 0 w 40"/>
                      <a:gd name="T3" fmla="*/ 68 h 84"/>
                      <a:gd name="T4" fmla="*/ 11 w 40"/>
                      <a:gd name="T5" fmla="*/ 68 h 84"/>
                      <a:gd name="T6" fmla="*/ 22 w 40"/>
                      <a:gd name="T7" fmla="*/ 9 h 84"/>
                      <a:gd name="T8" fmla="*/ 15 w 40"/>
                      <a:gd name="T9" fmla="*/ 2 h 84"/>
                      <a:gd name="T10" fmla="*/ 17 w 40"/>
                      <a:gd name="T11" fmla="*/ 0 h 84"/>
                      <a:gd name="T12" fmla="*/ 25 w 40"/>
                      <a:gd name="T13" fmla="*/ 7 h 84"/>
                      <a:gd name="T14" fmla="*/ 13 w 40"/>
                      <a:gd name="T15" fmla="*/ 70 h 84"/>
                      <a:gd name="T16" fmla="*/ 24 w 40"/>
                      <a:gd name="T17" fmla="*/ 83 h 84"/>
                      <a:gd name="T18" fmla="*/ 15 w 40"/>
                      <a:gd name="T19" fmla="*/ 84 h 84"/>
                      <a:gd name="T20" fmla="*/ 7 w 40"/>
                      <a:gd name="T21" fmla="*/ 71 h 84"/>
                      <a:gd name="T22" fmla="*/ 16 w 40"/>
                      <a:gd name="T23" fmla="*/ 81 h 84"/>
                      <a:gd name="T24" fmla="*/ 18 w 40"/>
                      <a:gd name="T25" fmla="*/ 80 h 84"/>
                      <a:gd name="T26" fmla="*/ 10 w 40"/>
                      <a:gd name="T27" fmla="*/ 71 h 84"/>
                      <a:gd name="T28" fmla="*/ 7 w 40"/>
                      <a:gd name="T29" fmla="*/ 71 h 8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40" h="84">
                        <a:moveTo>
                          <a:pt x="15" y="84"/>
                        </a:moveTo>
                        <a:cubicBezTo>
                          <a:pt x="0" y="68"/>
                          <a:pt x="0" y="68"/>
                          <a:pt x="0" y="68"/>
                        </a:cubicBezTo>
                        <a:cubicBezTo>
                          <a:pt x="11" y="68"/>
                          <a:pt x="11" y="68"/>
                          <a:pt x="11" y="68"/>
                        </a:cubicBezTo>
                        <a:cubicBezTo>
                          <a:pt x="14" y="65"/>
                          <a:pt x="37" y="44"/>
                          <a:pt x="22" y="9"/>
                        </a:cubicBezTo>
                        <a:cubicBezTo>
                          <a:pt x="15" y="2"/>
                          <a:pt x="15" y="2"/>
                          <a:pt x="15" y="2"/>
                        </a:cubicBezTo>
                        <a:cubicBezTo>
                          <a:pt x="17" y="0"/>
                          <a:pt x="17" y="0"/>
                          <a:pt x="17" y="0"/>
                        </a:cubicBezTo>
                        <a:cubicBezTo>
                          <a:pt x="25" y="7"/>
                          <a:pt x="25" y="7"/>
                          <a:pt x="25" y="7"/>
                        </a:cubicBezTo>
                        <a:cubicBezTo>
                          <a:pt x="40" y="43"/>
                          <a:pt x="19" y="65"/>
                          <a:pt x="13" y="70"/>
                        </a:cubicBezTo>
                        <a:cubicBezTo>
                          <a:pt x="24" y="83"/>
                          <a:pt x="24" y="83"/>
                          <a:pt x="24" y="83"/>
                        </a:cubicBezTo>
                        <a:lnTo>
                          <a:pt x="15" y="84"/>
                        </a:lnTo>
                        <a:close/>
                        <a:moveTo>
                          <a:pt x="7" y="71"/>
                        </a:moveTo>
                        <a:cubicBezTo>
                          <a:pt x="16" y="81"/>
                          <a:pt x="16" y="81"/>
                          <a:pt x="16" y="81"/>
                        </a:cubicBezTo>
                        <a:cubicBezTo>
                          <a:pt x="18" y="80"/>
                          <a:pt x="18" y="80"/>
                          <a:pt x="18" y="80"/>
                        </a:cubicBezTo>
                        <a:cubicBezTo>
                          <a:pt x="10" y="71"/>
                          <a:pt x="10" y="71"/>
                          <a:pt x="10" y="71"/>
                        </a:cubicBezTo>
                        <a:lnTo>
                          <a:pt x="7" y="71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7" name="iṣlïḍê"/>
                  <p:cNvSpPr/>
                  <p:nvPr/>
                </p:nvSpPr>
                <p:spPr bwMode="auto">
                  <a:xfrm>
                    <a:off x="4394044" y="5715808"/>
                    <a:ext cx="68222" cy="36490"/>
                  </a:xfrm>
                  <a:custGeom>
                    <a:avLst/>
                    <a:gdLst>
                      <a:gd name="T0" fmla="*/ 38 w 43"/>
                      <a:gd name="T1" fmla="*/ 23 h 23"/>
                      <a:gd name="T2" fmla="*/ 22 w 43"/>
                      <a:gd name="T3" fmla="*/ 7 h 23"/>
                      <a:gd name="T4" fmla="*/ 0 w 43"/>
                      <a:gd name="T5" fmla="*/ 7 h 23"/>
                      <a:gd name="T6" fmla="*/ 0 w 43"/>
                      <a:gd name="T7" fmla="*/ 0 h 23"/>
                      <a:gd name="T8" fmla="*/ 24 w 43"/>
                      <a:gd name="T9" fmla="*/ 0 h 23"/>
                      <a:gd name="T10" fmla="*/ 43 w 43"/>
                      <a:gd name="T11" fmla="*/ 18 h 23"/>
                      <a:gd name="T12" fmla="*/ 38 w 43"/>
                      <a:gd name="T13" fmla="*/ 23 h 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43" h="23">
                        <a:moveTo>
                          <a:pt x="38" y="23"/>
                        </a:moveTo>
                        <a:lnTo>
                          <a:pt x="22" y="7"/>
                        </a:lnTo>
                        <a:lnTo>
                          <a:pt x="0" y="7"/>
                        </a:lnTo>
                        <a:lnTo>
                          <a:pt x="0" y="0"/>
                        </a:lnTo>
                        <a:lnTo>
                          <a:pt x="24" y="0"/>
                        </a:lnTo>
                        <a:lnTo>
                          <a:pt x="43" y="18"/>
                        </a:lnTo>
                        <a:lnTo>
                          <a:pt x="38" y="23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0" name="îšļïḑé"/>
                <p:cNvGrpSpPr/>
                <p:nvPr/>
              </p:nvGrpSpPr>
              <p:grpSpPr>
                <a:xfrm>
                  <a:off x="1931456" y="1808281"/>
                  <a:ext cx="406156" cy="679041"/>
                  <a:chOff x="5714051" y="2563340"/>
                  <a:chExt cx="406156" cy="679041"/>
                </a:xfrm>
              </p:grpSpPr>
              <p:sp>
                <p:nvSpPr>
                  <p:cNvPr id="101" name="íṩḻidê"/>
                  <p:cNvSpPr/>
                  <p:nvPr/>
                </p:nvSpPr>
                <p:spPr bwMode="auto">
                  <a:xfrm>
                    <a:off x="5755301" y="2701369"/>
                    <a:ext cx="320483" cy="395049"/>
                  </a:xfrm>
                  <a:custGeom>
                    <a:avLst/>
                    <a:gdLst>
                      <a:gd name="T0" fmla="*/ 57 w 85"/>
                      <a:gd name="T1" fmla="*/ 105 h 105"/>
                      <a:gd name="T2" fmla="*/ 61 w 85"/>
                      <a:gd name="T3" fmla="*/ 71 h 105"/>
                      <a:gd name="T4" fmla="*/ 75 w 85"/>
                      <a:gd name="T5" fmla="*/ 25 h 105"/>
                      <a:gd name="T6" fmla="*/ 50 w 85"/>
                      <a:gd name="T7" fmla="*/ 8 h 105"/>
                      <a:gd name="T8" fmla="*/ 13 w 85"/>
                      <a:gd name="T9" fmla="*/ 16 h 105"/>
                      <a:gd name="T10" fmla="*/ 18 w 85"/>
                      <a:gd name="T11" fmla="*/ 67 h 105"/>
                      <a:gd name="T12" fmla="*/ 29 w 85"/>
                      <a:gd name="T13" fmla="*/ 104 h 105"/>
                      <a:gd name="T14" fmla="*/ 26 w 85"/>
                      <a:gd name="T15" fmla="*/ 104 h 105"/>
                      <a:gd name="T16" fmla="*/ 15 w 85"/>
                      <a:gd name="T17" fmla="*/ 68 h 105"/>
                      <a:gd name="T18" fmla="*/ 10 w 85"/>
                      <a:gd name="T19" fmla="*/ 15 h 105"/>
                      <a:gd name="T20" fmla="*/ 51 w 85"/>
                      <a:gd name="T21" fmla="*/ 5 h 105"/>
                      <a:gd name="T22" fmla="*/ 77 w 85"/>
                      <a:gd name="T23" fmla="*/ 23 h 105"/>
                      <a:gd name="T24" fmla="*/ 64 w 85"/>
                      <a:gd name="T25" fmla="*/ 72 h 105"/>
                      <a:gd name="T26" fmla="*/ 59 w 85"/>
                      <a:gd name="T27" fmla="*/ 103 h 105"/>
                      <a:gd name="T28" fmla="*/ 57 w 85"/>
                      <a:gd name="T29" fmla="*/ 105 h 1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85" h="105">
                        <a:moveTo>
                          <a:pt x="57" y="105"/>
                        </a:moveTo>
                        <a:cubicBezTo>
                          <a:pt x="51" y="100"/>
                          <a:pt x="50" y="86"/>
                          <a:pt x="61" y="71"/>
                        </a:cubicBezTo>
                        <a:cubicBezTo>
                          <a:pt x="62" y="69"/>
                          <a:pt x="82" y="43"/>
                          <a:pt x="75" y="25"/>
                        </a:cubicBezTo>
                        <a:cubicBezTo>
                          <a:pt x="71" y="16"/>
                          <a:pt x="63" y="11"/>
                          <a:pt x="50" y="8"/>
                        </a:cubicBezTo>
                        <a:cubicBezTo>
                          <a:pt x="32" y="4"/>
                          <a:pt x="19" y="7"/>
                          <a:pt x="13" y="16"/>
                        </a:cubicBezTo>
                        <a:cubicBezTo>
                          <a:pt x="4" y="29"/>
                          <a:pt x="8" y="52"/>
                          <a:pt x="18" y="67"/>
                        </a:cubicBezTo>
                        <a:cubicBezTo>
                          <a:pt x="29" y="86"/>
                          <a:pt x="29" y="103"/>
                          <a:pt x="29" y="104"/>
                        </a:cubicBezTo>
                        <a:cubicBezTo>
                          <a:pt x="26" y="104"/>
                          <a:pt x="26" y="104"/>
                          <a:pt x="26" y="104"/>
                        </a:cubicBezTo>
                        <a:cubicBezTo>
                          <a:pt x="26" y="104"/>
                          <a:pt x="26" y="87"/>
                          <a:pt x="15" y="68"/>
                        </a:cubicBezTo>
                        <a:cubicBezTo>
                          <a:pt x="5" y="52"/>
                          <a:pt x="0" y="29"/>
                          <a:pt x="10" y="15"/>
                        </a:cubicBezTo>
                        <a:cubicBezTo>
                          <a:pt x="15" y="7"/>
                          <a:pt x="26" y="0"/>
                          <a:pt x="51" y="5"/>
                        </a:cubicBezTo>
                        <a:cubicBezTo>
                          <a:pt x="65" y="8"/>
                          <a:pt x="74" y="14"/>
                          <a:pt x="77" y="23"/>
                        </a:cubicBezTo>
                        <a:cubicBezTo>
                          <a:pt x="85" y="43"/>
                          <a:pt x="66" y="69"/>
                          <a:pt x="64" y="72"/>
                        </a:cubicBezTo>
                        <a:cubicBezTo>
                          <a:pt x="54" y="85"/>
                          <a:pt x="53" y="98"/>
                          <a:pt x="59" y="103"/>
                        </a:cubicBezTo>
                        <a:lnTo>
                          <a:pt x="57" y="105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2" name="ísḷîde"/>
                  <p:cNvSpPr/>
                  <p:nvPr/>
                </p:nvSpPr>
                <p:spPr bwMode="auto">
                  <a:xfrm>
                    <a:off x="5879052" y="2931419"/>
                    <a:ext cx="71395" cy="157068"/>
                  </a:xfrm>
                  <a:custGeom>
                    <a:avLst/>
                    <a:gdLst>
                      <a:gd name="T0" fmla="*/ 16 w 19"/>
                      <a:gd name="T1" fmla="*/ 42 h 42"/>
                      <a:gd name="T2" fmla="*/ 13 w 19"/>
                      <a:gd name="T3" fmla="*/ 42 h 42"/>
                      <a:gd name="T4" fmla="*/ 8 w 19"/>
                      <a:gd name="T5" fmla="*/ 4 h 42"/>
                      <a:gd name="T6" fmla="*/ 7 w 19"/>
                      <a:gd name="T7" fmla="*/ 3 h 42"/>
                      <a:gd name="T8" fmla="*/ 5 w 19"/>
                      <a:gd name="T9" fmla="*/ 42 h 42"/>
                      <a:gd name="T10" fmla="*/ 2 w 19"/>
                      <a:gd name="T11" fmla="*/ 42 h 42"/>
                      <a:gd name="T12" fmla="*/ 6 w 19"/>
                      <a:gd name="T13" fmla="*/ 1 h 42"/>
                      <a:gd name="T14" fmla="*/ 9 w 19"/>
                      <a:gd name="T15" fmla="*/ 1 h 42"/>
                      <a:gd name="T16" fmla="*/ 16 w 19"/>
                      <a:gd name="T17" fmla="*/ 42 h 4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9" h="42">
                        <a:moveTo>
                          <a:pt x="16" y="42"/>
                        </a:moveTo>
                        <a:cubicBezTo>
                          <a:pt x="13" y="42"/>
                          <a:pt x="13" y="42"/>
                          <a:pt x="13" y="42"/>
                        </a:cubicBezTo>
                        <a:cubicBezTo>
                          <a:pt x="14" y="33"/>
                          <a:pt x="14" y="7"/>
                          <a:pt x="8" y="4"/>
                        </a:cubicBezTo>
                        <a:cubicBezTo>
                          <a:pt x="7" y="3"/>
                          <a:pt x="7" y="3"/>
                          <a:pt x="7" y="3"/>
                        </a:cubicBezTo>
                        <a:cubicBezTo>
                          <a:pt x="4" y="5"/>
                          <a:pt x="4" y="25"/>
                          <a:pt x="5" y="42"/>
                        </a:cubicBezTo>
                        <a:cubicBezTo>
                          <a:pt x="2" y="42"/>
                          <a:pt x="2" y="42"/>
                          <a:pt x="2" y="42"/>
                        </a:cubicBezTo>
                        <a:cubicBezTo>
                          <a:pt x="1" y="33"/>
                          <a:pt x="0" y="5"/>
                          <a:pt x="6" y="1"/>
                        </a:cubicBezTo>
                        <a:cubicBezTo>
                          <a:pt x="7" y="0"/>
                          <a:pt x="8" y="0"/>
                          <a:pt x="9" y="1"/>
                        </a:cubicBezTo>
                        <a:cubicBezTo>
                          <a:pt x="19" y="6"/>
                          <a:pt x="16" y="39"/>
                          <a:pt x="16" y="42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3" name="ïşľíḍé"/>
                  <p:cNvSpPr/>
                  <p:nvPr/>
                </p:nvSpPr>
                <p:spPr bwMode="auto">
                  <a:xfrm>
                    <a:off x="5856841" y="2874304"/>
                    <a:ext cx="109472" cy="109471"/>
                  </a:xfrm>
                  <a:custGeom>
                    <a:avLst/>
                    <a:gdLst>
                      <a:gd name="T0" fmla="*/ 21 w 29"/>
                      <a:gd name="T1" fmla="*/ 29 h 29"/>
                      <a:gd name="T2" fmla="*/ 18 w 29"/>
                      <a:gd name="T3" fmla="*/ 27 h 29"/>
                      <a:gd name="T4" fmla="*/ 26 w 29"/>
                      <a:gd name="T5" fmla="*/ 9 h 29"/>
                      <a:gd name="T6" fmla="*/ 25 w 29"/>
                      <a:gd name="T7" fmla="*/ 7 h 29"/>
                      <a:gd name="T8" fmla="*/ 20 w 29"/>
                      <a:gd name="T9" fmla="*/ 8 h 29"/>
                      <a:gd name="T10" fmla="*/ 10 w 29"/>
                      <a:gd name="T11" fmla="*/ 6 h 29"/>
                      <a:gd name="T12" fmla="*/ 8 w 29"/>
                      <a:gd name="T13" fmla="*/ 4 h 29"/>
                      <a:gd name="T14" fmla="*/ 5 w 29"/>
                      <a:gd name="T15" fmla="*/ 3 h 29"/>
                      <a:gd name="T16" fmla="*/ 3 w 29"/>
                      <a:gd name="T17" fmla="*/ 7 h 29"/>
                      <a:gd name="T18" fmla="*/ 11 w 29"/>
                      <a:gd name="T19" fmla="*/ 26 h 29"/>
                      <a:gd name="T20" fmla="*/ 8 w 29"/>
                      <a:gd name="T21" fmla="*/ 27 h 29"/>
                      <a:gd name="T22" fmla="*/ 0 w 29"/>
                      <a:gd name="T23" fmla="*/ 8 h 29"/>
                      <a:gd name="T24" fmla="*/ 0 w 29"/>
                      <a:gd name="T25" fmla="*/ 7 h 29"/>
                      <a:gd name="T26" fmla="*/ 4 w 29"/>
                      <a:gd name="T27" fmla="*/ 0 h 29"/>
                      <a:gd name="T28" fmla="*/ 9 w 29"/>
                      <a:gd name="T29" fmla="*/ 2 h 29"/>
                      <a:gd name="T30" fmla="*/ 12 w 29"/>
                      <a:gd name="T31" fmla="*/ 5 h 29"/>
                      <a:gd name="T32" fmla="*/ 18 w 29"/>
                      <a:gd name="T33" fmla="*/ 6 h 29"/>
                      <a:gd name="T34" fmla="*/ 27 w 29"/>
                      <a:gd name="T35" fmla="*/ 4 h 29"/>
                      <a:gd name="T36" fmla="*/ 29 w 29"/>
                      <a:gd name="T37" fmla="*/ 9 h 29"/>
                      <a:gd name="T38" fmla="*/ 29 w 29"/>
                      <a:gd name="T39" fmla="*/ 10 h 29"/>
                      <a:gd name="T40" fmla="*/ 21 w 29"/>
                      <a:gd name="T41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29" h="29">
                        <a:moveTo>
                          <a:pt x="21" y="29"/>
                        </a:moveTo>
                        <a:cubicBezTo>
                          <a:pt x="18" y="27"/>
                          <a:pt x="18" y="27"/>
                          <a:pt x="18" y="27"/>
                        </a:cubicBezTo>
                        <a:cubicBezTo>
                          <a:pt x="26" y="9"/>
                          <a:pt x="26" y="9"/>
                          <a:pt x="26" y="9"/>
                        </a:cubicBezTo>
                        <a:cubicBezTo>
                          <a:pt x="26" y="8"/>
                          <a:pt x="26" y="7"/>
                          <a:pt x="25" y="7"/>
                        </a:cubicBezTo>
                        <a:cubicBezTo>
                          <a:pt x="24" y="6"/>
                          <a:pt x="22" y="7"/>
                          <a:pt x="20" y="8"/>
                        </a:cubicBezTo>
                        <a:cubicBezTo>
                          <a:pt x="13" y="12"/>
                          <a:pt x="11" y="9"/>
                          <a:pt x="10" y="6"/>
                        </a:cubicBezTo>
                        <a:cubicBezTo>
                          <a:pt x="9" y="6"/>
                          <a:pt x="8" y="5"/>
                          <a:pt x="8" y="4"/>
                        </a:cubicBezTo>
                        <a:cubicBezTo>
                          <a:pt x="7" y="3"/>
                          <a:pt x="6" y="3"/>
                          <a:pt x="5" y="3"/>
                        </a:cubicBezTo>
                        <a:cubicBezTo>
                          <a:pt x="4" y="4"/>
                          <a:pt x="3" y="6"/>
                          <a:pt x="3" y="7"/>
                        </a:cubicBezTo>
                        <a:cubicBezTo>
                          <a:pt x="11" y="26"/>
                          <a:pt x="11" y="26"/>
                          <a:pt x="11" y="26"/>
                        </a:cubicBezTo>
                        <a:cubicBezTo>
                          <a:pt x="8" y="27"/>
                          <a:pt x="8" y="27"/>
                          <a:pt x="8" y="27"/>
                        </a:cubicBez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7"/>
                          <a:pt x="1" y="1"/>
                          <a:pt x="4" y="0"/>
                        </a:cubicBezTo>
                        <a:cubicBezTo>
                          <a:pt x="6" y="0"/>
                          <a:pt x="7" y="0"/>
                          <a:pt x="9" y="2"/>
                        </a:cubicBezTo>
                        <a:cubicBezTo>
                          <a:pt x="11" y="3"/>
                          <a:pt x="11" y="4"/>
                          <a:pt x="12" y="5"/>
                        </a:cubicBezTo>
                        <a:cubicBezTo>
                          <a:pt x="14" y="7"/>
                          <a:pt x="14" y="8"/>
                          <a:pt x="18" y="6"/>
                        </a:cubicBezTo>
                        <a:cubicBezTo>
                          <a:pt x="22" y="4"/>
                          <a:pt x="25" y="3"/>
                          <a:pt x="27" y="4"/>
                        </a:cubicBezTo>
                        <a:cubicBezTo>
                          <a:pt x="28" y="5"/>
                          <a:pt x="29" y="7"/>
                          <a:pt x="29" y="9"/>
                        </a:cubicBezTo>
                        <a:cubicBezTo>
                          <a:pt x="29" y="10"/>
                          <a:pt x="29" y="10"/>
                          <a:pt x="29" y="10"/>
                        </a:cubicBezTo>
                        <a:lnTo>
                          <a:pt x="21" y="29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4" name="îṥḻiḋe"/>
                  <p:cNvSpPr/>
                  <p:nvPr/>
                </p:nvSpPr>
                <p:spPr bwMode="auto">
                  <a:xfrm>
                    <a:off x="5826696" y="3080555"/>
                    <a:ext cx="169761" cy="49182"/>
                  </a:xfrm>
                  <a:custGeom>
                    <a:avLst/>
                    <a:gdLst>
                      <a:gd name="T0" fmla="*/ 23 w 45"/>
                      <a:gd name="T1" fmla="*/ 13 h 13"/>
                      <a:gd name="T2" fmla="*/ 0 w 45"/>
                      <a:gd name="T3" fmla="*/ 7 h 13"/>
                      <a:gd name="T4" fmla="*/ 0 w 45"/>
                      <a:gd name="T5" fmla="*/ 4 h 13"/>
                      <a:gd name="T6" fmla="*/ 19 w 45"/>
                      <a:gd name="T7" fmla="*/ 0 h 13"/>
                      <a:gd name="T8" fmla="*/ 41 w 45"/>
                      <a:gd name="T9" fmla="*/ 1 h 13"/>
                      <a:gd name="T10" fmla="*/ 45 w 45"/>
                      <a:gd name="T11" fmla="*/ 6 h 13"/>
                      <a:gd name="T12" fmla="*/ 44 w 45"/>
                      <a:gd name="T13" fmla="*/ 9 h 13"/>
                      <a:gd name="T14" fmla="*/ 23 w 45"/>
                      <a:gd name="T15" fmla="*/ 13 h 13"/>
                      <a:gd name="T16" fmla="*/ 19 w 45"/>
                      <a:gd name="T17" fmla="*/ 3 h 13"/>
                      <a:gd name="T18" fmla="*/ 3 w 45"/>
                      <a:gd name="T19" fmla="*/ 6 h 13"/>
                      <a:gd name="T20" fmla="*/ 23 w 45"/>
                      <a:gd name="T21" fmla="*/ 10 h 13"/>
                      <a:gd name="T22" fmla="*/ 42 w 45"/>
                      <a:gd name="T23" fmla="*/ 7 h 13"/>
                      <a:gd name="T24" fmla="*/ 42 w 45"/>
                      <a:gd name="T25" fmla="*/ 6 h 13"/>
                      <a:gd name="T26" fmla="*/ 41 w 45"/>
                      <a:gd name="T27" fmla="*/ 4 h 13"/>
                      <a:gd name="T28" fmla="*/ 19 w 45"/>
                      <a:gd name="T29" fmla="*/ 3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45" h="13">
                        <a:moveTo>
                          <a:pt x="23" y="13"/>
                        </a:moveTo>
                        <a:cubicBezTo>
                          <a:pt x="18" y="13"/>
                          <a:pt x="2" y="13"/>
                          <a:pt x="0" y="7"/>
                        </a:cubicBezTo>
                        <a:cubicBezTo>
                          <a:pt x="0" y="6"/>
                          <a:pt x="0" y="5"/>
                          <a:pt x="0" y="4"/>
                        </a:cubicBezTo>
                        <a:cubicBezTo>
                          <a:pt x="1" y="3"/>
                          <a:pt x="4" y="0"/>
                          <a:pt x="19" y="0"/>
                        </a:cubicBezTo>
                        <a:cubicBezTo>
                          <a:pt x="25" y="0"/>
                          <a:pt x="32" y="1"/>
                          <a:pt x="41" y="1"/>
                        </a:cubicBezTo>
                        <a:cubicBezTo>
                          <a:pt x="43" y="2"/>
                          <a:pt x="45" y="3"/>
                          <a:pt x="45" y="6"/>
                        </a:cubicBezTo>
                        <a:cubicBezTo>
                          <a:pt x="45" y="7"/>
                          <a:pt x="45" y="8"/>
                          <a:pt x="44" y="9"/>
                        </a:cubicBezTo>
                        <a:cubicBezTo>
                          <a:pt x="41" y="12"/>
                          <a:pt x="31" y="13"/>
                          <a:pt x="23" y="13"/>
                        </a:cubicBezTo>
                        <a:close/>
                        <a:moveTo>
                          <a:pt x="19" y="3"/>
                        </a:moveTo>
                        <a:cubicBezTo>
                          <a:pt x="4" y="3"/>
                          <a:pt x="3" y="6"/>
                          <a:pt x="3" y="6"/>
                        </a:cubicBezTo>
                        <a:cubicBezTo>
                          <a:pt x="3" y="8"/>
                          <a:pt x="11" y="10"/>
                          <a:pt x="23" y="10"/>
                        </a:cubicBezTo>
                        <a:cubicBezTo>
                          <a:pt x="32" y="10"/>
                          <a:pt x="40" y="9"/>
                          <a:pt x="42" y="7"/>
                        </a:cubicBezTo>
                        <a:cubicBezTo>
                          <a:pt x="42" y="7"/>
                          <a:pt x="42" y="6"/>
                          <a:pt x="42" y="6"/>
                        </a:cubicBezTo>
                        <a:cubicBezTo>
                          <a:pt x="42" y="5"/>
                          <a:pt x="41" y="5"/>
                          <a:pt x="41" y="4"/>
                        </a:cubicBezTo>
                        <a:cubicBezTo>
                          <a:pt x="32" y="4"/>
                          <a:pt x="25" y="3"/>
                          <a:pt x="19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5" name="ïSḷidé"/>
                  <p:cNvSpPr/>
                  <p:nvPr/>
                </p:nvSpPr>
                <p:spPr bwMode="auto">
                  <a:xfrm>
                    <a:off x="5826696" y="3118632"/>
                    <a:ext cx="169761" cy="49182"/>
                  </a:xfrm>
                  <a:custGeom>
                    <a:avLst/>
                    <a:gdLst>
                      <a:gd name="T0" fmla="*/ 23 w 45"/>
                      <a:gd name="T1" fmla="*/ 13 h 13"/>
                      <a:gd name="T2" fmla="*/ 0 w 45"/>
                      <a:gd name="T3" fmla="*/ 6 h 13"/>
                      <a:gd name="T4" fmla="*/ 0 w 45"/>
                      <a:gd name="T5" fmla="*/ 4 h 13"/>
                      <a:gd name="T6" fmla="*/ 19 w 45"/>
                      <a:gd name="T7" fmla="*/ 0 h 13"/>
                      <a:gd name="T8" fmla="*/ 41 w 45"/>
                      <a:gd name="T9" fmla="*/ 1 h 13"/>
                      <a:gd name="T10" fmla="*/ 45 w 45"/>
                      <a:gd name="T11" fmla="*/ 6 h 13"/>
                      <a:gd name="T12" fmla="*/ 44 w 45"/>
                      <a:gd name="T13" fmla="*/ 8 h 13"/>
                      <a:gd name="T14" fmla="*/ 23 w 45"/>
                      <a:gd name="T15" fmla="*/ 13 h 13"/>
                      <a:gd name="T16" fmla="*/ 19 w 45"/>
                      <a:gd name="T17" fmla="*/ 3 h 13"/>
                      <a:gd name="T18" fmla="*/ 3 w 45"/>
                      <a:gd name="T19" fmla="*/ 5 h 13"/>
                      <a:gd name="T20" fmla="*/ 23 w 45"/>
                      <a:gd name="T21" fmla="*/ 10 h 13"/>
                      <a:gd name="T22" fmla="*/ 42 w 45"/>
                      <a:gd name="T23" fmla="*/ 6 h 13"/>
                      <a:gd name="T24" fmla="*/ 42 w 45"/>
                      <a:gd name="T25" fmla="*/ 6 h 13"/>
                      <a:gd name="T26" fmla="*/ 41 w 45"/>
                      <a:gd name="T27" fmla="*/ 4 h 13"/>
                      <a:gd name="T28" fmla="*/ 19 w 45"/>
                      <a:gd name="T29" fmla="*/ 3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45" h="13">
                        <a:moveTo>
                          <a:pt x="23" y="13"/>
                        </a:moveTo>
                        <a:cubicBezTo>
                          <a:pt x="18" y="13"/>
                          <a:pt x="2" y="12"/>
                          <a:pt x="0" y="6"/>
                        </a:cubicBezTo>
                        <a:cubicBezTo>
                          <a:pt x="0" y="6"/>
                          <a:pt x="0" y="5"/>
                          <a:pt x="0" y="4"/>
                        </a:cubicBezTo>
                        <a:cubicBezTo>
                          <a:pt x="1" y="2"/>
                          <a:pt x="4" y="0"/>
                          <a:pt x="19" y="0"/>
                        </a:cubicBezTo>
                        <a:cubicBezTo>
                          <a:pt x="25" y="0"/>
                          <a:pt x="32" y="0"/>
                          <a:pt x="41" y="1"/>
                        </a:cubicBezTo>
                        <a:cubicBezTo>
                          <a:pt x="43" y="1"/>
                          <a:pt x="45" y="3"/>
                          <a:pt x="45" y="6"/>
                        </a:cubicBezTo>
                        <a:cubicBezTo>
                          <a:pt x="45" y="7"/>
                          <a:pt x="45" y="8"/>
                          <a:pt x="44" y="8"/>
                        </a:cubicBezTo>
                        <a:cubicBezTo>
                          <a:pt x="41" y="12"/>
                          <a:pt x="31" y="13"/>
                          <a:pt x="23" y="13"/>
                        </a:cubicBezTo>
                        <a:close/>
                        <a:moveTo>
                          <a:pt x="19" y="3"/>
                        </a:moveTo>
                        <a:cubicBezTo>
                          <a:pt x="4" y="3"/>
                          <a:pt x="3" y="5"/>
                          <a:pt x="3" y="5"/>
                        </a:cubicBezTo>
                        <a:cubicBezTo>
                          <a:pt x="3" y="7"/>
                          <a:pt x="11" y="10"/>
                          <a:pt x="23" y="10"/>
                        </a:cubicBezTo>
                        <a:cubicBezTo>
                          <a:pt x="32" y="10"/>
                          <a:pt x="40" y="8"/>
                          <a:pt x="42" y="6"/>
                        </a:cubicBezTo>
                        <a:cubicBezTo>
                          <a:pt x="42" y="6"/>
                          <a:pt x="42" y="6"/>
                          <a:pt x="42" y="6"/>
                        </a:cubicBezTo>
                        <a:cubicBezTo>
                          <a:pt x="42" y="4"/>
                          <a:pt x="41" y="4"/>
                          <a:pt x="41" y="4"/>
                        </a:cubicBezTo>
                        <a:cubicBezTo>
                          <a:pt x="32" y="3"/>
                          <a:pt x="25" y="3"/>
                          <a:pt x="19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6" name="iṣlïḍé"/>
                  <p:cNvSpPr/>
                  <p:nvPr/>
                </p:nvSpPr>
                <p:spPr bwMode="auto">
                  <a:xfrm>
                    <a:off x="5826696" y="3156709"/>
                    <a:ext cx="169761" cy="44423"/>
                  </a:xfrm>
                  <a:custGeom>
                    <a:avLst/>
                    <a:gdLst>
                      <a:gd name="T0" fmla="*/ 23 w 45"/>
                      <a:gd name="T1" fmla="*/ 12 h 12"/>
                      <a:gd name="T2" fmla="*/ 0 w 45"/>
                      <a:gd name="T3" fmla="*/ 6 h 12"/>
                      <a:gd name="T4" fmla="*/ 0 w 45"/>
                      <a:gd name="T5" fmla="*/ 4 h 12"/>
                      <a:gd name="T6" fmla="*/ 19 w 45"/>
                      <a:gd name="T7" fmla="*/ 0 h 12"/>
                      <a:gd name="T8" fmla="*/ 41 w 45"/>
                      <a:gd name="T9" fmla="*/ 1 h 12"/>
                      <a:gd name="T10" fmla="*/ 45 w 45"/>
                      <a:gd name="T11" fmla="*/ 6 h 12"/>
                      <a:gd name="T12" fmla="*/ 44 w 45"/>
                      <a:gd name="T13" fmla="*/ 8 h 12"/>
                      <a:gd name="T14" fmla="*/ 23 w 45"/>
                      <a:gd name="T15" fmla="*/ 12 h 12"/>
                      <a:gd name="T16" fmla="*/ 19 w 45"/>
                      <a:gd name="T17" fmla="*/ 3 h 12"/>
                      <a:gd name="T18" fmla="*/ 3 w 45"/>
                      <a:gd name="T19" fmla="*/ 5 h 12"/>
                      <a:gd name="T20" fmla="*/ 23 w 45"/>
                      <a:gd name="T21" fmla="*/ 9 h 12"/>
                      <a:gd name="T22" fmla="*/ 42 w 45"/>
                      <a:gd name="T23" fmla="*/ 6 h 12"/>
                      <a:gd name="T24" fmla="*/ 42 w 45"/>
                      <a:gd name="T25" fmla="*/ 6 h 12"/>
                      <a:gd name="T26" fmla="*/ 41 w 45"/>
                      <a:gd name="T27" fmla="*/ 4 h 12"/>
                      <a:gd name="T28" fmla="*/ 19 w 45"/>
                      <a:gd name="T29" fmla="*/ 3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45" h="12">
                        <a:moveTo>
                          <a:pt x="23" y="12"/>
                        </a:moveTo>
                        <a:cubicBezTo>
                          <a:pt x="18" y="12"/>
                          <a:pt x="2" y="12"/>
                          <a:pt x="0" y="6"/>
                        </a:cubicBezTo>
                        <a:cubicBezTo>
                          <a:pt x="0" y="6"/>
                          <a:pt x="0" y="5"/>
                          <a:pt x="0" y="4"/>
                        </a:cubicBezTo>
                        <a:cubicBezTo>
                          <a:pt x="1" y="2"/>
                          <a:pt x="4" y="0"/>
                          <a:pt x="19" y="0"/>
                        </a:cubicBezTo>
                        <a:cubicBezTo>
                          <a:pt x="25" y="0"/>
                          <a:pt x="32" y="0"/>
                          <a:pt x="41" y="1"/>
                        </a:cubicBezTo>
                        <a:cubicBezTo>
                          <a:pt x="43" y="1"/>
                          <a:pt x="45" y="2"/>
                          <a:pt x="45" y="6"/>
                        </a:cubicBezTo>
                        <a:cubicBezTo>
                          <a:pt x="45" y="6"/>
                          <a:pt x="45" y="7"/>
                          <a:pt x="44" y="8"/>
                        </a:cubicBezTo>
                        <a:cubicBezTo>
                          <a:pt x="41" y="11"/>
                          <a:pt x="31" y="12"/>
                          <a:pt x="23" y="12"/>
                        </a:cubicBezTo>
                        <a:close/>
                        <a:moveTo>
                          <a:pt x="19" y="3"/>
                        </a:moveTo>
                        <a:cubicBezTo>
                          <a:pt x="4" y="3"/>
                          <a:pt x="3" y="5"/>
                          <a:pt x="3" y="5"/>
                        </a:cubicBezTo>
                        <a:cubicBezTo>
                          <a:pt x="3" y="7"/>
                          <a:pt x="11" y="9"/>
                          <a:pt x="23" y="9"/>
                        </a:cubicBezTo>
                        <a:cubicBezTo>
                          <a:pt x="32" y="9"/>
                          <a:pt x="40" y="8"/>
                          <a:pt x="42" y="6"/>
                        </a:cubicBezTo>
                        <a:cubicBezTo>
                          <a:pt x="42" y="6"/>
                          <a:pt x="42" y="6"/>
                          <a:pt x="42" y="6"/>
                        </a:cubicBezTo>
                        <a:cubicBezTo>
                          <a:pt x="42" y="4"/>
                          <a:pt x="41" y="4"/>
                          <a:pt x="41" y="4"/>
                        </a:cubicBezTo>
                        <a:cubicBezTo>
                          <a:pt x="32" y="3"/>
                          <a:pt x="25" y="3"/>
                          <a:pt x="19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7" name="íṩľiďé"/>
                  <p:cNvSpPr/>
                  <p:nvPr/>
                </p:nvSpPr>
                <p:spPr bwMode="auto">
                  <a:xfrm>
                    <a:off x="5883811" y="3193199"/>
                    <a:ext cx="71395" cy="49182"/>
                  </a:xfrm>
                  <a:custGeom>
                    <a:avLst/>
                    <a:gdLst>
                      <a:gd name="T0" fmla="*/ 9 w 19"/>
                      <a:gd name="T1" fmla="*/ 13 h 13"/>
                      <a:gd name="T2" fmla="*/ 9 w 19"/>
                      <a:gd name="T3" fmla="*/ 13 h 13"/>
                      <a:gd name="T4" fmla="*/ 0 w 19"/>
                      <a:gd name="T5" fmla="*/ 1 h 13"/>
                      <a:gd name="T6" fmla="*/ 3 w 19"/>
                      <a:gd name="T7" fmla="*/ 0 h 13"/>
                      <a:gd name="T8" fmla="*/ 9 w 19"/>
                      <a:gd name="T9" fmla="*/ 10 h 13"/>
                      <a:gd name="T10" fmla="*/ 9 w 19"/>
                      <a:gd name="T11" fmla="*/ 10 h 13"/>
                      <a:gd name="T12" fmla="*/ 16 w 19"/>
                      <a:gd name="T13" fmla="*/ 0 h 13"/>
                      <a:gd name="T14" fmla="*/ 19 w 19"/>
                      <a:gd name="T15" fmla="*/ 1 h 13"/>
                      <a:gd name="T16" fmla="*/ 9 w 19"/>
                      <a:gd name="T17" fmla="*/ 13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9" h="13">
                        <a:moveTo>
                          <a:pt x="9" y="13"/>
                        </a:moveTo>
                        <a:cubicBezTo>
                          <a:pt x="9" y="13"/>
                          <a:pt x="9" y="13"/>
                          <a:pt x="9" y="13"/>
                        </a:cubicBezTo>
                        <a:cubicBezTo>
                          <a:pt x="4" y="12"/>
                          <a:pt x="0" y="2"/>
                          <a:pt x="0" y="1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4" y="4"/>
                          <a:pt x="7" y="10"/>
                          <a:pt x="9" y="10"/>
                        </a:cubicBezTo>
                        <a:cubicBezTo>
                          <a:pt x="9" y="10"/>
                          <a:pt x="9" y="10"/>
                          <a:pt x="9" y="10"/>
                        </a:cubicBezTo>
                        <a:cubicBezTo>
                          <a:pt x="10" y="10"/>
                          <a:pt x="13" y="9"/>
                          <a:pt x="16" y="0"/>
                        </a:cubicBezTo>
                        <a:cubicBezTo>
                          <a:pt x="19" y="1"/>
                          <a:pt x="19" y="1"/>
                          <a:pt x="19" y="1"/>
                        </a:cubicBezTo>
                        <a:cubicBezTo>
                          <a:pt x="16" y="9"/>
                          <a:pt x="13" y="13"/>
                          <a:pt x="9" y="1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8" name="iṩḻïḋe"/>
                  <p:cNvSpPr/>
                  <p:nvPr/>
                </p:nvSpPr>
                <p:spPr bwMode="auto">
                  <a:xfrm>
                    <a:off x="5714051" y="2610936"/>
                    <a:ext cx="90433" cy="98366"/>
                  </a:xfrm>
                  <a:custGeom>
                    <a:avLst/>
                    <a:gdLst>
                      <a:gd name="T0" fmla="*/ 21 w 24"/>
                      <a:gd name="T1" fmla="*/ 26 h 26"/>
                      <a:gd name="T2" fmla="*/ 0 w 24"/>
                      <a:gd name="T3" fmla="*/ 3 h 26"/>
                      <a:gd name="T4" fmla="*/ 1 w 24"/>
                      <a:gd name="T5" fmla="*/ 0 h 26"/>
                      <a:gd name="T6" fmla="*/ 24 w 24"/>
                      <a:gd name="T7" fmla="*/ 24 h 26"/>
                      <a:gd name="T8" fmla="*/ 21 w 24"/>
                      <a:gd name="T9" fmla="*/ 26 h 2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26">
                        <a:moveTo>
                          <a:pt x="21" y="26"/>
                        </a:moveTo>
                        <a:cubicBezTo>
                          <a:pt x="21" y="26"/>
                          <a:pt x="11" y="5"/>
                          <a:pt x="0" y="3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3" y="2"/>
                          <a:pt x="23" y="24"/>
                          <a:pt x="24" y="24"/>
                        </a:cubicBezTo>
                        <a:lnTo>
                          <a:pt x="21" y="26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9" name="îṣlídê"/>
                  <p:cNvSpPr/>
                  <p:nvPr/>
                </p:nvSpPr>
                <p:spPr bwMode="auto">
                  <a:xfrm>
                    <a:off x="5837802" y="2607763"/>
                    <a:ext cx="30145" cy="82500"/>
                  </a:xfrm>
                  <a:custGeom>
                    <a:avLst/>
                    <a:gdLst>
                      <a:gd name="T0" fmla="*/ 5 w 8"/>
                      <a:gd name="T1" fmla="*/ 22 h 22"/>
                      <a:gd name="T2" fmla="*/ 0 w 8"/>
                      <a:gd name="T3" fmla="*/ 4 h 22"/>
                      <a:gd name="T4" fmla="*/ 1 w 8"/>
                      <a:gd name="T5" fmla="*/ 4 h 22"/>
                      <a:gd name="T6" fmla="*/ 1 w 8"/>
                      <a:gd name="T7" fmla="*/ 1 h 22"/>
                      <a:gd name="T8" fmla="*/ 8 w 8"/>
                      <a:gd name="T9" fmla="*/ 21 h 22"/>
                      <a:gd name="T10" fmla="*/ 5 w 8"/>
                      <a:gd name="T11" fmla="*/ 22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8" h="22">
                        <a:moveTo>
                          <a:pt x="5" y="22"/>
                        </a:moveTo>
                        <a:cubicBezTo>
                          <a:pt x="3" y="14"/>
                          <a:pt x="1" y="5"/>
                          <a:pt x="0" y="4"/>
                        </a:cubicBezTo>
                        <a:cubicBezTo>
                          <a:pt x="0" y="4"/>
                          <a:pt x="1" y="4"/>
                          <a:pt x="1" y="4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2" y="1"/>
                          <a:pt x="4" y="0"/>
                          <a:pt x="8" y="21"/>
                        </a:cubicBezTo>
                        <a:lnTo>
                          <a:pt x="5" y="22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0" name="ïṡlîḋê"/>
                  <p:cNvSpPr/>
                  <p:nvPr/>
                </p:nvSpPr>
                <p:spPr bwMode="auto">
                  <a:xfrm>
                    <a:off x="5909196" y="2563340"/>
                    <a:ext cx="30145" cy="126924"/>
                  </a:xfrm>
                  <a:custGeom>
                    <a:avLst/>
                    <a:gdLst>
                      <a:gd name="T0" fmla="*/ 3 w 8"/>
                      <a:gd name="T1" fmla="*/ 34 h 34"/>
                      <a:gd name="T2" fmla="*/ 6 w 8"/>
                      <a:gd name="T3" fmla="*/ 0 h 34"/>
                      <a:gd name="T4" fmla="*/ 8 w 8"/>
                      <a:gd name="T5" fmla="*/ 1 h 34"/>
                      <a:gd name="T6" fmla="*/ 6 w 8"/>
                      <a:gd name="T7" fmla="*/ 33 h 34"/>
                      <a:gd name="T8" fmla="*/ 3 w 8"/>
                      <a:gd name="T9" fmla="*/ 34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" h="34">
                        <a:moveTo>
                          <a:pt x="3" y="34"/>
                        </a:moveTo>
                        <a:cubicBezTo>
                          <a:pt x="3" y="31"/>
                          <a:pt x="0" y="6"/>
                          <a:pt x="6" y="0"/>
                        </a:cubicBezTo>
                        <a:cubicBezTo>
                          <a:pt x="8" y="1"/>
                          <a:pt x="8" y="1"/>
                          <a:pt x="8" y="1"/>
                        </a:cubicBezTo>
                        <a:cubicBezTo>
                          <a:pt x="4" y="6"/>
                          <a:pt x="5" y="26"/>
                          <a:pt x="6" y="33"/>
                        </a:cubicBezTo>
                        <a:lnTo>
                          <a:pt x="3" y="34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1" name="iśḻïḍè"/>
                  <p:cNvSpPr/>
                  <p:nvPr/>
                </p:nvSpPr>
                <p:spPr bwMode="auto">
                  <a:xfrm>
                    <a:off x="5969484" y="2629975"/>
                    <a:ext cx="34904" cy="68221"/>
                  </a:xfrm>
                  <a:custGeom>
                    <a:avLst/>
                    <a:gdLst>
                      <a:gd name="T0" fmla="*/ 3 w 9"/>
                      <a:gd name="T1" fmla="*/ 18 h 18"/>
                      <a:gd name="T2" fmla="*/ 0 w 9"/>
                      <a:gd name="T3" fmla="*/ 18 h 18"/>
                      <a:gd name="T4" fmla="*/ 8 w 9"/>
                      <a:gd name="T5" fmla="*/ 0 h 18"/>
                      <a:gd name="T6" fmla="*/ 9 w 9"/>
                      <a:gd name="T7" fmla="*/ 3 h 18"/>
                      <a:gd name="T8" fmla="*/ 3 w 9"/>
                      <a:gd name="T9" fmla="*/ 18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" h="18">
                        <a:moveTo>
                          <a:pt x="3" y="18"/>
                        </a:moveTo>
                        <a:cubicBezTo>
                          <a:pt x="0" y="18"/>
                          <a:pt x="0" y="18"/>
                          <a:pt x="0" y="18"/>
                        </a:cubicBezTo>
                        <a:cubicBezTo>
                          <a:pt x="1" y="15"/>
                          <a:pt x="3" y="1"/>
                          <a:pt x="8" y="0"/>
                        </a:cubicBezTo>
                        <a:cubicBezTo>
                          <a:pt x="9" y="3"/>
                          <a:pt x="9" y="3"/>
                          <a:pt x="9" y="3"/>
                        </a:cubicBezTo>
                        <a:cubicBezTo>
                          <a:pt x="6" y="4"/>
                          <a:pt x="4" y="12"/>
                          <a:pt x="3" y="18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2" name="ïşļïdê"/>
                  <p:cNvSpPr/>
                  <p:nvPr/>
                </p:nvSpPr>
                <p:spPr bwMode="auto">
                  <a:xfrm>
                    <a:off x="6023427" y="2656946"/>
                    <a:ext cx="96780" cy="66635"/>
                  </a:xfrm>
                  <a:custGeom>
                    <a:avLst/>
                    <a:gdLst>
                      <a:gd name="T0" fmla="*/ 3 w 26"/>
                      <a:gd name="T1" fmla="*/ 18 h 18"/>
                      <a:gd name="T2" fmla="*/ 0 w 26"/>
                      <a:gd name="T3" fmla="*/ 16 h 18"/>
                      <a:gd name="T4" fmla="*/ 26 w 26"/>
                      <a:gd name="T5" fmla="*/ 1 h 18"/>
                      <a:gd name="T6" fmla="*/ 25 w 26"/>
                      <a:gd name="T7" fmla="*/ 4 h 18"/>
                      <a:gd name="T8" fmla="*/ 3 w 26"/>
                      <a:gd name="T9" fmla="*/ 18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6" h="18">
                        <a:moveTo>
                          <a:pt x="3" y="18"/>
                        </a:moveTo>
                        <a:cubicBezTo>
                          <a:pt x="0" y="16"/>
                          <a:pt x="0" y="16"/>
                          <a:pt x="0" y="16"/>
                        </a:cubicBezTo>
                        <a:cubicBezTo>
                          <a:pt x="1" y="15"/>
                          <a:pt x="14" y="0"/>
                          <a:pt x="26" y="1"/>
                        </a:cubicBezTo>
                        <a:cubicBezTo>
                          <a:pt x="25" y="4"/>
                          <a:pt x="25" y="4"/>
                          <a:pt x="25" y="4"/>
                        </a:cubicBezTo>
                        <a:cubicBezTo>
                          <a:pt x="16" y="3"/>
                          <a:pt x="3" y="18"/>
                          <a:pt x="3" y="18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3" name="íṣļíďê"/>
                  <p:cNvSpPr/>
                  <p:nvPr/>
                </p:nvSpPr>
                <p:spPr bwMode="auto">
                  <a:xfrm>
                    <a:off x="6056745" y="2736273"/>
                    <a:ext cx="44423" cy="22212"/>
                  </a:xfrm>
                  <a:custGeom>
                    <a:avLst/>
                    <a:gdLst>
                      <a:gd name="T0" fmla="*/ 2 w 12"/>
                      <a:gd name="T1" fmla="*/ 6 h 6"/>
                      <a:gd name="T2" fmla="*/ 0 w 12"/>
                      <a:gd name="T3" fmla="*/ 4 h 6"/>
                      <a:gd name="T4" fmla="*/ 12 w 12"/>
                      <a:gd name="T5" fmla="*/ 1 h 6"/>
                      <a:gd name="T6" fmla="*/ 11 w 12"/>
                      <a:gd name="T7" fmla="*/ 4 h 6"/>
                      <a:gd name="T8" fmla="*/ 2 w 12"/>
                      <a:gd name="T9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" h="6">
                        <a:moveTo>
                          <a:pt x="2" y="6"/>
                        </a:move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1" y="4"/>
                          <a:pt x="6" y="0"/>
                          <a:pt x="12" y="1"/>
                        </a:cubicBezTo>
                        <a:cubicBezTo>
                          <a:pt x="11" y="4"/>
                          <a:pt x="11" y="4"/>
                          <a:pt x="11" y="4"/>
                        </a:cubicBezTo>
                        <a:cubicBezTo>
                          <a:pt x="7" y="4"/>
                          <a:pt x="2" y="6"/>
                          <a:pt x="2" y="6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4" name="íşḷîḑè"/>
                  <p:cNvSpPr/>
                  <p:nvPr/>
                </p:nvSpPr>
                <p:spPr bwMode="auto">
                  <a:xfrm>
                    <a:off x="5717224" y="2736273"/>
                    <a:ext cx="46010" cy="22212"/>
                  </a:xfrm>
                  <a:custGeom>
                    <a:avLst/>
                    <a:gdLst>
                      <a:gd name="T0" fmla="*/ 10 w 12"/>
                      <a:gd name="T1" fmla="*/ 6 h 6"/>
                      <a:gd name="T2" fmla="*/ 0 w 12"/>
                      <a:gd name="T3" fmla="*/ 3 h 6"/>
                      <a:gd name="T4" fmla="*/ 0 w 12"/>
                      <a:gd name="T5" fmla="*/ 0 h 6"/>
                      <a:gd name="T6" fmla="*/ 12 w 12"/>
                      <a:gd name="T7" fmla="*/ 4 h 6"/>
                      <a:gd name="T8" fmla="*/ 10 w 12"/>
                      <a:gd name="T9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" h="6">
                        <a:moveTo>
                          <a:pt x="10" y="6"/>
                        </a:moveTo>
                        <a:cubicBezTo>
                          <a:pt x="9" y="6"/>
                          <a:pt x="6" y="3"/>
                          <a:pt x="0" y="3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7" y="0"/>
                          <a:pt x="11" y="4"/>
                          <a:pt x="12" y="4"/>
                        </a:cubicBezTo>
                        <a:lnTo>
                          <a:pt x="10" y="6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1" name="íṩḷïḓê"/>
                <p:cNvGrpSpPr/>
                <p:nvPr/>
              </p:nvGrpSpPr>
              <p:grpSpPr>
                <a:xfrm>
                  <a:off x="3272257" y="5170037"/>
                  <a:ext cx="309377" cy="414088"/>
                  <a:chOff x="3957743" y="5628549"/>
                  <a:chExt cx="309377" cy="414088"/>
                </a:xfrm>
              </p:grpSpPr>
              <p:sp>
                <p:nvSpPr>
                  <p:cNvPr id="95" name="íŝľídê"/>
                  <p:cNvSpPr/>
                  <p:nvPr/>
                </p:nvSpPr>
                <p:spPr bwMode="auto">
                  <a:xfrm>
                    <a:off x="3957743" y="5639654"/>
                    <a:ext cx="120578" cy="150721"/>
                  </a:xfrm>
                  <a:custGeom>
                    <a:avLst/>
                    <a:gdLst>
                      <a:gd name="T0" fmla="*/ 29 w 32"/>
                      <a:gd name="T1" fmla="*/ 2 h 40"/>
                      <a:gd name="T2" fmla="*/ 26 w 32"/>
                      <a:gd name="T3" fmla="*/ 1 h 40"/>
                      <a:gd name="T4" fmla="*/ 22 w 32"/>
                      <a:gd name="T5" fmla="*/ 0 h 40"/>
                      <a:gd name="T6" fmla="*/ 4 w 32"/>
                      <a:gd name="T7" fmla="*/ 14 h 40"/>
                      <a:gd name="T8" fmla="*/ 11 w 32"/>
                      <a:gd name="T9" fmla="*/ 39 h 40"/>
                      <a:gd name="T10" fmla="*/ 14 w 32"/>
                      <a:gd name="T11" fmla="*/ 40 h 40"/>
                      <a:gd name="T12" fmla="*/ 15 w 32"/>
                      <a:gd name="T13" fmla="*/ 40 h 40"/>
                      <a:gd name="T14" fmla="*/ 18 w 32"/>
                      <a:gd name="T15" fmla="*/ 40 h 40"/>
                      <a:gd name="T16" fmla="*/ 15 w 32"/>
                      <a:gd name="T17" fmla="*/ 38 h 40"/>
                      <a:gd name="T18" fmla="*/ 12 w 32"/>
                      <a:gd name="T19" fmla="*/ 37 h 40"/>
                      <a:gd name="T20" fmla="*/ 12 w 32"/>
                      <a:gd name="T21" fmla="*/ 37 h 40"/>
                      <a:gd name="T22" fmla="*/ 6 w 32"/>
                      <a:gd name="T23" fmla="*/ 15 h 40"/>
                      <a:gd name="T24" fmla="*/ 22 w 32"/>
                      <a:gd name="T25" fmla="*/ 2 h 40"/>
                      <a:gd name="T26" fmla="*/ 26 w 32"/>
                      <a:gd name="T27" fmla="*/ 2 h 40"/>
                      <a:gd name="T28" fmla="*/ 28 w 32"/>
                      <a:gd name="T29" fmla="*/ 4 h 40"/>
                      <a:gd name="T30" fmla="*/ 32 w 32"/>
                      <a:gd name="T31" fmla="*/ 5 h 40"/>
                      <a:gd name="T32" fmla="*/ 29 w 32"/>
                      <a:gd name="T33" fmla="*/ 2 h 4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32" h="40">
                        <a:moveTo>
                          <a:pt x="29" y="2"/>
                        </a:moveTo>
                        <a:cubicBezTo>
                          <a:pt x="28" y="2"/>
                          <a:pt x="27" y="1"/>
                          <a:pt x="26" y="1"/>
                        </a:cubicBezTo>
                        <a:cubicBezTo>
                          <a:pt x="25" y="0"/>
                          <a:pt x="23" y="0"/>
                          <a:pt x="22" y="0"/>
                        </a:cubicBezTo>
                        <a:cubicBezTo>
                          <a:pt x="15" y="0"/>
                          <a:pt x="8" y="5"/>
                          <a:pt x="4" y="14"/>
                        </a:cubicBezTo>
                        <a:cubicBezTo>
                          <a:pt x="0" y="25"/>
                          <a:pt x="3" y="36"/>
                          <a:pt x="11" y="39"/>
                        </a:cubicBezTo>
                        <a:cubicBezTo>
                          <a:pt x="12" y="39"/>
                          <a:pt x="13" y="40"/>
                          <a:pt x="14" y="40"/>
                        </a:cubicBezTo>
                        <a:cubicBezTo>
                          <a:pt x="15" y="40"/>
                          <a:pt x="15" y="40"/>
                          <a:pt x="15" y="40"/>
                        </a:cubicBezTo>
                        <a:cubicBezTo>
                          <a:pt x="16" y="40"/>
                          <a:pt x="17" y="40"/>
                          <a:pt x="18" y="40"/>
                        </a:cubicBezTo>
                        <a:cubicBezTo>
                          <a:pt x="17" y="39"/>
                          <a:pt x="16" y="39"/>
                          <a:pt x="15" y="38"/>
                        </a:cubicBezTo>
                        <a:cubicBezTo>
                          <a:pt x="14" y="38"/>
                          <a:pt x="13" y="38"/>
                          <a:pt x="12" y="37"/>
                        </a:cubicBezTo>
                        <a:cubicBezTo>
                          <a:pt x="12" y="37"/>
                          <a:pt x="12" y="37"/>
                          <a:pt x="12" y="37"/>
                        </a:cubicBezTo>
                        <a:cubicBezTo>
                          <a:pt x="5" y="34"/>
                          <a:pt x="2" y="24"/>
                          <a:pt x="6" y="15"/>
                        </a:cubicBezTo>
                        <a:cubicBezTo>
                          <a:pt x="9" y="7"/>
                          <a:pt x="16" y="2"/>
                          <a:pt x="22" y="2"/>
                        </a:cubicBezTo>
                        <a:cubicBezTo>
                          <a:pt x="23" y="2"/>
                          <a:pt x="24" y="2"/>
                          <a:pt x="26" y="2"/>
                        </a:cubicBezTo>
                        <a:cubicBezTo>
                          <a:pt x="27" y="3"/>
                          <a:pt x="28" y="4"/>
                          <a:pt x="28" y="4"/>
                        </a:cubicBezTo>
                        <a:cubicBezTo>
                          <a:pt x="30" y="4"/>
                          <a:pt x="31" y="5"/>
                          <a:pt x="32" y="5"/>
                        </a:cubicBezTo>
                        <a:cubicBezTo>
                          <a:pt x="31" y="4"/>
                          <a:pt x="30" y="3"/>
                          <a:pt x="29" y="2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96" name="íŝlíďé"/>
                  <p:cNvSpPr/>
                  <p:nvPr/>
                </p:nvSpPr>
                <p:spPr bwMode="auto">
                  <a:xfrm>
                    <a:off x="3987888" y="5647588"/>
                    <a:ext cx="134857" cy="150721"/>
                  </a:xfrm>
                  <a:custGeom>
                    <a:avLst/>
                    <a:gdLst>
                      <a:gd name="T0" fmla="*/ 25 w 36"/>
                      <a:gd name="T1" fmla="*/ 1 h 40"/>
                      <a:gd name="T2" fmla="*/ 21 w 36"/>
                      <a:gd name="T3" fmla="*/ 0 h 40"/>
                      <a:gd name="T4" fmla="*/ 20 w 36"/>
                      <a:gd name="T5" fmla="*/ 0 h 40"/>
                      <a:gd name="T6" fmla="*/ 18 w 36"/>
                      <a:gd name="T7" fmla="*/ 0 h 40"/>
                      <a:gd name="T8" fmla="*/ 3 w 36"/>
                      <a:gd name="T9" fmla="*/ 15 h 40"/>
                      <a:gd name="T10" fmla="*/ 4 w 36"/>
                      <a:gd name="T11" fmla="*/ 35 h 40"/>
                      <a:gd name="T12" fmla="*/ 6 w 36"/>
                      <a:gd name="T13" fmla="*/ 38 h 40"/>
                      <a:gd name="T14" fmla="*/ 9 w 36"/>
                      <a:gd name="T15" fmla="*/ 40 h 40"/>
                      <a:gd name="T16" fmla="*/ 14 w 36"/>
                      <a:gd name="T17" fmla="*/ 40 h 40"/>
                      <a:gd name="T18" fmla="*/ 31 w 36"/>
                      <a:gd name="T19" fmla="*/ 26 h 40"/>
                      <a:gd name="T20" fmla="*/ 25 w 36"/>
                      <a:gd name="T21" fmla="*/ 1 h 40"/>
                      <a:gd name="T22" fmla="*/ 29 w 36"/>
                      <a:gd name="T23" fmla="*/ 25 h 40"/>
                      <a:gd name="T24" fmla="*/ 14 w 36"/>
                      <a:gd name="T25" fmla="*/ 38 h 40"/>
                      <a:gd name="T26" fmla="*/ 10 w 36"/>
                      <a:gd name="T27" fmla="*/ 38 h 40"/>
                      <a:gd name="T28" fmla="*/ 10 w 36"/>
                      <a:gd name="T29" fmla="*/ 38 h 40"/>
                      <a:gd name="T30" fmla="*/ 7 w 36"/>
                      <a:gd name="T31" fmla="*/ 36 h 40"/>
                      <a:gd name="T32" fmla="*/ 4 w 36"/>
                      <a:gd name="T33" fmla="*/ 15 h 40"/>
                      <a:gd name="T34" fmla="*/ 20 w 36"/>
                      <a:gd name="T35" fmla="*/ 2 h 40"/>
                      <a:gd name="T36" fmla="*/ 20 w 36"/>
                      <a:gd name="T37" fmla="*/ 2 h 40"/>
                      <a:gd name="T38" fmla="*/ 24 w 36"/>
                      <a:gd name="T39" fmla="*/ 3 h 40"/>
                      <a:gd name="T40" fmla="*/ 24 w 36"/>
                      <a:gd name="T41" fmla="*/ 3 h 40"/>
                      <a:gd name="T42" fmla="*/ 29 w 36"/>
                      <a:gd name="T43" fmla="*/ 25 h 4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36" h="40">
                        <a:moveTo>
                          <a:pt x="25" y="1"/>
                        </a:moveTo>
                        <a:cubicBezTo>
                          <a:pt x="24" y="1"/>
                          <a:pt x="22" y="0"/>
                          <a:pt x="21" y="0"/>
                        </a:cubicBezTo>
                        <a:cubicBezTo>
                          <a:pt x="21" y="0"/>
                          <a:pt x="21" y="0"/>
                          <a:pt x="20" y="0"/>
                        </a:cubicBezTo>
                        <a:cubicBezTo>
                          <a:pt x="19" y="0"/>
                          <a:pt x="18" y="0"/>
                          <a:pt x="18" y="0"/>
                        </a:cubicBezTo>
                        <a:cubicBezTo>
                          <a:pt x="11" y="2"/>
                          <a:pt x="6" y="7"/>
                          <a:pt x="3" y="15"/>
                        </a:cubicBezTo>
                        <a:cubicBezTo>
                          <a:pt x="0" y="22"/>
                          <a:pt x="0" y="30"/>
                          <a:pt x="4" y="35"/>
                        </a:cubicBezTo>
                        <a:cubicBezTo>
                          <a:pt x="4" y="36"/>
                          <a:pt x="5" y="37"/>
                          <a:pt x="6" y="38"/>
                        </a:cubicBezTo>
                        <a:cubicBezTo>
                          <a:pt x="7" y="39"/>
                          <a:pt x="8" y="39"/>
                          <a:pt x="9" y="40"/>
                        </a:cubicBezTo>
                        <a:cubicBezTo>
                          <a:pt x="11" y="40"/>
                          <a:pt x="12" y="40"/>
                          <a:pt x="14" y="40"/>
                        </a:cubicBezTo>
                        <a:cubicBezTo>
                          <a:pt x="21" y="40"/>
                          <a:pt x="28" y="35"/>
                          <a:pt x="31" y="26"/>
                        </a:cubicBezTo>
                        <a:cubicBezTo>
                          <a:pt x="36" y="15"/>
                          <a:pt x="33" y="4"/>
                          <a:pt x="25" y="1"/>
                        </a:cubicBezTo>
                        <a:close/>
                        <a:moveTo>
                          <a:pt x="29" y="25"/>
                        </a:moveTo>
                        <a:cubicBezTo>
                          <a:pt x="26" y="33"/>
                          <a:pt x="20" y="38"/>
                          <a:pt x="14" y="38"/>
                        </a:cubicBezTo>
                        <a:cubicBezTo>
                          <a:pt x="12" y="38"/>
                          <a:pt x="11" y="38"/>
                          <a:pt x="10" y="38"/>
                        </a:cubicBezTo>
                        <a:cubicBezTo>
                          <a:pt x="10" y="38"/>
                          <a:pt x="10" y="38"/>
                          <a:pt x="10" y="38"/>
                        </a:cubicBezTo>
                        <a:cubicBezTo>
                          <a:pt x="9" y="37"/>
                          <a:pt x="8" y="37"/>
                          <a:pt x="7" y="36"/>
                        </a:cubicBezTo>
                        <a:cubicBezTo>
                          <a:pt x="3" y="32"/>
                          <a:pt x="1" y="23"/>
                          <a:pt x="4" y="15"/>
                        </a:cubicBezTo>
                        <a:cubicBezTo>
                          <a:pt x="8" y="8"/>
                          <a:pt x="14" y="2"/>
                          <a:pt x="20" y="2"/>
                        </a:cubicBezTo>
                        <a:cubicBezTo>
                          <a:pt x="20" y="2"/>
                          <a:pt x="20" y="2"/>
                          <a:pt x="20" y="2"/>
                        </a:cubicBezTo>
                        <a:cubicBezTo>
                          <a:pt x="22" y="2"/>
                          <a:pt x="23" y="3"/>
                          <a:pt x="24" y="3"/>
                        </a:cubicBezTo>
                        <a:cubicBezTo>
                          <a:pt x="24" y="3"/>
                          <a:pt x="24" y="3"/>
                          <a:pt x="24" y="3"/>
                        </a:cubicBezTo>
                        <a:cubicBezTo>
                          <a:pt x="31" y="6"/>
                          <a:pt x="33" y="16"/>
                          <a:pt x="29" y="25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97" name="î$1ídè"/>
                  <p:cNvSpPr/>
                  <p:nvPr/>
                </p:nvSpPr>
                <p:spPr bwMode="auto">
                  <a:xfrm>
                    <a:off x="4105292" y="5883982"/>
                    <a:ext cx="120578" cy="150721"/>
                  </a:xfrm>
                  <a:custGeom>
                    <a:avLst/>
                    <a:gdLst>
                      <a:gd name="T0" fmla="*/ 29 w 32"/>
                      <a:gd name="T1" fmla="*/ 2 h 40"/>
                      <a:gd name="T2" fmla="*/ 26 w 32"/>
                      <a:gd name="T3" fmla="*/ 1 h 40"/>
                      <a:gd name="T4" fmla="*/ 22 w 32"/>
                      <a:gd name="T5" fmla="*/ 0 h 40"/>
                      <a:gd name="T6" fmla="*/ 4 w 32"/>
                      <a:gd name="T7" fmla="*/ 14 h 40"/>
                      <a:gd name="T8" fmla="*/ 11 w 32"/>
                      <a:gd name="T9" fmla="*/ 39 h 40"/>
                      <a:gd name="T10" fmla="*/ 14 w 32"/>
                      <a:gd name="T11" fmla="*/ 40 h 40"/>
                      <a:gd name="T12" fmla="*/ 15 w 32"/>
                      <a:gd name="T13" fmla="*/ 40 h 40"/>
                      <a:gd name="T14" fmla="*/ 18 w 32"/>
                      <a:gd name="T15" fmla="*/ 40 h 40"/>
                      <a:gd name="T16" fmla="*/ 15 w 32"/>
                      <a:gd name="T17" fmla="*/ 38 h 40"/>
                      <a:gd name="T18" fmla="*/ 12 w 32"/>
                      <a:gd name="T19" fmla="*/ 37 h 40"/>
                      <a:gd name="T20" fmla="*/ 12 w 32"/>
                      <a:gd name="T21" fmla="*/ 37 h 40"/>
                      <a:gd name="T22" fmla="*/ 6 w 32"/>
                      <a:gd name="T23" fmla="*/ 15 h 40"/>
                      <a:gd name="T24" fmla="*/ 22 w 32"/>
                      <a:gd name="T25" fmla="*/ 2 h 40"/>
                      <a:gd name="T26" fmla="*/ 25 w 32"/>
                      <a:gd name="T27" fmla="*/ 3 h 40"/>
                      <a:gd name="T28" fmla="*/ 28 w 32"/>
                      <a:gd name="T29" fmla="*/ 4 h 40"/>
                      <a:gd name="T30" fmla="*/ 32 w 32"/>
                      <a:gd name="T31" fmla="*/ 5 h 40"/>
                      <a:gd name="T32" fmla="*/ 29 w 32"/>
                      <a:gd name="T33" fmla="*/ 2 h 4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32" h="40">
                        <a:moveTo>
                          <a:pt x="29" y="2"/>
                        </a:moveTo>
                        <a:cubicBezTo>
                          <a:pt x="28" y="2"/>
                          <a:pt x="27" y="1"/>
                          <a:pt x="26" y="1"/>
                        </a:cubicBezTo>
                        <a:cubicBezTo>
                          <a:pt x="25" y="0"/>
                          <a:pt x="23" y="0"/>
                          <a:pt x="22" y="0"/>
                        </a:cubicBezTo>
                        <a:cubicBezTo>
                          <a:pt x="15" y="0"/>
                          <a:pt x="8" y="6"/>
                          <a:pt x="4" y="14"/>
                        </a:cubicBezTo>
                        <a:cubicBezTo>
                          <a:pt x="0" y="25"/>
                          <a:pt x="3" y="36"/>
                          <a:pt x="11" y="39"/>
                        </a:cubicBezTo>
                        <a:cubicBezTo>
                          <a:pt x="12" y="40"/>
                          <a:pt x="13" y="40"/>
                          <a:pt x="14" y="40"/>
                        </a:cubicBezTo>
                        <a:cubicBezTo>
                          <a:pt x="15" y="40"/>
                          <a:pt x="15" y="40"/>
                          <a:pt x="15" y="40"/>
                        </a:cubicBezTo>
                        <a:cubicBezTo>
                          <a:pt x="16" y="40"/>
                          <a:pt x="17" y="40"/>
                          <a:pt x="18" y="40"/>
                        </a:cubicBezTo>
                        <a:cubicBezTo>
                          <a:pt x="17" y="39"/>
                          <a:pt x="16" y="39"/>
                          <a:pt x="15" y="38"/>
                        </a:cubicBezTo>
                        <a:cubicBezTo>
                          <a:pt x="14" y="38"/>
                          <a:pt x="13" y="38"/>
                          <a:pt x="12" y="37"/>
                        </a:cubicBezTo>
                        <a:cubicBezTo>
                          <a:pt x="12" y="37"/>
                          <a:pt x="12" y="37"/>
                          <a:pt x="12" y="37"/>
                        </a:cubicBezTo>
                        <a:cubicBezTo>
                          <a:pt x="5" y="34"/>
                          <a:pt x="2" y="24"/>
                          <a:pt x="6" y="15"/>
                        </a:cubicBezTo>
                        <a:cubicBezTo>
                          <a:pt x="9" y="7"/>
                          <a:pt x="16" y="2"/>
                          <a:pt x="22" y="2"/>
                        </a:cubicBezTo>
                        <a:cubicBezTo>
                          <a:pt x="23" y="2"/>
                          <a:pt x="24" y="2"/>
                          <a:pt x="25" y="3"/>
                        </a:cubicBezTo>
                        <a:cubicBezTo>
                          <a:pt x="27" y="3"/>
                          <a:pt x="27" y="4"/>
                          <a:pt x="28" y="4"/>
                        </a:cubicBezTo>
                        <a:cubicBezTo>
                          <a:pt x="30" y="4"/>
                          <a:pt x="31" y="5"/>
                          <a:pt x="32" y="5"/>
                        </a:cubicBezTo>
                        <a:cubicBezTo>
                          <a:pt x="31" y="4"/>
                          <a:pt x="30" y="3"/>
                          <a:pt x="29" y="2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98" name="íṣļídé"/>
                  <p:cNvSpPr/>
                  <p:nvPr/>
                </p:nvSpPr>
                <p:spPr bwMode="auto">
                  <a:xfrm>
                    <a:off x="4130677" y="5891916"/>
                    <a:ext cx="136443" cy="150721"/>
                  </a:xfrm>
                  <a:custGeom>
                    <a:avLst/>
                    <a:gdLst>
                      <a:gd name="T0" fmla="*/ 26 w 36"/>
                      <a:gd name="T1" fmla="*/ 1 h 40"/>
                      <a:gd name="T2" fmla="*/ 22 w 36"/>
                      <a:gd name="T3" fmla="*/ 0 h 40"/>
                      <a:gd name="T4" fmla="*/ 21 w 36"/>
                      <a:gd name="T5" fmla="*/ 0 h 40"/>
                      <a:gd name="T6" fmla="*/ 18 w 36"/>
                      <a:gd name="T7" fmla="*/ 1 h 40"/>
                      <a:gd name="T8" fmla="*/ 3 w 36"/>
                      <a:gd name="T9" fmla="*/ 15 h 40"/>
                      <a:gd name="T10" fmla="*/ 5 w 36"/>
                      <a:gd name="T11" fmla="*/ 35 h 40"/>
                      <a:gd name="T12" fmla="*/ 7 w 36"/>
                      <a:gd name="T13" fmla="*/ 38 h 40"/>
                      <a:gd name="T14" fmla="*/ 10 w 36"/>
                      <a:gd name="T15" fmla="*/ 40 h 40"/>
                      <a:gd name="T16" fmla="*/ 15 w 36"/>
                      <a:gd name="T17" fmla="*/ 40 h 40"/>
                      <a:gd name="T18" fmla="*/ 32 w 36"/>
                      <a:gd name="T19" fmla="*/ 26 h 40"/>
                      <a:gd name="T20" fmla="*/ 26 w 36"/>
                      <a:gd name="T21" fmla="*/ 1 h 40"/>
                      <a:gd name="T22" fmla="*/ 30 w 36"/>
                      <a:gd name="T23" fmla="*/ 25 h 40"/>
                      <a:gd name="T24" fmla="*/ 15 w 36"/>
                      <a:gd name="T25" fmla="*/ 38 h 40"/>
                      <a:gd name="T26" fmla="*/ 11 w 36"/>
                      <a:gd name="T27" fmla="*/ 38 h 40"/>
                      <a:gd name="T28" fmla="*/ 11 w 36"/>
                      <a:gd name="T29" fmla="*/ 38 h 40"/>
                      <a:gd name="T30" fmla="*/ 8 w 36"/>
                      <a:gd name="T31" fmla="*/ 36 h 40"/>
                      <a:gd name="T32" fmla="*/ 5 w 36"/>
                      <a:gd name="T33" fmla="*/ 15 h 40"/>
                      <a:gd name="T34" fmla="*/ 21 w 36"/>
                      <a:gd name="T35" fmla="*/ 2 h 40"/>
                      <a:gd name="T36" fmla="*/ 21 w 36"/>
                      <a:gd name="T37" fmla="*/ 2 h 40"/>
                      <a:gd name="T38" fmla="*/ 25 w 36"/>
                      <a:gd name="T39" fmla="*/ 3 h 40"/>
                      <a:gd name="T40" fmla="*/ 25 w 36"/>
                      <a:gd name="T41" fmla="*/ 3 h 40"/>
                      <a:gd name="T42" fmla="*/ 30 w 36"/>
                      <a:gd name="T43" fmla="*/ 25 h 4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36" h="40">
                        <a:moveTo>
                          <a:pt x="26" y="1"/>
                        </a:moveTo>
                        <a:cubicBezTo>
                          <a:pt x="25" y="1"/>
                          <a:pt x="23" y="0"/>
                          <a:pt x="22" y="0"/>
                        </a:cubicBezTo>
                        <a:cubicBezTo>
                          <a:pt x="22" y="0"/>
                          <a:pt x="21" y="0"/>
                          <a:pt x="21" y="0"/>
                        </a:cubicBezTo>
                        <a:cubicBezTo>
                          <a:pt x="20" y="0"/>
                          <a:pt x="19" y="0"/>
                          <a:pt x="18" y="1"/>
                        </a:cubicBezTo>
                        <a:cubicBezTo>
                          <a:pt x="12" y="2"/>
                          <a:pt x="6" y="7"/>
                          <a:pt x="3" y="15"/>
                        </a:cubicBezTo>
                        <a:cubicBezTo>
                          <a:pt x="0" y="22"/>
                          <a:pt x="1" y="30"/>
                          <a:pt x="5" y="35"/>
                        </a:cubicBezTo>
                        <a:cubicBezTo>
                          <a:pt x="5" y="36"/>
                          <a:pt x="6" y="37"/>
                          <a:pt x="7" y="38"/>
                        </a:cubicBezTo>
                        <a:cubicBezTo>
                          <a:pt x="8" y="39"/>
                          <a:pt x="9" y="39"/>
                          <a:pt x="10" y="40"/>
                        </a:cubicBezTo>
                        <a:cubicBezTo>
                          <a:pt x="12" y="40"/>
                          <a:pt x="13" y="40"/>
                          <a:pt x="15" y="40"/>
                        </a:cubicBezTo>
                        <a:cubicBezTo>
                          <a:pt x="22" y="40"/>
                          <a:pt x="29" y="35"/>
                          <a:pt x="32" y="26"/>
                        </a:cubicBezTo>
                        <a:cubicBezTo>
                          <a:pt x="36" y="16"/>
                          <a:pt x="33" y="4"/>
                          <a:pt x="26" y="1"/>
                        </a:cubicBezTo>
                        <a:close/>
                        <a:moveTo>
                          <a:pt x="30" y="25"/>
                        </a:moveTo>
                        <a:cubicBezTo>
                          <a:pt x="27" y="33"/>
                          <a:pt x="21" y="38"/>
                          <a:pt x="15" y="38"/>
                        </a:cubicBezTo>
                        <a:cubicBezTo>
                          <a:pt x="13" y="38"/>
                          <a:pt x="12" y="38"/>
                          <a:pt x="11" y="38"/>
                        </a:cubicBezTo>
                        <a:cubicBezTo>
                          <a:pt x="11" y="38"/>
                          <a:pt x="11" y="38"/>
                          <a:pt x="11" y="38"/>
                        </a:cubicBezTo>
                        <a:cubicBezTo>
                          <a:pt x="10" y="37"/>
                          <a:pt x="9" y="37"/>
                          <a:pt x="8" y="36"/>
                        </a:cubicBezTo>
                        <a:cubicBezTo>
                          <a:pt x="3" y="32"/>
                          <a:pt x="2" y="23"/>
                          <a:pt x="5" y="15"/>
                        </a:cubicBezTo>
                        <a:cubicBezTo>
                          <a:pt x="8" y="8"/>
                          <a:pt x="15" y="2"/>
                          <a:pt x="21" y="2"/>
                        </a:cubicBezTo>
                        <a:cubicBezTo>
                          <a:pt x="21" y="2"/>
                          <a:pt x="21" y="2"/>
                          <a:pt x="21" y="2"/>
                        </a:cubicBezTo>
                        <a:cubicBezTo>
                          <a:pt x="23" y="2"/>
                          <a:pt x="24" y="3"/>
                          <a:pt x="25" y="3"/>
                        </a:cubicBezTo>
                        <a:cubicBezTo>
                          <a:pt x="25" y="3"/>
                          <a:pt x="25" y="3"/>
                          <a:pt x="25" y="3"/>
                        </a:cubicBezTo>
                        <a:cubicBezTo>
                          <a:pt x="32" y="6"/>
                          <a:pt x="34" y="16"/>
                          <a:pt x="30" y="25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99" name="iŝļíḍè"/>
                  <p:cNvSpPr/>
                  <p:nvPr/>
                </p:nvSpPr>
                <p:spPr bwMode="auto">
                  <a:xfrm>
                    <a:off x="3984715" y="5647588"/>
                    <a:ext cx="274473" cy="395049"/>
                  </a:xfrm>
                  <a:custGeom>
                    <a:avLst/>
                    <a:gdLst>
                      <a:gd name="T0" fmla="*/ 125 w 173"/>
                      <a:gd name="T1" fmla="*/ 0 h 249"/>
                      <a:gd name="T2" fmla="*/ 2 w 173"/>
                      <a:gd name="T3" fmla="*/ 244 h 249"/>
                      <a:gd name="T4" fmla="*/ 0 w 173"/>
                      <a:gd name="T5" fmla="*/ 249 h 249"/>
                      <a:gd name="T6" fmla="*/ 0 w 173"/>
                      <a:gd name="T7" fmla="*/ 249 h 249"/>
                      <a:gd name="T8" fmla="*/ 47 w 173"/>
                      <a:gd name="T9" fmla="*/ 249 h 249"/>
                      <a:gd name="T10" fmla="*/ 173 w 173"/>
                      <a:gd name="T11" fmla="*/ 0 h 249"/>
                      <a:gd name="T12" fmla="*/ 125 w 173"/>
                      <a:gd name="T13" fmla="*/ 0 h 249"/>
                      <a:gd name="T14" fmla="*/ 45 w 173"/>
                      <a:gd name="T15" fmla="*/ 244 h 249"/>
                      <a:gd name="T16" fmla="*/ 7 w 173"/>
                      <a:gd name="T17" fmla="*/ 244 h 249"/>
                      <a:gd name="T18" fmla="*/ 128 w 173"/>
                      <a:gd name="T19" fmla="*/ 5 h 249"/>
                      <a:gd name="T20" fmla="*/ 166 w 173"/>
                      <a:gd name="T21" fmla="*/ 5 h 249"/>
                      <a:gd name="T22" fmla="*/ 130 w 173"/>
                      <a:gd name="T23" fmla="*/ 73 h 249"/>
                      <a:gd name="T24" fmla="*/ 45 w 173"/>
                      <a:gd name="T25" fmla="*/ 244 h 24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173" h="249">
                        <a:moveTo>
                          <a:pt x="125" y="0"/>
                        </a:moveTo>
                        <a:lnTo>
                          <a:pt x="2" y="244"/>
                        </a:lnTo>
                        <a:lnTo>
                          <a:pt x="0" y="249"/>
                        </a:lnTo>
                        <a:lnTo>
                          <a:pt x="0" y="249"/>
                        </a:lnTo>
                        <a:lnTo>
                          <a:pt x="47" y="249"/>
                        </a:lnTo>
                        <a:lnTo>
                          <a:pt x="173" y="0"/>
                        </a:lnTo>
                        <a:lnTo>
                          <a:pt x="125" y="0"/>
                        </a:lnTo>
                        <a:close/>
                        <a:moveTo>
                          <a:pt x="45" y="244"/>
                        </a:moveTo>
                        <a:lnTo>
                          <a:pt x="7" y="244"/>
                        </a:lnTo>
                        <a:lnTo>
                          <a:pt x="128" y="5"/>
                        </a:lnTo>
                        <a:lnTo>
                          <a:pt x="166" y="5"/>
                        </a:lnTo>
                        <a:lnTo>
                          <a:pt x="130" y="73"/>
                        </a:lnTo>
                        <a:lnTo>
                          <a:pt x="45" y="244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0" name="iṩļîḑé"/>
                  <p:cNvSpPr/>
                  <p:nvPr/>
                </p:nvSpPr>
                <p:spPr bwMode="auto">
                  <a:xfrm>
                    <a:off x="3968849" y="5628549"/>
                    <a:ext cx="290338" cy="414088"/>
                  </a:xfrm>
                  <a:custGeom>
                    <a:avLst/>
                    <a:gdLst>
                      <a:gd name="T0" fmla="*/ 166 w 183"/>
                      <a:gd name="T1" fmla="*/ 0 h 261"/>
                      <a:gd name="T2" fmla="*/ 126 w 183"/>
                      <a:gd name="T3" fmla="*/ 0 h 261"/>
                      <a:gd name="T4" fmla="*/ 0 w 183"/>
                      <a:gd name="T5" fmla="*/ 246 h 261"/>
                      <a:gd name="T6" fmla="*/ 0 w 183"/>
                      <a:gd name="T7" fmla="*/ 246 h 261"/>
                      <a:gd name="T8" fmla="*/ 10 w 183"/>
                      <a:gd name="T9" fmla="*/ 261 h 261"/>
                      <a:gd name="T10" fmla="*/ 10 w 183"/>
                      <a:gd name="T11" fmla="*/ 261 h 261"/>
                      <a:gd name="T12" fmla="*/ 40 w 183"/>
                      <a:gd name="T13" fmla="*/ 261 h 261"/>
                      <a:gd name="T14" fmla="*/ 43 w 183"/>
                      <a:gd name="T15" fmla="*/ 256 h 261"/>
                      <a:gd name="T16" fmla="*/ 12 w 183"/>
                      <a:gd name="T17" fmla="*/ 256 h 261"/>
                      <a:gd name="T18" fmla="*/ 12 w 183"/>
                      <a:gd name="T19" fmla="*/ 256 h 261"/>
                      <a:gd name="T20" fmla="*/ 5 w 183"/>
                      <a:gd name="T21" fmla="*/ 246 h 261"/>
                      <a:gd name="T22" fmla="*/ 128 w 183"/>
                      <a:gd name="T23" fmla="*/ 5 h 261"/>
                      <a:gd name="T24" fmla="*/ 164 w 183"/>
                      <a:gd name="T25" fmla="*/ 5 h 261"/>
                      <a:gd name="T26" fmla="*/ 173 w 183"/>
                      <a:gd name="T27" fmla="*/ 12 h 261"/>
                      <a:gd name="T28" fmla="*/ 176 w 183"/>
                      <a:gd name="T29" fmla="*/ 14 h 261"/>
                      <a:gd name="T30" fmla="*/ 173 w 183"/>
                      <a:gd name="T31" fmla="*/ 17 h 261"/>
                      <a:gd name="T32" fmla="*/ 176 w 183"/>
                      <a:gd name="T33" fmla="*/ 17 h 261"/>
                      <a:gd name="T34" fmla="*/ 140 w 183"/>
                      <a:gd name="T35" fmla="*/ 85 h 261"/>
                      <a:gd name="T36" fmla="*/ 183 w 183"/>
                      <a:gd name="T37" fmla="*/ 12 h 261"/>
                      <a:gd name="T38" fmla="*/ 183 w 183"/>
                      <a:gd name="T39" fmla="*/ 12 h 261"/>
                      <a:gd name="T40" fmla="*/ 166 w 183"/>
                      <a:gd name="T41" fmla="*/ 0 h 2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183" h="261">
                        <a:moveTo>
                          <a:pt x="166" y="0"/>
                        </a:moveTo>
                        <a:lnTo>
                          <a:pt x="126" y="0"/>
                        </a:lnTo>
                        <a:lnTo>
                          <a:pt x="0" y="246"/>
                        </a:lnTo>
                        <a:lnTo>
                          <a:pt x="0" y="246"/>
                        </a:lnTo>
                        <a:lnTo>
                          <a:pt x="10" y="261"/>
                        </a:lnTo>
                        <a:lnTo>
                          <a:pt x="10" y="261"/>
                        </a:lnTo>
                        <a:lnTo>
                          <a:pt x="40" y="261"/>
                        </a:lnTo>
                        <a:lnTo>
                          <a:pt x="43" y="256"/>
                        </a:lnTo>
                        <a:lnTo>
                          <a:pt x="12" y="256"/>
                        </a:lnTo>
                        <a:lnTo>
                          <a:pt x="12" y="256"/>
                        </a:lnTo>
                        <a:lnTo>
                          <a:pt x="5" y="246"/>
                        </a:lnTo>
                        <a:lnTo>
                          <a:pt x="128" y="5"/>
                        </a:lnTo>
                        <a:lnTo>
                          <a:pt x="164" y="5"/>
                        </a:lnTo>
                        <a:lnTo>
                          <a:pt x="173" y="12"/>
                        </a:lnTo>
                        <a:lnTo>
                          <a:pt x="176" y="14"/>
                        </a:lnTo>
                        <a:lnTo>
                          <a:pt x="173" y="17"/>
                        </a:lnTo>
                        <a:lnTo>
                          <a:pt x="176" y="17"/>
                        </a:lnTo>
                        <a:lnTo>
                          <a:pt x="140" y="85"/>
                        </a:lnTo>
                        <a:lnTo>
                          <a:pt x="183" y="12"/>
                        </a:lnTo>
                        <a:lnTo>
                          <a:pt x="183" y="12"/>
                        </a:lnTo>
                        <a:lnTo>
                          <a:pt x="166" y="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2" name="iṥliḍê"/>
                <p:cNvGrpSpPr/>
                <p:nvPr/>
              </p:nvGrpSpPr>
              <p:grpSpPr>
                <a:xfrm>
                  <a:off x="1882274" y="3689768"/>
                  <a:ext cx="414088" cy="488656"/>
                  <a:chOff x="4711354" y="5301720"/>
                  <a:chExt cx="414088" cy="488656"/>
                </a:xfrm>
              </p:grpSpPr>
              <p:sp>
                <p:nvSpPr>
                  <p:cNvPr id="91" name="ïṩḻîḑè"/>
                  <p:cNvSpPr/>
                  <p:nvPr/>
                </p:nvSpPr>
                <p:spPr bwMode="auto">
                  <a:xfrm>
                    <a:off x="4801786" y="5301720"/>
                    <a:ext cx="323656" cy="323656"/>
                  </a:xfrm>
                  <a:custGeom>
                    <a:avLst/>
                    <a:gdLst>
                      <a:gd name="T0" fmla="*/ 43 w 86"/>
                      <a:gd name="T1" fmla="*/ 86 h 86"/>
                      <a:gd name="T2" fmla="*/ 0 w 86"/>
                      <a:gd name="T3" fmla="*/ 43 h 86"/>
                      <a:gd name="T4" fmla="*/ 43 w 86"/>
                      <a:gd name="T5" fmla="*/ 0 h 86"/>
                      <a:gd name="T6" fmla="*/ 86 w 86"/>
                      <a:gd name="T7" fmla="*/ 43 h 86"/>
                      <a:gd name="T8" fmla="*/ 43 w 86"/>
                      <a:gd name="T9" fmla="*/ 86 h 86"/>
                      <a:gd name="T10" fmla="*/ 43 w 86"/>
                      <a:gd name="T11" fmla="*/ 3 h 86"/>
                      <a:gd name="T12" fmla="*/ 3 w 86"/>
                      <a:gd name="T13" fmla="*/ 43 h 86"/>
                      <a:gd name="T14" fmla="*/ 43 w 86"/>
                      <a:gd name="T15" fmla="*/ 83 h 86"/>
                      <a:gd name="T16" fmla="*/ 83 w 86"/>
                      <a:gd name="T17" fmla="*/ 43 h 86"/>
                      <a:gd name="T18" fmla="*/ 43 w 86"/>
                      <a:gd name="T19" fmla="*/ 3 h 8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6" h="86">
                        <a:moveTo>
                          <a:pt x="43" y="86"/>
                        </a:moveTo>
                        <a:cubicBezTo>
                          <a:pt x="19" y="86"/>
                          <a:pt x="0" y="67"/>
                          <a:pt x="0" y="43"/>
                        </a:cubicBezTo>
                        <a:cubicBezTo>
                          <a:pt x="0" y="20"/>
                          <a:pt x="19" y="0"/>
                          <a:pt x="43" y="0"/>
                        </a:cubicBezTo>
                        <a:cubicBezTo>
                          <a:pt x="67" y="0"/>
                          <a:pt x="86" y="20"/>
                          <a:pt x="86" y="43"/>
                        </a:cubicBezTo>
                        <a:cubicBezTo>
                          <a:pt x="86" y="67"/>
                          <a:pt x="67" y="86"/>
                          <a:pt x="43" y="86"/>
                        </a:cubicBezTo>
                        <a:close/>
                        <a:moveTo>
                          <a:pt x="43" y="3"/>
                        </a:moveTo>
                        <a:cubicBezTo>
                          <a:pt x="21" y="3"/>
                          <a:pt x="3" y="21"/>
                          <a:pt x="3" y="43"/>
                        </a:cubicBezTo>
                        <a:cubicBezTo>
                          <a:pt x="3" y="65"/>
                          <a:pt x="21" y="83"/>
                          <a:pt x="43" y="83"/>
                        </a:cubicBezTo>
                        <a:cubicBezTo>
                          <a:pt x="65" y="83"/>
                          <a:pt x="83" y="65"/>
                          <a:pt x="83" y="43"/>
                        </a:cubicBezTo>
                        <a:cubicBezTo>
                          <a:pt x="83" y="21"/>
                          <a:pt x="65" y="3"/>
                          <a:pt x="43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92" name="îšḷïḑé"/>
                  <p:cNvSpPr/>
                  <p:nvPr/>
                </p:nvSpPr>
                <p:spPr bwMode="auto">
                  <a:xfrm>
                    <a:off x="4835104" y="5335037"/>
                    <a:ext cx="257020" cy="260193"/>
                  </a:xfrm>
                  <a:custGeom>
                    <a:avLst/>
                    <a:gdLst>
                      <a:gd name="T0" fmla="*/ 34 w 68"/>
                      <a:gd name="T1" fmla="*/ 69 h 69"/>
                      <a:gd name="T2" fmla="*/ 0 w 68"/>
                      <a:gd name="T3" fmla="*/ 34 h 69"/>
                      <a:gd name="T4" fmla="*/ 34 w 68"/>
                      <a:gd name="T5" fmla="*/ 0 h 69"/>
                      <a:gd name="T6" fmla="*/ 68 w 68"/>
                      <a:gd name="T7" fmla="*/ 34 h 69"/>
                      <a:gd name="T8" fmla="*/ 34 w 68"/>
                      <a:gd name="T9" fmla="*/ 69 h 69"/>
                      <a:gd name="T10" fmla="*/ 34 w 68"/>
                      <a:gd name="T11" fmla="*/ 3 h 69"/>
                      <a:gd name="T12" fmla="*/ 3 w 68"/>
                      <a:gd name="T13" fmla="*/ 34 h 69"/>
                      <a:gd name="T14" fmla="*/ 34 w 68"/>
                      <a:gd name="T15" fmla="*/ 66 h 69"/>
                      <a:gd name="T16" fmla="*/ 65 w 68"/>
                      <a:gd name="T17" fmla="*/ 34 h 69"/>
                      <a:gd name="T18" fmla="*/ 34 w 68"/>
                      <a:gd name="T19" fmla="*/ 3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68" h="69">
                        <a:moveTo>
                          <a:pt x="34" y="69"/>
                        </a:moveTo>
                        <a:cubicBezTo>
                          <a:pt x="15" y="69"/>
                          <a:pt x="0" y="53"/>
                          <a:pt x="0" y="34"/>
                        </a:cubicBezTo>
                        <a:cubicBezTo>
                          <a:pt x="0" y="15"/>
                          <a:pt x="15" y="0"/>
                          <a:pt x="34" y="0"/>
                        </a:cubicBezTo>
                        <a:cubicBezTo>
                          <a:pt x="53" y="0"/>
                          <a:pt x="68" y="15"/>
                          <a:pt x="68" y="34"/>
                        </a:cubicBezTo>
                        <a:cubicBezTo>
                          <a:pt x="68" y="53"/>
                          <a:pt x="53" y="69"/>
                          <a:pt x="34" y="69"/>
                        </a:cubicBezTo>
                        <a:close/>
                        <a:moveTo>
                          <a:pt x="34" y="3"/>
                        </a:moveTo>
                        <a:cubicBezTo>
                          <a:pt x="17" y="3"/>
                          <a:pt x="3" y="17"/>
                          <a:pt x="3" y="34"/>
                        </a:cubicBezTo>
                        <a:cubicBezTo>
                          <a:pt x="3" y="51"/>
                          <a:pt x="17" y="66"/>
                          <a:pt x="34" y="66"/>
                        </a:cubicBezTo>
                        <a:cubicBezTo>
                          <a:pt x="51" y="66"/>
                          <a:pt x="65" y="51"/>
                          <a:pt x="65" y="34"/>
                        </a:cubicBezTo>
                        <a:cubicBezTo>
                          <a:pt x="65" y="17"/>
                          <a:pt x="51" y="3"/>
                          <a:pt x="34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93" name="ïṧḻîḋe"/>
                  <p:cNvSpPr/>
                  <p:nvPr/>
                </p:nvSpPr>
                <p:spPr bwMode="auto">
                  <a:xfrm>
                    <a:off x="4711354" y="5584125"/>
                    <a:ext cx="199905" cy="206251"/>
                  </a:xfrm>
                  <a:custGeom>
                    <a:avLst/>
                    <a:gdLst>
                      <a:gd name="T0" fmla="*/ 8 w 53"/>
                      <a:gd name="T1" fmla="*/ 55 h 55"/>
                      <a:gd name="T2" fmla="*/ 8 w 53"/>
                      <a:gd name="T3" fmla="*/ 55 h 55"/>
                      <a:gd name="T4" fmla="*/ 4 w 53"/>
                      <a:gd name="T5" fmla="*/ 53 h 55"/>
                      <a:gd name="T6" fmla="*/ 40 w 53"/>
                      <a:gd name="T7" fmla="*/ 0 h 55"/>
                      <a:gd name="T8" fmla="*/ 42 w 53"/>
                      <a:gd name="T9" fmla="*/ 2 h 55"/>
                      <a:gd name="T10" fmla="*/ 6 w 53"/>
                      <a:gd name="T11" fmla="*/ 51 h 55"/>
                      <a:gd name="T12" fmla="*/ 8 w 53"/>
                      <a:gd name="T13" fmla="*/ 52 h 55"/>
                      <a:gd name="T14" fmla="*/ 50 w 53"/>
                      <a:gd name="T15" fmla="*/ 6 h 55"/>
                      <a:gd name="T16" fmla="*/ 53 w 53"/>
                      <a:gd name="T17" fmla="*/ 8 h 55"/>
                      <a:gd name="T18" fmla="*/ 8 w 53"/>
                      <a:gd name="T19" fmla="*/ 55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3" h="55">
                        <a:moveTo>
                          <a:pt x="8" y="55"/>
                        </a:moveTo>
                        <a:cubicBezTo>
                          <a:pt x="8" y="55"/>
                          <a:pt x="8" y="55"/>
                          <a:pt x="8" y="55"/>
                        </a:cubicBezTo>
                        <a:cubicBezTo>
                          <a:pt x="6" y="55"/>
                          <a:pt x="5" y="54"/>
                          <a:pt x="4" y="53"/>
                        </a:cubicBezTo>
                        <a:cubicBezTo>
                          <a:pt x="0" y="45"/>
                          <a:pt x="31" y="10"/>
                          <a:pt x="40" y="0"/>
                        </a:cubicBezTo>
                        <a:cubicBezTo>
                          <a:pt x="42" y="2"/>
                          <a:pt x="42" y="2"/>
                          <a:pt x="42" y="2"/>
                        </a:cubicBezTo>
                        <a:cubicBezTo>
                          <a:pt x="23" y="23"/>
                          <a:pt x="4" y="47"/>
                          <a:pt x="6" y="51"/>
                        </a:cubicBezTo>
                        <a:cubicBezTo>
                          <a:pt x="7" y="52"/>
                          <a:pt x="7" y="52"/>
                          <a:pt x="8" y="52"/>
                        </a:cubicBezTo>
                        <a:cubicBezTo>
                          <a:pt x="15" y="52"/>
                          <a:pt x="32" y="38"/>
                          <a:pt x="50" y="6"/>
                        </a:cubicBezTo>
                        <a:cubicBezTo>
                          <a:pt x="53" y="8"/>
                          <a:pt x="53" y="8"/>
                          <a:pt x="53" y="8"/>
                        </a:cubicBezTo>
                        <a:cubicBezTo>
                          <a:pt x="35" y="39"/>
                          <a:pt x="17" y="55"/>
                          <a:pt x="8" y="55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94" name="ïSļïḋè"/>
                  <p:cNvSpPr/>
                  <p:nvPr/>
                </p:nvSpPr>
                <p:spPr bwMode="auto">
                  <a:xfrm>
                    <a:off x="5009624" y="5376288"/>
                    <a:ext cx="52356" cy="82500"/>
                  </a:xfrm>
                  <a:custGeom>
                    <a:avLst/>
                    <a:gdLst>
                      <a:gd name="T0" fmla="*/ 11 w 14"/>
                      <a:gd name="T1" fmla="*/ 22 h 22"/>
                      <a:gd name="T2" fmla="*/ 0 w 14"/>
                      <a:gd name="T3" fmla="*/ 3 h 22"/>
                      <a:gd name="T4" fmla="*/ 1 w 14"/>
                      <a:gd name="T5" fmla="*/ 0 h 22"/>
                      <a:gd name="T6" fmla="*/ 14 w 14"/>
                      <a:gd name="T7" fmla="*/ 21 h 22"/>
                      <a:gd name="T8" fmla="*/ 11 w 14"/>
                      <a:gd name="T9" fmla="*/ 22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4" h="22">
                        <a:moveTo>
                          <a:pt x="11" y="22"/>
                        </a:moveTo>
                        <a:cubicBezTo>
                          <a:pt x="9" y="7"/>
                          <a:pt x="0" y="3"/>
                          <a:pt x="0" y="3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2" y="0"/>
                          <a:pt x="12" y="5"/>
                          <a:pt x="14" y="21"/>
                        </a:cubicBezTo>
                        <a:lnTo>
                          <a:pt x="11" y="22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3" name="íṥḷiḓé"/>
                <p:cNvGrpSpPr/>
                <p:nvPr/>
              </p:nvGrpSpPr>
              <p:grpSpPr>
                <a:xfrm>
                  <a:off x="2627909" y="1485488"/>
                  <a:ext cx="339521" cy="337934"/>
                  <a:chOff x="5698186" y="4535417"/>
                  <a:chExt cx="339521" cy="337934"/>
                </a:xfrm>
              </p:grpSpPr>
              <p:sp>
                <p:nvSpPr>
                  <p:cNvPr id="86" name="íSlïḋè"/>
                  <p:cNvSpPr/>
                  <p:nvPr/>
                </p:nvSpPr>
                <p:spPr bwMode="auto">
                  <a:xfrm>
                    <a:off x="5698186" y="4535417"/>
                    <a:ext cx="339521" cy="337934"/>
                  </a:xfrm>
                  <a:custGeom>
                    <a:avLst/>
                    <a:gdLst>
                      <a:gd name="T0" fmla="*/ 45 w 90"/>
                      <a:gd name="T1" fmla="*/ 90 h 90"/>
                      <a:gd name="T2" fmla="*/ 0 w 90"/>
                      <a:gd name="T3" fmla="*/ 45 h 90"/>
                      <a:gd name="T4" fmla="*/ 45 w 90"/>
                      <a:gd name="T5" fmla="*/ 0 h 90"/>
                      <a:gd name="T6" fmla="*/ 90 w 90"/>
                      <a:gd name="T7" fmla="*/ 45 h 90"/>
                      <a:gd name="T8" fmla="*/ 45 w 90"/>
                      <a:gd name="T9" fmla="*/ 90 h 90"/>
                      <a:gd name="T10" fmla="*/ 45 w 90"/>
                      <a:gd name="T11" fmla="*/ 3 h 90"/>
                      <a:gd name="T12" fmla="*/ 3 w 90"/>
                      <a:gd name="T13" fmla="*/ 45 h 90"/>
                      <a:gd name="T14" fmla="*/ 45 w 90"/>
                      <a:gd name="T15" fmla="*/ 87 h 90"/>
                      <a:gd name="T16" fmla="*/ 87 w 90"/>
                      <a:gd name="T17" fmla="*/ 45 h 90"/>
                      <a:gd name="T18" fmla="*/ 45 w 90"/>
                      <a:gd name="T19" fmla="*/ 3 h 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90" h="90">
                        <a:moveTo>
                          <a:pt x="45" y="90"/>
                        </a:moveTo>
                        <a:cubicBezTo>
                          <a:pt x="20" y="90"/>
                          <a:pt x="0" y="70"/>
                          <a:pt x="0" y="45"/>
                        </a:cubicBezTo>
                        <a:cubicBezTo>
                          <a:pt x="0" y="21"/>
                          <a:pt x="20" y="0"/>
                          <a:pt x="45" y="0"/>
                        </a:cubicBezTo>
                        <a:cubicBezTo>
                          <a:pt x="70" y="0"/>
                          <a:pt x="90" y="21"/>
                          <a:pt x="90" y="45"/>
                        </a:cubicBezTo>
                        <a:cubicBezTo>
                          <a:pt x="90" y="70"/>
                          <a:pt x="70" y="90"/>
                          <a:pt x="45" y="90"/>
                        </a:cubicBezTo>
                        <a:close/>
                        <a:moveTo>
                          <a:pt x="45" y="3"/>
                        </a:moveTo>
                        <a:cubicBezTo>
                          <a:pt x="22" y="3"/>
                          <a:pt x="3" y="22"/>
                          <a:pt x="3" y="45"/>
                        </a:cubicBezTo>
                        <a:cubicBezTo>
                          <a:pt x="3" y="69"/>
                          <a:pt x="22" y="87"/>
                          <a:pt x="45" y="87"/>
                        </a:cubicBezTo>
                        <a:cubicBezTo>
                          <a:pt x="68" y="87"/>
                          <a:pt x="87" y="69"/>
                          <a:pt x="87" y="45"/>
                        </a:cubicBezTo>
                        <a:cubicBezTo>
                          <a:pt x="87" y="22"/>
                          <a:pt x="68" y="3"/>
                          <a:pt x="45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87" name="i$ļíḑé"/>
                  <p:cNvSpPr/>
                  <p:nvPr/>
                </p:nvSpPr>
                <p:spPr bwMode="auto">
                  <a:xfrm>
                    <a:off x="5733090" y="4573495"/>
                    <a:ext cx="271300" cy="266540"/>
                  </a:xfrm>
                  <a:custGeom>
                    <a:avLst/>
                    <a:gdLst>
                      <a:gd name="T0" fmla="*/ 36 w 72"/>
                      <a:gd name="T1" fmla="*/ 71 h 71"/>
                      <a:gd name="T2" fmla="*/ 0 w 72"/>
                      <a:gd name="T3" fmla="*/ 35 h 71"/>
                      <a:gd name="T4" fmla="*/ 36 w 72"/>
                      <a:gd name="T5" fmla="*/ 0 h 71"/>
                      <a:gd name="T6" fmla="*/ 72 w 72"/>
                      <a:gd name="T7" fmla="*/ 35 h 71"/>
                      <a:gd name="T8" fmla="*/ 36 w 72"/>
                      <a:gd name="T9" fmla="*/ 71 h 71"/>
                      <a:gd name="T10" fmla="*/ 36 w 72"/>
                      <a:gd name="T11" fmla="*/ 3 h 71"/>
                      <a:gd name="T12" fmla="*/ 3 w 72"/>
                      <a:gd name="T13" fmla="*/ 35 h 71"/>
                      <a:gd name="T14" fmla="*/ 36 w 72"/>
                      <a:gd name="T15" fmla="*/ 68 h 71"/>
                      <a:gd name="T16" fmla="*/ 69 w 72"/>
                      <a:gd name="T17" fmla="*/ 35 h 71"/>
                      <a:gd name="T18" fmla="*/ 36 w 72"/>
                      <a:gd name="T19" fmla="*/ 3 h 7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72" h="71">
                        <a:moveTo>
                          <a:pt x="36" y="71"/>
                        </a:moveTo>
                        <a:cubicBezTo>
                          <a:pt x="16" y="71"/>
                          <a:pt x="0" y="55"/>
                          <a:pt x="0" y="35"/>
                        </a:cubicBezTo>
                        <a:cubicBezTo>
                          <a:pt x="0" y="16"/>
                          <a:pt x="16" y="0"/>
                          <a:pt x="36" y="0"/>
                        </a:cubicBezTo>
                        <a:cubicBezTo>
                          <a:pt x="56" y="0"/>
                          <a:pt x="72" y="16"/>
                          <a:pt x="72" y="35"/>
                        </a:cubicBezTo>
                        <a:cubicBezTo>
                          <a:pt x="72" y="55"/>
                          <a:pt x="56" y="71"/>
                          <a:pt x="36" y="71"/>
                        </a:cubicBezTo>
                        <a:close/>
                        <a:moveTo>
                          <a:pt x="36" y="3"/>
                        </a:moveTo>
                        <a:cubicBezTo>
                          <a:pt x="18" y="3"/>
                          <a:pt x="3" y="17"/>
                          <a:pt x="3" y="35"/>
                        </a:cubicBezTo>
                        <a:cubicBezTo>
                          <a:pt x="3" y="53"/>
                          <a:pt x="18" y="68"/>
                          <a:pt x="36" y="68"/>
                        </a:cubicBezTo>
                        <a:cubicBezTo>
                          <a:pt x="54" y="68"/>
                          <a:pt x="69" y="53"/>
                          <a:pt x="69" y="35"/>
                        </a:cubicBezTo>
                        <a:cubicBezTo>
                          <a:pt x="69" y="17"/>
                          <a:pt x="54" y="3"/>
                          <a:pt x="36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88" name="íš1íḓe"/>
                  <p:cNvSpPr/>
                  <p:nvPr/>
                </p:nvSpPr>
                <p:spPr bwMode="auto">
                  <a:xfrm>
                    <a:off x="5845734" y="4686140"/>
                    <a:ext cx="41250" cy="41250"/>
                  </a:xfrm>
                  <a:custGeom>
                    <a:avLst/>
                    <a:gdLst>
                      <a:gd name="T0" fmla="*/ 6 w 11"/>
                      <a:gd name="T1" fmla="*/ 11 h 11"/>
                      <a:gd name="T2" fmla="*/ 0 w 11"/>
                      <a:gd name="T3" fmla="*/ 5 h 11"/>
                      <a:gd name="T4" fmla="*/ 6 w 11"/>
                      <a:gd name="T5" fmla="*/ 0 h 11"/>
                      <a:gd name="T6" fmla="*/ 11 w 11"/>
                      <a:gd name="T7" fmla="*/ 5 h 11"/>
                      <a:gd name="T8" fmla="*/ 6 w 11"/>
                      <a:gd name="T9" fmla="*/ 11 h 11"/>
                      <a:gd name="T10" fmla="*/ 6 w 11"/>
                      <a:gd name="T11" fmla="*/ 3 h 11"/>
                      <a:gd name="T12" fmla="*/ 3 w 11"/>
                      <a:gd name="T13" fmla="*/ 5 h 11"/>
                      <a:gd name="T14" fmla="*/ 6 w 11"/>
                      <a:gd name="T15" fmla="*/ 8 h 11"/>
                      <a:gd name="T16" fmla="*/ 8 w 11"/>
                      <a:gd name="T17" fmla="*/ 5 h 11"/>
                      <a:gd name="T18" fmla="*/ 6 w 11"/>
                      <a:gd name="T19" fmla="*/ 3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1" h="11">
                        <a:moveTo>
                          <a:pt x="6" y="11"/>
                        </a:moveTo>
                        <a:cubicBezTo>
                          <a:pt x="3" y="11"/>
                          <a:pt x="0" y="9"/>
                          <a:pt x="0" y="5"/>
                        </a:cubicBezTo>
                        <a:cubicBezTo>
                          <a:pt x="0" y="2"/>
                          <a:pt x="3" y="0"/>
                          <a:pt x="6" y="0"/>
                        </a:cubicBezTo>
                        <a:cubicBezTo>
                          <a:pt x="9" y="0"/>
                          <a:pt x="11" y="2"/>
                          <a:pt x="11" y="5"/>
                        </a:cubicBezTo>
                        <a:cubicBezTo>
                          <a:pt x="11" y="9"/>
                          <a:pt x="9" y="11"/>
                          <a:pt x="6" y="11"/>
                        </a:cubicBezTo>
                        <a:close/>
                        <a:moveTo>
                          <a:pt x="6" y="3"/>
                        </a:moveTo>
                        <a:cubicBezTo>
                          <a:pt x="4" y="3"/>
                          <a:pt x="3" y="4"/>
                          <a:pt x="3" y="5"/>
                        </a:cubicBezTo>
                        <a:cubicBezTo>
                          <a:pt x="3" y="7"/>
                          <a:pt x="4" y="8"/>
                          <a:pt x="6" y="8"/>
                        </a:cubicBezTo>
                        <a:cubicBezTo>
                          <a:pt x="7" y="8"/>
                          <a:pt x="8" y="7"/>
                          <a:pt x="8" y="5"/>
                        </a:cubicBezTo>
                        <a:cubicBezTo>
                          <a:pt x="8" y="4"/>
                          <a:pt x="7" y="3"/>
                          <a:pt x="6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89" name="ïślïḑé"/>
                  <p:cNvSpPr/>
                  <p:nvPr/>
                </p:nvSpPr>
                <p:spPr bwMode="auto">
                  <a:xfrm>
                    <a:off x="5853667" y="4598880"/>
                    <a:ext cx="30145" cy="98366"/>
                  </a:xfrm>
                  <a:custGeom>
                    <a:avLst/>
                    <a:gdLst>
                      <a:gd name="T0" fmla="*/ 5 w 8"/>
                      <a:gd name="T1" fmla="*/ 26 h 26"/>
                      <a:gd name="T2" fmla="*/ 4 w 8"/>
                      <a:gd name="T3" fmla="*/ 6 h 26"/>
                      <a:gd name="T4" fmla="*/ 3 w 8"/>
                      <a:gd name="T5" fmla="*/ 24 h 26"/>
                      <a:gd name="T6" fmla="*/ 0 w 8"/>
                      <a:gd name="T7" fmla="*/ 24 h 26"/>
                      <a:gd name="T8" fmla="*/ 3 w 8"/>
                      <a:gd name="T9" fmla="*/ 1 h 26"/>
                      <a:gd name="T10" fmla="*/ 5 w 8"/>
                      <a:gd name="T11" fmla="*/ 1 h 26"/>
                      <a:gd name="T12" fmla="*/ 8 w 8"/>
                      <a:gd name="T13" fmla="*/ 26 h 26"/>
                      <a:gd name="T14" fmla="*/ 5 w 8"/>
                      <a:gd name="T15" fmla="*/ 26 h 2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8" h="26">
                        <a:moveTo>
                          <a:pt x="5" y="26"/>
                        </a:moveTo>
                        <a:cubicBezTo>
                          <a:pt x="5" y="18"/>
                          <a:pt x="5" y="10"/>
                          <a:pt x="4" y="6"/>
                        </a:cubicBezTo>
                        <a:cubicBezTo>
                          <a:pt x="3" y="10"/>
                          <a:pt x="3" y="17"/>
                          <a:pt x="3" y="24"/>
                        </a:cubicBezTo>
                        <a:cubicBezTo>
                          <a:pt x="0" y="24"/>
                          <a:pt x="0" y="24"/>
                          <a:pt x="0" y="24"/>
                        </a:cubicBezTo>
                        <a:cubicBezTo>
                          <a:pt x="0" y="15"/>
                          <a:pt x="0" y="3"/>
                          <a:pt x="3" y="1"/>
                        </a:cubicBezTo>
                        <a:cubicBezTo>
                          <a:pt x="4" y="0"/>
                          <a:pt x="4" y="0"/>
                          <a:pt x="5" y="1"/>
                        </a:cubicBezTo>
                        <a:cubicBezTo>
                          <a:pt x="6" y="1"/>
                          <a:pt x="8" y="2"/>
                          <a:pt x="8" y="26"/>
                        </a:cubicBezTo>
                        <a:lnTo>
                          <a:pt x="5" y="26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90" name="íṣlîḑé"/>
                  <p:cNvSpPr/>
                  <p:nvPr/>
                </p:nvSpPr>
                <p:spPr bwMode="auto">
                  <a:xfrm>
                    <a:off x="5763233" y="4689313"/>
                    <a:ext cx="93606" cy="44423"/>
                  </a:xfrm>
                  <a:custGeom>
                    <a:avLst/>
                    <a:gdLst>
                      <a:gd name="T0" fmla="*/ 5 w 25"/>
                      <a:gd name="T1" fmla="*/ 12 h 12"/>
                      <a:gd name="T2" fmla="*/ 1 w 25"/>
                      <a:gd name="T3" fmla="*/ 11 h 12"/>
                      <a:gd name="T4" fmla="*/ 0 w 25"/>
                      <a:gd name="T5" fmla="*/ 9 h 12"/>
                      <a:gd name="T6" fmla="*/ 24 w 25"/>
                      <a:gd name="T7" fmla="*/ 0 h 12"/>
                      <a:gd name="T8" fmla="*/ 25 w 25"/>
                      <a:gd name="T9" fmla="*/ 3 h 12"/>
                      <a:gd name="T10" fmla="*/ 6 w 25"/>
                      <a:gd name="T11" fmla="*/ 9 h 12"/>
                      <a:gd name="T12" fmla="*/ 24 w 25"/>
                      <a:gd name="T13" fmla="*/ 6 h 12"/>
                      <a:gd name="T14" fmla="*/ 24 w 25"/>
                      <a:gd name="T15" fmla="*/ 8 h 12"/>
                      <a:gd name="T16" fmla="*/ 5 w 25"/>
                      <a:gd name="T1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25" h="12">
                        <a:moveTo>
                          <a:pt x="5" y="12"/>
                        </a:moveTo>
                        <a:cubicBezTo>
                          <a:pt x="3" y="12"/>
                          <a:pt x="2" y="11"/>
                          <a:pt x="1" y="11"/>
                        </a:cubicBezTo>
                        <a:cubicBezTo>
                          <a:pt x="0" y="10"/>
                          <a:pt x="0" y="9"/>
                          <a:pt x="0" y="9"/>
                        </a:cubicBezTo>
                        <a:cubicBezTo>
                          <a:pt x="1" y="8"/>
                          <a:pt x="1" y="6"/>
                          <a:pt x="24" y="0"/>
                        </a:cubicBezTo>
                        <a:cubicBezTo>
                          <a:pt x="25" y="3"/>
                          <a:pt x="25" y="3"/>
                          <a:pt x="25" y="3"/>
                        </a:cubicBezTo>
                        <a:cubicBezTo>
                          <a:pt x="18" y="5"/>
                          <a:pt x="10" y="7"/>
                          <a:pt x="6" y="9"/>
                        </a:cubicBezTo>
                        <a:cubicBezTo>
                          <a:pt x="10" y="8"/>
                          <a:pt x="17" y="7"/>
                          <a:pt x="24" y="6"/>
                        </a:cubicBezTo>
                        <a:cubicBezTo>
                          <a:pt x="24" y="8"/>
                          <a:pt x="24" y="8"/>
                          <a:pt x="24" y="8"/>
                        </a:cubicBezTo>
                        <a:cubicBezTo>
                          <a:pt x="18" y="10"/>
                          <a:pt x="10" y="12"/>
                          <a:pt x="5" y="12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4" name="iśļïḍê"/>
                <p:cNvGrpSpPr/>
                <p:nvPr/>
              </p:nvGrpSpPr>
              <p:grpSpPr>
                <a:xfrm>
                  <a:off x="3272006" y="1596959"/>
                  <a:ext cx="425193" cy="425194"/>
                  <a:chOff x="5623618" y="3915078"/>
                  <a:chExt cx="425193" cy="425194"/>
                </a:xfrm>
              </p:grpSpPr>
              <p:sp>
                <p:nvSpPr>
                  <p:cNvPr id="81" name="iS1îdé"/>
                  <p:cNvSpPr/>
                  <p:nvPr/>
                </p:nvSpPr>
                <p:spPr bwMode="auto">
                  <a:xfrm>
                    <a:off x="5653762" y="3942049"/>
                    <a:ext cx="11106" cy="376011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82" name="ïṧļíďè"/>
                  <p:cNvSpPr/>
                  <p:nvPr/>
                </p:nvSpPr>
                <p:spPr bwMode="auto">
                  <a:xfrm>
                    <a:off x="5623618" y="3915078"/>
                    <a:ext cx="60288" cy="82500"/>
                  </a:xfrm>
                  <a:custGeom>
                    <a:avLst/>
                    <a:gdLst>
                      <a:gd name="T0" fmla="*/ 7 w 38"/>
                      <a:gd name="T1" fmla="*/ 52 h 52"/>
                      <a:gd name="T2" fmla="*/ 0 w 38"/>
                      <a:gd name="T3" fmla="*/ 48 h 52"/>
                      <a:gd name="T4" fmla="*/ 21 w 38"/>
                      <a:gd name="T5" fmla="*/ 0 h 52"/>
                      <a:gd name="T6" fmla="*/ 38 w 38"/>
                      <a:gd name="T7" fmla="*/ 45 h 52"/>
                      <a:gd name="T8" fmla="*/ 31 w 38"/>
                      <a:gd name="T9" fmla="*/ 48 h 52"/>
                      <a:gd name="T10" fmla="*/ 21 w 38"/>
                      <a:gd name="T11" fmla="*/ 19 h 52"/>
                      <a:gd name="T12" fmla="*/ 7 w 38"/>
                      <a:gd name="T13" fmla="*/ 52 h 5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8" h="52">
                        <a:moveTo>
                          <a:pt x="7" y="52"/>
                        </a:moveTo>
                        <a:lnTo>
                          <a:pt x="0" y="48"/>
                        </a:lnTo>
                        <a:lnTo>
                          <a:pt x="21" y="0"/>
                        </a:lnTo>
                        <a:lnTo>
                          <a:pt x="38" y="45"/>
                        </a:lnTo>
                        <a:lnTo>
                          <a:pt x="31" y="48"/>
                        </a:lnTo>
                        <a:lnTo>
                          <a:pt x="21" y="19"/>
                        </a:lnTo>
                        <a:lnTo>
                          <a:pt x="7" y="52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83" name="iṥlidè"/>
                  <p:cNvSpPr/>
                  <p:nvPr/>
                </p:nvSpPr>
                <p:spPr bwMode="auto">
                  <a:xfrm>
                    <a:off x="5653762" y="4305369"/>
                    <a:ext cx="369666" cy="12692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84" name="ïṥlídê"/>
                  <p:cNvSpPr/>
                  <p:nvPr/>
                </p:nvSpPr>
                <p:spPr bwMode="auto">
                  <a:xfrm>
                    <a:off x="5969484" y="4279984"/>
                    <a:ext cx="79327" cy="60288"/>
                  </a:xfrm>
                  <a:custGeom>
                    <a:avLst/>
                    <a:gdLst>
                      <a:gd name="T0" fmla="*/ 5 w 50"/>
                      <a:gd name="T1" fmla="*/ 38 h 38"/>
                      <a:gd name="T2" fmla="*/ 3 w 50"/>
                      <a:gd name="T3" fmla="*/ 31 h 38"/>
                      <a:gd name="T4" fmla="*/ 31 w 50"/>
                      <a:gd name="T5" fmla="*/ 21 h 38"/>
                      <a:gd name="T6" fmla="*/ 0 w 50"/>
                      <a:gd name="T7" fmla="*/ 7 h 38"/>
                      <a:gd name="T8" fmla="*/ 3 w 50"/>
                      <a:gd name="T9" fmla="*/ 0 h 38"/>
                      <a:gd name="T10" fmla="*/ 50 w 50"/>
                      <a:gd name="T11" fmla="*/ 21 h 38"/>
                      <a:gd name="T12" fmla="*/ 5 w 50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0" h="38">
                        <a:moveTo>
                          <a:pt x="5" y="38"/>
                        </a:moveTo>
                        <a:lnTo>
                          <a:pt x="3" y="31"/>
                        </a:lnTo>
                        <a:lnTo>
                          <a:pt x="31" y="21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lnTo>
                          <a:pt x="50" y="21"/>
                        </a:lnTo>
                        <a:lnTo>
                          <a:pt x="5" y="38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85" name="iŝľîḑé"/>
                  <p:cNvSpPr/>
                  <p:nvPr/>
                </p:nvSpPr>
                <p:spPr bwMode="auto">
                  <a:xfrm>
                    <a:off x="5653762" y="4084838"/>
                    <a:ext cx="304617" cy="228463"/>
                  </a:xfrm>
                  <a:custGeom>
                    <a:avLst/>
                    <a:gdLst>
                      <a:gd name="T0" fmla="*/ 78 w 81"/>
                      <a:gd name="T1" fmla="*/ 61 h 61"/>
                      <a:gd name="T2" fmla="*/ 63 w 81"/>
                      <a:gd name="T3" fmla="*/ 5 h 61"/>
                      <a:gd name="T4" fmla="*/ 55 w 81"/>
                      <a:gd name="T5" fmla="*/ 4 h 61"/>
                      <a:gd name="T6" fmla="*/ 48 w 81"/>
                      <a:gd name="T7" fmla="*/ 23 h 61"/>
                      <a:gd name="T8" fmla="*/ 39 w 81"/>
                      <a:gd name="T9" fmla="*/ 44 h 61"/>
                      <a:gd name="T10" fmla="*/ 23 w 81"/>
                      <a:gd name="T11" fmla="*/ 37 h 61"/>
                      <a:gd name="T12" fmla="*/ 15 w 81"/>
                      <a:gd name="T13" fmla="*/ 28 h 61"/>
                      <a:gd name="T14" fmla="*/ 13 w 81"/>
                      <a:gd name="T15" fmla="*/ 29 h 61"/>
                      <a:gd name="T16" fmla="*/ 3 w 81"/>
                      <a:gd name="T17" fmla="*/ 59 h 61"/>
                      <a:gd name="T18" fmla="*/ 0 w 81"/>
                      <a:gd name="T19" fmla="*/ 58 h 61"/>
                      <a:gd name="T20" fmla="*/ 11 w 81"/>
                      <a:gd name="T21" fmla="*/ 26 h 61"/>
                      <a:gd name="T22" fmla="*/ 16 w 81"/>
                      <a:gd name="T23" fmla="*/ 26 h 61"/>
                      <a:gd name="T24" fmla="*/ 26 w 81"/>
                      <a:gd name="T25" fmla="*/ 35 h 61"/>
                      <a:gd name="T26" fmla="*/ 38 w 81"/>
                      <a:gd name="T27" fmla="*/ 41 h 61"/>
                      <a:gd name="T28" fmla="*/ 45 w 81"/>
                      <a:gd name="T29" fmla="*/ 23 h 61"/>
                      <a:gd name="T30" fmla="*/ 54 w 81"/>
                      <a:gd name="T31" fmla="*/ 2 h 61"/>
                      <a:gd name="T32" fmla="*/ 64 w 81"/>
                      <a:gd name="T33" fmla="*/ 3 h 61"/>
                      <a:gd name="T34" fmla="*/ 81 w 81"/>
                      <a:gd name="T35" fmla="*/ 61 h 61"/>
                      <a:gd name="T36" fmla="*/ 78 w 81"/>
                      <a:gd name="T37" fmla="*/ 61 h 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81" h="61">
                        <a:moveTo>
                          <a:pt x="78" y="61"/>
                        </a:moveTo>
                        <a:cubicBezTo>
                          <a:pt x="78" y="47"/>
                          <a:pt x="75" y="11"/>
                          <a:pt x="63" y="5"/>
                        </a:cubicBezTo>
                        <a:cubicBezTo>
                          <a:pt x="60" y="4"/>
                          <a:pt x="57" y="3"/>
                          <a:pt x="55" y="4"/>
                        </a:cubicBezTo>
                        <a:cubicBezTo>
                          <a:pt x="51" y="7"/>
                          <a:pt x="50" y="15"/>
                          <a:pt x="48" y="23"/>
                        </a:cubicBezTo>
                        <a:cubicBezTo>
                          <a:pt x="47" y="33"/>
                          <a:pt x="45" y="41"/>
                          <a:pt x="39" y="44"/>
                        </a:cubicBezTo>
                        <a:cubicBezTo>
                          <a:pt x="31" y="48"/>
                          <a:pt x="27" y="42"/>
                          <a:pt x="23" y="37"/>
                        </a:cubicBezTo>
                        <a:cubicBezTo>
                          <a:pt x="21" y="33"/>
                          <a:pt x="19" y="30"/>
                          <a:pt x="15" y="28"/>
                        </a:cubicBezTo>
                        <a:cubicBezTo>
                          <a:pt x="14" y="28"/>
                          <a:pt x="13" y="28"/>
                          <a:pt x="13" y="29"/>
                        </a:cubicBezTo>
                        <a:cubicBezTo>
                          <a:pt x="7" y="32"/>
                          <a:pt x="4" y="51"/>
                          <a:pt x="3" y="59"/>
                        </a:cubicBezTo>
                        <a:cubicBezTo>
                          <a:pt x="0" y="58"/>
                          <a:pt x="0" y="58"/>
                          <a:pt x="0" y="58"/>
                        </a:cubicBezTo>
                        <a:cubicBezTo>
                          <a:pt x="0" y="55"/>
                          <a:pt x="3" y="30"/>
                          <a:pt x="11" y="26"/>
                        </a:cubicBezTo>
                        <a:cubicBezTo>
                          <a:pt x="13" y="25"/>
                          <a:pt x="14" y="25"/>
                          <a:pt x="16" y="26"/>
                        </a:cubicBezTo>
                        <a:cubicBezTo>
                          <a:pt x="21" y="28"/>
                          <a:pt x="23" y="32"/>
                          <a:pt x="26" y="35"/>
                        </a:cubicBezTo>
                        <a:cubicBezTo>
                          <a:pt x="30" y="41"/>
                          <a:pt x="32" y="44"/>
                          <a:pt x="38" y="41"/>
                        </a:cubicBezTo>
                        <a:cubicBezTo>
                          <a:pt x="42" y="39"/>
                          <a:pt x="44" y="31"/>
                          <a:pt x="45" y="23"/>
                        </a:cubicBezTo>
                        <a:cubicBezTo>
                          <a:pt x="47" y="13"/>
                          <a:pt x="48" y="5"/>
                          <a:pt x="54" y="2"/>
                        </a:cubicBezTo>
                        <a:cubicBezTo>
                          <a:pt x="57" y="0"/>
                          <a:pt x="60" y="1"/>
                          <a:pt x="64" y="3"/>
                        </a:cubicBezTo>
                        <a:cubicBezTo>
                          <a:pt x="80" y="10"/>
                          <a:pt x="81" y="59"/>
                          <a:pt x="81" y="61"/>
                        </a:cubicBezTo>
                        <a:lnTo>
                          <a:pt x="78" y="61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5" name="íṥlíḑê"/>
                <p:cNvGrpSpPr/>
                <p:nvPr/>
              </p:nvGrpSpPr>
              <p:grpSpPr>
                <a:xfrm>
                  <a:off x="4263837" y="2865836"/>
                  <a:ext cx="380772" cy="341108"/>
                  <a:chOff x="5100057" y="4749602"/>
                  <a:chExt cx="380772" cy="341108"/>
                </a:xfrm>
              </p:grpSpPr>
              <p:sp>
                <p:nvSpPr>
                  <p:cNvPr id="79" name="iṩļidè"/>
                  <p:cNvSpPr/>
                  <p:nvPr/>
                </p:nvSpPr>
                <p:spPr bwMode="auto">
                  <a:xfrm>
                    <a:off x="5100057" y="4809891"/>
                    <a:ext cx="282405" cy="280819"/>
                  </a:xfrm>
                  <a:custGeom>
                    <a:avLst/>
                    <a:gdLst>
                      <a:gd name="T0" fmla="*/ 72 w 75"/>
                      <a:gd name="T1" fmla="*/ 72 h 75"/>
                      <a:gd name="T2" fmla="*/ 3 w 75"/>
                      <a:gd name="T3" fmla="*/ 72 h 75"/>
                      <a:gd name="T4" fmla="*/ 3 w 75"/>
                      <a:gd name="T5" fmla="*/ 3 h 75"/>
                      <a:gd name="T6" fmla="*/ 16 w 75"/>
                      <a:gd name="T7" fmla="*/ 3 h 75"/>
                      <a:gd name="T8" fmla="*/ 15 w 75"/>
                      <a:gd name="T9" fmla="*/ 0 h 75"/>
                      <a:gd name="T10" fmla="*/ 0 w 75"/>
                      <a:gd name="T11" fmla="*/ 0 h 75"/>
                      <a:gd name="T12" fmla="*/ 0 w 75"/>
                      <a:gd name="T13" fmla="*/ 75 h 75"/>
                      <a:gd name="T14" fmla="*/ 75 w 75"/>
                      <a:gd name="T15" fmla="*/ 75 h 75"/>
                      <a:gd name="T16" fmla="*/ 75 w 75"/>
                      <a:gd name="T17" fmla="*/ 27 h 75"/>
                      <a:gd name="T18" fmla="*/ 72 w 75"/>
                      <a:gd name="T19" fmla="*/ 29 h 75"/>
                      <a:gd name="T20" fmla="*/ 72 w 75"/>
                      <a:gd name="T21" fmla="*/ 72 h 75"/>
                      <a:gd name="T22" fmla="*/ 28 w 75"/>
                      <a:gd name="T23" fmla="*/ 0 h 75"/>
                      <a:gd name="T24" fmla="*/ 29 w 75"/>
                      <a:gd name="T25" fmla="*/ 3 h 75"/>
                      <a:gd name="T26" fmla="*/ 72 w 75"/>
                      <a:gd name="T27" fmla="*/ 3 h 75"/>
                      <a:gd name="T28" fmla="*/ 72 w 75"/>
                      <a:gd name="T29" fmla="*/ 13 h 75"/>
                      <a:gd name="T30" fmla="*/ 75 w 75"/>
                      <a:gd name="T31" fmla="*/ 11 h 75"/>
                      <a:gd name="T32" fmla="*/ 75 w 75"/>
                      <a:gd name="T33" fmla="*/ 0 h 75"/>
                      <a:gd name="T34" fmla="*/ 28 w 75"/>
                      <a:gd name="T35" fmla="*/ 0 h 7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75" h="75">
                        <a:moveTo>
                          <a:pt x="72" y="72"/>
                        </a:moveTo>
                        <a:cubicBezTo>
                          <a:pt x="3" y="72"/>
                          <a:pt x="3" y="72"/>
                          <a:pt x="3" y="72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16" y="3"/>
                          <a:pt x="16" y="3"/>
                          <a:pt x="16" y="3"/>
                        </a:cubicBezTo>
                        <a:cubicBezTo>
                          <a:pt x="15" y="2"/>
                          <a:pt x="15" y="1"/>
                          <a:pt x="15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75"/>
                          <a:pt x="0" y="75"/>
                          <a:pt x="0" y="75"/>
                        </a:cubicBezTo>
                        <a:cubicBezTo>
                          <a:pt x="75" y="75"/>
                          <a:pt x="75" y="75"/>
                          <a:pt x="75" y="75"/>
                        </a:cubicBezTo>
                        <a:cubicBezTo>
                          <a:pt x="75" y="27"/>
                          <a:pt x="75" y="27"/>
                          <a:pt x="75" y="27"/>
                        </a:cubicBezTo>
                        <a:cubicBezTo>
                          <a:pt x="74" y="28"/>
                          <a:pt x="73" y="29"/>
                          <a:pt x="72" y="29"/>
                        </a:cubicBezTo>
                        <a:lnTo>
                          <a:pt x="72" y="72"/>
                        </a:lnTo>
                        <a:close/>
                        <a:moveTo>
                          <a:pt x="28" y="0"/>
                        </a:moveTo>
                        <a:cubicBezTo>
                          <a:pt x="28" y="1"/>
                          <a:pt x="29" y="2"/>
                          <a:pt x="29" y="3"/>
                        </a:cubicBezTo>
                        <a:cubicBezTo>
                          <a:pt x="72" y="3"/>
                          <a:pt x="72" y="3"/>
                          <a:pt x="72" y="3"/>
                        </a:cubicBezTo>
                        <a:cubicBezTo>
                          <a:pt x="72" y="13"/>
                          <a:pt x="72" y="13"/>
                          <a:pt x="72" y="13"/>
                        </a:cubicBezTo>
                        <a:cubicBezTo>
                          <a:pt x="73" y="13"/>
                          <a:pt x="74" y="12"/>
                          <a:pt x="75" y="11"/>
                        </a:cubicBezTo>
                        <a:cubicBezTo>
                          <a:pt x="75" y="0"/>
                          <a:pt x="75" y="0"/>
                          <a:pt x="75" y="0"/>
                        </a:cubicBezTo>
                        <a:lnTo>
                          <a:pt x="28" y="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80" name="îṧḷîḍê"/>
                  <p:cNvSpPr/>
                  <p:nvPr/>
                </p:nvSpPr>
                <p:spPr bwMode="auto">
                  <a:xfrm>
                    <a:off x="5133375" y="4749602"/>
                    <a:ext cx="347454" cy="258607"/>
                  </a:xfrm>
                  <a:custGeom>
                    <a:avLst/>
                    <a:gdLst>
                      <a:gd name="T0" fmla="*/ 91 w 92"/>
                      <a:gd name="T1" fmla="*/ 22 h 69"/>
                      <a:gd name="T2" fmla="*/ 83 w 92"/>
                      <a:gd name="T3" fmla="*/ 17 h 69"/>
                      <a:gd name="T4" fmla="*/ 66 w 92"/>
                      <a:gd name="T5" fmla="*/ 24 h 69"/>
                      <a:gd name="T6" fmla="*/ 63 w 92"/>
                      <a:gd name="T7" fmla="*/ 26 h 69"/>
                      <a:gd name="T8" fmla="*/ 44 w 92"/>
                      <a:gd name="T9" fmla="*/ 39 h 69"/>
                      <a:gd name="T10" fmla="*/ 35 w 92"/>
                      <a:gd name="T11" fmla="*/ 46 h 69"/>
                      <a:gd name="T12" fmla="*/ 29 w 92"/>
                      <a:gd name="T13" fmla="*/ 31 h 69"/>
                      <a:gd name="T14" fmla="*/ 23 w 92"/>
                      <a:gd name="T15" fmla="*/ 19 h 69"/>
                      <a:gd name="T16" fmla="*/ 22 w 92"/>
                      <a:gd name="T17" fmla="*/ 16 h 69"/>
                      <a:gd name="T18" fmla="*/ 8 w 92"/>
                      <a:gd name="T19" fmla="*/ 0 h 69"/>
                      <a:gd name="T20" fmla="*/ 0 w 92"/>
                      <a:gd name="T21" fmla="*/ 7 h 69"/>
                      <a:gd name="T22" fmla="*/ 0 w 92"/>
                      <a:gd name="T23" fmla="*/ 8 h 69"/>
                      <a:gd name="T24" fmla="*/ 0 w 92"/>
                      <a:gd name="T25" fmla="*/ 8 h 69"/>
                      <a:gd name="T26" fmla="*/ 2 w 92"/>
                      <a:gd name="T27" fmla="*/ 16 h 69"/>
                      <a:gd name="T28" fmla="*/ 3 w 92"/>
                      <a:gd name="T29" fmla="*/ 19 h 69"/>
                      <a:gd name="T30" fmla="*/ 28 w 92"/>
                      <a:gd name="T31" fmla="*/ 69 h 69"/>
                      <a:gd name="T32" fmla="*/ 63 w 92"/>
                      <a:gd name="T33" fmla="*/ 49 h 69"/>
                      <a:gd name="T34" fmla="*/ 66 w 92"/>
                      <a:gd name="T35" fmla="*/ 47 h 69"/>
                      <a:gd name="T36" fmla="*/ 90 w 92"/>
                      <a:gd name="T37" fmla="*/ 26 h 69"/>
                      <a:gd name="T38" fmla="*/ 91 w 92"/>
                      <a:gd name="T39" fmla="*/ 22 h 69"/>
                      <a:gd name="T40" fmla="*/ 85 w 92"/>
                      <a:gd name="T41" fmla="*/ 27 h 69"/>
                      <a:gd name="T42" fmla="*/ 66 w 92"/>
                      <a:gd name="T43" fmla="*/ 43 h 69"/>
                      <a:gd name="T44" fmla="*/ 63 w 92"/>
                      <a:gd name="T45" fmla="*/ 45 h 69"/>
                      <a:gd name="T46" fmla="*/ 28 w 92"/>
                      <a:gd name="T47" fmla="*/ 66 h 69"/>
                      <a:gd name="T48" fmla="*/ 7 w 92"/>
                      <a:gd name="T49" fmla="*/ 19 h 69"/>
                      <a:gd name="T50" fmla="*/ 6 w 92"/>
                      <a:gd name="T51" fmla="*/ 16 h 69"/>
                      <a:gd name="T52" fmla="*/ 3 w 92"/>
                      <a:gd name="T53" fmla="*/ 8 h 69"/>
                      <a:gd name="T54" fmla="*/ 8 w 92"/>
                      <a:gd name="T55" fmla="*/ 3 h 69"/>
                      <a:gd name="T56" fmla="*/ 19 w 92"/>
                      <a:gd name="T57" fmla="*/ 16 h 69"/>
                      <a:gd name="T58" fmla="*/ 20 w 92"/>
                      <a:gd name="T59" fmla="*/ 19 h 69"/>
                      <a:gd name="T60" fmla="*/ 26 w 92"/>
                      <a:gd name="T61" fmla="*/ 33 h 69"/>
                      <a:gd name="T62" fmla="*/ 35 w 92"/>
                      <a:gd name="T63" fmla="*/ 49 h 69"/>
                      <a:gd name="T64" fmla="*/ 36 w 92"/>
                      <a:gd name="T65" fmla="*/ 49 h 69"/>
                      <a:gd name="T66" fmla="*/ 46 w 92"/>
                      <a:gd name="T67" fmla="*/ 41 h 69"/>
                      <a:gd name="T68" fmla="*/ 63 w 92"/>
                      <a:gd name="T69" fmla="*/ 29 h 69"/>
                      <a:gd name="T70" fmla="*/ 66 w 92"/>
                      <a:gd name="T71" fmla="*/ 27 h 69"/>
                      <a:gd name="T72" fmla="*/ 83 w 92"/>
                      <a:gd name="T73" fmla="*/ 20 h 69"/>
                      <a:gd name="T74" fmla="*/ 88 w 92"/>
                      <a:gd name="T75" fmla="*/ 23 h 69"/>
                      <a:gd name="T76" fmla="*/ 85 w 92"/>
                      <a:gd name="T77" fmla="*/ 27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</a:cxnLst>
                    <a:rect l="0" t="0" r="r" b="b"/>
                    <a:pathLst>
                      <a:path w="92" h="69">
                        <a:moveTo>
                          <a:pt x="91" y="22"/>
                        </a:moveTo>
                        <a:cubicBezTo>
                          <a:pt x="89" y="19"/>
                          <a:pt x="87" y="17"/>
                          <a:pt x="83" y="17"/>
                        </a:cubicBezTo>
                        <a:cubicBezTo>
                          <a:pt x="78" y="17"/>
                          <a:pt x="72" y="20"/>
                          <a:pt x="66" y="24"/>
                        </a:cubicBezTo>
                        <a:cubicBezTo>
                          <a:pt x="65" y="24"/>
                          <a:pt x="64" y="25"/>
                          <a:pt x="63" y="26"/>
                        </a:cubicBezTo>
                        <a:cubicBezTo>
                          <a:pt x="56" y="30"/>
                          <a:pt x="50" y="35"/>
                          <a:pt x="44" y="39"/>
                        </a:cubicBezTo>
                        <a:cubicBezTo>
                          <a:pt x="41" y="42"/>
                          <a:pt x="37" y="45"/>
                          <a:pt x="35" y="46"/>
                        </a:cubicBezTo>
                        <a:cubicBezTo>
                          <a:pt x="34" y="44"/>
                          <a:pt x="31" y="37"/>
                          <a:pt x="29" y="31"/>
                        </a:cubicBezTo>
                        <a:cubicBezTo>
                          <a:pt x="27" y="27"/>
                          <a:pt x="25" y="23"/>
                          <a:pt x="23" y="19"/>
                        </a:cubicBezTo>
                        <a:cubicBezTo>
                          <a:pt x="23" y="18"/>
                          <a:pt x="23" y="17"/>
                          <a:pt x="22" y="16"/>
                        </a:cubicBezTo>
                        <a:cubicBezTo>
                          <a:pt x="17" y="6"/>
                          <a:pt x="13" y="0"/>
                          <a:pt x="8" y="0"/>
                        </a:cubicBezTo>
                        <a:cubicBezTo>
                          <a:pt x="5" y="0"/>
                          <a:pt x="2" y="2"/>
                          <a:pt x="0" y="7"/>
                        </a:cubicBez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1" y="10"/>
                          <a:pt x="1" y="13"/>
                          <a:pt x="2" y="16"/>
                        </a:cubicBezTo>
                        <a:cubicBezTo>
                          <a:pt x="3" y="17"/>
                          <a:pt x="3" y="18"/>
                          <a:pt x="3" y="19"/>
                        </a:cubicBezTo>
                        <a:cubicBezTo>
                          <a:pt x="10" y="38"/>
                          <a:pt x="21" y="69"/>
                          <a:pt x="28" y="69"/>
                        </a:cubicBezTo>
                        <a:cubicBezTo>
                          <a:pt x="32" y="69"/>
                          <a:pt x="48" y="59"/>
                          <a:pt x="63" y="49"/>
                        </a:cubicBezTo>
                        <a:cubicBezTo>
                          <a:pt x="64" y="48"/>
                          <a:pt x="65" y="48"/>
                          <a:pt x="66" y="47"/>
                        </a:cubicBezTo>
                        <a:cubicBezTo>
                          <a:pt x="77" y="39"/>
                          <a:pt x="88" y="30"/>
                          <a:pt x="90" y="26"/>
                        </a:cubicBezTo>
                        <a:cubicBezTo>
                          <a:pt x="91" y="25"/>
                          <a:pt x="92" y="23"/>
                          <a:pt x="91" y="22"/>
                        </a:cubicBezTo>
                        <a:close/>
                        <a:moveTo>
                          <a:pt x="85" y="27"/>
                        </a:moveTo>
                        <a:cubicBezTo>
                          <a:pt x="81" y="32"/>
                          <a:pt x="74" y="37"/>
                          <a:pt x="66" y="43"/>
                        </a:cubicBezTo>
                        <a:cubicBezTo>
                          <a:pt x="65" y="44"/>
                          <a:pt x="64" y="45"/>
                          <a:pt x="63" y="45"/>
                        </a:cubicBezTo>
                        <a:cubicBezTo>
                          <a:pt x="48" y="56"/>
                          <a:pt x="31" y="66"/>
                          <a:pt x="28" y="66"/>
                        </a:cubicBezTo>
                        <a:cubicBezTo>
                          <a:pt x="24" y="66"/>
                          <a:pt x="15" y="43"/>
                          <a:pt x="7" y="19"/>
                        </a:cubicBezTo>
                        <a:cubicBezTo>
                          <a:pt x="6" y="18"/>
                          <a:pt x="6" y="17"/>
                          <a:pt x="6" y="16"/>
                        </a:cubicBezTo>
                        <a:cubicBezTo>
                          <a:pt x="5" y="13"/>
                          <a:pt x="4" y="11"/>
                          <a:pt x="3" y="8"/>
                        </a:cubicBezTo>
                        <a:cubicBezTo>
                          <a:pt x="4" y="6"/>
                          <a:pt x="6" y="3"/>
                          <a:pt x="8" y="3"/>
                        </a:cubicBezTo>
                        <a:cubicBezTo>
                          <a:pt x="11" y="3"/>
                          <a:pt x="15" y="9"/>
                          <a:pt x="19" y="16"/>
                        </a:cubicBezTo>
                        <a:cubicBezTo>
                          <a:pt x="19" y="17"/>
                          <a:pt x="20" y="18"/>
                          <a:pt x="20" y="19"/>
                        </a:cubicBezTo>
                        <a:cubicBezTo>
                          <a:pt x="22" y="24"/>
                          <a:pt x="24" y="28"/>
                          <a:pt x="26" y="33"/>
                        </a:cubicBezTo>
                        <a:cubicBezTo>
                          <a:pt x="31" y="45"/>
                          <a:pt x="33" y="49"/>
                          <a:pt x="35" y="49"/>
                        </a:cubicBezTo>
                        <a:cubicBezTo>
                          <a:pt x="36" y="49"/>
                          <a:pt x="36" y="49"/>
                          <a:pt x="36" y="49"/>
                        </a:cubicBezTo>
                        <a:cubicBezTo>
                          <a:pt x="37" y="48"/>
                          <a:pt x="40" y="46"/>
                          <a:pt x="46" y="41"/>
                        </a:cubicBezTo>
                        <a:cubicBezTo>
                          <a:pt x="51" y="38"/>
                          <a:pt x="57" y="33"/>
                          <a:pt x="63" y="29"/>
                        </a:cubicBezTo>
                        <a:cubicBezTo>
                          <a:pt x="64" y="29"/>
                          <a:pt x="65" y="28"/>
                          <a:pt x="66" y="27"/>
                        </a:cubicBezTo>
                        <a:cubicBezTo>
                          <a:pt x="72" y="23"/>
                          <a:pt x="79" y="20"/>
                          <a:pt x="83" y="20"/>
                        </a:cubicBezTo>
                        <a:cubicBezTo>
                          <a:pt x="86" y="20"/>
                          <a:pt x="87" y="21"/>
                          <a:pt x="88" y="23"/>
                        </a:cubicBezTo>
                        <a:cubicBezTo>
                          <a:pt x="88" y="23"/>
                          <a:pt x="88" y="24"/>
                          <a:pt x="85" y="27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6" name="iṣľîďé"/>
                <p:cNvGrpSpPr/>
                <p:nvPr/>
              </p:nvGrpSpPr>
              <p:grpSpPr>
                <a:xfrm>
                  <a:off x="4006816" y="3479570"/>
                  <a:ext cx="447407" cy="322069"/>
                  <a:chOff x="5141307" y="4268878"/>
                  <a:chExt cx="447407" cy="322069"/>
                </a:xfrm>
              </p:grpSpPr>
              <p:sp>
                <p:nvSpPr>
                  <p:cNvPr id="77" name="îṥľïḑê"/>
                  <p:cNvSpPr/>
                  <p:nvPr/>
                </p:nvSpPr>
                <p:spPr bwMode="auto">
                  <a:xfrm>
                    <a:off x="5141307" y="4268878"/>
                    <a:ext cx="339521" cy="225290"/>
                  </a:xfrm>
                  <a:custGeom>
                    <a:avLst/>
                    <a:gdLst>
                      <a:gd name="T0" fmla="*/ 5 w 90"/>
                      <a:gd name="T1" fmla="*/ 60 h 60"/>
                      <a:gd name="T2" fmla="*/ 10 w 90"/>
                      <a:gd name="T3" fmla="*/ 43 h 60"/>
                      <a:gd name="T4" fmla="*/ 0 w 90"/>
                      <a:gd name="T5" fmla="*/ 26 h 60"/>
                      <a:gd name="T6" fmla="*/ 45 w 90"/>
                      <a:gd name="T7" fmla="*/ 0 h 60"/>
                      <a:gd name="T8" fmla="*/ 90 w 90"/>
                      <a:gd name="T9" fmla="*/ 26 h 60"/>
                      <a:gd name="T10" fmla="*/ 45 w 90"/>
                      <a:gd name="T11" fmla="*/ 52 h 60"/>
                      <a:gd name="T12" fmla="*/ 35 w 90"/>
                      <a:gd name="T13" fmla="*/ 52 h 60"/>
                      <a:gd name="T14" fmla="*/ 5 w 90"/>
                      <a:gd name="T15" fmla="*/ 60 h 60"/>
                      <a:gd name="T16" fmla="*/ 45 w 90"/>
                      <a:gd name="T17" fmla="*/ 3 h 60"/>
                      <a:gd name="T18" fmla="*/ 3 w 90"/>
                      <a:gd name="T19" fmla="*/ 26 h 60"/>
                      <a:gd name="T20" fmla="*/ 13 w 90"/>
                      <a:gd name="T21" fmla="*/ 41 h 60"/>
                      <a:gd name="T22" fmla="*/ 13 w 90"/>
                      <a:gd name="T23" fmla="*/ 42 h 60"/>
                      <a:gd name="T24" fmla="*/ 9 w 90"/>
                      <a:gd name="T25" fmla="*/ 56 h 60"/>
                      <a:gd name="T26" fmla="*/ 32 w 90"/>
                      <a:gd name="T27" fmla="*/ 49 h 60"/>
                      <a:gd name="T28" fmla="*/ 31 w 90"/>
                      <a:gd name="T29" fmla="*/ 48 h 60"/>
                      <a:gd name="T30" fmla="*/ 35 w 90"/>
                      <a:gd name="T31" fmla="*/ 49 h 60"/>
                      <a:gd name="T32" fmla="*/ 45 w 90"/>
                      <a:gd name="T33" fmla="*/ 49 h 60"/>
                      <a:gd name="T34" fmla="*/ 87 w 90"/>
                      <a:gd name="T35" fmla="*/ 26 h 60"/>
                      <a:gd name="T36" fmla="*/ 45 w 90"/>
                      <a:gd name="T37" fmla="*/ 3 h 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90" h="60">
                        <a:moveTo>
                          <a:pt x="5" y="60"/>
                        </a:moveTo>
                        <a:cubicBezTo>
                          <a:pt x="10" y="43"/>
                          <a:pt x="10" y="43"/>
                          <a:pt x="10" y="43"/>
                        </a:cubicBezTo>
                        <a:cubicBezTo>
                          <a:pt x="3" y="38"/>
                          <a:pt x="0" y="32"/>
                          <a:pt x="0" y="26"/>
                        </a:cubicBezTo>
                        <a:cubicBezTo>
                          <a:pt x="0" y="12"/>
                          <a:pt x="20" y="0"/>
                          <a:pt x="45" y="0"/>
                        </a:cubicBezTo>
                        <a:cubicBezTo>
                          <a:pt x="70" y="0"/>
                          <a:pt x="90" y="12"/>
                          <a:pt x="90" y="26"/>
                        </a:cubicBezTo>
                        <a:cubicBezTo>
                          <a:pt x="90" y="41"/>
                          <a:pt x="70" y="52"/>
                          <a:pt x="45" y="52"/>
                        </a:cubicBezTo>
                        <a:cubicBezTo>
                          <a:pt x="42" y="52"/>
                          <a:pt x="38" y="52"/>
                          <a:pt x="35" y="52"/>
                        </a:cubicBezTo>
                        <a:lnTo>
                          <a:pt x="5" y="60"/>
                        </a:lnTo>
                        <a:close/>
                        <a:moveTo>
                          <a:pt x="45" y="3"/>
                        </a:moveTo>
                        <a:cubicBezTo>
                          <a:pt x="22" y="3"/>
                          <a:pt x="3" y="13"/>
                          <a:pt x="3" y="26"/>
                        </a:cubicBezTo>
                        <a:cubicBezTo>
                          <a:pt x="3" y="31"/>
                          <a:pt x="6" y="37"/>
                          <a:pt x="13" y="41"/>
                        </a:cubicBezTo>
                        <a:cubicBezTo>
                          <a:pt x="13" y="42"/>
                          <a:pt x="13" y="42"/>
                          <a:pt x="13" y="42"/>
                        </a:cubicBezTo>
                        <a:cubicBezTo>
                          <a:pt x="9" y="56"/>
                          <a:pt x="9" y="56"/>
                          <a:pt x="9" y="56"/>
                        </a:cubicBezTo>
                        <a:cubicBezTo>
                          <a:pt x="32" y="49"/>
                          <a:pt x="32" y="49"/>
                          <a:pt x="32" y="49"/>
                        </a:cubicBezTo>
                        <a:cubicBezTo>
                          <a:pt x="31" y="48"/>
                          <a:pt x="31" y="48"/>
                          <a:pt x="31" y="48"/>
                        </a:cubicBezTo>
                        <a:cubicBezTo>
                          <a:pt x="35" y="49"/>
                          <a:pt x="35" y="49"/>
                          <a:pt x="35" y="49"/>
                        </a:cubicBezTo>
                        <a:cubicBezTo>
                          <a:pt x="38" y="49"/>
                          <a:pt x="42" y="49"/>
                          <a:pt x="45" y="49"/>
                        </a:cubicBezTo>
                        <a:cubicBezTo>
                          <a:pt x="68" y="49"/>
                          <a:pt x="87" y="39"/>
                          <a:pt x="87" y="26"/>
                        </a:cubicBezTo>
                        <a:cubicBezTo>
                          <a:pt x="87" y="13"/>
                          <a:pt x="68" y="3"/>
                          <a:pt x="45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78" name="í$ļïḑe"/>
                  <p:cNvSpPr/>
                  <p:nvPr/>
                </p:nvSpPr>
                <p:spPr bwMode="auto">
                  <a:xfrm>
                    <a:off x="5250779" y="4362484"/>
                    <a:ext cx="337935" cy="228463"/>
                  </a:xfrm>
                  <a:custGeom>
                    <a:avLst/>
                    <a:gdLst>
                      <a:gd name="T0" fmla="*/ 5 w 90"/>
                      <a:gd name="T1" fmla="*/ 61 h 61"/>
                      <a:gd name="T2" fmla="*/ 10 w 90"/>
                      <a:gd name="T3" fmla="*/ 44 h 61"/>
                      <a:gd name="T4" fmla="*/ 0 w 90"/>
                      <a:gd name="T5" fmla="*/ 27 h 61"/>
                      <a:gd name="T6" fmla="*/ 45 w 90"/>
                      <a:gd name="T7" fmla="*/ 0 h 61"/>
                      <a:gd name="T8" fmla="*/ 90 w 90"/>
                      <a:gd name="T9" fmla="*/ 27 h 61"/>
                      <a:gd name="T10" fmla="*/ 45 w 90"/>
                      <a:gd name="T11" fmla="*/ 53 h 61"/>
                      <a:gd name="T12" fmla="*/ 35 w 90"/>
                      <a:gd name="T13" fmla="*/ 53 h 61"/>
                      <a:gd name="T14" fmla="*/ 5 w 90"/>
                      <a:gd name="T15" fmla="*/ 61 h 61"/>
                      <a:gd name="T16" fmla="*/ 45 w 90"/>
                      <a:gd name="T17" fmla="*/ 3 h 61"/>
                      <a:gd name="T18" fmla="*/ 3 w 90"/>
                      <a:gd name="T19" fmla="*/ 27 h 61"/>
                      <a:gd name="T20" fmla="*/ 12 w 90"/>
                      <a:gd name="T21" fmla="*/ 42 h 61"/>
                      <a:gd name="T22" fmla="*/ 13 w 90"/>
                      <a:gd name="T23" fmla="*/ 42 h 61"/>
                      <a:gd name="T24" fmla="*/ 9 w 90"/>
                      <a:gd name="T25" fmla="*/ 57 h 61"/>
                      <a:gd name="T26" fmla="*/ 32 w 90"/>
                      <a:gd name="T27" fmla="*/ 50 h 61"/>
                      <a:gd name="T28" fmla="*/ 30 w 90"/>
                      <a:gd name="T29" fmla="*/ 49 h 61"/>
                      <a:gd name="T30" fmla="*/ 35 w 90"/>
                      <a:gd name="T31" fmla="*/ 49 h 61"/>
                      <a:gd name="T32" fmla="*/ 45 w 90"/>
                      <a:gd name="T33" fmla="*/ 50 h 61"/>
                      <a:gd name="T34" fmla="*/ 87 w 90"/>
                      <a:gd name="T35" fmla="*/ 27 h 61"/>
                      <a:gd name="T36" fmla="*/ 45 w 90"/>
                      <a:gd name="T37" fmla="*/ 3 h 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90" h="61">
                        <a:moveTo>
                          <a:pt x="5" y="61"/>
                        </a:moveTo>
                        <a:cubicBezTo>
                          <a:pt x="10" y="44"/>
                          <a:pt x="10" y="44"/>
                          <a:pt x="10" y="44"/>
                        </a:cubicBezTo>
                        <a:cubicBezTo>
                          <a:pt x="3" y="39"/>
                          <a:pt x="0" y="33"/>
                          <a:pt x="0" y="27"/>
                        </a:cubicBezTo>
                        <a:cubicBezTo>
                          <a:pt x="0" y="12"/>
                          <a:pt x="20" y="0"/>
                          <a:pt x="45" y="0"/>
                        </a:cubicBezTo>
                        <a:cubicBezTo>
                          <a:pt x="70" y="0"/>
                          <a:pt x="90" y="12"/>
                          <a:pt x="90" y="27"/>
                        </a:cubicBezTo>
                        <a:cubicBezTo>
                          <a:pt x="90" y="41"/>
                          <a:pt x="70" y="53"/>
                          <a:pt x="45" y="53"/>
                        </a:cubicBezTo>
                        <a:cubicBezTo>
                          <a:pt x="42" y="53"/>
                          <a:pt x="38" y="53"/>
                          <a:pt x="35" y="53"/>
                        </a:cubicBezTo>
                        <a:lnTo>
                          <a:pt x="5" y="61"/>
                        </a:lnTo>
                        <a:close/>
                        <a:moveTo>
                          <a:pt x="45" y="3"/>
                        </a:moveTo>
                        <a:cubicBezTo>
                          <a:pt x="22" y="3"/>
                          <a:pt x="3" y="14"/>
                          <a:pt x="3" y="27"/>
                        </a:cubicBezTo>
                        <a:cubicBezTo>
                          <a:pt x="3" y="32"/>
                          <a:pt x="6" y="37"/>
                          <a:pt x="12" y="42"/>
                        </a:cubicBezTo>
                        <a:cubicBezTo>
                          <a:pt x="13" y="42"/>
                          <a:pt x="13" y="42"/>
                          <a:pt x="13" y="42"/>
                        </a:cubicBezTo>
                        <a:cubicBezTo>
                          <a:pt x="9" y="57"/>
                          <a:pt x="9" y="57"/>
                          <a:pt x="9" y="57"/>
                        </a:cubicBezTo>
                        <a:cubicBezTo>
                          <a:pt x="32" y="50"/>
                          <a:pt x="32" y="50"/>
                          <a:pt x="32" y="50"/>
                        </a:cubicBezTo>
                        <a:cubicBezTo>
                          <a:pt x="30" y="49"/>
                          <a:pt x="30" y="49"/>
                          <a:pt x="30" y="49"/>
                        </a:cubicBezTo>
                        <a:cubicBezTo>
                          <a:pt x="35" y="49"/>
                          <a:pt x="35" y="49"/>
                          <a:pt x="35" y="49"/>
                        </a:cubicBezTo>
                        <a:cubicBezTo>
                          <a:pt x="38" y="50"/>
                          <a:pt x="42" y="50"/>
                          <a:pt x="45" y="50"/>
                        </a:cubicBezTo>
                        <a:cubicBezTo>
                          <a:pt x="68" y="50"/>
                          <a:pt x="87" y="40"/>
                          <a:pt x="87" y="27"/>
                        </a:cubicBezTo>
                        <a:cubicBezTo>
                          <a:pt x="87" y="14"/>
                          <a:pt x="68" y="3"/>
                          <a:pt x="45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7" name="íşḷîḓe"/>
                <p:cNvGrpSpPr/>
                <p:nvPr/>
              </p:nvGrpSpPr>
              <p:grpSpPr>
                <a:xfrm>
                  <a:off x="3748713" y="3953154"/>
                  <a:ext cx="285578" cy="412502"/>
                  <a:chOff x="4651064" y="4359311"/>
                  <a:chExt cx="285578" cy="412502"/>
                </a:xfrm>
              </p:grpSpPr>
              <p:sp>
                <p:nvSpPr>
                  <p:cNvPr id="72" name="iṧḻiḍè"/>
                  <p:cNvSpPr/>
                  <p:nvPr/>
                </p:nvSpPr>
                <p:spPr bwMode="auto">
                  <a:xfrm>
                    <a:off x="4738324" y="4456090"/>
                    <a:ext cx="55530" cy="315723"/>
                  </a:xfrm>
                  <a:custGeom>
                    <a:avLst/>
                    <a:gdLst>
                      <a:gd name="T0" fmla="*/ 8 w 15"/>
                      <a:gd name="T1" fmla="*/ 84 h 84"/>
                      <a:gd name="T2" fmla="*/ 0 w 15"/>
                      <a:gd name="T3" fmla="*/ 76 h 84"/>
                      <a:gd name="T4" fmla="*/ 0 w 15"/>
                      <a:gd name="T5" fmla="*/ 8 h 84"/>
                      <a:gd name="T6" fmla="*/ 8 w 15"/>
                      <a:gd name="T7" fmla="*/ 0 h 84"/>
                      <a:gd name="T8" fmla="*/ 15 w 15"/>
                      <a:gd name="T9" fmla="*/ 8 h 84"/>
                      <a:gd name="T10" fmla="*/ 15 w 15"/>
                      <a:gd name="T11" fmla="*/ 76 h 84"/>
                      <a:gd name="T12" fmla="*/ 8 w 15"/>
                      <a:gd name="T13" fmla="*/ 84 h 84"/>
                      <a:gd name="T14" fmla="*/ 8 w 15"/>
                      <a:gd name="T15" fmla="*/ 3 h 84"/>
                      <a:gd name="T16" fmla="*/ 3 w 15"/>
                      <a:gd name="T17" fmla="*/ 8 h 84"/>
                      <a:gd name="T18" fmla="*/ 3 w 15"/>
                      <a:gd name="T19" fmla="*/ 76 h 84"/>
                      <a:gd name="T20" fmla="*/ 8 w 15"/>
                      <a:gd name="T21" fmla="*/ 81 h 84"/>
                      <a:gd name="T22" fmla="*/ 12 w 15"/>
                      <a:gd name="T23" fmla="*/ 76 h 84"/>
                      <a:gd name="T24" fmla="*/ 12 w 15"/>
                      <a:gd name="T25" fmla="*/ 8 h 84"/>
                      <a:gd name="T26" fmla="*/ 8 w 15"/>
                      <a:gd name="T27" fmla="*/ 3 h 8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5" h="84">
                        <a:moveTo>
                          <a:pt x="8" y="84"/>
                        </a:moveTo>
                        <a:cubicBezTo>
                          <a:pt x="4" y="84"/>
                          <a:pt x="0" y="80"/>
                          <a:pt x="0" y="76"/>
                        </a:cubicBez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0" y="3"/>
                          <a:pt x="4" y="0"/>
                          <a:pt x="8" y="0"/>
                        </a:cubicBezTo>
                        <a:cubicBezTo>
                          <a:pt x="12" y="0"/>
                          <a:pt x="15" y="3"/>
                          <a:pt x="15" y="8"/>
                        </a:cubicBezTo>
                        <a:cubicBezTo>
                          <a:pt x="15" y="76"/>
                          <a:pt x="15" y="76"/>
                          <a:pt x="15" y="76"/>
                        </a:cubicBezTo>
                        <a:cubicBezTo>
                          <a:pt x="15" y="80"/>
                          <a:pt x="12" y="84"/>
                          <a:pt x="8" y="84"/>
                        </a:cubicBezTo>
                        <a:close/>
                        <a:moveTo>
                          <a:pt x="8" y="3"/>
                        </a:moveTo>
                        <a:cubicBezTo>
                          <a:pt x="5" y="3"/>
                          <a:pt x="3" y="5"/>
                          <a:pt x="3" y="8"/>
                        </a:cubicBezTo>
                        <a:cubicBezTo>
                          <a:pt x="3" y="76"/>
                          <a:pt x="3" y="76"/>
                          <a:pt x="3" y="76"/>
                        </a:cubicBezTo>
                        <a:cubicBezTo>
                          <a:pt x="3" y="79"/>
                          <a:pt x="5" y="81"/>
                          <a:pt x="8" y="81"/>
                        </a:cubicBezTo>
                        <a:cubicBezTo>
                          <a:pt x="10" y="81"/>
                          <a:pt x="12" y="79"/>
                          <a:pt x="12" y="76"/>
                        </a:cubicBezTo>
                        <a:cubicBezTo>
                          <a:pt x="12" y="8"/>
                          <a:pt x="12" y="8"/>
                          <a:pt x="12" y="8"/>
                        </a:cubicBezTo>
                        <a:cubicBezTo>
                          <a:pt x="12" y="5"/>
                          <a:pt x="10" y="3"/>
                          <a:pt x="8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73" name="iślïdè"/>
                  <p:cNvSpPr/>
                  <p:nvPr/>
                </p:nvSpPr>
                <p:spPr bwMode="auto">
                  <a:xfrm>
                    <a:off x="4820824" y="4524312"/>
                    <a:ext cx="55530" cy="247501"/>
                  </a:xfrm>
                  <a:custGeom>
                    <a:avLst/>
                    <a:gdLst>
                      <a:gd name="T0" fmla="*/ 7 w 15"/>
                      <a:gd name="T1" fmla="*/ 66 h 66"/>
                      <a:gd name="T2" fmla="*/ 0 w 15"/>
                      <a:gd name="T3" fmla="*/ 58 h 66"/>
                      <a:gd name="T4" fmla="*/ 0 w 15"/>
                      <a:gd name="T5" fmla="*/ 8 h 66"/>
                      <a:gd name="T6" fmla="*/ 7 w 15"/>
                      <a:gd name="T7" fmla="*/ 0 h 66"/>
                      <a:gd name="T8" fmla="*/ 15 w 15"/>
                      <a:gd name="T9" fmla="*/ 8 h 66"/>
                      <a:gd name="T10" fmla="*/ 15 w 15"/>
                      <a:gd name="T11" fmla="*/ 58 h 66"/>
                      <a:gd name="T12" fmla="*/ 7 w 15"/>
                      <a:gd name="T13" fmla="*/ 66 h 66"/>
                      <a:gd name="T14" fmla="*/ 7 w 15"/>
                      <a:gd name="T15" fmla="*/ 3 h 66"/>
                      <a:gd name="T16" fmla="*/ 3 w 15"/>
                      <a:gd name="T17" fmla="*/ 8 h 66"/>
                      <a:gd name="T18" fmla="*/ 3 w 15"/>
                      <a:gd name="T19" fmla="*/ 58 h 66"/>
                      <a:gd name="T20" fmla="*/ 7 w 15"/>
                      <a:gd name="T21" fmla="*/ 63 h 66"/>
                      <a:gd name="T22" fmla="*/ 12 w 15"/>
                      <a:gd name="T23" fmla="*/ 58 h 66"/>
                      <a:gd name="T24" fmla="*/ 12 w 15"/>
                      <a:gd name="T25" fmla="*/ 8 h 66"/>
                      <a:gd name="T26" fmla="*/ 7 w 15"/>
                      <a:gd name="T27" fmla="*/ 3 h 6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5" h="66">
                        <a:moveTo>
                          <a:pt x="7" y="66"/>
                        </a:moveTo>
                        <a:cubicBezTo>
                          <a:pt x="3" y="66"/>
                          <a:pt x="0" y="62"/>
                          <a:pt x="0" y="58"/>
                        </a:cubicBez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0" y="3"/>
                          <a:pt x="3" y="0"/>
                          <a:pt x="7" y="0"/>
                        </a:cubicBezTo>
                        <a:cubicBezTo>
                          <a:pt x="11" y="0"/>
                          <a:pt x="15" y="3"/>
                          <a:pt x="15" y="8"/>
                        </a:cubicBezTo>
                        <a:cubicBezTo>
                          <a:pt x="15" y="58"/>
                          <a:pt x="15" y="58"/>
                          <a:pt x="15" y="58"/>
                        </a:cubicBezTo>
                        <a:cubicBezTo>
                          <a:pt x="15" y="62"/>
                          <a:pt x="11" y="66"/>
                          <a:pt x="7" y="66"/>
                        </a:cubicBezTo>
                        <a:close/>
                        <a:moveTo>
                          <a:pt x="7" y="3"/>
                        </a:moveTo>
                        <a:cubicBezTo>
                          <a:pt x="5" y="3"/>
                          <a:pt x="3" y="5"/>
                          <a:pt x="3" y="8"/>
                        </a:cubicBezTo>
                        <a:cubicBezTo>
                          <a:pt x="3" y="58"/>
                          <a:pt x="3" y="58"/>
                          <a:pt x="3" y="58"/>
                        </a:cubicBezTo>
                        <a:cubicBezTo>
                          <a:pt x="3" y="61"/>
                          <a:pt x="5" y="63"/>
                          <a:pt x="7" y="63"/>
                        </a:cubicBezTo>
                        <a:cubicBezTo>
                          <a:pt x="10" y="63"/>
                          <a:pt x="12" y="61"/>
                          <a:pt x="12" y="58"/>
                        </a:cubicBezTo>
                        <a:cubicBezTo>
                          <a:pt x="12" y="8"/>
                          <a:pt x="12" y="8"/>
                          <a:pt x="12" y="8"/>
                        </a:cubicBezTo>
                        <a:cubicBezTo>
                          <a:pt x="12" y="5"/>
                          <a:pt x="10" y="3"/>
                          <a:pt x="7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74" name="îsľïḑè"/>
                  <p:cNvSpPr/>
                  <p:nvPr/>
                </p:nvSpPr>
                <p:spPr bwMode="auto">
                  <a:xfrm>
                    <a:off x="4651064" y="4636957"/>
                    <a:ext cx="52356" cy="134856"/>
                  </a:xfrm>
                  <a:custGeom>
                    <a:avLst/>
                    <a:gdLst>
                      <a:gd name="T0" fmla="*/ 7 w 14"/>
                      <a:gd name="T1" fmla="*/ 36 h 36"/>
                      <a:gd name="T2" fmla="*/ 0 w 14"/>
                      <a:gd name="T3" fmla="*/ 28 h 36"/>
                      <a:gd name="T4" fmla="*/ 0 w 14"/>
                      <a:gd name="T5" fmla="*/ 7 h 36"/>
                      <a:gd name="T6" fmla="*/ 7 w 14"/>
                      <a:gd name="T7" fmla="*/ 0 h 36"/>
                      <a:gd name="T8" fmla="*/ 14 w 14"/>
                      <a:gd name="T9" fmla="*/ 7 h 36"/>
                      <a:gd name="T10" fmla="*/ 14 w 14"/>
                      <a:gd name="T11" fmla="*/ 28 h 36"/>
                      <a:gd name="T12" fmla="*/ 7 w 14"/>
                      <a:gd name="T13" fmla="*/ 36 h 36"/>
                      <a:gd name="T14" fmla="*/ 7 w 14"/>
                      <a:gd name="T15" fmla="*/ 3 h 36"/>
                      <a:gd name="T16" fmla="*/ 3 w 14"/>
                      <a:gd name="T17" fmla="*/ 7 h 36"/>
                      <a:gd name="T18" fmla="*/ 3 w 14"/>
                      <a:gd name="T19" fmla="*/ 28 h 36"/>
                      <a:gd name="T20" fmla="*/ 7 w 14"/>
                      <a:gd name="T21" fmla="*/ 33 h 36"/>
                      <a:gd name="T22" fmla="*/ 11 w 14"/>
                      <a:gd name="T23" fmla="*/ 28 h 36"/>
                      <a:gd name="T24" fmla="*/ 11 w 14"/>
                      <a:gd name="T25" fmla="*/ 7 h 36"/>
                      <a:gd name="T26" fmla="*/ 7 w 14"/>
                      <a:gd name="T27" fmla="*/ 3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4" h="36">
                        <a:moveTo>
                          <a:pt x="7" y="36"/>
                        </a:moveTo>
                        <a:cubicBezTo>
                          <a:pt x="3" y="36"/>
                          <a:pt x="0" y="32"/>
                          <a:pt x="0" y="28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3"/>
                          <a:pt x="3" y="0"/>
                          <a:pt x="7" y="0"/>
                        </a:cubicBezTo>
                        <a:cubicBezTo>
                          <a:pt x="11" y="0"/>
                          <a:pt x="14" y="3"/>
                          <a:pt x="14" y="7"/>
                        </a:cubicBezTo>
                        <a:cubicBezTo>
                          <a:pt x="14" y="28"/>
                          <a:pt x="14" y="28"/>
                          <a:pt x="14" y="28"/>
                        </a:cubicBezTo>
                        <a:cubicBezTo>
                          <a:pt x="14" y="32"/>
                          <a:pt x="11" y="36"/>
                          <a:pt x="7" y="36"/>
                        </a:cubicBezTo>
                        <a:close/>
                        <a:moveTo>
                          <a:pt x="7" y="3"/>
                        </a:moveTo>
                        <a:cubicBezTo>
                          <a:pt x="5" y="3"/>
                          <a:pt x="3" y="5"/>
                          <a:pt x="3" y="7"/>
                        </a:cubicBezTo>
                        <a:cubicBezTo>
                          <a:pt x="3" y="28"/>
                          <a:pt x="3" y="28"/>
                          <a:pt x="3" y="28"/>
                        </a:cubicBezTo>
                        <a:cubicBezTo>
                          <a:pt x="3" y="31"/>
                          <a:pt x="5" y="33"/>
                          <a:pt x="7" y="33"/>
                        </a:cubicBezTo>
                        <a:cubicBezTo>
                          <a:pt x="9" y="33"/>
                          <a:pt x="11" y="31"/>
                          <a:pt x="11" y="28"/>
                        </a:cubicBezTo>
                        <a:cubicBezTo>
                          <a:pt x="11" y="7"/>
                          <a:pt x="11" y="7"/>
                          <a:pt x="11" y="7"/>
                        </a:cubicBezTo>
                        <a:cubicBezTo>
                          <a:pt x="11" y="5"/>
                          <a:pt x="9" y="3"/>
                          <a:pt x="7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75" name="îṩlíḓé"/>
                  <p:cNvSpPr/>
                  <p:nvPr/>
                </p:nvSpPr>
                <p:spPr bwMode="auto">
                  <a:xfrm>
                    <a:off x="4651064" y="4359311"/>
                    <a:ext cx="285578" cy="118991"/>
                  </a:xfrm>
                  <a:custGeom>
                    <a:avLst/>
                    <a:gdLst>
                      <a:gd name="T0" fmla="*/ 2 w 180"/>
                      <a:gd name="T1" fmla="*/ 75 h 75"/>
                      <a:gd name="T2" fmla="*/ 0 w 180"/>
                      <a:gd name="T3" fmla="*/ 68 h 75"/>
                      <a:gd name="T4" fmla="*/ 97 w 180"/>
                      <a:gd name="T5" fmla="*/ 19 h 75"/>
                      <a:gd name="T6" fmla="*/ 114 w 180"/>
                      <a:gd name="T7" fmla="*/ 42 h 75"/>
                      <a:gd name="T8" fmla="*/ 159 w 180"/>
                      <a:gd name="T9" fmla="*/ 7 h 75"/>
                      <a:gd name="T10" fmla="*/ 152 w 180"/>
                      <a:gd name="T11" fmla="*/ 7 h 75"/>
                      <a:gd name="T12" fmla="*/ 152 w 180"/>
                      <a:gd name="T13" fmla="*/ 0 h 75"/>
                      <a:gd name="T14" fmla="*/ 180 w 180"/>
                      <a:gd name="T15" fmla="*/ 0 h 75"/>
                      <a:gd name="T16" fmla="*/ 112 w 180"/>
                      <a:gd name="T17" fmla="*/ 52 h 75"/>
                      <a:gd name="T18" fmla="*/ 95 w 180"/>
                      <a:gd name="T19" fmla="*/ 28 h 75"/>
                      <a:gd name="T20" fmla="*/ 2 w 180"/>
                      <a:gd name="T21" fmla="*/ 75 h 7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80" h="75">
                        <a:moveTo>
                          <a:pt x="2" y="75"/>
                        </a:moveTo>
                        <a:lnTo>
                          <a:pt x="0" y="68"/>
                        </a:lnTo>
                        <a:lnTo>
                          <a:pt x="97" y="19"/>
                        </a:lnTo>
                        <a:lnTo>
                          <a:pt x="114" y="42"/>
                        </a:lnTo>
                        <a:lnTo>
                          <a:pt x="159" y="7"/>
                        </a:lnTo>
                        <a:lnTo>
                          <a:pt x="152" y="7"/>
                        </a:lnTo>
                        <a:lnTo>
                          <a:pt x="152" y="0"/>
                        </a:lnTo>
                        <a:lnTo>
                          <a:pt x="180" y="0"/>
                        </a:lnTo>
                        <a:lnTo>
                          <a:pt x="112" y="52"/>
                        </a:lnTo>
                        <a:lnTo>
                          <a:pt x="95" y="28"/>
                        </a:lnTo>
                        <a:lnTo>
                          <a:pt x="2" y="75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76" name="îś1îḍè"/>
                  <p:cNvSpPr/>
                  <p:nvPr/>
                </p:nvSpPr>
                <p:spPr bwMode="auto">
                  <a:xfrm>
                    <a:off x="4906498" y="4362484"/>
                    <a:ext cx="23799" cy="30144"/>
                  </a:xfrm>
                  <a:custGeom>
                    <a:avLst/>
                    <a:gdLst>
                      <a:gd name="T0" fmla="*/ 8 w 15"/>
                      <a:gd name="T1" fmla="*/ 19 h 19"/>
                      <a:gd name="T2" fmla="*/ 0 w 15"/>
                      <a:gd name="T3" fmla="*/ 17 h 19"/>
                      <a:gd name="T4" fmla="*/ 8 w 15"/>
                      <a:gd name="T5" fmla="*/ 0 h 19"/>
                      <a:gd name="T6" fmla="*/ 15 w 15"/>
                      <a:gd name="T7" fmla="*/ 2 h 19"/>
                      <a:gd name="T8" fmla="*/ 8 w 15"/>
                      <a:gd name="T9" fmla="*/ 19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" h="19">
                        <a:moveTo>
                          <a:pt x="8" y="19"/>
                        </a:moveTo>
                        <a:lnTo>
                          <a:pt x="0" y="17"/>
                        </a:lnTo>
                        <a:lnTo>
                          <a:pt x="8" y="0"/>
                        </a:lnTo>
                        <a:lnTo>
                          <a:pt x="15" y="2"/>
                        </a:lnTo>
                        <a:lnTo>
                          <a:pt x="8" y="19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8" name="í$ľîḓe"/>
                <p:cNvGrpSpPr/>
                <p:nvPr/>
              </p:nvGrpSpPr>
              <p:grpSpPr>
                <a:xfrm>
                  <a:off x="3835973" y="2208213"/>
                  <a:ext cx="490243" cy="463271"/>
                  <a:chOff x="5607752" y="3426422"/>
                  <a:chExt cx="490243" cy="463271"/>
                </a:xfrm>
              </p:grpSpPr>
              <p:sp>
                <p:nvSpPr>
                  <p:cNvPr id="64" name="iṩḷíḓè"/>
                  <p:cNvSpPr/>
                  <p:nvPr/>
                </p:nvSpPr>
                <p:spPr bwMode="auto">
                  <a:xfrm>
                    <a:off x="5607752" y="3426422"/>
                    <a:ext cx="490243" cy="463271"/>
                  </a:xfrm>
                  <a:custGeom>
                    <a:avLst/>
                    <a:gdLst>
                      <a:gd name="T0" fmla="*/ 86 w 130"/>
                      <a:gd name="T1" fmla="*/ 123 h 123"/>
                      <a:gd name="T2" fmla="*/ 0 w 130"/>
                      <a:gd name="T3" fmla="*/ 102 h 123"/>
                      <a:gd name="T4" fmla="*/ 3 w 130"/>
                      <a:gd name="T5" fmla="*/ 100 h 123"/>
                      <a:gd name="T6" fmla="*/ 54 w 130"/>
                      <a:gd name="T7" fmla="*/ 1 h 123"/>
                      <a:gd name="T8" fmla="*/ 54 w 130"/>
                      <a:gd name="T9" fmla="*/ 0 h 123"/>
                      <a:gd name="T10" fmla="*/ 130 w 130"/>
                      <a:gd name="T11" fmla="*/ 18 h 123"/>
                      <a:gd name="T12" fmla="*/ 130 w 130"/>
                      <a:gd name="T13" fmla="*/ 20 h 123"/>
                      <a:gd name="T14" fmla="*/ 86 w 130"/>
                      <a:gd name="T15" fmla="*/ 123 h 123"/>
                      <a:gd name="T16" fmla="*/ 7 w 130"/>
                      <a:gd name="T17" fmla="*/ 101 h 123"/>
                      <a:gd name="T18" fmla="*/ 86 w 130"/>
                      <a:gd name="T19" fmla="*/ 120 h 123"/>
                      <a:gd name="T20" fmla="*/ 127 w 130"/>
                      <a:gd name="T21" fmla="*/ 20 h 123"/>
                      <a:gd name="T22" fmla="*/ 56 w 130"/>
                      <a:gd name="T23" fmla="*/ 4 h 123"/>
                      <a:gd name="T24" fmla="*/ 7 w 130"/>
                      <a:gd name="T25" fmla="*/ 101 h 1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130" h="123">
                        <a:moveTo>
                          <a:pt x="86" y="123"/>
                        </a:moveTo>
                        <a:cubicBezTo>
                          <a:pt x="0" y="102"/>
                          <a:pt x="0" y="102"/>
                          <a:pt x="0" y="102"/>
                        </a:cubicBezTo>
                        <a:cubicBezTo>
                          <a:pt x="3" y="100"/>
                          <a:pt x="3" y="100"/>
                          <a:pt x="3" y="100"/>
                        </a:cubicBezTo>
                        <a:cubicBezTo>
                          <a:pt x="28" y="85"/>
                          <a:pt x="53" y="2"/>
                          <a:pt x="54" y="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130" y="18"/>
                          <a:pt x="130" y="18"/>
                          <a:pt x="130" y="18"/>
                        </a:cubicBezTo>
                        <a:cubicBezTo>
                          <a:pt x="130" y="20"/>
                          <a:pt x="130" y="20"/>
                          <a:pt x="130" y="20"/>
                        </a:cubicBezTo>
                        <a:cubicBezTo>
                          <a:pt x="117" y="108"/>
                          <a:pt x="88" y="122"/>
                          <a:pt x="86" y="123"/>
                        </a:cubicBezTo>
                        <a:close/>
                        <a:moveTo>
                          <a:pt x="7" y="101"/>
                        </a:moveTo>
                        <a:cubicBezTo>
                          <a:pt x="86" y="120"/>
                          <a:pt x="86" y="120"/>
                          <a:pt x="86" y="120"/>
                        </a:cubicBezTo>
                        <a:cubicBezTo>
                          <a:pt x="89" y="117"/>
                          <a:pt x="115" y="100"/>
                          <a:pt x="127" y="20"/>
                        </a:cubicBezTo>
                        <a:cubicBezTo>
                          <a:pt x="56" y="4"/>
                          <a:pt x="56" y="4"/>
                          <a:pt x="56" y="4"/>
                        </a:cubicBezTo>
                        <a:cubicBezTo>
                          <a:pt x="53" y="14"/>
                          <a:pt x="30" y="82"/>
                          <a:pt x="7" y="101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65" name="íṡliḍe"/>
                  <p:cNvSpPr/>
                  <p:nvPr/>
                </p:nvSpPr>
                <p:spPr bwMode="auto">
                  <a:xfrm>
                    <a:off x="5829869" y="3516854"/>
                    <a:ext cx="193559" cy="57115"/>
                  </a:xfrm>
                  <a:custGeom>
                    <a:avLst/>
                    <a:gdLst>
                      <a:gd name="T0" fmla="*/ 122 w 122"/>
                      <a:gd name="T1" fmla="*/ 36 h 36"/>
                      <a:gd name="T2" fmla="*/ 0 w 122"/>
                      <a:gd name="T3" fmla="*/ 7 h 36"/>
                      <a:gd name="T4" fmla="*/ 3 w 122"/>
                      <a:gd name="T5" fmla="*/ 0 h 36"/>
                      <a:gd name="T6" fmla="*/ 122 w 122"/>
                      <a:gd name="T7" fmla="*/ 29 h 36"/>
                      <a:gd name="T8" fmla="*/ 122 w 122"/>
                      <a:gd name="T9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2" h="36">
                        <a:moveTo>
                          <a:pt x="122" y="36"/>
                        </a:moveTo>
                        <a:lnTo>
                          <a:pt x="0" y="7"/>
                        </a:lnTo>
                        <a:lnTo>
                          <a:pt x="3" y="0"/>
                        </a:lnTo>
                        <a:lnTo>
                          <a:pt x="122" y="29"/>
                        </a:lnTo>
                        <a:lnTo>
                          <a:pt x="122" y="36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66" name="îŝľïdé"/>
                  <p:cNvSpPr/>
                  <p:nvPr/>
                </p:nvSpPr>
                <p:spPr bwMode="auto">
                  <a:xfrm>
                    <a:off x="5823523" y="3558104"/>
                    <a:ext cx="176108" cy="52355"/>
                  </a:xfrm>
                  <a:custGeom>
                    <a:avLst/>
                    <a:gdLst>
                      <a:gd name="T0" fmla="*/ 111 w 111"/>
                      <a:gd name="T1" fmla="*/ 33 h 33"/>
                      <a:gd name="T2" fmla="*/ 0 w 111"/>
                      <a:gd name="T3" fmla="*/ 7 h 33"/>
                      <a:gd name="T4" fmla="*/ 0 w 111"/>
                      <a:gd name="T5" fmla="*/ 0 h 33"/>
                      <a:gd name="T6" fmla="*/ 111 w 111"/>
                      <a:gd name="T7" fmla="*/ 26 h 33"/>
                      <a:gd name="T8" fmla="*/ 111 w 111"/>
                      <a:gd name="T9" fmla="*/ 33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1" h="33">
                        <a:moveTo>
                          <a:pt x="111" y="33"/>
                        </a:moveTo>
                        <a:lnTo>
                          <a:pt x="0" y="7"/>
                        </a:lnTo>
                        <a:lnTo>
                          <a:pt x="0" y="0"/>
                        </a:lnTo>
                        <a:lnTo>
                          <a:pt x="111" y="26"/>
                        </a:lnTo>
                        <a:lnTo>
                          <a:pt x="111" y="33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67" name="îṩļide"/>
                  <p:cNvSpPr/>
                  <p:nvPr/>
                </p:nvSpPr>
                <p:spPr bwMode="auto">
                  <a:xfrm>
                    <a:off x="5812417" y="3604115"/>
                    <a:ext cx="176108" cy="52355"/>
                  </a:xfrm>
                  <a:custGeom>
                    <a:avLst/>
                    <a:gdLst>
                      <a:gd name="T0" fmla="*/ 111 w 111"/>
                      <a:gd name="T1" fmla="*/ 33 h 33"/>
                      <a:gd name="T2" fmla="*/ 0 w 111"/>
                      <a:gd name="T3" fmla="*/ 7 h 33"/>
                      <a:gd name="T4" fmla="*/ 0 w 111"/>
                      <a:gd name="T5" fmla="*/ 0 h 33"/>
                      <a:gd name="T6" fmla="*/ 111 w 111"/>
                      <a:gd name="T7" fmla="*/ 26 h 33"/>
                      <a:gd name="T8" fmla="*/ 111 w 111"/>
                      <a:gd name="T9" fmla="*/ 33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1" h="33">
                        <a:moveTo>
                          <a:pt x="111" y="33"/>
                        </a:moveTo>
                        <a:lnTo>
                          <a:pt x="0" y="7"/>
                        </a:lnTo>
                        <a:lnTo>
                          <a:pt x="0" y="0"/>
                        </a:lnTo>
                        <a:lnTo>
                          <a:pt x="111" y="26"/>
                        </a:lnTo>
                        <a:lnTo>
                          <a:pt x="111" y="33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68" name="ïš1íḑe"/>
                  <p:cNvSpPr/>
                  <p:nvPr/>
                </p:nvSpPr>
                <p:spPr bwMode="auto">
                  <a:xfrm>
                    <a:off x="5788618" y="3634259"/>
                    <a:ext cx="177693" cy="52355"/>
                  </a:xfrm>
                  <a:custGeom>
                    <a:avLst/>
                    <a:gdLst>
                      <a:gd name="T0" fmla="*/ 112 w 112"/>
                      <a:gd name="T1" fmla="*/ 33 h 33"/>
                      <a:gd name="T2" fmla="*/ 0 w 112"/>
                      <a:gd name="T3" fmla="*/ 7 h 33"/>
                      <a:gd name="T4" fmla="*/ 0 w 112"/>
                      <a:gd name="T5" fmla="*/ 0 h 33"/>
                      <a:gd name="T6" fmla="*/ 112 w 112"/>
                      <a:gd name="T7" fmla="*/ 26 h 33"/>
                      <a:gd name="T8" fmla="*/ 112 w 112"/>
                      <a:gd name="T9" fmla="*/ 33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2" h="33">
                        <a:moveTo>
                          <a:pt x="112" y="33"/>
                        </a:moveTo>
                        <a:lnTo>
                          <a:pt x="0" y="7"/>
                        </a:lnTo>
                        <a:lnTo>
                          <a:pt x="0" y="0"/>
                        </a:lnTo>
                        <a:lnTo>
                          <a:pt x="112" y="26"/>
                        </a:lnTo>
                        <a:lnTo>
                          <a:pt x="112" y="33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69" name="íṥḻïḓé"/>
                  <p:cNvSpPr/>
                  <p:nvPr/>
                </p:nvSpPr>
                <p:spPr bwMode="auto">
                  <a:xfrm>
                    <a:off x="5769579" y="3675509"/>
                    <a:ext cx="180866" cy="52355"/>
                  </a:xfrm>
                  <a:custGeom>
                    <a:avLst/>
                    <a:gdLst>
                      <a:gd name="T0" fmla="*/ 112 w 114"/>
                      <a:gd name="T1" fmla="*/ 33 h 33"/>
                      <a:gd name="T2" fmla="*/ 0 w 114"/>
                      <a:gd name="T3" fmla="*/ 7 h 33"/>
                      <a:gd name="T4" fmla="*/ 3 w 114"/>
                      <a:gd name="T5" fmla="*/ 0 h 33"/>
                      <a:gd name="T6" fmla="*/ 114 w 114"/>
                      <a:gd name="T7" fmla="*/ 28 h 33"/>
                      <a:gd name="T8" fmla="*/ 112 w 114"/>
                      <a:gd name="T9" fmla="*/ 33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4" h="33">
                        <a:moveTo>
                          <a:pt x="112" y="33"/>
                        </a:moveTo>
                        <a:lnTo>
                          <a:pt x="0" y="7"/>
                        </a:lnTo>
                        <a:lnTo>
                          <a:pt x="3" y="0"/>
                        </a:lnTo>
                        <a:lnTo>
                          <a:pt x="114" y="28"/>
                        </a:lnTo>
                        <a:lnTo>
                          <a:pt x="112" y="33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70" name="îśliḍè"/>
                  <p:cNvSpPr/>
                  <p:nvPr/>
                </p:nvSpPr>
                <p:spPr bwMode="auto">
                  <a:xfrm>
                    <a:off x="5980591" y="3434354"/>
                    <a:ext cx="76154" cy="90433"/>
                  </a:xfrm>
                  <a:custGeom>
                    <a:avLst/>
                    <a:gdLst>
                      <a:gd name="T0" fmla="*/ 0 w 48"/>
                      <a:gd name="T1" fmla="*/ 38 h 57"/>
                      <a:gd name="T2" fmla="*/ 29 w 48"/>
                      <a:gd name="T3" fmla="*/ 0 h 57"/>
                      <a:gd name="T4" fmla="*/ 48 w 48"/>
                      <a:gd name="T5" fmla="*/ 12 h 57"/>
                      <a:gd name="T6" fmla="*/ 12 w 48"/>
                      <a:gd name="T7" fmla="*/ 57 h 57"/>
                      <a:gd name="T8" fmla="*/ 0 w 48"/>
                      <a:gd name="T9" fmla="*/ 38 h 5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8" h="57">
                        <a:moveTo>
                          <a:pt x="0" y="38"/>
                        </a:moveTo>
                        <a:lnTo>
                          <a:pt x="29" y="0"/>
                        </a:lnTo>
                        <a:lnTo>
                          <a:pt x="48" y="12"/>
                        </a:lnTo>
                        <a:lnTo>
                          <a:pt x="12" y="57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71" name="iṥḻiḓê"/>
                  <p:cNvSpPr/>
                  <p:nvPr/>
                </p:nvSpPr>
                <p:spPr bwMode="auto">
                  <a:xfrm>
                    <a:off x="5974244" y="3426422"/>
                    <a:ext cx="93606" cy="106298"/>
                  </a:xfrm>
                  <a:custGeom>
                    <a:avLst/>
                    <a:gdLst>
                      <a:gd name="T0" fmla="*/ 14 w 59"/>
                      <a:gd name="T1" fmla="*/ 67 h 67"/>
                      <a:gd name="T2" fmla="*/ 0 w 59"/>
                      <a:gd name="T3" fmla="*/ 43 h 67"/>
                      <a:gd name="T4" fmla="*/ 33 w 59"/>
                      <a:gd name="T5" fmla="*/ 0 h 67"/>
                      <a:gd name="T6" fmla="*/ 59 w 59"/>
                      <a:gd name="T7" fmla="*/ 15 h 67"/>
                      <a:gd name="T8" fmla="*/ 14 w 59"/>
                      <a:gd name="T9" fmla="*/ 67 h 67"/>
                      <a:gd name="T10" fmla="*/ 9 w 59"/>
                      <a:gd name="T11" fmla="*/ 45 h 67"/>
                      <a:gd name="T12" fmla="*/ 16 w 59"/>
                      <a:gd name="T13" fmla="*/ 55 h 67"/>
                      <a:gd name="T14" fmla="*/ 47 w 59"/>
                      <a:gd name="T15" fmla="*/ 17 h 67"/>
                      <a:gd name="T16" fmla="*/ 35 w 59"/>
                      <a:gd name="T17" fmla="*/ 10 h 67"/>
                      <a:gd name="T18" fmla="*/ 9 w 59"/>
                      <a:gd name="T19" fmla="*/ 45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9" h="67">
                        <a:moveTo>
                          <a:pt x="14" y="67"/>
                        </a:moveTo>
                        <a:lnTo>
                          <a:pt x="0" y="43"/>
                        </a:lnTo>
                        <a:lnTo>
                          <a:pt x="33" y="0"/>
                        </a:lnTo>
                        <a:lnTo>
                          <a:pt x="59" y="15"/>
                        </a:lnTo>
                        <a:lnTo>
                          <a:pt x="14" y="67"/>
                        </a:lnTo>
                        <a:close/>
                        <a:moveTo>
                          <a:pt x="9" y="45"/>
                        </a:moveTo>
                        <a:lnTo>
                          <a:pt x="16" y="55"/>
                        </a:lnTo>
                        <a:lnTo>
                          <a:pt x="47" y="17"/>
                        </a:lnTo>
                        <a:lnTo>
                          <a:pt x="35" y="10"/>
                        </a:lnTo>
                        <a:lnTo>
                          <a:pt x="9" y="45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9" name="ïṡliḑè"/>
                <p:cNvGrpSpPr/>
                <p:nvPr/>
              </p:nvGrpSpPr>
              <p:grpSpPr>
                <a:xfrm>
                  <a:off x="4009701" y="3982239"/>
                  <a:ext cx="547357" cy="255434"/>
                  <a:chOff x="5057221" y="3151948"/>
                  <a:chExt cx="547357" cy="255434"/>
                </a:xfrm>
              </p:grpSpPr>
              <p:sp>
                <p:nvSpPr>
                  <p:cNvPr id="59" name="iŝ1íďê"/>
                  <p:cNvSpPr/>
                  <p:nvPr/>
                </p:nvSpPr>
                <p:spPr bwMode="auto">
                  <a:xfrm>
                    <a:off x="5220634" y="3151948"/>
                    <a:ext cx="383944" cy="255434"/>
                  </a:xfrm>
                  <a:custGeom>
                    <a:avLst/>
                    <a:gdLst>
                      <a:gd name="T0" fmla="*/ 53 w 102"/>
                      <a:gd name="T1" fmla="*/ 68 h 68"/>
                      <a:gd name="T2" fmla="*/ 53 w 102"/>
                      <a:gd name="T3" fmla="*/ 68 h 68"/>
                      <a:gd name="T4" fmla="*/ 19 w 102"/>
                      <a:gd name="T5" fmla="*/ 67 h 68"/>
                      <a:gd name="T6" fmla="*/ 6 w 102"/>
                      <a:gd name="T7" fmla="*/ 4 h 68"/>
                      <a:gd name="T8" fmla="*/ 6 w 102"/>
                      <a:gd name="T9" fmla="*/ 3 h 68"/>
                      <a:gd name="T10" fmla="*/ 11 w 102"/>
                      <a:gd name="T11" fmla="*/ 2 h 68"/>
                      <a:gd name="T12" fmla="*/ 62 w 102"/>
                      <a:gd name="T13" fmla="*/ 0 h 68"/>
                      <a:gd name="T14" fmla="*/ 89 w 102"/>
                      <a:gd name="T15" fmla="*/ 3 h 68"/>
                      <a:gd name="T16" fmla="*/ 94 w 102"/>
                      <a:gd name="T17" fmla="*/ 66 h 68"/>
                      <a:gd name="T18" fmla="*/ 94 w 102"/>
                      <a:gd name="T19" fmla="*/ 67 h 68"/>
                      <a:gd name="T20" fmla="*/ 93 w 102"/>
                      <a:gd name="T21" fmla="*/ 67 h 68"/>
                      <a:gd name="T22" fmla="*/ 53 w 102"/>
                      <a:gd name="T23" fmla="*/ 68 h 68"/>
                      <a:gd name="T24" fmla="*/ 9 w 102"/>
                      <a:gd name="T25" fmla="*/ 6 h 68"/>
                      <a:gd name="T26" fmla="*/ 19 w 102"/>
                      <a:gd name="T27" fmla="*/ 64 h 68"/>
                      <a:gd name="T28" fmla="*/ 53 w 102"/>
                      <a:gd name="T29" fmla="*/ 65 h 68"/>
                      <a:gd name="T30" fmla="*/ 91 w 102"/>
                      <a:gd name="T31" fmla="*/ 64 h 68"/>
                      <a:gd name="T32" fmla="*/ 88 w 102"/>
                      <a:gd name="T33" fmla="*/ 6 h 68"/>
                      <a:gd name="T34" fmla="*/ 62 w 102"/>
                      <a:gd name="T35" fmla="*/ 3 h 68"/>
                      <a:gd name="T36" fmla="*/ 12 w 102"/>
                      <a:gd name="T37" fmla="*/ 5 h 68"/>
                      <a:gd name="T38" fmla="*/ 9 w 102"/>
                      <a:gd name="T39" fmla="*/ 6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02" h="68">
                        <a:moveTo>
                          <a:pt x="53" y="68"/>
                        </a:moveTo>
                        <a:cubicBezTo>
                          <a:pt x="53" y="68"/>
                          <a:pt x="53" y="68"/>
                          <a:pt x="53" y="68"/>
                        </a:cubicBezTo>
                        <a:cubicBezTo>
                          <a:pt x="36" y="68"/>
                          <a:pt x="25" y="67"/>
                          <a:pt x="19" y="67"/>
                        </a:cubicBezTo>
                        <a:cubicBezTo>
                          <a:pt x="0" y="64"/>
                          <a:pt x="5" y="10"/>
                          <a:pt x="6" y="4"/>
                        </a:cubicBezTo>
                        <a:cubicBezTo>
                          <a:pt x="6" y="3"/>
                          <a:pt x="6" y="3"/>
                          <a:pt x="6" y="3"/>
                        </a:cubicBezTo>
                        <a:cubicBezTo>
                          <a:pt x="11" y="2"/>
                          <a:pt x="11" y="2"/>
                          <a:pt x="11" y="2"/>
                        </a:cubicBezTo>
                        <a:cubicBezTo>
                          <a:pt x="20" y="2"/>
                          <a:pt x="43" y="0"/>
                          <a:pt x="62" y="0"/>
                        </a:cubicBezTo>
                        <a:cubicBezTo>
                          <a:pt x="76" y="0"/>
                          <a:pt x="85" y="1"/>
                          <a:pt x="89" y="3"/>
                        </a:cubicBezTo>
                        <a:cubicBezTo>
                          <a:pt x="102" y="10"/>
                          <a:pt x="95" y="60"/>
                          <a:pt x="94" y="66"/>
                        </a:cubicBezTo>
                        <a:cubicBezTo>
                          <a:pt x="94" y="67"/>
                          <a:pt x="94" y="67"/>
                          <a:pt x="94" y="67"/>
                        </a:cubicBezTo>
                        <a:cubicBezTo>
                          <a:pt x="93" y="67"/>
                          <a:pt x="93" y="67"/>
                          <a:pt x="93" y="67"/>
                        </a:cubicBezTo>
                        <a:cubicBezTo>
                          <a:pt x="93" y="67"/>
                          <a:pt x="72" y="68"/>
                          <a:pt x="53" y="68"/>
                        </a:cubicBezTo>
                        <a:close/>
                        <a:moveTo>
                          <a:pt x="9" y="6"/>
                        </a:moveTo>
                        <a:cubicBezTo>
                          <a:pt x="7" y="22"/>
                          <a:pt x="6" y="62"/>
                          <a:pt x="19" y="64"/>
                        </a:cubicBezTo>
                        <a:cubicBezTo>
                          <a:pt x="25" y="64"/>
                          <a:pt x="37" y="65"/>
                          <a:pt x="53" y="65"/>
                        </a:cubicBezTo>
                        <a:cubicBezTo>
                          <a:pt x="70" y="65"/>
                          <a:pt x="87" y="64"/>
                          <a:pt x="91" y="64"/>
                        </a:cubicBezTo>
                        <a:cubicBezTo>
                          <a:pt x="93" y="48"/>
                          <a:pt x="96" y="10"/>
                          <a:pt x="88" y="6"/>
                        </a:cubicBezTo>
                        <a:cubicBezTo>
                          <a:pt x="85" y="4"/>
                          <a:pt x="79" y="3"/>
                          <a:pt x="62" y="3"/>
                        </a:cubicBezTo>
                        <a:cubicBezTo>
                          <a:pt x="43" y="3"/>
                          <a:pt x="20" y="5"/>
                          <a:pt x="12" y="5"/>
                        </a:cubicBezTo>
                        <a:lnTo>
                          <a:pt x="9" y="6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60" name="îSľîḍê"/>
                  <p:cNvSpPr/>
                  <p:nvPr/>
                </p:nvSpPr>
                <p:spPr bwMode="auto">
                  <a:xfrm>
                    <a:off x="5242846" y="3164641"/>
                    <a:ext cx="312550" cy="123751"/>
                  </a:xfrm>
                  <a:custGeom>
                    <a:avLst/>
                    <a:gdLst>
                      <a:gd name="T0" fmla="*/ 46 w 83"/>
                      <a:gd name="T1" fmla="*/ 33 h 33"/>
                      <a:gd name="T2" fmla="*/ 44 w 83"/>
                      <a:gd name="T3" fmla="*/ 32 h 33"/>
                      <a:gd name="T4" fmla="*/ 0 w 83"/>
                      <a:gd name="T5" fmla="*/ 2 h 33"/>
                      <a:gd name="T6" fmla="*/ 2 w 83"/>
                      <a:gd name="T7" fmla="*/ 0 h 33"/>
                      <a:gd name="T8" fmla="*/ 45 w 83"/>
                      <a:gd name="T9" fmla="*/ 30 h 33"/>
                      <a:gd name="T10" fmla="*/ 81 w 83"/>
                      <a:gd name="T11" fmla="*/ 0 h 33"/>
                      <a:gd name="T12" fmla="*/ 83 w 83"/>
                      <a:gd name="T13" fmla="*/ 2 h 33"/>
                      <a:gd name="T14" fmla="*/ 46 w 83"/>
                      <a:gd name="T15" fmla="*/ 33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83" h="33">
                        <a:moveTo>
                          <a:pt x="46" y="33"/>
                        </a:moveTo>
                        <a:cubicBezTo>
                          <a:pt x="45" y="33"/>
                          <a:pt x="45" y="33"/>
                          <a:pt x="44" y="32"/>
                        </a:cubicBezTo>
                        <a:cubicBezTo>
                          <a:pt x="36" y="29"/>
                          <a:pt x="2" y="3"/>
                          <a:pt x="0" y="2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0"/>
                          <a:pt x="37" y="26"/>
                          <a:pt x="45" y="30"/>
                        </a:cubicBezTo>
                        <a:cubicBezTo>
                          <a:pt x="50" y="32"/>
                          <a:pt x="69" y="14"/>
                          <a:pt x="81" y="0"/>
                        </a:cubicBezTo>
                        <a:cubicBezTo>
                          <a:pt x="83" y="2"/>
                          <a:pt x="83" y="2"/>
                          <a:pt x="83" y="2"/>
                        </a:cubicBezTo>
                        <a:cubicBezTo>
                          <a:pt x="79" y="8"/>
                          <a:pt x="56" y="33"/>
                          <a:pt x="46" y="3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61" name="isḷiḓê"/>
                  <p:cNvSpPr/>
                  <p:nvPr/>
                </p:nvSpPr>
                <p:spPr bwMode="auto">
                  <a:xfrm>
                    <a:off x="5100057" y="3220170"/>
                    <a:ext cx="93606" cy="11105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62" name="iṧ1ïḋê"/>
                  <p:cNvSpPr/>
                  <p:nvPr/>
                </p:nvSpPr>
                <p:spPr bwMode="auto">
                  <a:xfrm>
                    <a:off x="5111163" y="3332815"/>
                    <a:ext cx="98366" cy="11105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63" name="íṡ1ídé"/>
                  <p:cNvSpPr/>
                  <p:nvPr/>
                </p:nvSpPr>
                <p:spPr bwMode="auto">
                  <a:xfrm>
                    <a:off x="5057221" y="3277286"/>
                    <a:ext cx="136443" cy="11105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50" name="ïṡ1ïḑè"/>
                <p:cNvGrpSpPr/>
                <p:nvPr/>
              </p:nvGrpSpPr>
              <p:grpSpPr>
                <a:xfrm>
                  <a:off x="3859160" y="4537310"/>
                  <a:ext cx="325243" cy="337935"/>
                  <a:chOff x="5125442" y="3615221"/>
                  <a:chExt cx="325243" cy="337935"/>
                </a:xfrm>
              </p:grpSpPr>
              <p:sp>
                <p:nvSpPr>
                  <p:cNvPr id="55" name="iš1iḋê"/>
                  <p:cNvSpPr/>
                  <p:nvPr/>
                </p:nvSpPr>
                <p:spPr bwMode="auto">
                  <a:xfrm>
                    <a:off x="5204769" y="3615221"/>
                    <a:ext cx="166588" cy="165001"/>
                  </a:xfrm>
                  <a:custGeom>
                    <a:avLst/>
                    <a:gdLst>
                      <a:gd name="T0" fmla="*/ 22 w 44"/>
                      <a:gd name="T1" fmla="*/ 44 h 44"/>
                      <a:gd name="T2" fmla="*/ 0 w 44"/>
                      <a:gd name="T3" fmla="*/ 22 h 44"/>
                      <a:gd name="T4" fmla="*/ 22 w 44"/>
                      <a:gd name="T5" fmla="*/ 0 h 44"/>
                      <a:gd name="T6" fmla="*/ 44 w 44"/>
                      <a:gd name="T7" fmla="*/ 22 h 44"/>
                      <a:gd name="T8" fmla="*/ 22 w 44"/>
                      <a:gd name="T9" fmla="*/ 44 h 44"/>
                      <a:gd name="T10" fmla="*/ 22 w 44"/>
                      <a:gd name="T11" fmla="*/ 3 h 44"/>
                      <a:gd name="T12" fmla="*/ 3 w 44"/>
                      <a:gd name="T13" fmla="*/ 22 h 44"/>
                      <a:gd name="T14" fmla="*/ 22 w 44"/>
                      <a:gd name="T15" fmla="*/ 41 h 44"/>
                      <a:gd name="T16" fmla="*/ 41 w 44"/>
                      <a:gd name="T17" fmla="*/ 22 h 44"/>
                      <a:gd name="T18" fmla="*/ 22 w 44"/>
                      <a:gd name="T19" fmla="*/ 3 h 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44" h="44">
                        <a:moveTo>
                          <a:pt x="22" y="44"/>
                        </a:moveTo>
                        <a:cubicBezTo>
                          <a:pt x="10" y="44"/>
                          <a:pt x="0" y="34"/>
                          <a:pt x="0" y="22"/>
                        </a:cubicBezTo>
                        <a:cubicBezTo>
                          <a:pt x="0" y="10"/>
                          <a:pt x="10" y="0"/>
                          <a:pt x="22" y="0"/>
                        </a:cubicBezTo>
                        <a:cubicBezTo>
                          <a:pt x="34" y="0"/>
                          <a:pt x="44" y="10"/>
                          <a:pt x="44" y="22"/>
                        </a:cubicBezTo>
                        <a:cubicBezTo>
                          <a:pt x="44" y="34"/>
                          <a:pt x="34" y="44"/>
                          <a:pt x="22" y="44"/>
                        </a:cubicBezTo>
                        <a:close/>
                        <a:moveTo>
                          <a:pt x="22" y="3"/>
                        </a:moveTo>
                        <a:cubicBezTo>
                          <a:pt x="11" y="3"/>
                          <a:pt x="3" y="12"/>
                          <a:pt x="3" y="22"/>
                        </a:cubicBezTo>
                        <a:cubicBezTo>
                          <a:pt x="3" y="33"/>
                          <a:pt x="11" y="41"/>
                          <a:pt x="22" y="41"/>
                        </a:cubicBezTo>
                        <a:cubicBezTo>
                          <a:pt x="32" y="41"/>
                          <a:pt x="41" y="33"/>
                          <a:pt x="41" y="22"/>
                        </a:cubicBezTo>
                        <a:cubicBezTo>
                          <a:pt x="41" y="12"/>
                          <a:pt x="32" y="3"/>
                          <a:pt x="22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56" name="işļiḋé"/>
                  <p:cNvSpPr/>
                  <p:nvPr/>
                </p:nvSpPr>
                <p:spPr bwMode="auto">
                  <a:xfrm>
                    <a:off x="5125442" y="3783394"/>
                    <a:ext cx="325243" cy="169760"/>
                  </a:xfrm>
                  <a:custGeom>
                    <a:avLst/>
                    <a:gdLst>
                      <a:gd name="T0" fmla="*/ 86 w 86"/>
                      <a:gd name="T1" fmla="*/ 45 h 45"/>
                      <a:gd name="T2" fmla="*/ 0 w 86"/>
                      <a:gd name="T3" fmla="*/ 45 h 45"/>
                      <a:gd name="T4" fmla="*/ 0 w 86"/>
                      <a:gd name="T5" fmla="*/ 44 h 45"/>
                      <a:gd name="T6" fmla="*/ 43 w 86"/>
                      <a:gd name="T7" fmla="*/ 0 h 45"/>
                      <a:gd name="T8" fmla="*/ 86 w 86"/>
                      <a:gd name="T9" fmla="*/ 44 h 45"/>
                      <a:gd name="T10" fmla="*/ 86 w 86"/>
                      <a:gd name="T11" fmla="*/ 45 h 45"/>
                      <a:gd name="T12" fmla="*/ 3 w 86"/>
                      <a:gd name="T13" fmla="*/ 42 h 45"/>
                      <a:gd name="T14" fmla="*/ 83 w 86"/>
                      <a:gd name="T15" fmla="*/ 42 h 45"/>
                      <a:gd name="T16" fmla="*/ 43 w 86"/>
                      <a:gd name="T17" fmla="*/ 3 h 45"/>
                      <a:gd name="T18" fmla="*/ 3 w 86"/>
                      <a:gd name="T19" fmla="*/ 42 h 4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6" h="45">
                        <a:moveTo>
                          <a:pt x="86" y="45"/>
                        </a:moveTo>
                        <a:cubicBezTo>
                          <a:pt x="0" y="45"/>
                          <a:pt x="0" y="45"/>
                          <a:pt x="0" y="45"/>
                        </a:cubicBezTo>
                        <a:cubicBezTo>
                          <a:pt x="0" y="44"/>
                          <a:pt x="0" y="44"/>
                          <a:pt x="0" y="44"/>
                        </a:cubicBezTo>
                        <a:cubicBezTo>
                          <a:pt x="0" y="20"/>
                          <a:pt x="19" y="0"/>
                          <a:pt x="43" y="0"/>
                        </a:cubicBezTo>
                        <a:cubicBezTo>
                          <a:pt x="67" y="0"/>
                          <a:pt x="86" y="20"/>
                          <a:pt x="86" y="44"/>
                        </a:cubicBezTo>
                        <a:lnTo>
                          <a:pt x="86" y="45"/>
                        </a:lnTo>
                        <a:close/>
                        <a:moveTo>
                          <a:pt x="3" y="42"/>
                        </a:moveTo>
                        <a:cubicBezTo>
                          <a:pt x="83" y="42"/>
                          <a:pt x="83" y="42"/>
                          <a:pt x="83" y="42"/>
                        </a:cubicBezTo>
                        <a:cubicBezTo>
                          <a:pt x="82" y="21"/>
                          <a:pt x="64" y="3"/>
                          <a:pt x="43" y="3"/>
                        </a:cubicBezTo>
                        <a:cubicBezTo>
                          <a:pt x="21" y="3"/>
                          <a:pt x="4" y="21"/>
                          <a:pt x="3" y="42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57" name="işḻíďè"/>
                  <p:cNvSpPr/>
                  <p:nvPr/>
                </p:nvSpPr>
                <p:spPr bwMode="auto">
                  <a:xfrm>
                    <a:off x="5250779" y="3791327"/>
                    <a:ext cx="71395" cy="49182"/>
                  </a:xfrm>
                  <a:custGeom>
                    <a:avLst/>
                    <a:gdLst>
                      <a:gd name="T0" fmla="*/ 10 w 19"/>
                      <a:gd name="T1" fmla="*/ 13 h 13"/>
                      <a:gd name="T2" fmla="*/ 0 w 19"/>
                      <a:gd name="T3" fmla="*/ 1 h 13"/>
                      <a:gd name="T4" fmla="*/ 3 w 19"/>
                      <a:gd name="T5" fmla="*/ 0 h 13"/>
                      <a:gd name="T6" fmla="*/ 10 w 19"/>
                      <a:gd name="T7" fmla="*/ 10 h 13"/>
                      <a:gd name="T8" fmla="*/ 16 w 19"/>
                      <a:gd name="T9" fmla="*/ 0 h 13"/>
                      <a:gd name="T10" fmla="*/ 19 w 19"/>
                      <a:gd name="T11" fmla="*/ 1 h 13"/>
                      <a:gd name="T12" fmla="*/ 10 w 19"/>
                      <a:gd name="T13" fmla="*/ 13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9" h="13">
                        <a:moveTo>
                          <a:pt x="10" y="13"/>
                        </a:moveTo>
                        <a:cubicBezTo>
                          <a:pt x="4" y="13"/>
                          <a:pt x="1" y="3"/>
                          <a:pt x="0" y="1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4" y="4"/>
                          <a:pt x="7" y="10"/>
                          <a:pt x="10" y="10"/>
                        </a:cubicBezTo>
                        <a:cubicBezTo>
                          <a:pt x="12" y="10"/>
                          <a:pt x="15" y="4"/>
                          <a:pt x="16" y="0"/>
                        </a:cubicBezTo>
                        <a:cubicBezTo>
                          <a:pt x="19" y="1"/>
                          <a:pt x="19" y="1"/>
                          <a:pt x="19" y="1"/>
                        </a:cubicBezTo>
                        <a:cubicBezTo>
                          <a:pt x="19" y="3"/>
                          <a:pt x="15" y="13"/>
                          <a:pt x="10" y="1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58" name="íşḷidê"/>
                  <p:cNvSpPr/>
                  <p:nvPr/>
                </p:nvSpPr>
                <p:spPr bwMode="auto">
                  <a:xfrm>
                    <a:off x="5250779" y="3829405"/>
                    <a:ext cx="79327" cy="123751"/>
                  </a:xfrm>
                  <a:custGeom>
                    <a:avLst/>
                    <a:gdLst>
                      <a:gd name="T0" fmla="*/ 21 w 21"/>
                      <a:gd name="T1" fmla="*/ 33 h 33"/>
                      <a:gd name="T2" fmla="*/ 0 w 21"/>
                      <a:gd name="T3" fmla="*/ 33 h 33"/>
                      <a:gd name="T4" fmla="*/ 0 w 21"/>
                      <a:gd name="T5" fmla="*/ 32 h 33"/>
                      <a:gd name="T6" fmla="*/ 10 w 21"/>
                      <a:gd name="T7" fmla="*/ 0 h 33"/>
                      <a:gd name="T8" fmla="*/ 21 w 21"/>
                      <a:gd name="T9" fmla="*/ 32 h 33"/>
                      <a:gd name="T10" fmla="*/ 21 w 21"/>
                      <a:gd name="T11" fmla="*/ 33 h 33"/>
                      <a:gd name="T12" fmla="*/ 3 w 21"/>
                      <a:gd name="T13" fmla="*/ 30 h 33"/>
                      <a:gd name="T14" fmla="*/ 17 w 21"/>
                      <a:gd name="T15" fmla="*/ 30 h 33"/>
                      <a:gd name="T16" fmla="*/ 10 w 21"/>
                      <a:gd name="T17" fmla="*/ 3 h 33"/>
                      <a:gd name="T18" fmla="*/ 3 w 21"/>
                      <a:gd name="T19" fmla="*/ 30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1" h="33">
                        <a:moveTo>
                          <a:pt x="21" y="33"/>
                        </a:moveTo>
                        <a:cubicBezTo>
                          <a:pt x="0" y="33"/>
                          <a:pt x="0" y="33"/>
                          <a:pt x="0" y="33"/>
                        </a:cubicBezTo>
                        <a:cubicBezTo>
                          <a:pt x="0" y="32"/>
                          <a:pt x="0" y="32"/>
                          <a:pt x="0" y="32"/>
                        </a:cubicBezTo>
                        <a:cubicBezTo>
                          <a:pt x="1" y="22"/>
                          <a:pt x="3" y="0"/>
                          <a:pt x="10" y="0"/>
                        </a:cubicBezTo>
                        <a:cubicBezTo>
                          <a:pt x="17" y="0"/>
                          <a:pt x="20" y="22"/>
                          <a:pt x="21" y="32"/>
                        </a:cubicBezTo>
                        <a:lnTo>
                          <a:pt x="21" y="33"/>
                        </a:lnTo>
                        <a:close/>
                        <a:moveTo>
                          <a:pt x="3" y="30"/>
                        </a:moveTo>
                        <a:cubicBezTo>
                          <a:pt x="17" y="30"/>
                          <a:pt x="17" y="30"/>
                          <a:pt x="17" y="30"/>
                        </a:cubicBezTo>
                        <a:cubicBezTo>
                          <a:pt x="16" y="15"/>
                          <a:pt x="12" y="3"/>
                          <a:pt x="10" y="3"/>
                        </a:cubicBezTo>
                        <a:cubicBezTo>
                          <a:pt x="7" y="3"/>
                          <a:pt x="4" y="15"/>
                          <a:pt x="3" y="30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51" name="îṥ1ídê"/>
                <p:cNvGrpSpPr/>
                <p:nvPr/>
              </p:nvGrpSpPr>
              <p:grpSpPr>
                <a:xfrm>
                  <a:off x="1682532" y="3174341"/>
                  <a:ext cx="214184" cy="315721"/>
                  <a:chOff x="5303135" y="5279509"/>
                  <a:chExt cx="214184" cy="315721"/>
                </a:xfrm>
              </p:grpSpPr>
              <p:sp>
                <p:nvSpPr>
                  <p:cNvPr id="52" name="ïśľíḋé"/>
                  <p:cNvSpPr/>
                  <p:nvPr/>
                </p:nvSpPr>
                <p:spPr bwMode="auto">
                  <a:xfrm>
                    <a:off x="5303135" y="5323932"/>
                    <a:ext cx="214184" cy="236395"/>
                  </a:xfrm>
                  <a:custGeom>
                    <a:avLst/>
                    <a:gdLst>
                      <a:gd name="T0" fmla="*/ 34 w 57"/>
                      <a:gd name="T1" fmla="*/ 63 h 63"/>
                      <a:gd name="T2" fmla="*/ 5 w 57"/>
                      <a:gd name="T3" fmla="*/ 54 h 63"/>
                      <a:gd name="T4" fmla="*/ 5 w 57"/>
                      <a:gd name="T5" fmla="*/ 54 h 63"/>
                      <a:gd name="T6" fmla="*/ 7 w 57"/>
                      <a:gd name="T7" fmla="*/ 45 h 63"/>
                      <a:gd name="T8" fmla="*/ 9 w 57"/>
                      <a:gd name="T9" fmla="*/ 44 h 63"/>
                      <a:gd name="T10" fmla="*/ 12 w 57"/>
                      <a:gd name="T11" fmla="*/ 44 h 63"/>
                      <a:gd name="T12" fmla="*/ 22 w 57"/>
                      <a:gd name="T13" fmla="*/ 44 h 63"/>
                      <a:gd name="T14" fmla="*/ 32 w 57"/>
                      <a:gd name="T15" fmla="*/ 43 h 63"/>
                      <a:gd name="T16" fmla="*/ 24 w 57"/>
                      <a:gd name="T17" fmla="*/ 40 h 63"/>
                      <a:gd name="T18" fmla="*/ 16 w 57"/>
                      <a:gd name="T19" fmla="*/ 38 h 63"/>
                      <a:gd name="T20" fmla="*/ 0 w 57"/>
                      <a:gd name="T21" fmla="*/ 18 h 63"/>
                      <a:gd name="T22" fmla="*/ 22 w 57"/>
                      <a:gd name="T23" fmla="*/ 0 h 63"/>
                      <a:gd name="T24" fmla="*/ 50 w 57"/>
                      <a:gd name="T25" fmla="*/ 9 h 63"/>
                      <a:gd name="T26" fmla="*/ 50 w 57"/>
                      <a:gd name="T27" fmla="*/ 10 h 63"/>
                      <a:gd name="T28" fmla="*/ 50 w 57"/>
                      <a:gd name="T29" fmla="*/ 23 h 63"/>
                      <a:gd name="T30" fmla="*/ 47 w 57"/>
                      <a:gd name="T31" fmla="*/ 23 h 63"/>
                      <a:gd name="T32" fmla="*/ 47 w 57"/>
                      <a:gd name="T33" fmla="*/ 23 h 63"/>
                      <a:gd name="T34" fmla="*/ 27 w 57"/>
                      <a:gd name="T35" fmla="*/ 16 h 63"/>
                      <a:gd name="T36" fmla="*/ 24 w 57"/>
                      <a:gd name="T37" fmla="*/ 19 h 63"/>
                      <a:gd name="T38" fmla="*/ 33 w 57"/>
                      <a:gd name="T39" fmla="*/ 23 h 63"/>
                      <a:gd name="T40" fmla="*/ 38 w 57"/>
                      <a:gd name="T41" fmla="*/ 24 h 63"/>
                      <a:gd name="T42" fmla="*/ 57 w 57"/>
                      <a:gd name="T43" fmla="*/ 44 h 63"/>
                      <a:gd name="T44" fmla="*/ 34 w 57"/>
                      <a:gd name="T45" fmla="*/ 63 h 63"/>
                      <a:gd name="T46" fmla="*/ 8 w 57"/>
                      <a:gd name="T47" fmla="*/ 53 h 63"/>
                      <a:gd name="T48" fmla="*/ 34 w 57"/>
                      <a:gd name="T49" fmla="*/ 60 h 63"/>
                      <a:gd name="T50" fmla="*/ 54 w 57"/>
                      <a:gd name="T51" fmla="*/ 44 h 63"/>
                      <a:gd name="T52" fmla="*/ 37 w 57"/>
                      <a:gd name="T53" fmla="*/ 27 h 63"/>
                      <a:gd name="T54" fmla="*/ 32 w 57"/>
                      <a:gd name="T55" fmla="*/ 26 h 63"/>
                      <a:gd name="T56" fmla="*/ 21 w 57"/>
                      <a:gd name="T57" fmla="*/ 19 h 63"/>
                      <a:gd name="T58" fmla="*/ 27 w 57"/>
                      <a:gd name="T59" fmla="*/ 13 h 63"/>
                      <a:gd name="T60" fmla="*/ 47 w 57"/>
                      <a:gd name="T61" fmla="*/ 19 h 63"/>
                      <a:gd name="T62" fmla="*/ 47 w 57"/>
                      <a:gd name="T63" fmla="*/ 10 h 63"/>
                      <a:gd name="T64" fmla="*/ 22 w 57"/>
                      <a:gd name="T65" fmla="*/ 3 h 63"/>
                      <a:gd name="T66" fmla="*/ 3 w 57"/>
                      <a:gd name="T67" fmla="*/ 18 h 63"/>
                      <a:gd name="T68" fmla="*/ 17 w 57"/>
                      <a:gd name="T69" fmla="*/ 35 h 63"/>
                      <a:gd name="T70" fmla="*/ 25 w 57"/>
                      <a:gd name="T71" fmla="*/ 37 h 63"/>
                      <a:gd name="T72" fmla="*/ 35 w 57"/>
                      <a:gd name="T73" fmla="*/ 43 h 63"/>
                      <a:gd name="T74" fmla="*/ 22 w 57"/>
                      <a:gd name="T75" fmla="*/ 47 h 63"/>
                      <a:gd name="T76" fmla="*/ 11 w 57"/>
                      <a:gd name="T77" fmla="*/ 47 h 63"/>
                      <a:gd name="T78" fmla="*/ 9 w 57"/>
                      <a:gd name="T79" fmla="*/ 47 h 63"/>
                      <a:gd name="T80" fmla="*/ 8 w 57"/>
                      <a:gd name="T81" fmla="*/ 53 h 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57" h="63">
                        <a:moveTo>
                          <a:pt x="34" y="63"/>
                        </a:moveTo>
                        <a:cubicBezTo>
                          <a:pt x="26" y="63"/>
                          <a:pt x="9" y="59"/>
                          <a:pt x="5" y="54"/>
                        </a:cubicBezTo>
                        <a:cubicBezTo>
                          <a:pt x="5" y="54"/>
                          <a:pt x="5" y="54"/>
                          <a:pt x="5" y="54"/>
                        </a:cubicBezTo>
                        <a:cubicBezTo>
                          <a:pt x="5" y="52"/>
                          <a:pt x="5" y="47"/>
                          <a:pt x="7" y="45"/>
                        </a:cubicBezTo>
                        <a:cubicBezTo>
                          <a:pt x="7" y="44"/>
                          <a:pt x="8" y="44"/>
                          <a:pt x="9" y="44"/>
                        </a:cubicBezTo>
                        <a:cubicBezTo>
                          <a:pt x="10" y="44"/>
                          <a:pt x="10" y="44"/>
                          <a:pt x="12" y="44"/>
                        </a:cubicBezTo>
                        <a:cubicBezTo>
                          <a:pt x="14" y="44"/>
                          <a:pt x="18" y="44"/>
                          <a:pt x="22" y="44"/>
                        </a:cubicBezTo>
                        <a:cubicBezTo>
                          <a:pt x="29" y="44"/>
                          <a:pt x="31" y="43"/>
                          <a:pt x="32" y="43"/>
                        </a:cubicBezTo>
                        <a:cubicBezTo>
                          <a:pt x="31" y="42"/>
                          <a:pt x="27" y="41"/>
                          <a:pt x="24" y="40"/>
                        </a:cubicBezTo>
                        <a:cubicBezTo>
                          <a:pt x="22" y="39"/>
                          <a:pt x="19" y="39"/>
                          <a:pt x="16" y="38"/>
                        </a:cubicBezTo>
                        <a:cubicBezTo>
                          <a:pt x="5" y="34"/>
                          <a:pt x="0" y="27"/>
                          <a:pt x="0" y="18"/>
                        </a:cubicBezTo>
                        <a:cubicBezTo>
                          <a:pt x="0" y="5"/>
                          <a:pt x="13" y="0"/>
                          <a:pt x="22" y="0"/>
                        </a:cubicBezTo>
                        <a:cubicBezTo>
                          <a:pt x="29" y="0"/>
                          <a:pt x="47" y="3"/>
                          <a:pt x="50" y="9"/>
                        </a:cubicBezTo>
                        <a:cubicBezTo>
                          <a:pt x="50" y="10"/>
                          <a:pt x="50" y="10"/>
                          <a:pt x="50" y="10"/>
                        </a:cubicBezTo>
                        <a:cubicBezTo>
                          <a:pt x="50" y="23"/>
                          <a:pt x="50" y="23"/>
                          <a:pt x="50" y="23"/>
                        </a:cubicBezTo>
                        <a:cubicBezTo>
                          <a:pt x="47" y="23"/>
                          <a:pt x="47" y="23"/>
                          <a:pt x="47" y="23"/>
                        </a:cubicBezTo>
                        <a:cubicBezTo>
                          <a:pt x="47" y="23"/>
                          <a:pt x="47" y="23"/>
                          <a:pt x="47" y="23"/>
                        </a:cubicBezTo>
                        <a:cubicBezTo>
                          <a:pt x="47" y="20"/>
                          <a:pt x="34" y="16"/>
                          <a:pt x="27" y="16"/>
                        </a:cubicBezTo>
                        <a:cubicBezTo>
                          <a:pt x="26" y="16"/>
                          <a:pt x="24" y="16"/>
                          <a:pt x="24" y="19"/>
                        </a:cubicBezTo>
                        <a:cubicBezTo>
                          <a:pt x="24" y="20"/>
                          <a:pt x="29" y="22"/>
                          <a:pt x="33" y="23"/>
                        </a:cubicBezTo>
                        <a:cubicBezTo>
                          <a:pt x="35" y="23"/>
                          <a:pt x="36" y="24"/>
                          <a:pt x="38" y="24"/>
                        </a:cubicBezTo>
                        <a:cubicBezTo>
                          <a:pt x="46" y="27"/>
                          <a:pt x="57" y="31"/>
                          <a:pt x="57" y="44"/>
                        </a:cubicBezTo>
                        <a:cubicBezTo>
                          <a:pt x="57" y="57"/>
                          <a:pt x="45" y="63"/>
                          <a:pt x="34" y="63"/>
                        </a:cubicBezTo>
                        <a:close/>
                        <a:moveTo>
                          <a:pt x="8" y="53"/>
                        </a:moveTo>
                        <a:cubicBezTo>
                          <a:pt x="11" y="56"/>
                          <a:pt x="26" y="60"/>
                          <a:pt x="34" y="60"/>
                        </a:cubicBezTo>
                        <a:cubicBezTo>
                          <a:pt x="44" y="60"/>
                          <a:pt x="54" y="55"/>
                          <a:pt x="54" y="44"/>
                        </a:cubicBezTo>
                        <a:cubicBezTo>
                          <a:pt x="54" y="33"/>
                          <a:pt x="45" y="30"/>
                          <a:pt x="37" y="27"/>
                        </a:cubicBezTo>
                        <a:cubicBezTo>
                          <a:pt x="35" y="27"/>
                          <a:pt x="34" y="26"/>
                          <a:pt x="32" y="26"/>
                        </a:cubicBezTo>
                        <a:cubicBezTo>
                          <a:pt x="26" y="24"/>
                          <a:pt x="21" y="22"/>
                          <a:pt x="21" y="19"/>
                        </a:cubicBezTo>
                        <a:cubicBezTo>
                          <a:pt x="21" y="15"/>
                          <a:pt x="24" y="13"/>
                          <a:pt x="27" y="13"/>
                        </a:cubicBezTo>
                        <a:cubicBezTo>
                          <a:pt x="31" y="13"/>
                          <a:pt x="42" y="15"/>
                          <a:pt x="47" y="19"/>
                        </a:cubicBezTo>
                        <a:cubicBezTo>
                          <a:pt x="47" y="10"/>
                          <a:pt x="47" y="10"/>
                          <a:pt x="47" y="10"/>
                        </a:cubicBezTo>
                        <a:cubicBezTo>
                          <a:pt x="45" y="7"/>
                          <a:pt x="30" y="3"/>
                          <a:pt x="22" y="3"/>
                        </a:cubicBezTo>
                        <a:cubicBezTo>
                          <a:pt x="14" y="3"/>
                          <a:pt x="3" y="7"/>
                          <a:pt x="3" y="18"/>
                        </a:cubicBezTo>
                        <a:cubicBezTo>
                          <a:pt x="3" y="26"/>
                          <a:pt x="7" y="32"/>
                          <a:pt x="17" y="35"/>
                        </a:cubicBezTo>
                        <a:cubicBezTo>
                          <a:pt x="20" y="36"/>
                          <a:pt x="23" y="37"/>
                          <a:pt x="25" y="37"/>
                        </a:cubicBezTo>
                        <a:cubicBezTo>
                          <a:pt x="31" y="39"/>
                          <a:pt x="35" y="40"/>
                          <a:pt x="35" y="43"/>
                        </a:cubicBezTo>
                        <a:cubicBezTo>
                          <a:pt x="35" y="46"/>
                          <a:pt x="32" y="47"/>
                          <a:pt x="22" y="47"/>
                        </a:cubicBezTo>
                        <a:cubicBezTo>
                          <a:pt x="18" y="47"/>
                          <a:pt x="14" y="47"/>
                          <a:pt x="11" y="47"/>
                        </a:cubicBezTo>
                        <a:cubicBezTo>
                          <a:pt x="10" y="47"/>
                          <a:pt x="10" y="47"/>
                          <a:pt x="9" y="47"/>
                        </a:cubicBezTo>
                        <a:cubicBezTo>
                          <a:pt x="8" y="48"/>
                          <a:pt x="8" y="51"/>
                          <a:pt x="8" y="5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53" name="ïṩḻïḑé"/>
                  <p:cNvSpPr/>
                  <p:nvPr/>
                </p:nvSpPr>
                <p:spPr bwMode="auto">
                  <a:xfrm>
                    <a:off x="5371357" y="5279509"/>
                    <a:ext cx="82500" cy="60288"/>
                  </a:xfrm>
                  <a:custGeom>
                    <a:avLst/>
                    <a:gdLst>
                      <a:gd name="T0" fmla="*/ 45 w 52"/>
                      <a:gd name="T1" fmla="*/ 38 h 38"/>
                      <a:gd name="T2" fmla="*/ 38 w 52"/>
                      <a:gd name="T3" fmla="*/ 35 h 38"/>
                      <a:gd name="T4" fmla="*/ 42 w 52"/>
                      <a:gd name="T5" fmla="*/ 14 h 38"/>
                      <a:gd name="T6" fmla="*/ 7 w 52"/>
                      <a:gd name="T7" fmla="*/ 9 h 38"/>
                      <a:gd name="T8" fmla="*/ 12 w 52"/>
                      <a:gd name="T9" fmla="*/ 31 h 38"/>
                      <a:gd name="T10" fmla="*/ 4 w 52"/>
                      <a:gd name="T11" fmla="*/ 31 h 38"/>
                      <a:gd name="T12" fmla="*/ 0 w 52"/>
                      <a:gd name="T13" fmla="*/ 0 h 38"/>
                      <a:gd name="T14" fmla="*/ 52 w 52"/>
                      <a:gd name="T15" fmla="*/ 9 h 38"/>
                      <a:gd name="T16" fmla="*/ 45 w 52"/>
                      <a:gd name="T17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52" h="38">
                        <a:moveTo>
                          <a:pt x="45" y="38"/>
                        </a:moveTo>
                        <a:lnTo>
                          <a:pt x="38" y="35"/>
                        </a:lnTo>
                        <a:lnTo>
                          <a:pt x="42" y="14"/>
                        </a:lnTo>
                        <a:lnTo>
                          <a:pt x="7" y="9"/>
                        </a:lnTo>
                        <a:lnTo>
                          <a:pt x="12" y="31"/>
                        </a:lnTo>
                        <a:lnTo>
                          <a:pt x="4" y="31"/>
                        </a:lnTo>
                        <a:lnTo>
                          <a:pt x="0" y="0"/>
                        </a:lnTo>
                        <a:lnTo>
                          <a:pt x="52" y="9"/>
                        </a:lnTo>
                        <a:lnTo>
                          <a:pt x="45" y="38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54" name="ïsḻïdê"/>
                  <p:cNvSpPr/>
                  <p:nvPr/>
                </p:nvSpPr>
                <p:spPr bwMode="auto">
                  <a:xfrm>
                    <a:off x="5377703" y="5549221"/>
                    <a:ext cx="84087" cy="46009"/>
                  </a:xfrm>
                  <a:custGeom>
                    <a:avLst/>
                    <a:gdLst>
                      <a:gd name="T0" fmla="*/ 53 w 53"/>
                      <a:gd name="T1" fmla="*/ 29 h 29"/>
                      <a:gd name="T2" fmla="*/ 0 w 53"/>
                      <a:gd name="T3" fmla="*/ 29 h 29"/>
                      <a:gd name="T4" fmla="*/ 0 w 53"/>
                      <a:gd name="T5" fmla="*/ 0 h 29"/>
                      <a:gd name="T6" fmla="*/ 8 w 53"/>
                      <a:gd name="T7" fmla="*/ 0 h 29"/>
                      <a:gd name="T8" fmla="*/ 8 w 53"/>
                      <a:gd name="T9" fmla="*/ 22 h 29"/>
                      <a:gd name="T10" fmla="*/ 43 w 53"/>
                      <a:gd name="T11" fmla="*/ 22 h 29"/>
                      <a:gd name="T12" fmla="*/ 38 w 53"/>
                      <a:gd name="T13" fmla="*/ 5 h 29"/>
                      <a:gd name="T14" fmla="*/ 46 w 53"/>
                      <a:gd name="T15" fmla="*/ 3 h 29"/>
                      <a:gd name="T16" fmla="*/ 53 w 53"/>
                      <a:gd name="T17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53" h="29">
                        <a:moveTo>
                          <a:pt x="53" y="29"/>
                        </a:moveTo>
                        <a:lnTo>
                          <a:pt x="0" y="29"/>
                        </a:lnTo>
                        <a:lnTo>
                          <a:pt x="0" y="0"/>
                        </a:lnTo>
                        <a:lnTo>
                          <a:pt x="8" y="0"/>
                        </a:lnTo>
                        <a:lnTo>
                          <a:pt x="8" y="22"/>
                        </a:lnTo>
                        <a:lnTo>
                          <a:pt x="43" y="22"/>
                        </a:lnTo>
                        <a:lnTo>
                          <a:pt x="38" y="5"/>
                        </a:lnTo>
                        <a:lnTo>
                          <a:pt x="46" y="3"/>
                        </a:lnTo>
                        <a:lnTo>
                          <a:pt x="53" y="29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</p:grpSp>
          <p:grpSp>
            <p:nvGrpSpPr>
              <p:cNvPr id="28" name="íṥļíďê"/>
              <p:cNvGrpSpPr/>
              <p:nvPr/>
            </p:nvGrpSpPr>
            <p:grpSpPr>
              <a:xfrm>
                <a:off x="1811797" y="1791124"/>
                <a:ext cx="2339288" cy="3761336"/>
                <a:chOff x="8253415" y="755650"/>
                <a:chExt cx="1125538" cy="1809750"/>
              </a:xfrm>
            </p:grpSpPr>
            <p:sp>
              <p:nvSpPr>
                <p:cNvPr id="29" name="íSļíḓè"/>
                <p:cNvSpPr/>
                <p:nvPr/>
              </p:nvSpPr>
              <p:spPr bwMode="auto">
                <a:xfrm>
                  <a:off x="8253415" y="755650"/>
                  <a:ext cx="1125538" cy="1350963"/>
                </a:xfrm>
                <a:custGeom>
                  <a:avLst/>
                  <a:gdLst>
                    <a:gd name="T0" fmla="*/ 212 w 423"/>
                    <a:gd name="T1" fmla="*/ 0 h 508"/>
                    <a:gd name="T2" fmla="*/ 0 w 423"/>
                    <a:gd name="T3" fmla="*/ 212 h 508"/>
                    <a:gd name="T4" fmla="*/ 58 w 423"/>
                    <a:gd name="T5" fmla="*/ 360 h 508"/>
                    <a:gd name="T6" fmla="*/ 122 w 423"/>
                    <a:gd name="T7" fmla="*/ 508 h 508"/>
                    <a:gd name="T8" fmla="*/ 212 w 423"/>
                    <a:gd name="T9" fmla="*/ 508 h 508"/>
                    <a:gd name="T10" fmla="*/ 302 w 423"/>
                    <a:gd name="T11" fmla="*/ 508 h 508"/>
                    <a:gd name="T12" fmla="*/ 366 w 423"/>
                    <a:gd name="T13" fmla="*/ 360 h 508"/>
                    <a:gd name="T14" fmla="*/ 423 w 423"/>
                    <a:gd name="T15" fmla="*/ 213 h 508"/>
                    <a:gd name="T16" fmla="*/ 212 w 423"/>
                    <a:gd name="T17" fmla="*/ 0 h 5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23" h="508">
                      <a:moveTo>
                        <a:pt x="212" y="0"/>
                      </a:moveTo>
                      <a:cubicBezTo>
                        <a:pt x="95" y="0"/>
                        <a:pt x="0" y="95"/>
                        <a:pt x="0" y="212"/>
                      </a:cubicBezTo>
                      <a:cubicBezTo>
                        <a:pt x="0" y="268"/>
                        <a:pt x="29" y="316"/>
                        <a:pt x="58" y="360"/>
                      </a:cubicBezTo>
                      <a:cubicBezTo>
                        <a:pt x="122" y="456"/>
                        <a:pt x="85" y="508"/>
                        <a:pt x="122" y="508"/>
                      </a:cubicBezTo>
                      <a:cubicBezTo>
                        <a:pt x="212" y="508"/>
                        <a:pt x="212" y="508"/>
                        <a:pt x="212" y="508"/>
                      </a:cubicBezTo>
                      <a:cubicBezTo>
                        <a:pt x="302" y="508"/>
                        <a:pt x="302" y="508"/>
                        <a:pt x="302" y="508"/>
                      </a:cubicBezTo>
                      <a:cubicBezTo>
                        <a:pt x="339" y="508"/>
                        <a:pt x="302" y="456"/>
                        <a:pt x="366" y="360"/>
                      </a:cubicBezTo>
                      <a:cubicBezTo>
                        <a:pt x="395" y="316"/>
                        <a:pt x="423" y="269"/>
                        <a:pt x="423" y="213"/>
                      </a:cubicBezTo>
                      <a:cubicBezTo>
                        <a:pt x="423" y="97"/>
                        <a:pt x="329" y="0"/>
                        <a:pt x="212" y="0"/>
                      </a:cubicBezTo>
                      <a:close/>
                    </a:path>
                  </a:pathLst>
                </a:custGeom>
                <a:solidFill>
                  <a:srgbClr val="FCC96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0" name="ïşļïḓe"/>
                <p:cNvSpPr/>
                <p:nvPr/>
              </p:nvSpPr>
              <p:spPr bwMode="auto">
                <a:xfrm>
                  <a:off x="8494715" y="949325"/>
                  <a:ext cx="884238" cy="1157288"/>
                </a:xfrm>
                <a:custGeom>
                  <a:avLst/>
                  <a:gdLst>
                    <a:gd name="T0" fmla="*/ 279 w 332"/>
                    <a:gd name="T1" fmla="*/ 0 h 435"/>
                    <a:gd name="T2" fmla="*/ 279 w 332"/>
                    <a:gd name="T3" fmla="*/ 9 h 435"/>
                    <a:gd name="T4" fmla="*/ 0 w 332"/>
                    <a:gd name="T5" fmla="*/ 355 h 435"/>
                    <a:gd name="T6" fmla="*/ 31 w 332"/>
                    <a:gd name="T7" fmla="*/ 435 h 435"/>
                    <a:gd name="T8" fmla="*/ 121 w 332"/>
                    <a:gd name="T9" fmla="*/ 435 h 435"/>
                    <a:gd name="T10" fmla="*/ 211 w 332"/>
                    <a:gd name="T11" fmla="*/ 435 h 435"/>
                    <a:gd name="T12" fmla="*/ 275 w 332"/>
                    <a:gd name="T13" fmla="*/ 287 h 435"/>
                    <a:gd name="T14" fmla="*/ 332 w 332"/>
                    <a:gd name="T15" fmla="*/ 140 h 435"/>
                    <a:gd name="T16" fmla="*/ 279 w 332"/>
                    <a:gd name="T17" fmla="*/ 0 h 4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32" h="435">
                      <a:moveTo>
                        <a:pt x="279" y="0"/>
                      </a:moveTo>
                      <a:cubicBezTo>
                        <a:pt x="279" y="3"/>
                        <a:pt x="279" y="6"/>
                        <a:pt x="279" y="9"/>
                      </a:cubicBezTo>
                      <a:cubicBezTo>
                        <a:pt x="279" y="179"/>
                        <a:pt x="160" y="321"/>
                        <a:pt x="0" y="355"/>
                      </a:cubicBezTo>
                      <a:cubicBezTo>
                        <a:pt x="16" y="407"/>
                        <a:pt x="5" y="435"/>
                        <a:pt x="31" y="435"/>
                      </a:cubicBezTo>
                      <a:cubicBezTo>
                        <a:pt x="121" y="435"/>
                        <a:pt x="121" y="435"/>
                        <a:pt x="121" y="435"/>
                      </a:cubicBezTo>
                      <a:cubicBezTo>
                        <a:pt x="211" y="435"/>
                        <a:pt x="211" y="435"/>
                        <a:pt x="211" y="435"/>
                      </a:cubicBezTo>
                      <a:cubicBezTo>
                        <a:pt x="248" y="435"/>
                        <a:pt x="211" y="383"/>
                        <a:pt x="275" y="287"/>
                      </a:cubicBezTo>
                      <a:cubicBezTo>
                        <a:pt x="304" y="243"/>
                        <a:pt x="332" y="196"/>
                        <a:pt x="332" y="140"/>
                      </a:cubicBezTo>
                      <a:cubicBezTo>
                        <a:pt x="332" y="87"/>
                        <a:pt x="312" y="37"/>
                        <a:pt x="279" y="0"/>
                      </a:cubicBezTo>
                      <a:close/>
                    </a:path>
                  </a:pathLst>
                </a:custGeom>
                <a:solidFill>
                  <a:srgbClr val="FBBC4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1" name="îsḷidê"/>
                <p:cNvSpPr/>
                <p:nvPr/>
              </p:nvSpPr>
              <p:spPr bwMode="auto">
                <a:xfrm>
                  <a:off x="8509003" y="1428750"/>
                  <a:ext cx="615950" cy="715963"/>
                </a:xfrm>
                <a:custGeom>
                  <a:avLst/>
                  <a:gdLst>
                    <a:gd name="T0" fmla="*/ 13 w 232"/>
                    <a:gd name="T1" fmla="*/ 38 h 269"/>
                    <a:gd name="T2" fmla="*/ 4 w 232"/>
                    <a:gd name="T3" fmla="*/ 37 h 269"/>
                    <a:gd name="T4" fmla="*/ 3 w 232"/>
                    <a:gd name="T5" fmla="*/ 46 h 269"/>
                    <a:gd name="T6" fmla="*/ 6 w 232"/>
                    <a:gd name="T7" fmla="*/ 51 h 269"/>
                    <a:gd name="T8" fmla="*/ 77 w 232"/>
                    <a:gd name="T9" fmla="*/ 265 h 269"/>
                    <a:gd name="T10" fmla="*/ 83 w 232"/>
                    <a:gd name="T11" fmla="*/ 269 h 269"/>
                    <a:gd name="T12" fmla="*/ 85 w 232"/>
                    <a:gd name="T13" fmla="*/ 269 h 269"/>
                    <a:gd name="T14" fmla="*/ 89 w 232"/>
                    <a:gd name="T15" fmla="*/ 260 h 269"/>
                    <a:gd name="T16" fmla="*/ 24 w 232"/>
                    <a:gd name="T17" fmla="*/ 63 h 269"/>
                    <a:gd name="T18" fmla="*/ 76 w 232"/>
                    <a:gd name="T19" fmla="*/ 69 h 269"/>
                    <a:gd name="T20" fmla="*/ 85 w 232"/>
                    <a:gd name="T21" fmla="*/ 64 h 269"/>
                    <a:gd name="T22" fmla="*/ 113 w 232"/>
                    <a:gd name="T23" fmla="*/ 73 h 269"/>
                    <a:gd name="T24" fmla="*/ 145 w 232"/>
                    <a:gd name="T25" fmla="*/ 62 h 269"/>
                    <a:gd name="T26" fmla="*/ 161 w 232"/>
                    <a:gd name="T27" fmla="*/ 68 h 269"/>
                    <a:gd name="T28" fmla="*/ 210 w 232"/>
                    <a:gd name="T29" fmla="*/ 65 h 269"/>
                    <a:gd name="T30" fmla="*/ 146 w 232"/>
                    <a:gd name="T31" fmla="*/ 260 h 269"/>
                    <a:gd name="T32" fmla="*/ 150 w 232"/>
                    <a:gd name="T33" fmla="*/ 269 h 269"/>
                    <a:gd name="T34" fmla="*/ 152 w 232"/>
                    <a:gd name="T35" fmla="*/ 269 h 269"/>
                    <a:gd name="T36" fmla="*/ 158 w 232"/>
                    <a:gd name="T37" fmla="*/ 265 h 269"/>
                    <a:gd name="T38" fmla="*/ 228 w 232"/>
                    <a:gd name="T39" fmla="*/ 50 h 269"/>
                    <a:gd name="T40" fmla="*/ 230 w 232"/>
                    <a:gd name="T41" fmla="*/ 48 h 269"/>
                    <a:gd name="T42" fmla="*/ 229 w 232"/>
                    <a:gd name="T43" fmla="*/ 39 h 269"/>
                    <a:gd name="T44" fmla="*/ 220 w 232"/>
                    <a:gd name="T45" fmla="*/ 40 h 269"/>
                    <a:gd name="T46" fmla="*/ 165 w 232"/>
                    <a:gd name="T47" fmla="*/ 55 h 269"/>
                    <a:gd name="T48" fmla="*/ 154 w 232"/>
                    <a:gd name="T49" fmla="*/ 52 h 269"/>
                    <a:gd name="T50" fmla="*/ 160 w 232"/>
                    <a:gd name="T51" fmla="*/ 31 h 269"/>
                    <a:gd name="T52" fmla="*/ 146 w 232"/>
                    <a:gd name="T53" fmla="*/ 3 h 269"/>
                    <a:gd name="T54" fmla="*/ 132 w 232"/>
                    <a:gd name="T55" fmla="*/ 3 h 269"/>
                    <a:gd name="T56" fmla="*/ 123 w 232"/>
                    <a:gd name="T57" fmla="*/ 32 h 269"/>
                    <a:gd name="T58" fmla="*/ 134 w 232"/>
                    <a:gd name="T59" fmla="*/ 54 h 269"/>
                    <a:gd name="T60" fmla="*/ 95 w 232"/>
                    <a:gd name="T61" fmla="*/ 55 h 269"/>
                    <a:gd name="T62" fmla="*/ 103 w 232"/>
                    <a:gd name="T63" fmla="*/ 32 h 269"/>
                    <a:gd name="T64" fmla="*/ 92 w 232"/>
                    <a:gd name="T65" fmla="*/ 4 h 269"/>
                    <a:gd name="T66" fmla="*/ 77 w 232"/>
                    <a:gd name="T67" fmla="*/ 4 h 269"/>
                    <a:gd name="T68" fmla="*/ 66 w 232"/>
                    <a:gd name="T69" fmla="*/ 32 h 269"/>
                    <a:gd name="T70" fmla="*/ 75 w 232"/>
                    <a:gd name="T71" fmla="*/ 55 h 269"/>
                    <a:gd name="T72" fmla="*/ 72 w 232"/>
                    <a:gd name="T73" fmla="*/ 56 h 269"/>
                    <a:gd name="T74" fmla="*/ 13 w 232"/>
                    <a:gd name="T75" fmla="*/ 38 h 269"/>
                    <a:gd name="T76" fmla="*/ 140 w 232"/>
                    <a:gd name="T77" fmla="*/ 14 h 269"/>
                    <a:gd name="T78" fmla="*/ 140 w 232"/>
                    <a:gd name="T79" fmla="*/ 14 h 269"/>
                    <a:gd name="T80" fmla="*/ 140 w 232"/>
                    <a:gd name="T81" fmla="*/ 14 h 269"/>
                    <a:gd name="T82" fmla="*/ 147 w 232"/>
                    <a:gd name="T83" fmla="*/ 32 h 269"/>
                    <a:gd name="T84" fmla="*/ 143 w 232"/>
                    <a:gd name="T85" fmla="*/ 45 h 269"/>
                    <a:gd name="T86" fmla="*/ 136 w 232"/>
                    <a:gd name="T87" fmla="*/ 31 h 269"/>
                    <a:gd name="T88" fmla="*/ 140 w 232"/>
                    <a:gd name="T89" fmla="*/ 14 h 269"/>
                    <a:gd name="T90" fmla="*/ 84 w 232"/>
                    <a:gd name="T91" fmla="*/ 15 h 269"/>
                    <a:gd name="T92" fmla="*/ 84 w 232"/>
                    <a:gd name="T93" fmla="*/ 15 h 269"/>
                    <a:gd name="T94" fmla="*/ 85 w 232"/>
                    <a:gd name="T95" fmla="*/ 16 h 269"/>
                    <a:gd name="T96" fmla="*/ 89 w 232"/>
                    <a:gd name="T97" fmla="*/ 31 h 269"/>
                    <a:gd name="T98" fmla="*/ 85 w 232"/>
                    <a:gd name="T99" fmla="*/ 47 h 269"/>
                    <a:gd name="T100" fmla="*/ 79 w 232"/>
                    <a:gd name="T101" fmla="*/ 31 h 269"/>
                    <a:gd name="T102" fmla="*/ 84 w 232"/>
                    <a:gd name="T103" fmla="*/ 15 h 2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232" h="269">
                      <a:moveTo>
                        <a:pt x="13" y="38"/>
                      </a:moveTo>
                      <a:cubicBezTo>
                        <a:pt x="11" y="35"/>
                        <a:pt x="6" y="35"/>
                        <a:pt x="4" y="37"/>
                      </a:cubicBezTo>
                      <a:cubicBezTo>
                        <a:pt x="1" y="39"/>
                        <a:pt x="0" y="44"/>
                        <a:pt x="3" y="46"/>
                      </a:cubicBezTo>
                      <a:cubicBezTo>
                        <a:pt x="4" y="48"/>
                        <a:pt x="5" y="49"/>
                        <a:pt x="6" y="51"/>
                      </a:cubicBezTo>
                      <a:cubicBezTo>
                        <a:pt x="77" y="265"/>
                        <a:pt x="77" y="265"/>
                        <a:pt x="77" y="265"/>
                      </a:cubicBezTo>
                      <a:cubicBezTo>
                        <a:pt x="77" y="267"/>
                        <a:pt x="80" y="269"/>
                        <a:pt x="83" y="269"/>
                      </a:cubicBezTo>
                      <a:cubicBezTo>
                        <a:pt x="83" y="269"/>
                        <a:pt x="84" y="269"/>
                        <a:pt x="85" y="269"/>
                      </a:cubicBezTo>
                      <a:cubicBezTo>
                        <a:pt x="88" y="268"/>
                        <a:pt x="90" y="264"/>
                        <a:pt x="89" y="260"/>
                      </a:cubicBezTo>
                      <a:cubicBezTo>
                        <a:pt x="24" y="63"/>
                        <a:pt x="24" y="63"/>
                        <a:pt x="24" y="63"/>
                      </a:cubicBezTo>
                      <a:cubicBezTo>
                        <a:pt x="40" y="70"/>
                        <a:pt x="60" y="74"/>
                        <a:pt x="76" y="69"/>
                      </a:cubicBezTo>
                      <a:cubicBezTo>
                        <a:pt x="79" y="68"/>
                        <a:pt x="82" y="66"/>
                        <a:pt x="85" y="64"/>
                      </a:cubicBezTo>
                      <a:cubicBezTo>
                        <a:pt x="93" y="70"/>
                        <a:pt x="103" y="73"/>
                        <a:pt x="113" y="73"/>
                      </a:cubicBezTo>
                      <a:cubicBezTo>
                        <a:pt x="125" y="73"/>
                        <a:pt x="136" y="69"/>
                        <a:pt x="145" y="62"/>
                      </a:cubicBezTo>
                      <a:cubicBezTo>
                        <a:pt x="150" y="64"/>
                        <a:pt x="155" y="67"/>
                        <a:pt x="161" y="68"/>
                      </a:cubicBezTo>
                      <a:cubicBezTo>
                        <a:pt x="180" y="73"/>
                        <a:pt x="196" y="72"/>
                        <a:pt x="210" y="65"/>
                      </a:cubicBezTo>
                      <a:cubicBezTo>
                        <a:pt x="146" y="260"/>
                        <a:pt x="146" y="260"/>
                        <a:pt x="146" y="260"/>
                      </a:cubicBezTo>
                      <a:cubicBezTo>
                        <a:pt x="144" y="264"/>
                        <a:pt x="146" y="268"/>
                        <a:pt x="150" y="269"/>
                      </a:cubicBezTo>
                      <a:cubicBezTo>
                        <a:pt x="150" y="269"/>
                        <a:pt x="151" y="269"/>
                        <a:pt x="152" y="269"/>
                      </a:cubicBezTo>
                      <a:cubicBezTo>
                        <a:pt x="155" y="269"/>
                        <a:pt x="157" y="267"/>
                        <a:pt x="158" y="265"/>
                      </a:cubicBezTo>
                      <a:cubicBezTo>
                        <a:pt x="228" y="50"/>
                        <a:pt x="228" y="50"/>
                        <a:pt x="228" y="50"/>
                      </a:cubicBezTo>
                      <a:cubicBezTo>
                        <a:pt x="229" y="50"/>
                        <a:pt x="230" y="49"/>
                        <a:pt x="230" y="48"/>
                      </a:cubicBezTo>
                      <a:cubicBezTo>
                        <a:pt x="232" y="45"/>
                        <a:pt x="232" y="41"/>
                        <a:pt x="229" y="39"/>
                      </a:cubicBezTo>
                      <a:cubicBezTo>
                        <a:pt x="226" y="37"/>
                        <a:pt x="222" y="37"/>
                        <a:pt x="220" y="40"/>
                      </a:cubicBezTo>
                      <a:cubicBezTo>
                        <a:pt x="207" y="56"/>
                        <a:pt x="189" y="62"/>
                        <a:pt x="165" y="55"/>
                      </a:cubicBezTo>
                      <a:cubicBezTo>
                        <a:pt x="162" y="55"/>
                        <a:pt x="158" y="54"/>
                        <a:pt x="154" y="52"/>
                      </a:cubicBezTo>
                      <a:cubicBezTo>
                        <a:pt x="158" y="46"/>
                        <a:pt x="160" y="38"/>
                        <a:pt x="160" y="31"/>
                      </a:cubicBezTo>
                      <a:cubicBezTo>
                        <a:pt x="159" y="17"/>
                        <a:pt x="154" y="7"/>
                        <a:pt x="146" y="3"/>
                      </a:cubicBezTo>
                      <a:cubicBezTo>
                        <a:pt x="142" y="0"/>
                        <a:pt x="137" y="0"/>
                        <a:pt x="132" y="3"/>
                      </a:cubicBezTo>
                      <a:cubicBezTo>
                        <a:pt x="125" y="8"/>
                        <a:pt x="122" y="18"/>
                        <a:pt x="123" y="32"/>
                      </a:cubicBezTo>
                      <a:cubicBezTo>
                        <a:pt x="124" y="40"/>
                        <a:pt x="127" y="48"/>
                        <a:pt x="134" y="54"/>
                      </a:cubicBezTo>
                      <a:cubicBezTo>
                        <a:pt x="123" y="61"/>
                        <a:pt x="107" y="61"/>
                        <a:pt x="95" y="55"/>
                      </a:cubicBezTo>
                      <a:cubicBezTo>
                        <a:pt x="99" y="49"/>
                        <a:pt x="102" y="41"/>
                        <a:pt x="103" y="32"/>
                      </a:cubicBezTo>
                      <a:cubicBezTo>
                        <a:pt x="103" y="19"/>
                        <a:pt x="99" y="9"/>
                        <a:pt x="92" y="4"/>
                      </a:cubicBezTo>
                      <a:cubicBezTo>
                        <a:pt x="87" y="1"/>
                        <a:pt x="82" y="1"/>
                        <a:pt x="77" y="4"/>
                      </a:cubicBezTo>
                      <a:cubicBezTo>
                        <a:pt x="70" y="8"/>
                        <a:pt x="65" y="18"/>
                        <a:pt x="66" y="32"/>
                      </a:cubicBezTo>
                      <a:cubicBezTo>
                        <a:pt x="66" y="40"/>
                        <a:pt x="69" y="48"/>
                        <a:pt x="75" y="55"/>
                      </a:cubicBezTo>
                      <a:cubicBezTo>
                        <a:pt x="74" y="56"/>
                        <a:pt x="73" y="56"/>
                        <a:pt x="72" y="56"/>
                      </a:cubicBezTo>
                      <a:cubicBezTo>
                        <a:pt x="52" y="63"/>
                        <a:pt x="23" y="52"/>
                        <a:pt x="13" y="38"/>
                      </a:cubicBezTo>
                      <a:close/>
                      <a:moveTo>
                        <a:pt x="140" y="14"/>
                      </a:moveTo>
                      <a:cubicBezTo>
                        <a:pt x="140" y="14"/>
                        <a:pt x="140" y="14"/>
                        <a:pt x="140" y="14"/>
                      </a:cubicBezTo>
                      <a:cubicBezTo>
                        <a:pt x="140" y="14"/>
                        <a:pt x="140" y="14"/>
                        <a:pt x="140" y="14"/>
                      </a:cubicBezTo>
                      <a:cubicBezTo>
                        <a:pt x="142" y="15"/>
                        <a:pt x="146" y="20"/>
                        <a:pt x="147" y="32"/>
                      </a:cubicBezTo>
                      <a:cubicBezTo>
                        <a:pt x="147" y="36"/>
                        <a:pt x="145" y="41"/>
                        <a:pt x="143" y="45"/>
                      </a:cubicBezTo>
                      <a:cubicBezTo>
                        <a:pt x="139" y="41"/>
                        <a:pt x="137" y="37"/>
                        <a:pt x="136" y="31"/>
                      </a:cubicBezTo>
                      <a:cubicBezTo>
                        <a:pt x="135" y="21"/>
                        <a:pt x="138" y="15"/>
                        <a:pt x="140" y="14"/>
                      </a:cubicBezTo>
                      <a:close/>
                      <a:moveTo>
                        <a:pt x="84" y="15"/>
                      </a:moveTo>
                      <a:cubicBezTo>
                        <a:pt x="84" y="15"/>
                        <a:pt x="84" y="15"/>
                        <a:pt x="84" y="15"/>
                      </a:cubicBezTo>
                      <a:cubicBezTo>
                        <a:pt x="84" y="15"/>
                        <a:pt x="85" y="15"/>
                        <a:pt x="85" y="16"/>
                      </a:cubicBezTo>
                      <a:cubicBezTo>
                        <a:pt x="87" y="17"/>
                        <a:pt x="90" y="21"/>
                        <a:pt x="89" y="31"/>
                      </a:cubicBezTo>
                      <a:cubicBezTo>
                        <a:pt x="89" y="37"/>
                        <a:pt x="88" y="43"/>
                        <a:pt x="85" y="47"/>
                      </a:cubicBezTo>
                      <a:cubicBezTo>
                        <a:pt x="81" y="42"/>
                        <a:pt x="79" y="37"/>
                        <a:pt x="79" y="31"/>
                      </a:cubicBezTo>
                      <a:cubicBezTo>
                        <a:pt x="79" y="21"/>
                        <a:pt x="82" y="16"/>
                        <a:pt x="84" y="15"/>
                      </a:cubicBezTo>
                      <a:close/>
                    </a:path>
                  </a:pathLst>
                </a:custGeom>
                <a:solidFill>
                  <a:srgbClr val="3B596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2" name="íṧḷïḋê"/>
                <p:cNvSpPr/>
                <p:nvPr/>
              </p:nvSpPr>
              <p:spPr bwMode="auto">
                <a:xfrm>
                  <a:off x="8902703" y="1527175"/>
                  <a:ext cx="222250" cy="579438"/>
                </a:xfrm>
                <a:custGeom>
                  <a:avLst/>
                  <a:gdLst>
                    <a:gd name="T0" fmla="*/ 62 w 84"/>
                    <a:gd name="T1" fmla="*/ 28 h 218"/>
                    <a:gd name="T2" fmla="*/ 0 w 84"/>
                    <a:gd name="T3" fmla="*/ 218 h 218"/>
                    <a:gd name="T4" fmla="*/ 13 w 84"/>
                    <a:gd name="T5" fmla="*/ 218 h 218"/>
                    <a:gd name="T6" fmla="*/ 80 w 84"/>
                    <a:gd name="T7" fmla="*/ 13 h 218"/>
                    <a:gd name="T8" fmla="*/ 82 w 84"/>
                    <a:gd name="T9" fmla="*/ 11 h 218"/>
                    <a:gd name="T10" fmla="*/ 81 w 84"/>
                    <a:gd name="T11" fmla="*/ 2 h 218"/>
                    <a:gd name="T12" fmla="*/ 72 w 84"/>
                    <a:gd name="T13" fmla="*/ 3 h 218"/>
                    <a:gd name="T14" fmla="*/ 43 w 84"/>
                    <a:gd name="T15" fmla="*/ 20 h 218"/>
                    <a:gd name="T16" fmla="*/ 31 w 84"/>
                    <a:gd name="T17" fmla="*/ 34 h 218"/>
                    <a:gd name="T18" fmla="*/ 62 w 84"/>
                    <a:gd name="T19" fmla="*/ 28 h 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4" h="218">
                      <a:moveTo>
                        <a:pt x="62" y="28"/>
                      </a:moveTo>
                      <a:cubicBezTo>
                        <a:pt x="0" y="218"/>
                        <a:pt x="0" y="218"/>
                        <a:pt x="0" y="218"/>
                      </a:cubicBezTo>
                      <a:cubicBezTo>
                        <a:pt x="13" y="218"/>
                        <a:pt x="13" y="218"/>
                        <a:pt x="13" y="218"/>
                      </a:cubicBezTo>
                      <a:cubicBezTo>
                        <a:pt x="80" y="13"/>
                        <a:pt x="80" y="13"/>
                        <a:pt x="80" y="13"/>
                      </a:cubicBezTo>
                      <a:cubicBezTo>
                        <a:pt x="81" y="13"/>
                        <a:pt x="82" y="12"/>
                        <a:pt x="82" y="11"/>
                      </a:cubicBezTo>
                      <a:cubicBezTo>
                        <a:pt x="84" y="8"/>
                        <a:pt x="84" y="4"/>
                        <a:pt x="81" y="2"/>
                      </a:cubicBezTo>
                      <a:cubicBezTo>
                        <a:pt x="78" y="0"/>
                        <a:pt x="74" y="0"/>
                        <a:pt x="72" y="3"/>
                      </a:cubicBezTo>
                      <a:cubicBezTo>
                        <a:pt x="64" y="13"/>
                        <a:pt x="55" y="18"/>
                        <a:pt x="43" y="20"/>
                      </a:cubicBezTo>
                      <a:cubicBezTo>
                        <a:pt x="39" y="25"/>
                        <a:pt x="35" y="29"/>
                        <a:pt x="31" y="34"/>
                      </a:cubicBezTo>
                      <a:cubicBezTo>
                        <a:pt x="42" y="34"/>
                        <a:pt x="53" y="33"/>
                        <a:pt x="62" y="28"/>
                      </a:cubicBezTo>
                      <a:close/>
                    </a:path>
                  </a:pathLst>
                </a:custGeom>
                <a:solidFill>
                  <a:srgbClr val="25475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3" name="î$ľíḍê"/>
                <p:cNvSpPr/>
                <p:nvPr/>
              </p:nvSpPr>
              <p:spPr bwMode="auto">
                <a:xfrm>
                  <a:off x="8623303" y="1846263"/>
                  <a:ext cx="115888" cy="260350"/>
                </a:xfrm>
                <a:custGeom>
                  <a:avLst/>
                  <a:gdLst>
                    <a:gd name="T0" fmla="*/ 44 w 44"/>
                    <a:gd name="T1" fmla="*/ 98 h 98"/>
                    <a:gd name="T2" fmla="*/ 12 w 44"/>
                    <a:gd name="T3" fmla="*/ 0 h 98"/>
                    <a:gd name="T4" fmla="*/ 0 w 44"/>
                    <a:gd name="T5" fmla="*/ 5 h 98"/>
                    <a:gd name="T6" fmla="*/ 30 w 44"/>
                    <a:gd name="T7" fmla="*/ 98 h 98"/>
                    <a:gd name="T8" fmla="*/ 44 w 44"/>
                    <a:gd name="T9" fmla="*/ 98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4" h="98">
                      <a:moveTo>
                        <a:pt x="44" y="98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8" y="1"/>
                        <a:pt x="4" y="3"/>
                        <a:pt x="0" y="5"/>
                      </a:cubicBezTo>
                      <a:cubicBezTo>
                        <a:pt x="30" y="98"/>
                        <a:pt x="30" y="98"/>
                        <a:pt x="30" y="98"/>
                      </a:cubicBezTo>
                      <a:lnTo>
                        <a:pt x="44" y="98"/>
                      </a:lnTo>
                      <a:close/>
                    </a:path>
                  </a:pathLst>
                </a:custGeom>
                <a:solidFill>
                  <a:srgbClr val="25475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4" name="íṥḻiḑê"/>
                <p:cNvSpPr/>
                <p:nvPr/>
              </p:nvSpPr>
              <p:spPr bwMode="auto">
                <a:xfrm>
                  <a:off x="8572503" y="2106613"/>
                  <a:ext cx="485775" cy="223838"/>
                </a:xfrm>
                <a:custGeom>
                  <a:avLst/>
                  <a:gdLst>
                    <a:gd name="T0" fmla="*/ 166 w 183"/>
                    <a:gd name="T1" fmla="*/ 0 h 84"/>
                    <a:gd name="T2" fmla="*/ 17 w 183"/>
                    <a:gd name="T3" fmla="*/ 0 h 84"/>
                    <a:gd name="T4" fmla="*/ 2 w 183"/>
                    <a:gd name="T5" fmla="*/ 24 h 84"/>
                    <a:gd name="T6" fmla="*/ 17 w 183"/>
                    <a:gd name="T7" fmla="*/ 49 h 84"/>
                    <a:gd name="T8" fmla="*/ 67 w 183"/>
                    <a:gd name="T9" fmla="*/ 49 h 84"/>
                    <a:gd name="T10" fmla="*/ 13 w 183"/>
                    <a:gd name="T11" fmla="*/ 59 h 84"/>
                    <a:gd name="T12" fmla="*/ 3 w 183"/>
                    <a:gd name="T13" fmla="*/ 75 h 84"/>
                    <a:gd name="T14" fmla="*/ 17 w 183"/>
                    <a:gd name="T15" fmla="*/ 84 h 84"/>
                    <a:gd name="T16" fmla="*/ 22 w 183"/>
                    <a:gd name="T17" fmla="*/ 82 h 84"/>
                    <a:gd name="T18" fmla="*/ 171 w 183"/>
                    <a:gd name="T19" fmla="*/ 33 h 84"/>
                    <a:gd name="T20" fmla="*/ 182 w 183"/>
                    <a:gd name="T21" fmla="*/ 14 h 84"/>
                    <a:gd name="T22" fmla="*/ 166 w 183"/>
                    <a:gd name="T23" fmla="*/ 0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83" h="84">
                      <a:moveTo>
                        <a:pt x="166" y="0"/>
                      </a:moveTo>
                      <a:cubicBezTo>
                        <a:pt x="17" y="0"/>
                        <a:pt x="17" y="0"/>
                        <a:pt x="17" y="0"/>
                      </a:cubicBezTo>
                      <a:cubicBezTo>
                        <a:pt x="9" y="0"/>
                        <a:pt x="2" y="16"/>
                        <a:pt x="2" y="24"/>
                      </a:cubicBezTo>
                      <a:cubicBezTo>
                        <a:pt x="2" y="33"/>
                        <a:pt x="9" y="49"/>
                        <a:pt x="17" y="49"/>
                      </a:cubicBezTo>
                      <a:cubicBezTo>
                        <a:pt x="67" y="49"/>
                        <a:pt x="67" y="49"/>
                        <a:pt x="67" y="49"/>
                      </a:cubicBezTo>
                      <a:cubicBezTo>
                        <a:pt x="13" y="59"/>
                        <a:pt x="13" y="59"/>
                        <a:pt x="13" y="59"/>
                      </a:cubicBezTo>
                      <a:cubicBezTo>
                        <a:pt x="4" y="62"/>
                        <a:pt x="0" y="67"/>
                        <a:pt x="3" y="75"/>
                      </a:cubicBezTo>
                      <a:cubicBezTo>
                        <a:pt x="5" y="82"/>
                        <a:pt x="11" y="84"/>
                        <a:pt x="17" y="84"/>
                      </a:cubicBezTo>
                      <a:cubicBezTo>
                        <a:pt x="19" y="84"/>
                        <a:pt x="21" y="83"/>
                        <a:pt x="22" y="82"/>
                      </a:cubicBezTo>
                      <a:cubicBezTo>
                        <a:pt x="171" y="33"/>
                        <a:pt x="171" y="33"/>
                        <a:pt x="171" y="33"/>
                      </a:cubicBezTo>
                      <a:cubicBezTo>
                        <a:pt x="178" y="31"/>
                        <a:pt x="183" y="22"/>
                        <a:pt x="182" y="14"/>
                      </a:cubicBezTo>
                      <a:cubicBezTo>
                        <a:pt x="181" y="7"/>
                        <a:pt x="174" y="0"/>
                        <a:pt x="166" y="0"/>
                      </a:cubicBezTo>
                      <a:close/>
                    </a:path>
                  </a:pathLst>
                </a:custGeom>
                <a:solidFill>
                  <a:srgbClr val="25475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5" name="íṣļiḋe"/>
                <p:cNvSpPr/>
                <p:nvPr/>
              </p:nvSpPr>
              <p:spPr bwMode="auto">
                <a:xfrm>
                  <a:off x="8575678" y="2235200"/>
                  <a:ext cx="485775" cy="330200"/>
                </a:xfrm>
                <a:custGeom>
                  <a:avLst/>
                  <a:gdLst>
                    <a:gd name="T0" fmla="*/ 165 w 183"/>
                    <a:gd name="T1" fmla="*/ 62 h 124"/>
                    <a:gd name="T2" fmla="*/ 115 w 183"/>
                    <a:gd name="T3" fmla="*/ 62 h 124"/>
                    <a:gd name="T4" fmla="*/ 170 w 183"/>
                    <a:gd name="T5" fmla="*/ 38 h 124"/>
                    <a:gd name="T6" fmla="*/ 180 w 183"/>
                    <a:gd name="T7" fmla="*/ 14 h 124"/>
                    <a:gd name="T8" fmla="*/ 160 w 183"/>
                    <a:gd name="T9" fmla="*/ 3 h 124"/>
                    <a:gd name="T10" fmla="*/ 12 w 183"/>
                    <a:gd name="T11" fmla="*/ 50 h 124"/>
                    <a:gd name="T12" fmla="*/ 1 w 183"/>
                    <a:gd name="T13" fmla="*/ 70 h 124"/>
                    <a:gd name="T14" fmla="*/ 16 w 183"/>
                    <a:gd name="T15" fmla="*/ 87 h 124"/>
                    <a:gd name="T16" fmla="*/ 30 w 183"/>
                    <a:gd name="T17" fmla="*/ 87 h 124"/>
                    <a:gd name="T18" fmla="*/ 54 w 183"/>
                    <a:gd name="T19" fmla="*/ 124 h 124"/>
                    <a:gd name="T20" fmla="*/ 127 w 183"/>
                    <a:gd name="T21" fmla="*/ 124 h 124"/>
                    <a:gd name="T22" fmla="*/ 151 w 183"/>
                    <a:gd name="T23" fmla="*/ 87 h 124"/>
                    <a:gd name="T24" fmla="*/ 165 w 183"/>
                    <a:gd name="T25" fmla="*/ 87 h 124"/>
                    <a:gd name="T26" fmla="*/ 181 w 183"/>
                    <a:gd name="T27" fmla="*/ 75 h 124"/>
                    <a:gd name="T28" fmla="*/ 165 w 183"/>
                    <a:gd name="T29" fmla="*/ 62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83" h="124">
                      <a:moveTo>
                        <a:pt x="165" y="62"/>
                      </a:moveTo>
                      <a:cubicBezTo>
                        <a:pt x="115" y="62"/>
                        <a:pt x="115" y="62"/>
                        <a:pt x="115" y="62"/>
                      </a:cubicBezTo>
                      <a:cubicBezTo>
                        <a:pt x="170" y="38"/>
                        <a:pt x="170" y="38"/>
                        <a:pt x="170" y="38"/>
                      </a:cubicBezTo>
                      <a:cubicBezTo>
                        <a:pt x="178" y="35"/>
                        <a:pt x="183" y="23"/>
                        <a:pt x="180" y="14"/>
                      </a:cubicBezTo>
                      <a:cubicBezTo>
                        <a:pt x="177" y="6"/>
                        <a:pt x="169" y="0"/>
                        <a:pt x="160" y="3"/>
                      </a:cubicBezTo>
                      <a:cubicBezTo>
                        <a:pt x="12" y="50"/>
                        <a:pt x="12" y="50"/>
                        <a:pt x="12" y="50"/>
                      </a:cubicBezTo>
                      <a:cubicBezTo>
                        <a:pt x="4" y="52"/>
                        <a:pt x="0" y="63"/>
                        <a:pt x="1" y="70"/>
                      </a:cubicBezTo>
                      <a:cubicBezTo>
                        <a:pt x="2" y="78"/>
                        <a:pt x="9" y="87"/>
                        <a:pt x="16" y="87"/>
                      </a:cubicBezTo>
                      <a:cubicBezTo>
                        <a:pt x="30" y="87"/>
                        <a:pt x="30" y="87"/>
                        <a:pt x="30" y="87"/>
                      </a:cubicBezTo>
                      <a:cubicBezTo>
                        <a:pt x="54" y="124"/>
                        <a:pt x="54" y="124"/>
                        <a:pt x="54" y="124"/>
                      </a:cubicBezTo>
                      <a:cubicBezTo>
                        <a:pt x="127" y="124"/>
                        <a:pt x="127" y="124"/>
                        <a:pt x="127" y="124"/>
                      </a:cubicBezTo>
                      <a:cubicBezTo>
                        <a:pt x="151" y="87"/>
                        <a:pt x="151" y="87"/>
                        <a:pt x="151" y="87"/>
                      </a:cubicBezTo>
                      <a:cubicBezTo>
                        <a:pt x="165" y="87"/>
                        <a:pt x="165" y="87"/>
                        <a:pt x="165" y="87"/>
                      </a:cubicBezTo>
                      <a:cubicBezTo>
                        <a:pt x="174" y="87"/>
                        <a:pt x="181" y="83"/>
                        <a:pt x="181" y="75"/>
                      </a:cubicBezTo>
                      <a:cubicBezTo>
                        <a:pt x="181" y="66"/>
                        <a:pt x="174" y="62"/>
                        <a:pt x="165" y="62"/>
                      </a:cubicBezTo>
                      <a:close/>
                    </a:path>
                  </a:pathLst>
                </a:custGeom>
                <a:solidFill>
                  <a:srgbClr val="25475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</p:grpSp>
        <p:sp>
          <p:nvSpPr>
            <p:cNvPr id="7" name="işļïḋè"/>
            <p:cNvSpPr/>
            <p:nvPr/>
          </p:nvSpPr>
          <p:spPr>
            <a:xfrm rot="5400000">
              <a:off x="980408" y="1391756"/>
              <a:ext cx="4464496" cy="4464496"/>
            </a:xfrm>
            <a:prstGeom prst="blockArc">
              <a:avLst>
                <a:gd name="adj1" fmla="val 10800000"/>
                <a:gd name="adj2" fmla="val 523590"/>
                <a:gd name="adj3" fmla="val 23000"/>
              </a:avLst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7000">
                  <a:schemeClr val="accent1">
                    <a:alpha val="23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grpSp>
          <p:nvGrpSpPr>
            <p:cNvPr id="8" name="ïṥļíḑe"/>
            <p:cNvGrpSpPr/>
            <p:nvPr/>
          </p:nvGrpSpPr>
          <p:grpSpPr>
            <a:xfrm>
              <a:off x="5280552" y="1818943"/>
              <a:ext cx="2963331" cy="3498215"/>
              <a:chOff x="8179619" y="2164514"/>
              <a:chExt cx="2963331" cy="3498215"/>
            </a:xfrm>
          </p:grpSpPr>
          <p:sp>
            <p:nvSpPr>
              <p:cNvPr id="21" name="ïṣḻïḑè"/>
              <p:cNvSpPr txBox="1"/>
              <p:nvPr/>
            </p:nvSpPr>
            <p:spPr>
              <a:xfrm>
                <a:off x="8179619" y="2164514"/>
                <a:ext cx="2963331" cy="3640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000" tIns="46800" rIns="90000" bIns="46800" anchor="t" anchorCtr="0">
                <a:norm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300"/>
                  </a:spcAft>
                  <a:buSzPct val="25000"/>
                  <a:buNone/>
                </a:pPr>
                <a:r>
                  <a:rPr lang="en-US" altLang="zh-CN" sz="1400" b="1" i="0" u="none" strike="noStrike" cap="none" baseline="0" dirty="0"/>
                  <a:t>Text here</a:t>
                </a:r>
                <a:endParaRPr lang="zh-CN" altLang="en-US" sz="1400" b="1" i="0" u="none" strike="noStrike" cap="none" baseline="0" dirty="0"/>
              </a:p>
            </p:txBody>
          </p:sp>
          <p:sp>
            <p:nvSpPr>
              <p:cNvPr id="22" name="ïṩḷîḑè"/>
              <p:cNvSpPr txBox="1"/>
              <p:nvPr/>
            </p:nvSpPr>
            <p:spPr>
              <a:xfrm>
                <a:off x="8179619" y="2590226"/>
                <a:ext cx="2963331" cy="455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000" dirty="0"/>
                  <a:t>Copy paste fonts. Choose the only option to retain text.</a:t>
                </a:r>
                <a:endParaRPr lang="en-US" altLang="zh-CN" sz="1000" dirty="0"/>
              </a:p>
            </p:txBody>
          </p:sp>
          <p:sp>
            <p:nvSpPr>
              <p:cNvPr id="23" name="ïŝľïḍè"/>
              <p:cNvSpPr txBox="1"/>
              <p:nvPr/>
            </p:nvSpPr>
            <p:spPr>
              <a:xfrm>
                <a:off x="8179619" y="4781616"/>
                <a:ext cx="2963331" cy="3640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000" tIns="46800" rIns="90000" bIns="46800" anchor="t" anchorCtr="0">
                <a:norm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300"/>
                  </a:spcAft>
                  <a:buSzPct val="25000"/>
                  <a:buNone/>
                </a:pPr>
                <a:r>
                  <a:rPr lang="en-US" altLang="zh-CN" sz="1400" b="1" i="0" u="none" strike="noStrike" cap="none" baseline="0" dirty="0"/>
                  <a:t>Text here</a:t>
                </a:r>
                <a:endParaRPr lang="zh-CN" altLang="en-US" sz="1400" b="1" i="0" u="none" strike="noStrike" cap="none" baseline="0" dirty="0"/>
              </a:p>
            </p:txBody>
          </p:sp>
          <p:sp>
            <p:nvSpPr>
              <p:cNvPr id="24" name="iŝļïḓé"/>
              <p:cNvSpPr txBox="1"/>
              <p:nvPr/>
            </p:nvSpPr>
            <p:spPr>
              <a:xfrm>
                <a:off x="8179619" y="5207330"/>
                <a:ext cx="2963331" cy="455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000" dirty="0"/>
                  <a:t>Copy paste fonts. Choose the only option to retain text.</a:t>
                </a:r>
                <a:endParaRPr lang="en-US" altLang="zh-CN" sz="1000" dirty="0"/>
              </a:p>
            </p:txBody>
          </p:sp>
          <p:sp>
            <p:nvSpPr>
              <p:cNvPr id="25" name="i$ľîďè"/>
              <p:cNvSpPr txBox="1"/>
              <p:nvPr/>
            </p:nvSpPr>
            <p:spPr>
              <a:xfrm>
                <a:off x="8789585" y="3467023"/>
                <a:ext cx="2353362" cy="3640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000" tIns="46800" rIns="90000" bIns="46800" anchor="t" anchorCtr="0">
                <a:norm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300"/>
                  </a:spcAft>
                  <a:buSzPct val="25000"/>
                  <a:buNone/>
                </a:pPr>
                <a:r>
                  <a:rPr lang="en-US" altLang="zh-CN" sz="1400" b="1" i="0" u="none" strike="noStrike" cap="none" baseline="0" dirty="0"/>
                  <a:t>Text here</a:t>
                </a:r>
                <a:endParaRPr lang="zh-CN" altLang="en-US" sz="1400" b="1" i="0" u="none" strike="noStrike" cap="none" baseline="0" dirty="0"/>
              </a:p>
            </p:txBody>
          </p:sp>
          <p:sp>
            <p:nvSpPr>
              <p:cNvPr id="26" name="iš1iḍê"/>
              <p:cNvSpPr txBox="1"/>
              <p:nvPr/>
            </p:nvSpPr>
            <p:spPr>
              <a:xfrm>
                <a:off x="8789585" y="3892735"/>
                <a:ext cx="2353362" cy="455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000" dirty="0"/>
                  <a:t>Copy paste fonts. Choose the only option to retain text.</a:t>
                </a:r>
                <a:endParaRPr lang="en-US" altLang="zh-CN" sz="1000" dirty="0"/>
              </a:p>
            </p:txBody>
          </p:sp>
        </p:grpSp>
        <p:grpSp>
          <p:nvGrpSpPr>
            <p:cNvPr id="9" name="íšḷiḑe"/>
            <p:cNvGrpSpPr/>
            <p:nvPr/>
          </p:nvGrpSpPr>
          <p:grpSpPr>
            <a:xfrm>
              <a:off x="8539306" y="1818943"/>
              <a:ext cx="2963331" cy="3498215"/>
              <a:chOff x="8179619" y="2164514"/>
              <a:chExt cx="2963331" cy="3498215"/>
            </a:xfrm>
          </p:grpSpPr>
          <p:sp>
            <p:nvSpPr>
              <p:cNvPr id="15" name="ïṡ1îde"/>
              <p:cNvSpPr txBox="1"/>
              <p:nvPr/>
            </p:nvSpPr>
            <p:spPr>
              <a:xfrm>
                <a:off x="8179619" y="2164514"/>
                <a:ext cx="2963331" cy="3640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000" tIns="46800" rIns="90000" bIns="46800" anchor="t" anchorCtr="0">
                <a:norm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300"/>
                  </a:spcAft>
                  <a:buSzPct val="25000"/>
                  <a:buNone/>
                </a:pPr>
                <a:r>
                  <a:rPr lang="en-US" altLang="zh-CN" sz="1400" b="1" i="0" u="none" strike="noStrike" cap="none" baseline="0" dirty="0"/>
                  <a:t>Text here</a:t>
                </a:r>
                <a:endParaRPr lang="zh-CN" altLang="en-US" sz="1400" b="1" i="0" u="none" strike="noStrike" cap="none" baseline="0" dirty="0"/>
              </a:p>
            </p:txBody>
          </p:sp>
          <p:sp>
            <p:nvSpPr>
              <p:cNvPr id="16" name="iŝḻiḍé"/>
              <p:cNvSpPr txBox="1"/>
              <p:nvPr/>
            </p:nvSpPr>
            <p:spPr>
              <a:xfrm>
                <a:off x="8179619" y="2590226"/>
                <a:ext cx="2963331" cy="455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000" dirty="0"/>
                  <a:t>Copy paste fonts. Choose the only option to retain text.</a:t>
                </a:r>
                <a:endParaRPr lang="en-US" altLang="zh-CN" sz="1000" dirty="0"/>
              </a:p>
            </p:txBody>
          </p:sp>
          <p:sp>
            <p:nvSpPr>
              <p:cNvPr id="17" name="îśľíḑè"/>
              <p:cNvSpPr txBox="1"/>
              <p:nvPr/>
            </p:nvSpPr>
            <p:spPr>
              <a:xfrm>
                <a:off x="8179619" y="4781616"/>
                <a:ext cx="2963331" cy="3640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000" tIns="46800" rIns="90000" bIns="46800" anchor="t" anchorCtr="0">
                <a:norm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300"/>
                  </a:spcAft>
                  <a:buSzPct val="25000"/>
                  <a:buNone/>
                </a:pPr>
                <a:r>
                  <a:rPr lang="en-US" altLang="zh-CN" sz="1400" b="1" i="0" u="none" strike="noStrike" cap="none" baseline="0" dirty="0"/>
                  <a:t>Text here</a:t>
                </a:r>
                <a:endParaRPr lang="zh-CN" altLang="en-US" sz="1400" b="1" i="0" u="none" strike="noStrike" cap="none" baseline="0" dirty="0"/>
              </a:p>
            </p:txBody>
          </p:sp>
          <p:sp>
            <p:nvSpPr>
              <p:cNvPr id="18" name="ïşḻíḓè"/>
              <p:cNvSpPr txBox="1"/>
              <p:nvPr/>
            </p:nvSpPr>
            <p:spPr>
              <a:xfrm>
                <a:off x="8179619" y="5207330"/>
                <a:ext cx="2963331" cy="455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000" dirty="0"/>
                  <a:t>Copy paste fonts. Choose the only option to retain text.</a:t>
                </a:r>
                <a:endParaRPr lang="en-US" altLang="zh-CN" sz="1000" dirty="0"/>
              </a:p>
            </p:txBody>
          </p:sp>
          <p:sp>
            <p:nvSpPr>
              <p:cNvPr id="19" name="ïśļíḑê"/>
              <p:cNvSpPr txBox="1"/>
              <p:nvPr/>
            </p:nvSpPr>
            <p:spPr>
              <a:xfrm>
                <a:off x="8789585" y="3467023"/>
                <a:ext cx="2353362" cy="3640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000" tIns="46800" rIns="90000" bIns="46800" anchor="t" anchorCtr="0">
                <a:norm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300"/>
                  </a:spcAft>
                  <a:buSzPct val="25000"/>
                  <a:buNone/>
                </a:pPr>
                <a:r>
                  <a:rPr lang="en-US" altLang="zh-CN" sz="1400" b="1" i="0" u="none" strike="noStrike" cap="none" baseline="0" dirty="0"/>
                  <a:t>Text here</a:t>
                </a:r>
                <a:endParaRPr lang="zh-CN" altLang="en-US" sz="1400" b="1" i="0" u="none" strike="noStrike" cap="none" baseline="0" dirty="0"/>
              </a:p>
            </p:txBody>
          </p:sp>
          <p:sp>
            <p:nvSpPr>
              <p:cNvPr id="20" name="íŝlîďe"/>
              <p:cNvSpPr txBox="1"/>
              <p:nvPr/>
            </p:nvSpPr>
            <p:spPr>
              <a:xfrm>
                <a:off x="8789585" y="3892735"/>
                <a:ext cx="2353362" cy="455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000" dirty="0"/>
                  <a:t>Copy paste fonts. Choose the only option to retain text.</a:t>
                </a:r>
                <a:endParaRPr lang="en-US" altLang="zh-CN" sz="1000" dirty="0"/>
              </a:p>
            </p:txBody>
          </p:sp>
        </p:grpSp>
        <p:sp>
          <p:nvSpPr>
            <p:cNvPr id="10" name="íṣļíḑe"/>
            <p:cNvSpPr/>
            <p:nvPr/>
          </p:nvSpPr>
          <p:spPr>
            <a:xfrm>
              <a:off x="4683105" y="1926131"/>
              <a:ext cx="171610" cy="17161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1" name="îSḻïďé"/>
            <p:cNvSpPr/>
            <p:nvPr/>
          </p:nvSpPr>
          <p:spPr>
            <a:xfrm>
              <a:off x="5359657" y="3292328"/>
              <a:ext cx="171610" cy="17161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2" name="ïšlîdè"/>
            <p:cNvSpPr/>
            <p:nvPr/>
          </p:nvSpPr>
          <p:spPr>
            <a:xfrm>
              <a:off x="5027656" y="4625899"/>
              <a:ext cx="171610" cy="17161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5531267" y="2924949"/>
              <a:ext cx="5569289" cy="0"/>
            </a:xfrm>
            <a:prstGeom prst="line">
              <a:avLst/>
            </a:prstGeom>
            <a:ln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5531267" y="4248140"/>
              <a:ext cx="5569289" cy="0"/>
            </a:xfrm>
            <a:prstGeom prst="line">
              <a:avLst/>
            </a:prstGeom>
            <a:ln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4" name="930ce228-8c20-4b72-b864-6c8a8b565a8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0" y="1123950"/>
            <a:ext cx="12203220" cy="5019675"/>
            <a:chOff x="0" y="1123950"/>
            <a:chExt cx="12203220" cy="5019675"/>
          </a:xfrm>
        </p:grpSpPr>
        <p:sp>
          <p:nvSpPr>
            <p:cNvPr id="55" name="iSlíḓé"/>
            <p:cNvSpPr/>
            <p:nvPr/>
          </p:nvSpPr>
          <p:spPr>
            <a:xfrm>
              <a:off x="0" y="1123950"/>
              <a:ext cx="12203220" cy="1675050"/>
            </a:xfrm>
            <a:prstGeom prst="rect">
              <a:avLst/>
            </a:prstGeom>
            <a:blipFill rotWithShape="1">
              <a:blip r:embed="rId2"/>
              <a:stretch>
                <a:fillRect t="-156073" b="-153725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altLang="zh-CN" dirty="0"/>
            </a:p>
          </p:txBody>
        </p:sp>
        <p:sp>
          <p:nvSpPr>
            <p:cNvPr id="56" name="iṥļíḍe"/>
            <p:cNvSpPr/>
            <p:nvPr/>
          </p:nvSpPr>
          <p:spPr>
            <a:xfrm>
              <a:off x="669926" y="1123950"/>
              <a:ext cx="10850562" cy="16750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Copy paste fonts. Choose the only option to retain text.</a:t>
              </a:r>
              <a:endParaRPr lang="en-US" altLang="zh-CN" dirty="0">
                <a:solidFill>
                  <a:schemeClr val="bg1"/>
                </a:solidFill>
              </a:endParaRPr>
            </a:p>
          </p:txBody>
        </p:sp>
        <p:sp>
          <p:nvSpPr>
            <p:cNvPr id="57" name="isḷîḓe"/>
            <p:cNvSpPr/>
            <p:nvPr/>
          </p:nvSpPr>
          <p:spPr bwMode="auto">
            <a:xfrm>
              <a:off x="5995395" y="2304000"/>
              <a:ext cx="201211" cy="177334"/>
            </a:xfrm>
            <a:custGeom>
              <a:avLst/>
              <a:gdLst>
                <a:gd name="connsiteX0" fmla="*/ 387182 w 607899"/>
                <a:gd name="connsiteY0" fmla="*/ 0 h 535760"/>
                <a:gd name="connsiteX1" fmla="*/ 576756 w 607899"/>
                <a:gd name="connsiteY1" fmla="*/ 0 h 535760"/>
                <a:gd name="connsiteX2" fmla="*/ 607899 w 607899"/>
                <a:gd name="connsiteY2" fmla="*/ 31095 h 535760"/>
                <a:gd name="connsiteX3" fmla="*/ 607899 w 607899"/>
                <a:gd name="connsiteY3" fmla="*/ 179895 h 535760"/>
                <a:gd name="connsiteX4" fmla="*/ 588633 w 607899"/>
                <a:gd name="connsiteY4" fmla="*/ 352227 h 535760"/>
                <a:gd name="connsiteX5" fmla="*/ 517368 w 607899"/>
                <a:gd name="connsiteY5" fmla="*/ 465449 h 535760"/>
                <a:gd name="connsiteX6" fmla="*/ 412808 w 607899"/>
                <a:gd name="connsiteY6" fmla="*/ 533196 h 535760"/>
                <a:gd name="connsiteX7" fmla="*/ 372219 w 607899"/>
                <a:gd name="connsiteY7" fmla="*/ 517975 h 535760"/>
                <a:gd name="connsiteX8" fmla="*/ 349773 w 607899"/>
                <a:gd name="connsiteY8" fmla="*/ 470679 h 535760"/>
                <a:gd name="connsiteX9" fmla="*/ 365251 w 607899"/>
                <a:gd name="connsiteY9" fmla="*/ 428891 h 535760"/>
                <a:gd name="connsiteX10" fmla="*/ 443390 w 607899"/>
                <a:gd name="connsiteY10" fmla="*/ 370529 h 535760"/>
                <a:gd name="connsiteX11" fmla="*/ 477901 w 607899"/>
                <a:gd name="connsiteY11" fmla="*/ 251471 h 535760"/>
                <a:gd name="connsiteX12" fmla="*/ 387182 w 607899"/>
                <a:gd name="connsiteY12" fmla="*/ 251471 h 535760"/>
                <a:gd name="connsiteX13" fmla="*/ 356039 w 607899"/>
                <a:gd name="connsiteY13" fmla="*/ 220375 h 535760"/>
                <a:gd name="connsiteX14" fmla="*/ 356039 w 607899"/>
                <a:gd name="connsiteY14" fmla="*/ 31095 h 535760"/>
                <a:gd name="connsiteX15" fmla="*/ 387182 w 607899"/>
                <a:gd name="connsiteY15" fmla="*/ 0 h 535760"/>
                <a:gd name="connsiteX16" fmla="*/ 40424 w 607899"/>
                <a:gd name="connsiteY16" fmla="*/ 0 h 535760"/>
                <a:gd name="connsiteX17" fmla="*/ 229998 w 607899"/>
                <a:gd name="connsiteY17" fmla="*/ 0 h 535760"/>
                <a:gd name="connsiteX18" fmla="*/ 261141 w 607899"/>
                <a:gd name="connsiteY18" fmla="*/ 31094 h 535760"/>
                <a:gd name="connsiteX19" fmla="*/ 261141 w 607899"/>
                <a:gd name="connsiteY19" fmla="*/ 179887 h 535760"/>
                <a:gd name="connsiteX20" fmla="*/ 241875 w 607899"/>
                <a:gd name="connsiteY20" fmla="*/ 352631 h 535760"/>
                <a:gd name="connsiteX21" fmla="*/ 170189 w 607899"/>
                <a:gd name="connsiteY21" fmla="*/ 465428 h 535760"/>
                <a:gd name="connsiteX22" fmla="*/ 66144 w 607899"/>
                <a:gd name="connsiteY22" fmla="*/ 533032 h 535760"/>
                <a:gd name="connsiteX23" fmla="*/ 25414 w 607899"/>
                <a:gd name="connsiteY23" fmla="*/ 517859 h 535760"/>
                <a:gd name="connsiteX24" fmla="*/ 3015 w 607899"/>
                <a:gd name="connsiteY24" fmla="*/ 470657 h 535760"/>
                <a:gd name="connsiteX25" fmla="*/ 18493 w 607899"/>
                <a:gd name="connsiteY25" fmla="*/ 428872 h 535760"/>
                <a:gd name="connsiteX26" fmla="*/ 96632 w 607899"/>
                <a:gd name="connsiteY26" fmla="*/ 370513 h 535760"/>
                <a:gd name="connsiteX27" fmla="*/ 131143 w 607899"/>
                <a:gd name="connsiteY27" fmla="*/ 251459 h 535760"/>
                <a:gd name="connsiteX28" fmla="*/ 40424 w 607899"/>
                <a:gd name="connsiteY28" fmla="*/ 251459 h 535760"/>
                <a:gd name="connsiteX29" fmla="*/ 9281 w 607899"/>
                <a:gd name="connsiteY29" fmla="*/ 220365 h 535760"/>
                <a:gd name="connsiteX30" fmla="*/ 9281 w 607899"/>
                <a:gd name="connsiteY30" fmla="*/ 31094 h 535760"/>
                <a:gd name="connsiteX31" fmla="*/ 40424 w 607899"/>
                <a:gd name="connsiteY31" fmla="*/ 0 h 53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07899" h="535760">
                  <a:moveTo>
                    <a:pt x="387182" y="0"/>
                  </a:moveTo>
                  <a:lnTo>
                    <a:pt x="576756" y="0"/>
                  </a:lnTo>
                  <a:cubicBezTo>
                    <a:pt x="593964" y="0"/>
                    <a:pt x="607899" y="13914"/>
                    <a:pt x="607899" y="31095"/>
                  </a:cubicBezTo>
                  <a:lnTo>
                    <a:pt x="607899" y="179895"/>
                  </a:lnTo>
                  <a:cubicBezTo>
                    <a:pt x="607899" y="252731"/>
                    <a:pt x="601493" y="310113"/>
                    <a:pt x="588633" y="352227"/>
                  </a:cubicBezTo>
                  <a:cubicBezTo>
                    <a:pt x="575820" y="394294"/>
                    <a:pt x="552065" y="432020"/>
                    <a:pt x="517368" y="465449"/>
                  </a:cubicBezTo>
                  <a:cubicBezTo>
                    <a:pt x="488937" y="492856"/>
                    <a:pt x="454099" y="515361"/>
                    <a:pt x="412808" y="533196"/>
                  </a:cubicBezTo>
                  <a:cubicBezTo>
                    <a:pt x="397377" y="539826"/>
                    <a:pt x="379467" y="533196"/>
                    <a:pt x="372219" y="517975"/>
                  </a:cubicBezTo>
                  <a:lnTo>
                    <a:pt x="349773" y="470679"/>
                  </a:lnTo>
                  <a:cubicBezTo>
                    <a:pt x="342291" y="454851"/>
                    <a:pt x="349212" y="435941"/>
                    <a:pt x="365251" y="428891"/>
                  </a:cubicBezTo>
                  <a:cubicBezTo>
                    <a:pt x="400089" y="413530"/>
                    <a:pt x="426182" y="394061"/>
                    <a:pt x="443390" y="370529"/>
                  </a:cubicBezTo>
                  <a:cubicBezTo>
                    <a:pt x="465181" y="340695"/>
                    <a:pt x="476732" y="301055"/>
                    <a:pt x="477901" y="251471"/>
                  </a:cubicBezTo>
                  <a:lnTo>
                    <a:pt x="387182" y="251471"/>
                  </a:lnTo>
                  <a:cubicBezTo>
                    <a:pt x="369974" y="251471"/>
                    <a:pt x="356039" y="237557"/>
                    <a:pt x="356039" y="220375"/>
                  </a:cubicBezTo>
                  <a:lnTo>
                    <a:pt x="356039" y="31095"/>
                  </a:lnTo>
                  <a:cubicBezTo>
                    <a:pt x="356039" y="13914"/>
                    <a:pt x="369974" y="0"/>
                    <a:pt x="387182" y="0"/>
                  </a:cubicBezTo>
                  <a:close/>
                  <a:moveTo>
                    <a:pt x="40424" y="0"/>
                  </a:moveTo>
                  <a:lnTo>
                    <a:pt x="229998" y="0"/>
                  </a:lnTo>
                  <a:cubicBezTo>
                    <a:pt x="247206" y="0"/>
                    <a:pt x="261141" y="13913"/>
                    <a:pt x="261141" y="31094"/>
                  </a:cubicBezTo>
                  <a:lnTo>
                    <a:pt x="261141" y="179887"/>
                  </a:lnTo>
                  <a:cubicBezTo>
                    <a:pt x="261141" y="253280"/>
                    <a:pt x="254735" y="310846"/>
                    <a:pt x="241875" y="352631"/>
                  </a:cubicBezTo>
                  <a:cubicBezTo>
                    <a:pt x="229062" y="394417"/>
                    <a:pt x="205167" y="432000"/>
                    <a:pt x="170189" y="465428"/>
                  </a:cubicBezTo>
                  <a:cubicBezTo>
                    <a:pt x="141571" y="492741"/>
                    <a:pt x="106920" y="515291"/>
                    <a:pt x="66144" y="533032"/>
                  </a:cubicBezTo>
                  <a:cubicBezTo>
                    <a:pt x="50665" y="539755"/>
                    <a:pt x="32662" y="533032"/>
                    <a:pt x="25414" y="517859"/>
                  </a:cubicBezTo>
                  <a:lnTo>
                    <a:pt x="3015" y="470657"/>
                  </a:lnTo>
                  <a:cubicBezTo>
                    <a:pt x="-4467" y="454830"/>
                    <a:pt x="2454" y="435922"/>
                    <a:pt x="18493" y="428872"/>
                  </a:cubicBezTo>
                  <a:cubicBezTo>
                    <a:pt x="53331" y="413512"/>
                    <a:pt x="79424" y="394043"/>
                    <a:pt x="96632" y="370513"/>
                  </a:cubicBezTo>
                  <a:cubicBezTo>
                    <a:pt x="118423" y="340679"/>
                    <a:pt x="129974" y="301041"/>
                    <a:pt x="131143" y="251459"/>
                  </a:cubicBezTo>
                  <a:lnTo>
                    <a:pt x="40424" y="251459"/>
                  </a:lnTo>
                  <a:cubicBezTo>
                    <a:pt x="23216" y="251459"/>
                    <a:pt x="9281" y="237546"/>
                    <a:pt x="9281" y="220365"/>
                  </a:cubicBezTo>
                  <a:lnTo>
                    <a:pt x="9281" y="31094"/>
                  </a:lnTo>
                  <a:cubicBezTo>
                    <a:pt x="9281" y="13913"/>
                    <a:pt x="23216" y="0"/>
                    <a:pt x="40424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iṣlíďé"/>
            <p:cNvSpPr/>
            <p:nvPr/>
          </p:nvSpPr>
          <p:spPr bwMode="auto">
            <a:xfrm flipH="1" flipV="1">
              <a:off x="5995395" y="1536641"/>
              <a:ext cx="201211" cy="177334"/>
            </a:xfrm>
            <a:custGeom>
              <a:avLst/>
              <a:gdLst>
                <a:gd name="connsiteX0" fmla="*/ 387182 w 607899"/>
                <a:gd name="connsiteY0" fmla="*/ 0 h 535760"/>
                <a:gd name="connsiteX1" fmla="*/ 576756 w 607899"/>
                <a:gd name="connsiteY1" fmla="*/ 0 h 535760"/>
                <a:gd name="connsiteX2" fmla="*/ 607899 w 607899"/>
                <a:gd name="connsiteY2" fmla="*/ 31095 h 535760"/>
                <a:gd name="connsiteX3" fmla="*/ 607899 w 607899"/>
                <a:gd name="connsiteY3" fmla="*/ 179895 h 535760"/>
                <a:gd name="connsiteX4" fmla="*/ 588633 w 607899"/>
                <a:gd name="connsiteY4" fmla="*/ 352227 h 535760"/>
                <a:gd name="connsiteX5" fmla="*/ 517368 w 607899"/>
                <a:gd name="connsiteY5" fmla="*/ 465449 h 535760"/>
                <a:gd name="connsiteX6" fmla="*/ 412808 w 607899"/>
                <a:gd name="connsiteY6" fmla="*/ 533196 h 535760"/>
                <a:gd name="connsiteX7" fmla="*/ 372219 w 607899"/>
                <a:gd name="connsiteY7" fmla="*/ 517975 h 535760"/>
                <a:gd name="connsiteX8" fmla="*/ 349773 w 607899"/>
                <a:gd name="connsiteY8" fmla="*/ 470679 h 535760"/>
                <a:gd name="connsiteX9" fmla="*/ 365251 w 607899"/>
                <a:gd name="connsiteY9" fmla="*/ 428891 h 535760"/>
                <a:gd name="connsiteX10" fmla="*/ 443390 w 607899"/>
                <a:gd name="connsiteY10" fmla="*/ 370529 h 535760"/>
                <a:gd name="connsiteX11" fmla="*/ 477901 w 607899"/>
                <a:gd name="connsiteY11" fmla="*/ 251471 h 535760"/>
                <a:gd name="connsiteX12" fmla="*/ 387182 w 607899"/>
                <a:gd name="connsiteY12" fmla="*/ 251471 h 535760"/>
                <a:gd name="connsiteX13" fmla="*/ 356039 w 607899"/>
                <a:gd name="connsiteY13" fmla="*/ 220375 h 535760"/>
                <a:gd name="connsiteX14" fmla="*/ 356039 w 607899"/>
                <a:gd name="connsiteY14" fmla="*/ 31095 h 535760"/>
                <a:gd name="connsiteX15" fmla="*/ 387182 w 607899"/>
                <a:gd name="connsiteY15" fmla="*/ 0 h 535760"/>
                <a:gd name="connsiteX16" fmla="*/ 40424 w 607899"/>
                <a:gd name="connsiteY16" fmla="*/ 0 h 535760"/>
                <a:gd name="connsiteX17" fmla="*/ 229998 w 607899"/>
                <a:gd name="connsiteY17" fmla="*/ 0 h 535760"/>
                <a:gd name="connsiteX18" fmla="*/ 261141 w 607899"/>
                <a:gd name="connsiteY18" fmla="*/ 31094 h 535760"/>
                <a:gd name="connsiteX19" fmla="*/ 261141 w 607899"/>
                <a:gd name="connsiteY19" fmla="*/ 179887 h 535760"/>
                <a:gd name="connsiteX20" fmla="*/ 241875 w 607899"/>
                <a:gd name="connsiteY20" fmla="*/ 352631 h 535760"/>
                <a:gd name="connsiteX21" fmla="*/ 170189 w 607899"/>
                <a:gd name="connsiteY21" fmla="*/ 465428 h 535760"/>
                <a:gd name="connsiteX22" fmla="*/ 66144 w 607899"/>
                <a:gd name="connsiteY22" fmla="*/ 533032 h 535760"/>
                <a:gd name="connsiteX23" fmla="*/ 25414 w 607899"/>
                <a:gd name="connsiteY23" fmla="*/ 517859 h 535760"/>
                <a:gd name="connsiteX24" fmla="*/ 3015 w 607899"/>
                <a:gd name="connsiteY24" fmla="*/ 470657 h 535760"/>
                <a:gd name="connsiteX25" fmla="*/ 18493 w 607899"/>
                <a:gd name="connsiteY25" fmla="*/ 428872 h 535760"/>
                <a:gd name="connsiteX26" fmla="*/ 96632 w 607899"/>
                <a:gd name="connsiteY26" fmla="*/ 370513 h 535760"/>
                <a:gd name="connsiteX27" fmla="*/ 131143 w 607899"/>
                <a:gd name="connsiteY27" fmla="*/ 251459 h 535760"/>
                <a:gd name="connsiteX28" fmla="*/ 40424 w 607899"/>
                <a:gd name="connsiteY28" fmla="*/ 251459 h 535760"/>
                <a:gd name="connsiteX29" fmla="*/ 9281 w 607899"/>
                <a:gd name="connsiteY29" fmla="*/ 220365 h 535760"/>
                <a:gd name="connsiteX30" fmla="*/ 9281 w 607899"/>
                <a:gd name="connsiteY30" fmla="*/ 31094 h 535760"/>
                <a:gd name="connsiteX31" fmla="*/ 40424 w 607899"/>
                <a:gd name="connsiteY31" fmla="*/ 0 h 53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07899" h="535760">
                  <a:moveTo>
                    <a:pt x="387182" y="0"/>
                  </a:moveTo>
                  <a:lnTo>
                    <a:pt x="576756" y="0"/>
                  </a:lnTo>
                  <a:cubicBezTo>
                    <a:pt x="593964" y="0"/>
                    <a:pt x="607899" y="13914"/>
                    <a:pt x="607899" y="31095"/>
                  </a:cubicBezTo>
                  <a:lnTo>
                    <a:pt x="607899" y="179895"/>
                  </a:lnTo>
                  <a:cubicBezTo>
                    <a:pt x="607899" y="252731"/>
                    <a:pt x="601493" y="310113"/>
                    <a:pt x="588633" y="352227"/>
                  </a:cubicBezTo>
                  <a:cubicBezTo>
                    <a:pt x="575820" y="394294"/>
                    <a:pt x="552065" y="432020"/>
                    <a:pt x="517368" y="465449"/>
                  </a:cubicBezTo>
                  <a:cubicBezTo>
                    <a:pt x="488937" y="492856"/>
                    <a:pt x="454099" y="515361"/>
                    <a:pt x="412808" y="533196"/>
                  </a:cubicBezTo>
                  <a:cubicBezTo>
                    <a:pt x="397377" y="539826"/>
                    <a:pt x="379467" y="533196"/>
                    <a:pt x="372219" y="517975"/>
                  </a:cubicBezTo>
                  <a:lnTo>
                    <a:pt x="349773" y="470679"/>
                  </a:lnTo>
                  <a:cubicBezTo>
                    <a:pt x="342291" y="454851"/>
                    <a:pt x="349212" y="435941"/>
                    <a:pt x="365251" y="428891"/>
                  </a:cubicBezTo>
                  <a:cubicBezTo>
                    <a:pt x="400089" y="413530"/>
                    <a:pt x="426182" y="394061"/>
                    <a:pt x="443390" y="370529"/>
                  </a:cubicBezTo>
                  <a:cubicBezTo>
                    <a:pt x="465181" y="340695"/>
                    <a:pt x="476732" y="301055"/>
                    <a:pt x="477901" y="251471"/>
                  </a:cubicBezTo>
                  <a:lnTo>
                    <a:pt x="387182" y="251471"/>
                  </a:lnTo>
                  <a:cubicBezTo>
                    <a:pt x="369974" y="251471"/>
                    <a:pt x="356039" y="237557"/>
                    <a:pt x="356039" y="220375"/>
                  </a:cubicBezTo>
                  <a:lnTo>
                    <a:pt x="356039" y="31095"/>
                  </a:lnTo>
                  <a:cubicBezTo>
                    <a:pt x="356039" y="13914"/>
                    <a:pt x="369974" y="0"/>
                    <a:pt x="387182" y="0"/>
                  </a:cubicBezTo>
                  <a:close/>
                  <a:moveTo>
                    <a:pt x="40424" y="0"/>
                  </a:moveTo>
                  <a:lnTo>
                    <a:pt x="229998" y="0"/>
                  </a:lnTo>
                  <a:cubicBezTo>
                    <a:pt x="247206" y="0"/>
                    <a:pt x="261141" y="13913"/>
                    <a:pt x="261141" y="31094"/>
                  </a:cubicBezTo>
                  <a:lnTo>
                    <a:pt x="261141" y="179887"/>
                  </a:lnTo>
                  <a:cubicBezTo>
                    <a:pt x="261141" y="253280"/>
                    <a:pt x="254735" y="310846"/>
                    <a:pt x="241875" y="352631"/>
                  </a:cubicBezTo>
                  <a:cubicBezTo>
                    <a:pt x="229062" y="394417"/>
                    <a:pt x="205167" y="432000"/>
                    <a:pt x="170189" y="465428"/>
                  </a:cubicBezTo>
                  <a:cubicBezTo>
                    <a:pt x="141571" y="492741"/>
                    <a:pt x="106920" y="515291"/>
                    <a:pt x="66144" y="533032"/>
                  </a:cubicBezTo>
                  <a:cubicBezTo>
                    <a:pt x="50665" y="539755"/>
                    <a:pt x="32662" y="533032"/>
                    <a:pt x="25414" y="517859"/>
                  </a:cubicBezTo>
                  <a:lnTo>
                    <a:pt x="3015" y="470657"/>
                  </a:lnTo>
                  <a:cubicBezTo>
                    <a:pt x="-4467" y="454830"/>
                    <a:pt x="2454" y="435922"/>
                    <a:pt x="18493" y="428872"/>
                  </a:cubicBezTo>
                  <a:cubicBezTo>
                    <a:pt x="53331" y="413512"/>
                    <a:pt x="79424" y="394043"/>
                    <a:pt x="96632" y="370513"/>
                  </a:cubicBezTo>
                  <a:cubicBezTo>
                    <a:pt x="118423" y="340679"/>
                    <a:pt x="129974" y="301041"/>
                    <a:pt x="131143" y="251459"/>
                  </a:cubicBezTo>
                  <a:lnTo>
                    <a:pt x="40424" y="251459"/>
                  </a:lnTo>
                  <a:cubicBezTo>
                    <a:pt x="23216" y="251459"/>
                    <a:pt x="9281" y="237546"/>
                    <a:pt x="9281" y="220365"/>
                  </a:cubicBezTo>
                  <a:lnTo>
                    <a:pt x="9281" y="31094"/>
                  </a:lnTo>
                  <a:cubicBezTo>
                    <a:pt x="9281" y="13913"/>
                    <a:pt x="23216" y="0"/>
                    <a:pt x="40424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9" name="ïšḻïḍê"/>
            <p:cNvGrpSpPr/>
            <p:nvPr/>
          </p:nvGrpSpPr>
          <p:grpSpPr>
            <a:xfrm>
              <a:off x="666932" y="3317423"/>
              <a:ext cx="3082945" cy="2416627"/>
              <a:chOff x="672541" y="3176134"/>
              <a:chExt cx="3082945" cy="2416627"/>
            </a:xfrm>
          </p:grpSpPr>
          <p:sp>
            <p:nvSpPr>
              <p:cNvPr id="74" name="íṥļîdé"/>
              <p:cNvSpPr txBox="1"/>
              <p:nvPr/>
            </p:nvSpPr>
            <p:spPr bwMode="auto">
              <a:xfrm>
                <a:off x="672541" y="4284000"/>
                <a:ext cx="3082945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75" name="îSľîḋe"/>
              <p:cNvSpPr/>
              <p:nvPr/>
            </p:nvSpPr>
            <p:spPr bwMode="auto">
              <a:xfrm>
                <a:off x="672541" y="4725806"/>
                <a:ext cx="3082945" cy="866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grpSp>
            <p:nvGrpSpPr>
              <p:cNvPr id="76" name="ïṣḻîḓè"/>
              <p:cNvGrpSpPr/>
              <p:nvPr/>
            </p:nvGrpSpPr>
            <p:grpSpPr>
              <a:xfrm>
                <a:off x="1764357" y="3176134"/>
                <a:ext cx="899312" cy="900726"/>
                <a:chOff x="5646344" y="3213462"/>
                <a:chExt cx="899312" cy="900726"/>
              </a:xfrm>
            </p:grpSpPr>
            <p:sp>
              <p:nvSpPr>
                <p:cNvPr id="77" name="ïṧ1îdè"/>
                <p:cNvSpPr/>
                <p:nvPr/>
              </p:nvSpPr>
              <p:spPr bwMode="auto">
                <a:xfrm>
                  <a:off x="5646344" y="3213462"/>
                  <a:ext cx="899312" cy="900726"/>
                </a:xfrm>
                <a:custGeom>
                  <a:avLst/>
                  <a:gdLst>
                    <a:gd name="T0" fmla="*/ 1066 w 1272"/>
                    <a:gd name="T1" fmla="*/ 168 h 1274"/>
                    <a:gd name="T2" fmla="*/ 1132 w 1272"/>
                    <a:gd name="T3" fmla="*/ 238 h 1274"/>
                    <a:gd name="T4" fmla="*/ 1186 w 1272"/>
                    <a:gd name="T5" fmla="*/ 316 h 1274"/>
                    <a:gd name="T6" fmla="*/ 1226 w 1272"/>
                    <a:gd name="T7" fmla="*/ 398 h 1274"/>
                    <a:gd name="T8" fmla="*/ 1254 w 1272"/>
                    <a:gd name="T9" fmla="*/ 486 h 1274"/>
                    <a:gd name="T10" fmla="*/ 1270 w 1272"/>
                    <a:gd name="T11" fmla="*/ 576 h 1274"/>
                    <a:gd name="T12" fmla="*/ 1272 w 1272"/>
                    <a:gd name="T13" fmla="*/ 668 h 1274"/>
                    <a:gd name="T14" fmla="*/ 1260 w 1272"/>
                    <a:gd name="T15" fmla="*/ 760 h 1274"/>
                    <a:gd name="T16" fmla="*/ 1236 w 1272"/>
                    <a:gd name="T17" fmla="*/ 850 h 1274"/>
                    <a:gd name="T18" fmla="*/ 1198 w 1272"/>
                    <a:gd name="T19" fmla="*/ 936 h 1274"/>
                    <a:gd name="T20" fmla="*/ 1146 w 1272"/>
                    <a:gd name="T21" fmla="*/ 1016 h 1274"/>
                    <a:gd name="T22" fmla="*/ 1106 w 1272"/>
                    <a:gd name="T23" fmla="*/ 1068 h 1274"/>
                    <a:gd name="T24" fmla="*/ 1036 w 1272"/>
                    <a:gd name="T25" fmla="*/ 1134 h 1274"/>
                    <a:gd name="T26" fmla="*/ 958 w 1272"/>
                    <a:gd name="T27" fmla="*/ 1186 h 1274"/>
                    <a:gd name="T28" fmla="*/ 874 w 1272"/>
                    <a:gd name="T29" fmla="*/ 1228 h 1274"/>
                    <a:gd name="T30" fmla="*/ 786 w 1272"/>
                    <a:gd name="T31" fmla="*/ 1256 h 1274"/>
                    <a:gd name="T32" fmla="*/ 696 w 1272"/>
                    <a:gd name="T33" fmla="*/ 1272 h 1274"/>
                    <a:gd name="T34" fmla="*/ 604 w 1272"/>
                    <a:gd name="T35" fmla="*/ 1274 h 1274"/>
                    <a:gd name="T36" fmla="*/ 514 w 1272"/>
                    <a:gd name="T37" fmla="*/ 1262 h 1274"/>
                    <a:gd name="T38" fmla="*/ 424 w 1272"/>
                    <a:gd name="T39" fmla="*/ 1238 h 1274"/>
                    <a:gd name="T40" fmla="*/ 338 w 1272"/>
                    <a:gd name="T41" fmla="*/ 1200 h 1274"/>
                    <a:gd name="T42" fmla="*/ 256 w 1272"/>
                    <a:gd name="T43" fmla="*/ 1148 h 1274"/>
                    <a:gd name="T44" fmla="*/ 206 w 1272"/>
                    <a:gd name="T45" fmla="*/ 1106 h 1274"/>
                    <a:gd name="T46" fmla="*/ 140 w 1272"/>
                    <a:gd name="T47" fmla="*/ 1036 h 1274"/>
                    <a:gd name="T48" fmla="*/ 86 w 1272"/>
                    <a:gd name="T49" fmla="*/ 958 h 1274"/>
                    <a:gd name="T50" fmla="*/ 46 w 1272"/>
                    <a:gd name="T51" fmla="*/ 876 h 1274"/>
                    <a:gd name="T52" fmla="*/ 18 w 1272"/>
                    <a:gd name="T53" fmla="*/ 788 h 1274"/>
                    <a:gd name="T54" fmla="*/ 2 w 1272"/>
                    <a:gd name="T55" fmla="*/ 698 h 1274"/>
                    <a:gd name="T56" fmla="*/ 0 w 1272"/>
                    <a:gd name="T57" fmla="*/ 606 h 1274"/>
                    <a:gd name="T58" fmla="*/ 10 w 1272"/>
                    <a:gd name="T59" fmla="*/ 514 h 1274"/>
                    <a:gd name="T60" fmla="*/ 36 w 1272"/>
                    <a:gd name="T61" fmla="*/ 426 h 1274"/>
                    <a:gd name="T62" fmla="*/ 74 w 1272"/>
                    <a:gd name="T63" fmla="*/ 338 h 1274"/>
                    <a:gd name="T64" fmla="*/ 124 w 1272"/>
                    <a:gd name="T65" fmla="*/ 258 h 1274"/>
                    <a:gd name="T66" fmla="*/ 166 w 1272"/>
                    <a:gd name="T67" fmla="*/ 208 h 1274"/>
                    <a:gd name="T68" fmla="*/ 236 w 1272"/>
                    <a:gd name="T69" fmla="*/ 142 h 1274"/>
                    <a:gd name="T70" fmla="*/ 314 w 1272"/>
                    <a:gd name="T71" fmla="*/ 88 h 1274"/>
                    <a:gd name="T72" fmla="*/ 398 w 1272"/>
                    <a:gd name="T73" fmla="*/ 46 h 1274"/>
                    <a:gd name="T74" fmla="*/ 486 w 1272"/>
                    <a:gd name="T75" fmla="*/ 18 h 1274"/>
                    <a:gd name="T76" fmla="*/ 576 w 1272"/>
                    <a:gd name="T77" fmla="*/ 4 h 1274"/>
                    <a:gd name="T78" fmla="*/ 668 w 1272"/>
                    <a:gd name="T79" fmla="*/ 2 h 1274"/>
                    <a:gd name="T80" fmla="*/ 758 w 1272"/>
                    <a:gd name="T81" fmla="*/ 12 h 1274"/>
                    <a:gd name="T82" fmla="*/ 848 w 1272"/>
                    <a:gd name="T83" fmla="*/ 36 h 1274"/>
                    <a:gd name="T84" fmla="*/ 934 w 1272"/>
                    <a:gd name="T85" fmla="*/ 74 h 1274"/>
                    <a:gd name="T86" fmla="*/ 1016 w 1272"/>
                    <a:gd name="T87" fmla="*/ 126 h 12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1272" h="1274">
                      <a:moveTo>
                        <a:pt x="1042" y="146"/>
                      </a:moveTo>
                      <a:lnTo>
                        <a:pt x="1042" y="146"/>
                      </a:lnTo>
                      <a:lnTo>
                        <a:pt x="1066" y="168"/>
                      </a:lnTo>
                      <a:lnTo>
                        <a:pt x="1090" y="190"/>
                      </a:lnTo>
                      <a:lnTo>
                        <a:pt x="1112" y="214"/>
                      </a:lnTo>
                      <a:lnTo>
                        <a:pt x="1132" y="238"/>
                      </a:lnTo>
                      <a:lnTo>
                        <a:pt x="1152" y="264"/>
                      </a:lnTo>
                      <a:lnTo>
                        <a:pt x="1170" y="290"/>
                      </a:lnTo>
                      <a:lnTo>
                        <a:pt x="1186" y="316"/>
                      </a:lnTo>
                      <a:lnTo>
                        <a:pt x="1200" y="342"/>
                      </a:lnTo>
                      <a:lnTo>
                        <a:pt x="1214" y="370"/>
                      </a:lnTo>
                      <a:lnTo>
                        <a:pt x="1226" y="398"/>
                      </a:lnTo>
                      <a:lnTo>
                        <a:pt x="1238" y="428"/>
                      </a:lnTo>
                      <a:lnTo>
                        <a:pt x="1246" y="456"/>
                      </a:lnTo>
                      <a:lnTo>
                        <a:pt x="1254" y="486"/>
                      </a:lnTo>
                      <a:lnTo>
                        <a:pt x="1260" y="516"/>
                      </a:lnTo>
                      <a:lnTo>
                        <a:pt x="1266" y="546"/>
                      </a:lnTo>
                      <a:lnTo>
                        <a:pt x="1270" y="576"/>
                      </a:lnTo>
                      <a:lnTo>
                        <a:pt x="1272" y="608"/>
                      </a:lnTo>
                      <a:lnTo>
                        <a:pt x="1272" y="638"/>
                      </a:lnTo>
                      <a:lnTo>
                        <a:pt x="1272" y="668"/>
                      </a:lnTo>
                      <a:lnTo>
                        <a:pt x="1270" y="700"/>
                      </a:lnTo>
                      <a:lnTo>
                        <a:pt x="1266" y="730"/>
                      </a:lnTo>
                      <a:lnTo>
                        <a:pt x="1260" y="760"/>
                      </a:lnTo>
                      <a:lnTo>
                        <a:pt x="1254" y="790"/>
                      </a:lnTo>
                      <a:lnTo>
                        <a:pt x="1246" y="820"/>
                      </a:lnTo>
                      <a:lnTo>
                        <a:pt x="1236" y="850"/>
                      </a:lnTo>
                      <a:lnTo>
                        <a:pt x="1226" y="878"/>
                      </a:lnTo>
                      <a:lnTo>
                        <a:pt x="1212" y="908"/>
                      </a:lnTo>
                      <a:lnTo>
                        <a:pt x="1198" y="936"/>
                      </a:lnTo>
                      <a:lnTo>
                        <a:pt x="1182" y="964"/>
                      </a:lnTo>
                      <a:lnTo>
                        <a:pt x="1166" y="990"/>
                      </a:lnTo>
                      <a:lnTo>
                        <a:pt x="1146" y="1016"/>
                      </a:lnTo>
                      <a:lnTo>
                        <a:pt x="1126" y="1042"/>
                      </a:lnTo>
                      <a:lnTo>
                        <a:pt x="1126" y="1042"/>
                      </a:lnTo>
                      <a:lnTo>
                        <a:pt x="1106" y="1068"/>
                      </a:lnTo>
                      <a:lnTo>
                        <a:pt x="1082" y="1090"/>
                      </a:lnTo>
                      <a:lnTo>
                        <a:pt x="1060" y="1112"/>
                      </a:lnTo>
                      <a:lnTo>
                        <a:pt x="1036" y="1134"/>
                      </a:lnTo>
                      <a:lnTo>
                        <a:pt x="1010" y="1152"/>
                      </a:lnTo>
                      <a:lnTo>
                        <a:pt x="984" y="1170"/>
                      </a:lnTo>
                      <a:lnTo>
                        <a:pt x="958" y="1186"/>
                      </a:lnTo>
                      <a:lnTo>
                        <a:pt x="930" y="1202"/>
                      </a:lnTo>
                      <a:lnTo>
                        <a:pt x="902" y="1216"/>
                      </a:lnTo>
                      <a:lnTo>
                        <a:pt x="874" y="1228"/>
                      </a:lnTo>
                      <a:lnTo>
                        <a:pt x="846" y="1238"/>
                      </a:lnTo>
                      <a:lnTo>
                        <a:pt x="816" y="1248"/>
                      </a:lnTo>
                      <a:lnTo>
                        <a:pt x="786" y="1256"/>
                      </a:lnTo>
                      <a:lnTo>
                        <a:pt x="756" y="1262"/>
                      </a:lnTo>
                      <a:lnTo>
                        <a:pt x="726" y="1268"/>
                      </a:lnTo>
                      <a:lnTo>
                        <a:pt x="696" y="1272"/>
                      </a:lnTo>
                      <a:lnTo>
                        <a:pt x="666" y="1274"/>
                      </a:lnTo>
                      <a:lnTo>
                        <a:pt x="636" y="1274"/>
                      </a:lnTo>
                      <a:lnTo>
                        <a:pt x="604" y="1274"/>
                      </a:lnTo>
                      <a:lnTo>
                        <a:pt x="574" y="1270"/>
                      </a:lnTo>
                      <a:lnTo>
                        <a:pt x="544" y="1268"/>
                      </a:lnTo>
                      <a:lnTo>
                        <a:pt x="514" y="1262"/>
                      </a:lnTo>
                      <a:lnTo>
                        <a:pt x="484" y="1256"/>
                      </a:lnTo>
                      <a:lnTo>
                        <a:pt x="454" y="1248"/>
                      </a:lnTo>
                      <a:lnTo>
                        <a:pt x="424" y="1238"/>
                      </a:lnTo>
                      <a:lnTo>
                        <a:pt x="394" y="1226"/>
                      </a:lnTo>
                      <a:lnTo>
                        <a:pt x="366" y="1214"/>
                      </a:lnTo>
                      <a:lnTo>
                        <a:pt x="338" y="1200"/>
                      </a:lnTo>
                      <a:lnTo>
                        <a:pt x="310" y="1184"/>
                      </a:lnTo>
                      <a:lnTo>
                        <a:pt x="282" y="1166"/>
                      </a:lnTo>
                      <a:lnTo>
                        <a:pt x="256" y="1148"/>
                      </a:lnTo>
                      <a:lnTo>
                        <a:pt x="230" y="1128"/>
                      </a:lnTo>
                      <a:lnTo>
                        <a:pt x="230" y="1128"/>
                      </a:lnTo>
                      <a:lnTo>
                        <a:pt x="206" y="1106"/>
                      </a:lnTo>
                      <a:lnTo>
                        <a:pt x="182" y="1084"/>
                      </a:lnTo>
                      <a:lnTo>
                        <a:pt x="160" y="1060"/>
                      </a:lnTo>
                      <a:lnTo>
                        <a:pt x="140" y="1036"/>
                      </a:lnTo>
                      <a:lnTo>
                        <a:pt x="120" y="1012"/>
                      </a:lnTo>
                      <a:lnTo>
                        <a:pt x="102" y="986"/>
                      </a:lnTo>
                      <a:lnTo>
                        <a:pt x="86" y="958"/>
                      </a:lnTo>
                      <a:lnTo>
                        <a:pt x="72" y="932"/>
                      </a:lnTo>
                      <a:lnTo>
                        <a:pt x="58" y="904"/>
                      </a:lnTo>
                      <a:lnTo>
                        <a:pt x="46" y="876"/>
                      </a:lnTo>
                      <a:lnTo>
                        <a:pt x="34" y="846"/>
                      </a:lnTo>
                      <a:lnTo>
                        <a:pt x="26" y="818"/>
                      </a:lnTo>
                      <a:lnTo>
                        <a:pt x="18" y="788"/>
                      </a:lnTo>
                      <a:lnTo>
                        <a:pt x="10" y="758"/>
                      </a:lnTo>
                      <a:lnTo>
                        <a:pt x="6" y="728"/>
                      </a:lnTo>
                      <a:lnTo>
                        <a:pt x="2" y="698"/>
                      </a:lnTo>
                      <a:lnTo>
                        <a:pt x="0" y="668"/>
                      </a:lnTo>
                      <a:lnTo>
                        <a:pt x="0" y="636"/>
                      </a:lnTo>
                      <a:lnTo>
                        <a:pt x="0" y="606"/>
                      </a:lnTo>
                      <a:lnTo>
                        <a:pt x="2" y="576"/>
                      </a:lnTo>
                      <a:lnTo>
                        <a:pt x="6" y="544"/>
                      </a:lnTo>
                      <a:lnTo>
                        <a:pt x="10" y="514"/>
                      </a:lnTo>
                      <a:lnTo>
                        <a:pt x="18" y="484"/>
                      </a:lnTo>
                      <a:lnTo>
                        <a:pt x="26" y="454"/>
                      </a:lnTo>
                      <a:lnTo>
                        <a:pt x="36" y="426"/>
                      </a:lnTo>
                      <a:lnTo>
                        <a:pt x="46" y="396"/>
                      </a:lnTo>
                      <a:lnTo>
                        <a:pt x="60" y="368"/>
                      </a:lnTo>
                      <a:lnTo>
                        <a:pt x="74" y="338"/>
                      </a:lnTo>
                      <a:lnTo>
                        <a:pt x="88" y="312"/>
                      </a:lnTo>
                      <a:lnTo>
                        <a:pt x="106" y="284"/>
                      </a:lnTo>
                      <a:lnTo>
                        <a:pt x="124" y="258"/>
                      </a:lnTo>
                      <a:lnTo>
                        <a:pt x="146" y="232"/>
                      </a:lnTo>
                      <a:lnTo>
                        <a:pt x="146" y="232"/>
                      </a:lnTo>
                      <a:lnTo>
                        <a:pt x="166" y="208"/>
                      </a:lnTo>
                      <a:lnTo>
                        <a:pt x="190" y="184"/>
                      </a:lnTo>
                      <a:lnTo>
                        <a:pt x="212" y="162"/>
                      </a:lnTo>
                      <a:lnTo>
                        <a:pt x="236" y="142"/>
                      </a:lnTo>
                      <a:lnTo>
                        <a:pt x="262" y="122"/>
                      </a:lnTo>
                      <a:lnTo>
                        <a:pt x="288" y="104"/>
                      </a:lnTo>
                      <a:lnTo>
                        <a:pt x="314" y="88"/>
                      </a:lnTo>
                      <a:lnTo>
                        <a:pt x="342" y="72"/>
                      </a:lnTo>
                      <a:lnTo>
                        <a:pt x="370" y="58"/>
                      </a:lnTo>
                      <a:lnTo>
                        <a:pt x="398" y="46"/>
                      </a:lnTo>
                      <a:lnTo>
                        <a:pt x="426" y="36"/>
                      </a:lnTo>
                      <a:lnTo>
                        <a:pt x="456" y="26"/>
                      </a:lnTo>
                      <a:lnTo>
                        <a:pt x="486" y="18"/>
                      </a:lnTo>
                      <a:lnTo>
                        <a:pt x="516" y="12"/>
                      </a:lnTo>
                      <a:lnTo>
                        <a:pt x="546" y="8"/>
                      </a:lnTo>
                      <a:lnTo>
                        <a:pt x="576" y="4"/>
                      </a:lnTo>
                      <a:lnTo>
                        <a:pt x="606" y="2"/>
                      </a:lnTo>
                      <a:lnTo>
                        <a:pt x="636" y="0"/>
                      </a:lnTo>
                      <a:lnTo>
                        <a:pt x="668" y="2"/>
                      </a:lnTo>
                      <a:lnTo>
                        <a:pt x="698" y="4"/>
                      </a:lnTo>
                      <a:lnTo>
                        <a:pt x="728" y="8"/>
                      </a:lnTo>
                      <a:lnTo>
                        <a:pt x="758" y="12"/>
                      </a:lnTo>
                      <a:lnTo>
                        <a:pt x="788" y="18"/>
                      </a:lnTo>
                      <a:lnTo>
                        <a:pt x="818" y="28"/>
                      </a:lnTo>
                      <a:lnTo>
                        <a:pt x="848" y="36"/>
                      </a:lnTo>
                      <a:lnTo>
                        <a:pt x="878" y="48"/>
                      </a:lnTo>
                      <a:lnTo>
                        <a:pt x="906" y="60"/>
                      </a:lnTo>
                      <a:lnTo>
                        <a:pt x="934" y="74"/>
                      </a:lnTo>
                      <a:lnTo>
                        <a:pt x="962" y="90"/>
                      </a:lnTo>
                      <a:lnTo>
                        <a:pt x="990" y="108"/>
                      </a:lnTo>
                      <a:lnTo>
                        <a:pt x="1016" y="126"/>
                      </a:lnTo>
                      <a:lnTo>
                        <a:pt x="1042" y="146"/>
                      </a:lnTo>
                      <a:lnTo>
                        <a:pt x="1042" y="14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57150">
                  <a:solidFill>
                    <a:schemeClr val="tx2">
                      <a:lumMod val="20000"/>
                      <a:lumOff val="80000"/>
                    </a:schemeClr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/>
                </a:p>
              </p:txBody>
            </p:sp>
            <p:sp>
              <p:nvSpPr>
                <p:cNvPr id="78" name="ïṥľiḋê"/>
                <p:cNvSpPr/>
                <p:nvPr/>
              </p:nvSpPr>
              <p:spPr>
                <a:xfrm>
                  <a:off x="5829151" y="3390009"/>
                  <a:ext cx="533699" cy="547632"/>
                </a:xfrm>
                <a:custGeom>
                  <a:avLst/>
                  <a:gdLst>
                    <a:gd name="T0" fmla="*/ 4313 w 5734"/>
                    <a:gd name="T1" fmla="*/ 3918 h 5892"/>
                    <a:gd name="T2" fmla="*/ 5734 w 5734"/>
                    <a:gd name="T3" fmla="*/ 2497 h 5892"/>
                    <a:gd name="T4" fmla="*/ 4313 w 5734"/>
                    <a:gd name="T5" fmla="*/ 1076 h 5892"/>
                    <a:gd name="T6" fmla="*/ 4149 w 5734"/>
                    <a:gd name="T7" fmla="*/ 1085 h 5892"/>
                    <a:gd name="T8" fmla="*/ 3733 w 5734"/>
                    <a:gd name="T9" fmla="*/ 378 h 5892"/>
                    <a:gd name="T10" fmla="*/ 2768 w 5734"/>
                    <a:gd name="T11" fmla="*/ 0 h 5892"/>
                    <a:gd name="T12" fmla="*/ 1389 w 5734"/>
                    <a:gd name="T13" fmla="*/ 1076 h 5892"/>
                    <a:gd name="T14" fmla="*/ 0 w 5734"/>
                    <a:gd name="T15" fmla="*/ 2497 h 5892"/>
                    <a:gd name="T16" fmla="*/ 1421 w 5734"/>
                    <a:gd name="T17" fmla="*/ 3918 h 5892"/>
                    <a:gd name="T18" fmla="*/ 2140 w 5734"/>
                    <a:gd name="T19" fmla="*/ 3918 h 5892"/>
                    <a:gd name="T20" fmla="*/ 2140 w 5734"/>
                    <a:gd name="T21" fmla="*/ 4472 h 5892"/>
                    <a:gd name="T22" fmla="*/ 1315 w 5734"/>
                    <a:gd name="T23" fmla="*/ 4472 h 5892"/>
                    <a:gd name="T24" fmla="*/ 954 w 5734"/>
                    <a:gd name="T25" fmla="*/ 4259 h 5892"/>
                    <a:gd name="T26" fmla="*/ 540 w 5734"/>
                    <a:gd name="T27" fmla="*/ 4672 h 5892"/>
                    <a:gd name="T28" fmla="*/ 954 w 5734"/>
                    <a:gd name="T29" fmla="*/ 5086 h 5892"/>
                    <a:gd name="T30" fmla="*/ 1315 w 5734"/>
                    <a:gd name="T31" fmla="*/ 4872 h 5892"/>
                    <a:gd name="T32" fmla="*/ 2340 w 5734"/>
                    <a:gd name="T33" fmla="*/ 4872 h 5892"/>
                    <a:gd name="T34" fmla="*/ 2540 w 5734"/>
                    <a:gd name="T35" fmla="*/ 4672 h 5892"/>
                    <a:gd name="T36" fmla="*/ 2540 w 5734"/>
                    <a:gd name="T37" fmla="*/ 3918 h 5892"/>
                    <a:gd name="T38" fmla="*/ 2667 w 5734"/>
                    <a:gd name="T39" fmla="*/ 3918 h 5892"/>
                    <a:gd name="T40" fmla="*/ 2667 w 5734"/>
                    <a:gd name="T41" fmla="*/ 5117 h 5892"/>
                    <a:gd name="T42" fmla="*/ 2454 w 5734"/>
                    <a:gd name="T43" fmla="*/ 5479 h 5892"/>
                    <a:gd name="T44" fmla="*/ 2867 w 5734"/>
                    <a:gd name="T45" fmla="*/ 5892 h 5892"/>
                    <a:gd name="T46" fmla="*/ 3280 w 5734"/>
                    <a:gd name="T47" fmla="*/ 5479 h 5892"/>
                    <a:gd name="T48" fmla="*/ 3067 w 5734"/>
                    <a:gd name="T49" fmla="*/ 5117 h 5892"/>
                    <a:gd name="T50" fmla="*/ 3067 w 5734"/>
                    <a:gd name="T51" fmla="*/ 3918 h 5892"/>
                    <a:gd name="T52" fmla="*/ 3194 w 5734"/>
                    <a:gd name="T53" fmla="*/ 3918 h 5892"/>
                    <a:gd name="T54" fmla="*/ 3194 w 5734"/>
                    <a:gd name="T55" fmla="*/ 4691 h 5892"/>
                    <a:gd name="T56" fmla="*/ 3394 w 5734"/>
                    <a:gd name="T57" fmla="*/ 4891 h 5892"/>
                    <a:gd name="T58" fmla="*/ 4430 w 5734"/>
                    <a:gd name="T59" fmla="*/ 4891 h 5892"/>
                    <a:gd name="T60" fmla="*/ 4780 w 5734"/>
                    <a:gd name="T61" fmla="*/ 5085 h 5892"/>
                    <a:gd name="T62" fmla="*/ 5194 w 5734"/>
                    <a:gd name="T63" fmla="*/ 4672 h 5892"/>
                    <a:gd name="T64" fmla="*/ 4780 w 5734"/>
                    <a:gd name="T65" fmla="*/ 4259 h 5892"/>
                    <a:gd name="T66" fmla="*/ 4409 w 5734"/>
                    <a:gd name="T67" fmla="*/ 4491 h 5892"/>
                    <a:gd name="T68" fmla="*/ 3594 w 5734"/>
                    <a:gd name="T69" fmla="*/ 4491 h 5892"/>
                    <a:gd name="T70" fmla="*/ 3594 w 5734"/>
                    <a:gd name="T71" fmla="*/ 3918 h 5892"/>
                    <a:gd name="T72" fmla="*/ 4313 w 5734"/>
                    <a:gd name="T73" fmla="*/ 3918 h 58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5734" h="5892">
                      <a:moveTo>
                        <a:pt x="4313" y="3918"/>
                      </a:moveTo>
                      <a:cubicBezTo>
                        <a:pt x="5096" y="3918"/>
                        <a:pt x="5734" y="3280"/>
                        <a:pt x="5734" y="2497"/>
                      </a:cubicBezTo>
                      <a:cubicBezTo>
                        <a:pt x="5734" y="1713"/>
                        <a:pt x="5096" y="1076"/>
                        <a:pt x="4313" y="1076"/>
                      </a:cubicBezTo>
                      <a:cubicBezTo>
                        <a:pt x="4258" y="1076"/>
                        <a:pt x="4203" y="1079"/>
                        <a:pt x="4149" y="1085"/>
                      </a:cubicBezTo>
                      <a:cubicBezTo>
                        <a:pt x="4084" y="816"/>
                        <a:pt x="3940" y="570"/>
                        <a:pt x="3733" y="378"/>
                      </a:cubicBezTo>
                      <a:cubicBezTo>
                        <a:pt x="3470" y="134"/>
                        <a:pt x="3127" y="0"/>
                        <a:pt x="2768" y="0"/>
                      </a:cubicBezTo>
                      <a:cubicBezTo>
                        <a:pt x="2107" y="0"/>
                        <a:pt x="1544" y="451"/>
                        <a:pt x="1389" y="1076"/>
                      </a:cubicBezTo>
                      <a:cubicBezTo>
                        <a:pt x="620" y="1093"/>
                        <a:pt x="0" y="1724"/>
                        <a:pt x="0" y="2497"/>
                      </a:cubicBezTo>
                      <a:cubicBezTo>
                        <a:pt x="0" y="3281"/>
                        <a:pt x="638" y="3918"/>
                        <a:pt x="1421" y="3918"/>
                      </a:cubicBezTo>
                      <a:lnTo>
                        <a:pt x="2140" y="3918"/>
                      </a:lnTo>
                      <a:lnTo>
                        <a:pt x="2140" y="4472"/>
                      </a:lnTo>
                      <a:lnTo>
                        <a:pt x="1315" y="4472"/>
                      </a:lnTo>
                      <a:cubicBezTo>
                        <a:pt x="1245" y="4345"/>
                        <a:pt x="1109" y="4259"/>
                        <a:pt x="954" y="4259"/>
                      </a:cubicBezTo>
                      <a:cubicBezTo>
                        <a:pt x="726" y="4259"/>
                        <a:pt x="540" y="4444"/>
                        <a:pt x="540" y="4672"/>
                      </a:cubicBezTo>
                      <a:cubicBezTo>
                        <a:pt x="540" y="4900"/>
                        <a:pt x="726" y="5086"/>
                        <a:pt x="954" y="5086"/>
                      </a:cubicBezTo>
                      <a:cubicBezTo>
                        <a:pt x="1109" y="5086"/>
                        <a:pt x="1245" y="4999"/>
                        <a:pt x="1315" y="4872"/>
                      </a:cubicBezTo>
                      <a:lnTo>
                        <a:pt x="2340" y="4872"/>
                      </a:lnTo>
                      <a:cubicBezTo>
                        <a:pt x="2451" y="4872"/>
                        <a:pt x="2540" y="4783"/>
                        <a:pt x="2540" y="4672"/>
                      </a:cubicBezTo>
                      <a:lnTo>
                        <a:pt x="2540" y="3918"/>
                      </a:lnTo>
                      <a:lnTo>
                        <a:pt x="2667" y="3918"/>
                      </a:lnTo>
                      <a:lnTo>
                        <a:pt x="2667" y="5117"/>
                      </a:lnTo>
                      <a:cubicBezTo>
                        <a:pt x="2540" y="5188"/>
                        <a:pt x="2454" y="5323"/>
                        <a:pt x="2454" y="5479"/>
                      </a:cubicBezTo>
                      <a:cubicBezTo>
                        <a:pt x="2454" y="5707"/>
                        <a:pt x="2639" y="5892"/>
                        <a:pt x="2867" y="5892"/>
                      </a:cubicBezTo>
                      <a:cubicBezTo>
                        <a:pt x="3095" y="5892"/>
                        <a:pt x="3280" y="5707"/>
                        <a:pt x="3280" y="5479"/>
                      </a:cubicBezTo>
                      <a:cubicBezTo>
                        <a:pt x="3280" y="5323"/>
                        <a:pt x="3194" y="5188"/>
                        <a:pt x="3067" y="5117"/>
                      </a:cubicBezTo>
                      <a:lnTo>
                        <a:pt x="3067" y="3918"/>
                      </a:lnTo>
                      <a:lnTo>
                        <a:pt x="3194" y="3918"/>
                      </a:lnTo>
                      <a:lnTo>
                        <a:pt x="3194" y="4691"/>
                      </a:lnTo>
                      <a:cubicBezTo>
                        <a:pt x="3194" y="4802"/>
                        <a:pt x="3283" y="4891"/>
                        <a:pt x="3394" y="4891"/>
                      </a:cubicBezTo>
                      <a:lnTo>
                        <a:pt x="4430" y="4891"/>
                      </a:lnTo>
                      <a:cubicBezTo>
                        <a:pt x="4503" y="5008"/>
                        <a:pt x="4633" y="5085"/>
                        <a:pt x="4780" y="5085"/>
                      </a:cubicBezTo>
                      <a:cubicBezTo>
                        <a:pt x="5008" y="5085"/>
                        <a:pt x="5194" y="4900"/>
                        <a:pt x="5194" y="4672"/>
                      </a:cubicBezTo>
                      <a:cubicBezTo>
                        <a:pt x="5194" y="4444"/>
                        <a:pt x="5008" y="4259"/>
                        <a:pt x="4780" y="4259"/>
                      </a:cubicBezTo>
                      <a:cubicBezTo>
                        <a:pt x="4617" y="4259"/>
                        <a:pt x="4476" y="4354"/>
                        <a:pt x="4409" y="4491"/>
                      </a:cubicBezTo>
                      <a:lnTo>
                        <a:pt x="3594" y="4491"/>
                      </a:lnTo>
                      <a:lnTo>
                        <a:pt x="3594" y="3918"/>
                      </a:lnTo>
                      <a:lnTo>
                        <a:pt x="4313" y="39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>
                  <a:miter lim="400000"/>
                </a:ln>
              </p:spPr>
              <p:txBody>
                <a:bodyPr lIns="19045" tIns="19045" rIns="19045" bIns="19045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defTabSz="2286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3000" cap="none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sz="15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endParaRPr>
                </a:p>
              </p:txBody>
            </p:sp>
          </p:grpSp>
        </p:grpSp>
        <p:grpSp>
          <p:nvGrpSpPr>
            <p:cNvPr id="60" name="ïṥľïḋê"/>
            <p:cNvGrpSpPr/>
            <p:nvPr/>
          </p:nvGrpSpPr>
          <p:grpSpPr>
            <a:xfrm>
              <a:off x="4554528" y="3317423"/>
              <a:ext cx="3082945" cy="2416627"/>
              <a:chOff x="672541" y="3176134"/>
              <a:chExt cx="3082945" cy="2416627"/>
            </a:xfrm>
          </p:grpSpPr>
          <p:sp>
            <p:nvSpPr>
              <p:cNvPr id="69" name="íṥļïḓè"/>
              <p:cNvSpPr txBox="1"/>
              <p:nvPr/>
            </p:nvSpPr>
            <p:spPr bwMode="auto">
              <a:xfrm>
                <a:off x="672541" y="4284000"/>
                <a:ext cx="3082945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70" name="îš1îde"/>
              <p:cNvSpPr/>
              <p:nvPr/>
            </p:nvSpPr>
            <p:spPr bwMode="auto">
              <a:xfrm>
                <a:off x="672541" y="4725806"/>
                <a:ext cx="3082945" cy="866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grpSp>
            <p:nvGrpSpPr>
              <p:cNvPr id="71" name="ïṡ1ïḓê"/>
              <p:cNvGrpSpPr/>
              <p:nvPr/>
            </p:nvGrpSpPr>
            <p:grpSpPr>
              <a:xfrm>
                <a:off x="1764357" y="3176134"/>
                <a:ext cx="899312" cy="900726"/>
                <a:chOff x="5646344" y="3213462"/>
                <a:chExt cx="899312" cy="900726"/>
              </a:xfrm>
            </p:grpSpPr>
            <p:sp>
              <p:nvSpPr>
                <p:cNvPr id="72" name="iṩľïḑè"/>
                <p:cNvSpPr/>
                <p:nvPr/>
              </p:nvSpPr>
              <p:spPr bwMode="auto">
                <a:xfrm>
                  <a:off x="5646344" y="3213462"/>
                  <a:ext cx="899312" cy="900726"/>
                </a:xfrm>
                <a:custGeom>
                  <a:avLst/>
                  <a:gdLst>
                    <a:gd name="T0" fmla="*/ 1066 w 1272"/>
                    <a:gd name="T1" fmla="*/ 168 h 1274"/>
                    <a:gd name="T2" fmla="*/ 1132 w 1272"/>
                    <a:gd name="T3" fmla="*/ 238 h 1274"/>
                    <a:gd name="T4" fmla="*/ 1186 w 1272"/>
                    <a:gd name="T5" fmla="*/ 316 h 1274"/>
                    <a:gd name="T6" fmla="*/ 1226 w 1272"/>
                    <a:gd name="T7" fmla="*/ 398 h 1274"/>
                    <a:gd name="T8" fmla="*/ 1254 w 1272"/>
                    <a:gd name="T9" fmla="*/ 486 h 1274"/>
                    <a:gd name="T10" fmla="*/ 1270 w 1272"/>
                    <a:gd name="T11" fmla="*/ 576 h 1274"/>
                    <a:gd name="T12" fmla="*/ 1272 w 1272"/>
                    <a:gd name="T13" fmla="*/ 668 h 1274"/>
                    <a:gd name="T14" fmla="*/ 1260 w 1272"/>
                    <a:gd name="T15" fmla="*/ 760 h 1274"/>
                    <a:gd name="T16" fmla="*/ 1236 w 1272"/>
                    <a:gd name="T17" fmla="*/ 850 h 1274"/>
                    <a:gd name="T18" fmla="*/ 1198 w 1272"/>
                    <a:gd name="T19" fmla="*/ 936 h 1274"/>
                    <a:gd name="T20" fmla="*/ 1146 w 1272"/>
                    <a:gd name="T21" fmla="*/ 1016 h 1274"/>
                    <a:gd name="T22" fmla="*/ 1106 w 1272"/>
                    <a:gd name="T23" fmla="*/ 1068 h 1274"/>
                    <a:gd name="T24" fmla="*/ 1036 w 1272"/>
                    <a:gd name="T25" fmla="*/ 1134 h 1274"/>
                    <a:gd name="T26" fmla="*/ 958 w 1272"/>
                    <a:gd name="T27" fmla="*/ 1186 h 1274"/>
                    <a:gd name="T28" fmla="*/ 874 w 1272"/>
                    <a:gd name="T29" fmla="*/ 1228 h 1274"/>
                    <a:gd name="T30" fmla="*/ 786 w 1272"/>
                    <a:gd name="T31" fmla="*/ 1256 h 1274"/>
                    <a:gd name="T32" fmla="*/ 696 w 1272"/>
                    <a:gd name="T33" fmla="*/ 1272 h 1274"/>
                    <a:gd name="T34" fmla="*/ 604 w 1272"/>
                    <a:gd name="T35" fmla="*/ 1274 h 1274"/>
                    <a:gd name="T36" fmla="*/ 514 w 1272"/>
                    <a:gd name="T37" fmla="*/ 1262 h 1274"/>
                    <a:gd name="T38" fmla="*/ 424 w 1272"/>
                    <a:gd name="T39" fmla="*/ 1238 h 1274"/>
                    <a:gd name="T40" fmla="*/ 338 w 1272"/>
                    <a:gd name="T41" fmla="*/ 1200 h 1274"/>
                    <a:gd name="T42" fmla="*/ 256 w 1272"/>
                    <a:gd name="T43" fmla="*/ 1148 h 1274"/>
                    <a:gd name="T44" fmla="*/ 206 w 1272"/>
                    <a:gd name="T45" fmla="*/ 1106 h 1274"/>
                    <a:gd name="T46" fmla="*/ 140 w 1272"/>
                    <a:gd name="T47" fmla="*/ 1036 h 1274"/>
                    <a:gd name="T48" fmla="*/ 86 w 1272"/>
                    <a:gd name="T49" fmla="*/ 958 h 1274"/>
                    <a:gd name="T50" fmla="*/ 46 w 1272"/>
                    <a:gd name="T51" fmla="*/ 876 h 1274"/>
                    <a:gd name="T52" fmla="*/ 18 w 1272"/>
                    <a:gd name="T53" fmla="*/ 788 h 1274"/>
                    <a:gd name="T54" fmla="*/ 2 w 1272"/>
                    <a:gd name="T55" fmla="*/ 698 h 1274"/>
                    <a:gd name="T56" fmla="*/ 0 w 1272"/>
                    <a:gd name="T57" fmla="*/ 606 h 1274"/>
                    <a:gd name="T58" fmla="*/ 10 w 1272"/>
                    <a:gd name="T59" fmla="*/ 514 h 1274"/>
                    <a:gd name="T60" fmla="*/ 36 w 1272"/>
                    <a:gd name="T61" fmla="*/ 426 h 1274"/>
                    <a:gd name="T62" fmla="*/ 74 w 1272"/>
                    <a:gd name="T63" fmla="*/ 338 h 1274"/>
                    <a:gd name="T64" fmla="*/ 124 w 1272"/>
                    <a:gd name="T65" fmla="*/ 258 h 1274"/>
                    <a:gd name="T66" fmla="*/ 166 w 1272"/>
                    <a:gd name="T67" fmla="*/ 208 h 1274"/>
                    <a:gd name="T68" fmla="*/ 236 w 1272"/>
                    <a:gd name="T69" fmla="*/ 142 h 1274"/>
                    <a:gd name="T70" fmla="*/ 314 w 1272"/>
                    <a:gd name="T71" fmla="*/ 88 h 1274"/>
                    <a:gd name="T72" fmla="*/ 398 w 1272"/>
                    <a:gd name="T73" fmla="*/ 46 h 1274"/>
                    <a:gd name="T74" fmla="*/ 486 w 1272"/>
                    <a:gd name="T75" fmla="*/ 18 h 1274"/>
                    <a:gd name="T76" fmla="*/ 576 w 1272"/>
                    <a:gd name="T77" fmla="*/ 4 h 1274"/>
                    <a:gd name="T78" fmla="*/ 668 w 1272"/>
                    <a:gd name="T79" fmla="*/ 2 h 1274"/>
                    <a:gd name="T80" fmla="*/ 758 w 1272"/>
                    <a:gd name="T81" fmla="*/ 12 h 1274"/>
                    <a:gd name="T82" fmla="*/ 848 w 1272"/>
                    <a:gd name="T83" fmla="*/ 36 h 1274"/>
                    <a:gd name="T84" fmla="*/ 934 w 1272"/>
                    <a:gd name="T85" fmla="*/ 74 h 1274"/>
                    <a:gd name="T86" fmla="*/ 1016 w 1272"/>
                    <a:gd name="T87" fmla="*/ 126 h 12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1272" h="1274">
                      <a:moveTo>
                        <a:pt x="1042" y="146"/>
                      </a:moveTo>
                      <a:lnTo>
                        <a:pt x="1042" y="146"/>
                      </a:lnTo>
                      <a:lnTo>
                        <a:pt x="1066" y="168"/>
                      </a:lnTo>
                      <a:lnTo>
                        <a:pt x="1090" y="190"/>
                      </a:lnTo>
                      <a:lnTo>
                        <a:pt x="1112" y="214"/>
                      </a:lnTo>
                      <a:lnTo>
                        <a:pt x="1132" y="238"/>
                      </a:lnTo>
                      <a:lnTo>
                        <a:pt x="1152" y="264"/>
                      </a:lnTo>
                      <a:lnTo>
                        <a:pt x="1170" y="290"/>
                      </a:lnTo>
                      <a:lnTo>
                        <a:pt x="1186" y="316"/>
                      </a:lnTo>
                      <a:lnTo>
                        <a:pt x="1200" y="342"/>
                      </a:lnTo>
                      <a:lnTo>
                        <a:pt x="1214" y="370"/>
                      </a:lnTo>
                      <a:lnTo>
                        <a:pt x="1226" y="398"/>
                      </a:lnTo>
                      <a:lnTo>
                        <a:pt x="1238" y="428"/>
                      </a:lnTo>
                      <a:lnTo>
                        <a:pt x="1246" y="456"/>
                      </a:lnTo>
                      <a:lnTo>
                        <a:pt x="1254" y="486"/>
                      </a:lnTo>
                      <a:lnTo>
                        <a:pt x="1260" y="516"/>
                      </a:lnTo>
                      <a:lnTo>
                        <a:pt x="1266" y="546"/>
                      </a:lnTo>
                      <a:lnTo>
                        <a:pt x="1270" y="576"/>
                      </a:lnTo>
                      <a:lnTo>
                        <a:pt x="1272" y="608"/>
                      </a:lnTo>
                      <a:lnTo>
                        <a:pt x="1272" y="638"/>
                      </a:lnTo>
                      <a:lnTo>
                        <a:pt x="1272" y="668"/>
                      </a:lnTo>
                      <a:lnTo>
                        <a:pt x="1270" y="700"/>
                      </a:lnTo>
                      <a:lnTo>
                        <a:pt x="1266" y="730"/>
                      </a:lnTo>
                      <a:lnTo>
                        <a:pt x="1260" y="760"/>
                      </a:lnTo>
                      <a:lnTo>
                        <a:pt x="1254" y="790"/>
                      </a:lnTo>
                      <a:lnTo>
                        <a:pt x="1246" y="820"/>
                      </a:lnTo>
                      <a:lnTo>
                        <a:pt x="1236" y="850"/>
                      </a:lnTo>
                      <a:lnTo>
                        <a:pt x="1226" y="878"/>
                      </a:lnTo>
                      <a:lnTo>
                        <a:pt x="1212" y="908"/>
                      </a:lnTo>
                      <a:lnTo>
                        <a:pt x="1198" y="936"/>
                      </a:lnTo>
                      <a:lnTo>
                        <a:pt x="1182" y="964"/>
                      </a:lnTo>
                      <a:lnTo>
                        <a:pt x="1166" y="990"/>
                      </a:lnTo>
                      <a:lnTo>
                        <a:pt x="1146" y="1016"/>
                      </a:lnTo>
                      <a:lnTo>
                        <a:pt x="1126" y="1042"/>
                      </a:lnTo>
                      <a:lnTo>
                        <a:pt x="1126" y="1042"/>
                      </a:lnTo>
                      <a:lnTo>
                        <a:pt x="1106" y="1068"/>
                      </a:lnTo>
                      <a:lnTo>
                        <a:pt x="1082" y="1090"/>
                      </a:lnTo>
                      <a:lnTo>
                        <a:pt x="1060" y="1112"/>
                      </a:lnTo>
                      <a:lnTo>
                        <a:pt x="1036" y="1134"/>
                      </a:lnTo>
                      <a:lnTo>
                        <a:pt x="1010" y="1152"/>
                      </a:lnTo>
                      <a:lnTo>
                        <a:pt x="984" y="1170"/>
                      </a:lnTo>
                      <a:lnTo>
                        <a:pt x="958" y="1186"/>
                      </a:lnTo>
                      <a:lnTo>
                        <a:pt x="930" y="1202"/>
                      </a:lnTo>
                      <a:lnTo>
                        <a:pt x="902" y="1216"/>
                      </a:lnTo>
                      <a:lnTo>
                        <a:pt x="874" y="1228"/>
                      </a:lnTo>
                      <a:lnTo>
                        <a:pt x="846" y="1238"/>
                      </a:lnTo>
                      <a:lnTo>
                        <a:pt x="816" y="1248"/>
                      </a:lnTo>
                      <a:lnTo>
                        <a:pt x="786" y="1256"/>
                      </a:lnTo>
                      <a:lnTo>
                        <a:pt x="756" y="1262"/>
                      </a:lnTo>
                      <a:lnTo>
                        <a:pt x="726" y="1268"/>
                      </a:lnTo>
                      <a:lnTo>
                        <a:pt x="696" y="1272"/>
                      </a:lnTo>
                      <a:lnTo>
                        <a:pt x="666" y="1274"/>
                      </a:lnTo>
                      <a:lnTo>
                        <a:pt x="636" y="1274"/>
                      </a:lnTo>
                      <a:lnTo>
                        <a:pt x="604" y="1274"/>
                      </a:lnTo>
                      <a:lnTo>
                        <a:pt x="574" y="1270"/>
                      </a:lnTo>
                      <a:lnTo>
                        <a:pt x="544" y="1268"/>
                      </a:lnTo>
                      <a:lnTo>
                        <a:pt x="514" y="1262"/>
                      </a:lnTo>
                      <a:lnTo>
                        <a:pt x="484" y="1256"/>
                      </a:lnTo>
                      <a:lnTo>
                        <a:pt x="454" y="1248"/>
                      </a:lnTo>
                      <a:lnTo>
                        <a:pt x="424" y="1238"/>
                      </a:lnTo>
                      <a:lnTo>
                        <a:pt x="394" y="1226"/>
                      </a:lnTo>
                      <a:lnTo>
                        <a:pt x="366" y="1214"/>
                      </a:lnTo>
                      <a:lnTo>
                        <a:pt x="338" y="1200"/>
                      </a:lnTo>
                      <a:lnTo>
                        <a:pt x="310" y="1184"/>
                      </a:lnTo>
                      <a:lnTo>
                        <a:pt x="282" y="1166"/>
                      </a:lnTo>
                      <a:lnTo>
                        <a:pt x="256" y="1148"/>
                      </a:lnTo>
                      <a:lnTo>
                        <a:pt x="230" y="1128"/>
                      </a:lnTo>
                      <a:lnTo>
                        <a:pt x="230" y="1128"/>
                      </a:lnTo>
                      <a:lnTo>
                        <a:pt x="206" y="1106"/>
                      </a:lnTo>
                      <a:lnTo>
                        <a:pt x="182" y="1084"/>
                      </a:lnTo>
                      <a:lnTo>
                        <a:pt x="160" y="1060"/>
                      </a:lnTo>
                      <a:lnTo>
                        <a:pt x="140" y="1036"/>
                      </a:lnTo>
                      <a:lnTo>
                        <a:pt x="120" y="1012"/>
                      </a:lnTo>
                      <a:lnTo>
                        <a:pt x="102" y="986"/>
                      </a:lnTo>
                      <a:lnTo>
                        <a:pt x="86" y="958"/>
                      </a:lnTo>
                      <a:lnTo>
                        <a:pt x="72" y="932"/>
                      </a:lnTo>
                      <a:lnTo>
                        <a:pt x="58" y="904"/>
                      </a:lnTo>
                      <a:lnTo>
                        <a:pt x="46" y="876"/>
                      </a:lnTo>
                      <a:lnTo>
                        <a:pt x="34" y="846"/>
                      </a:lnTo>
                      <a:lnTo>
                        <a:pt x="26" y="818"/>
                      </a:lnTo>
                      <a:lnTo>
                        <a:pt x="18" y="788"/>
                      </a:lnTo>
                      <a:lnTo>
                        <a:pt x="10" y="758"/>
                      </a:lnTo>
                      <a:lnTo>
                        <a:pt x="6" y="728"/>
                      </a:lnTo>
                      <a:lnTo>
                        <a:pt x="2" y="698"/>
                      </a:lnTo>
                      <a:lnTo>
                        <a:pt x="0" y="668"/>
                      </a:lnTo>
                      <a:lnTo>
                        <a:pt x="0" y="636"/>
                      </a:lnTo>
                      <a:lnTo>
                        <a:pt x="0" y="606"/>
                      </a:lnTo>
                      <a:lnTo>
                        <a:pt x="2" y="576"/>
                      </a:lnTo>
                      <a:lnTo>
                        <a:pt x="6" y="544"/>
                      </a:lnTo>
                      <a:lnTo>
                        <a:pt x="10" y="514"/>
                      </a:lnTo>
                      <a:lnTo>
                        <a:pt x="18" y="484"/>
                      </a:lnTo>
                      <a:lnTo>
                        <a:pt x="26" y="454"/>
                      </a:lnTo>
                      <a:lnTo>
                        <a:pt x="36" y="426"/>
                      </a:lnTo>
                      <a:lnTo>
                        <a:pt x="46" y="396"/>
                      </a:lnTo>
                      <a:lnTo>
                        <a:pt x="60" y="368"/>
                      </a:lnTo>
                      <a:lnTo>
                        <a:pt x="74" y="338"/>
                      </a:lnTo>
                      <a:lnTo>
                        <a:pt x="88" y="312"/>
                      </a:lnTo>
                      <a:lnTo>
                        <a:pt x="106" y="284"/>
                      </a:lnTo>
                      <a:lnTo>
                        <a:pt x="124" y="258"/>
                      </a:lnTo>
                      <a:lnTo>
                        <a:pt x="146" y="232"/>
                      </a:lnTo>
                      <a:lnTo>
                        <a:pt x="146" y="232"/>
                      </a:lnTo>
                      <a:lnTo>
                        <a:pt x="166" y="208"/>
                      </a:lnTo>
                      <a:lnTo>
                        <a:pt x="190" y="184"/>
                      </a:lnTo>
                      <a:lnTo>
                        <a:pt x="212" y="162"/>
                      </a:lnTo>
                      <a:lnTo>
                        <a:pt x="236" y="142"/>
                      </a:lnTo>
                      <a:lnTo>
                        <a:pt x="262" y="122"/>
                      </a:lnTo>
                      <a:lnTo>
                        <a:pt x="288" y="104"/>
                      </a:lnTo>
                      <a:lnTo>
                        <a:pt x="314" y="88"/>
                      </a:lnTo>
                      <a:lnTo>
                        <a:pt x="342" y="72"/>
                      </a:lnTo>
                      <a:lnTo>
                        <a:pt x="370" y="58"/>
                      </a:lnTo>
                      <a:lnTo>
                        <a:pt x="398" y="46"/>
                      </a:lnTo>
                      <a:lnTo>
                        <a:pt x="426" y="36"/>
                      </a:lnTo>
                      <a:lnTo>
                        <a:pt x="456" y="26"/>
                      </a:lnTo>
                      <a:lnTo>
                        <a:pt x="486" y="18"/>
                      </a:lnTo>
                      <a:lnTo>
                        <a:pt x="516" y="12"/>
                      </a:lnTo>
                      <a:lnTo>
                        <a:pt x="546" y="8"/>
                      </a:lnTo>
                      <a:lnTo>
                        <a:pt x="576" y="4"/>
                      </a:lnTo>
                      <a:lnTo>
                        <a:pt x="606" y="2"/>
                      </a:lnTo>
                      <a:lnTo>
                        <a:pt x="636" y="0"/>
                      </a:lnTo>
                      <a:lnTo>
                        <a:pt x="668" y="2"/>
                      </a:lnTo>
                      <a:lnTo>
                        <a:pt x="698" y="4"/>
                      </a:lnTo>
                      <a:lnTo>
                        <a:pt x="728" y="8"/>
                      </a:lnTo>
                      <a:lnTo>
                        <a:pt x="758" y="12"/>
                      </a:lnTo>
                      <a:lnTo>
                        <a:pt x="788" y="18"/>
                      </a:lnTo>
                      <a:lnTo>
                        <a:pt x="818" y="28"/>
                      </a:lnTo>
                      <a:lnTo>
                        <a:pt x="848" y="36"/>
                      </a:lnTo>
                      <a:lnTo>
                        <a:pt x="878" y="48"/>
                      </a:lnTo>
                      <a:lnTo>
                        <a:pt x="906" y="60"/>
                      </a:lnTo>
                      <a:lnTo>
                        <a:pt x="934" y="74"/>
                      </a:lnTo>
                      <a:lnTo>
                        <a:pt x="962" y="90"/>
                      </a:lnTo>
                      <a:lnTo>
                        <a:pt x="990" y="108"/>
                      </a:lnTo>
                      <a:lnTo>
                        <a:pt x="1016" y="126"/>
                      </a:lnTo>
                      <a:lnTo>
                        <a:pt x="1042" y="146"/>
                      </a:lnTo>
                      <a:lnTo>
                        <a:pt x="1042" y="14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57150">
                  <a:solidFill>
                    <a:schemeClr val="tx2">
                      <a:lumMod val="20000"/>
                      <a:lumOff val="80000"/>
                    </a:schemeClr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/>
                </a:p>
              </p:txBody>
            </p:sp>
            <p:sp>
              <p:nvSpPr>
                <p:cNvPr id="73" name="îṡḻîḑê"/>
                <p:cNvSpPr/>
                <p:nvPr/>
              </p:nvSpPr>
              <p:spPr>
                <a:xfrm>
                  <a:off x="5829151" y="3390009"/>
                  <a:ext cx="533699" cy="547632"/>
                </a:xfrm>
                <a:custGeom>
                  <a:avLst/>
                  <a:gdLst>
                    <a:gd name="T0" fmla="*/ 4313 w 5734"/>
                    <a:gd name="T1" fmla="*/ 3918 h 5892"/>
                    <a:gd name="T2" fmla="*/ 5734 w 5734"/>
                    <a:gd name="T3" fmla="*/ 2497 h 5892"/>
                    <a:gd name="T4" fmla="*/ 4313 w 5734"/>
                    <a:gd name="T5" fmla="*/ 1076 h 5892"/>
                    <a:gd name="T6" fmla="*/ 4149 w 5734"/>
                    <a:gd name="T7" fmla="*/ 1085 h 5892"/>
                    <a:gd name="T8" fmla="*/ 3733 w 5734"/>
                    <a:gd name="T9" fmla="*/ 378 h 5892"/>
                    <a:gd name="T10" fmla="*/ 2768 w 5734"/>
                    <a:gd name="T11" fmla="*/ 0 h 5892"/>
                    <a:gd name="T12" fmla="*/ 1389 w 5734"/>
                    <a:gd name="T13" fmla="*/ 1076 h 5892"/>
                    <a:gd name="T14" fmla="*/ 0 w 5734"/>
                    <a:gd name="T15" fmla="*/ 2497 h 5892"/>
                    <a:gd name="T16" fmla="*/ 1421 w 5734"/>
                    <a:gd name="T17" fmla="*/ 3918 h 5892"/>
                    <a:gd name="T18" fmla="*/ 2140 w 5734"/>
                    <a:gd name="T19" fmla="*/ 3918 h 5892"/>
                    <a:gd name="T20" fmla="*/ 2140 w 5734"/>
                    <a:gd name="T21" fmla="*/ 4472 h 5892"/>
                    <a:gd name="T22" fmla="*/ 1315 w 5734"/>
                    <a:gd name="T23" fmla="*/ 4472 h 5892"/>
                    <a:gd name="T24" fmla="*/ 954 w 5734"/>
                    <a:gd name="T25" fmla="*/ 4259 h 5892"/>
                    <a:gd name="T26" fmla="*/ 540 w 5734"/>
                    <a:gd name="T27" fmla="*/ 4672 h 5892"/>
                    <a:gd name="T28" fmla="*/ 954 w 5734"/>
                    <a:gd name="T29" fmla="*/ 5086 h 5892"/>
                    <a:gd name="T30" fmla="*/ 1315 w 5734"/>
                    <a:gd name="T31" fmla="*/ 4872 h 5892"/>
                    <a:gd name="T32" fmla="*/ 2340 w 5734"/>
                    <a:gd name="T33" fmla="*/ 4872 h 5892"/>
                    <a:gd name="T34" fmla="*/ 2540 w 5734"/>
                    <a:gd name="T35" fmla="*/ 4672 h 5892"/>
                    <a:gd name="T36" fmla="*/ 2540 w 5734"/>
                    <a:gd name="T37" fmla="*/ 3918 h 5892"/>
                    <a:gd name="T38" fmla="*/ 2667 w 5734"/>
                    <a:gd name="T39" fmla="*/ 3918 h 5892"/>
                    <a:gd name="T40" fmla="*/ 2667 w 5734"/>
                    <a:gd name="T41" fmla="*/ 5117 h 5892"/>
                    <a:gd name="T42" fmla="*/ 2454 w 5734"/>
                    <a:gd name="T43" fmla="*/ 5479 h 5892"/>
                    <a:gd name="T44" fmla="*/ 2867 w 5734"/>
                    <a:gd name="T45" fmla="*/ 5892 h 5892"/>
                    <a:gd name="T46" fmla="*/ 3280 w 5734"/>
                    <a:gd name="T47" fmla="*/ 5479 h 5892"/>
                    <a:gd name="T48" fmla="*/ 3067 w 5734"/>
                    <a:gd name="T49" fmla="*/ 5117 h 5892"/>
                    <a:gd name="T50" fmla="*/ 3067 w 5734"/>
                    <a:gd name="T51" fmla="*/ 3918 h 5892"/>
                    <a:gd name="T52" fmla="*/ 3194 w 5734"/>
                    <a:gd name="T53" fmla="*/ 3918 h 5892"/>
                    <a:gd name="T54" fmla="*/ 3194 w 5734"/>
                    <a:gd name="T55" fmla="*/ 4691 h 5892"/>
                    <a:gd name="T56" fmla="*/ 3394 w 5734"/>
                    <a:gd name="T57" fmla="*/ 4891 h 5892"/>
                    <a:gd name="T58" fmla="*/ 4430 w 5734"/>
                    <a:gd name="T59" fmla="*/ 4891 h 5892"/>
                    <a:gd name="T60" fmla="*/ 4780 w 5734"/>
                    <a:gd name="T61" fmla="*/ 5085 h 5892"/>
                    <a:gd name="T62" fmla="*/ 5194 w 5734"/>
                    <a:gd name="T63" fmla="*/ 4672 h 5892"/>
                    <a:gd name="T64" fmla="*/ 4780 w 5734"/>
                    <a:gd name="T65" fmla="*/ 4259 h 5892"/>
                    <a:gd name="T66" fmla="*/ 4409 w 5734"/>
                    <a:gd name="T67" fmla="*/ 4491 h 5892"/>
                    <a:gd name="T68" fmla="*/ 3594 w 5734"/>
                    <a:gd name="T69" fmla="*/ 4491 h 5892"/>
                    <a:gd name="T70" fmla="*/ 3594 w 5734"/>
                    <a:gd name="T71" fmla="*/ 3918 h 5892"/>
                    <a:gd name="T72" fmla="*/ 4313 w 5734"/>
                    <a:gd name="T73" fmla="*/ 3918 h 58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5734" h="5892">
                      <a:moveTo>
                        <a:pt x="4313" y="3918"/>
                      </a:moveTo>
                      <a:cubicBezTo>
                        <a:pt x="5096" y="3918"/>
                        <a:pt x="5734" y="3280"/>
                        <a:pt x="5734" y="2497"/>
                      </a:cubicBezTo>
                      <a:cubicBezTo>
                        <a:pt x="5734" y="1713"/>
                        <a:pt x="5096" y="1076"/>
                        <a:pt x="4313" y="1076"/>
                      </a:cubicBezTo>
                      <a:cubicBezTo>
                        <a:pt x="4258" y="1076"/>
                        <a:pt x="4203" y="1079"/>
                        <a:pt x="4149" y="1085"/>
                      </a:cubicBezTo>
                      <a:cubicBezTo>
                        <a:pt x="4084" y="816"/>
                        <a:pt x="3940" y="570"/>
                        <a:pt x="3733" y="378"/>
                      </a:cubicBezTo>
                      <a:cubicBezTo>
                        <a:pt x="3470" y="134"/>
                        <a:pt x="3127" y="0"/>
                        <a:pt x="2768" y="0"/>
                      </a:cubicBezTo>
                      <a:cubicBezTo>
                        <a:pt x="2107" y="0"/>
                        <a:pt x="1544" y="451"/>
                        <a:pt x="1389" y="1076"/>
                      </a:cubicBezTo>
                      <a:cubicBezTo>
                        <a:pt x="620" y="1093"/>
                        <a:pt x="0" y="1724"/>
                        <a:pt x="0" y="2497"/>
                      </a:cubicBezTo>
                      <a:cubicBezTo>
                        <a:pt x="0" y="3281"/>
                        <a:pt x="638" y="3918"/>
                        <a:pt x="1421" y="3918"/>
                      </a:cubicBezTo>
                      <a:lnTo>
                        <a:pt x="2140" y="3918"/>
                      </a:lnTo>
                      <a:lnTo>
                        <a:pt x="2140" y="4472"/>
                      </a:lnTo>
                      <a:lnTo>
                        <a:pt x="1315" y="4472"/>
                      </a:lnTo>
                      <a:cubicBezTo>
                        <a:pt x="1245" y="4345"/>
                        <a:pt x="1109" y="4259"/>
                        <a:pt x="954" y="4259"/>
                      </a:cubicBezTo>
                      <a:cubicBezTo>
                        <a:pt x="726" y="4259"/>
                        <a:pt x="540" y="4444"/>
                        <a:pt x="540" y="4672"/>
                      </a:cubicBezTo>
                      <a:cubicBezTo>
                        <a:pt x="540" y="4900"/>
                        <a:pt x="726" y="5086"/>
                        <a:pt x="954" y="5086"/>
                      </a:cubicBezTo>
                      <a:cubicBezTo>
                        <a:pt x="1109" y="5086"/>
                        <a:pt x="1245" y="4999"/>
                        <a:pt x="1315" y="4872"/>
                      </a:cubicBezTo>
                      <a:lnTo>
                        <a:pt x="2340" y="4872"/>
                      </a:lnTo>
                      <a:cubicBezTo>
                        <a:pt x="2451" y="4872"/>
                        <a:pt x="2540" y="4783"/>
                        <a:pt x="2540" y="4672"/>
                      </a:cubicBezTo>
                      <a:lnTo>
                        <a:pt x="2540" y="3918"/>
                      </a:lnTo>
                      <a:lnTo>
                        <a:pt x="2667" y="3918"/>
                      </a:lnTo>
                      <a:lnTo>
                        <a:pt x="2667" y="5117"/>
                      </a:lnTo>
                      <a:cubicBezTo>
                        <a:pt x="2540" y="5188"/>
                        <a:pt x="2454" y="5323"/>
                        <a:pt x="2454" y="5479"/>
                      </a:cubicBezTo>
                      <a:cubicBezTo>
                        <a:pt x="2454" y="5707"/>
                        <a:pt x="2639" y="5892"/>
                        <a:pt x="2867" y="5892"/>
                      </a:cubicBezTo>
                      <a:cubicBezTo>
                        <a:pt x="3095" y="5892"/>
                        <a:pt x="3280" y="5707"/>
                        <a:pt x="3280" y="5479"/>
                      </a:cubicBezTo>
                      <a:cubicBezTo>
                        <a:pt x="3280" y="5323"/>
                        <a:pt x="3194" y="5188"/>
                        <a:pt x="3067" y="5117"/>
                      </a:cubicBezTo>
                      <a:lnTo>
                        <a:pt x="3067" y="3918"/>
                      </a:lnTo>
                      <a:lnTo>
                        <a:pt x="3194" y="3918"/>
                      </a:lnTo>
                      <a:lnTo>
                        <a:pt x="3194" y="4691"/>
                      </a:lnTo>
                      <a:cubicBezTo>
                        <a:pt x="3194" y="4802"/>
                        <a:pt x="3283" y="4891"/>
                        <a:pt x="3394" y="4891"/>
                      </a:cubicBezTo>
                      <a:lnTo>
                        <a:pt x="4430" y="4891"/>
                      </a:lnTo>
                      <a:cubicBezTo>
                        <a:pt x="4503" y="5008"/>
                        <a:pt x="4633" y="5085"/>
                        <a:pt x="4780" y="5085"/>
                      </a:cubicBezTo>
                      <a:cubicBezTo>
                        <a:pt x="5008" y="5085"/>
                        <a:pt x="5194" y="4900"/>
                        <a:pt x="5194" y="4672"/>
                      </a:cubicBezTo>
                      <a:cubicBezTo>
                        <a:pt x="5194" y="4444"/>
                        <a:pt x="5008" y="4259"/>
                        <a:pt x="4780" y="4259"/>
                      </a:cubicBezTo>
                      <a:cubicBezTo>
                        <a:pt x="4617" y="4259"/>
                        <a:pt x="4476" y="4354"/>
                        <a:pt x="4409" y="4491"/>
                      </a:cubicBezTo>
                      <a:lnTo>
                        <a:pt x="3594" y="4491"/>
                      </a:lnTo>
                      <a:lnTo>
                        <a:pt x="3594" y="3918"/>
                      </a:lnTo>
                      <a:lnTo>
                        <a:pt x="4313" y="39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>
                  <a:miter lim="400000"/>
                </a:ln>
              </p:spPr>
              <p:txBody>
                <a:bodyPr lIns="19045" tIns="19045" rIns="19045" bIns="19045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defTabSz="2286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3000" cap="none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sz="15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endParaRPr>
                </a:p>
              </p:txBody>
            </p:sp>
          </p:grpSp>
        </p:grpSp>
        <p:grpSp>
          <p:nvGrpSpPr>
            <p:cNvPr id="61" name="iṣlîḑe"/>
            <p:cNvGrpSpPr/>
            <p:nvPr/>
          </p:nvGrpSpPr>
          <p:grpSpPr>
            <a:xfrm>
              <a:off x="8442124" y="3317423"/>
              <a:ext cx="3082945" cy="2416627"/>
              <a:chOff x="672541" y="3176134"/>
              <a:chExt cx="3082945" cy="2416627"/>
            </a:xfrm>
          </p:grpSpPr>
          <p:sp>
            <p:nvSpPr>
              <p:cNvPr id="64" name="iṩļiḑè"/>
              <p:cNvSpPr txBox="1"/>
              <p:nvPr/>
            </p:nvSpPr>
            <p:spPr bwMode="auto">
              <a:xfrm>
                <a:off x="672541" y="4284000"/>
                <a:ext cx="3082945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65" name="í$lîḍé"/>
              <p:cNvSpPr/>
              <p:nvPr/>
            </p:nvSpPr>
            <p:spPr bwMode="auto">
              <a:xfrm>
                <a:off x="672541" y="4725806"/>
                <a:ext cx="3082945" cy="866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grpSp>
            <p:nvGrpSpPr>
              <p:cNvPr id="66" name="iṡḷiḋé"/>
              <p:cNvGrpSpPr/>
              <p:nvPr/>
            </p:nvGrpSpPr>
            <p:grpSpPr>
              <a:xfrm>
                <a:off x="1764357" y="3176134"/>
                <a:ext cx="899312" cy="900726"/>
                <a:chOff x="5646344" y="3213462"/>
                <a:chExt cx="899312" cy="900726"/>
              </a:xfrm>
            </p:grpSpPr>
            <p:sp>
              <p:nvSpPr>
                <p:cNvPr id="67" name="iṧlidè"/>
                <p:cNvSpPr/>
                <p:nvPr/>
              </p:nvSpPr>
              <p:spPr bwMode="auto">
                <a:xfrm>
                  <a:off x="5646344" y="3213462"/>
                  <a:ext cx="899312" cy="900726"/>
                </a:xfrm>
                <a:custGeom>
                  <a:avLst/>
                  <a:gdLst>
                    <a:gd name="T0" fmla="*/ 1066 w 1272"/>
                    <a:gd name="T1" fmla="*/ 168 h 1274"/>
                    <a:gd name="T2" fmla="*/ 1132 w 1272"/>
                    <a:gd name="T3" fmla="*/ 238 h 1274"/>
                    <a:gd name="T4" fmla="*/ 1186 w 1272"/>
                    <a:gd name="T5" fmla="*/ 316 h 1274"/>
                    <a:gd name="T6" fmla="*/ 1226 w 1272"/>
                    <a:gd name="T7" fmla="*/ 398 h 1274"/>
                    <a:gd name="T8" fmla="*/ 1254 w 1272"/>
                    <a:gd name="T9" fmla="*/ 486 h 1274"/>
                    <a:gd name="T10" fmla="*/ 1270 w 1272"/>
                    <a:gd name="T11" fmla="*/ 576 h 1274"/>
                    <a:gd name="T12" fmla="*/ 1272 w 1272"/>
                    <a:gd name="T13" fmla="*/ 668 h 1274"/>
                    <a:gd name="T14" fmla="*/ 1260 w 1272"/>
                    <a:gd name="T15" fmla="*/ 760 h 1274"/>
                    <a:gd name="T16" fmla="*/ 1236 w 1272"/>
                    <a:gd name="T17" fmla="*/ 850 h 1274"/>
                    <a:gd name="T18" fmla="*/ 1198 w 1272"/>
                    <a:gd name="T19" fmla="*/ 936 h 1274"/>
                    <a:gd name="T20" fmla="*/ 1146 w 1272"/>
                    <a:gd name="T21" fmla="*/ 1016 h 1274"/>
                    <a:gd name="T22" fmla="*/ 1106 w 1272"/>
                    <a:gd name="T23" fmla="*/ 1068 h 1274"/>
                    <a:gd name="T24" fmla="*/ 1036 w 1272"/>
                    <a:gd name="T25" fmla="*/ 1134 h 1274"/>
                    <a:gd name="T26" fmla="*/ 958 w 1272"/>
                    <a:gd name="T27" fmla="*/ 1186 h 1274"/>
                    <a:gd name="T28" fmla="*/ 874 w 1272"/>
                    <a:gd name="T29" fmla="*/ 1228 h 1274"/>
                    <a:gd name="T30" fmla="*/ 786 w 1272"/>
                    <a:gd name="T31" fmla="*/ 1256 h 1274"/>
                    <a:gd name="T32" fmla="*/ 696 w 1272"/>
                    <a:gd name="T33" fmla="*/ 1272 h 1274"/>
                    <a:gd name="T34" fmla="*/ 604 w 1272"/>
                    <a:gd name="T35" fmla="*/ 1274 h 1274"/>
                    <a:gd name="T36" fmla="*/ 514 w 1272"/>
                    <a:gd name="T37" fmla="*/ 1262 h 1274"/>
                    <a:gd name="T38" fmla="*/ 424 w 1272"/>
                    <a:gd name="T39" fmla="*/ 1238 h 1274"/>
                    <a:gd name="T40" fmla="*/ 338 w 1272"/>
                    <a:gd name="T41" fmla="*/ 1200 h 1274"/>
                    <a:gd name="T42" fmla="*/ 256 w 1272"/>
                    <a:gd name="T43" fmla="*/ 1148 h 1274"/>
                    <a:gd name="T44" fmla="*/ 206 w 1272"/>
                    <a:gd name="T45" fmla="*/ 1106 h 1274"/>
                    <a:gd name="T46" fmla="*/ 140 w 1272"/>
                    <a:gd name="T47" fmla="*/ 1036 h 1274"/>
                    <a:gd name="T48" fmla="*/ 86 w 1272"/>
                    <a:gd name="T49" fmla="*/ 958 h 1274"/>
                    <a:gd name="T50" fmla="*/ 46 w 1272"/>
                    <a:gd name="T51" fmla="*/ 876 h 1274"/>
                    <a:gd name="T52" fmla="*/ 18 w 1272"/>
                    <a:gd name="T53" fmla="*/ 788 h 1274"/>
                    <a:gd name="T54" fmla="*/ 2 w 1272"/>
                    <a:gd name="T55" fmla="*/ 698 h 1274"/>
                    <a:gd name="T56" fmla="*/ 0 w 1272"/>
                    <a:gd name="T57" fmla="*/ 606 h 1274"/>
                    <a:gd name="T58" fmla="*/ 10 w 1272"/>
                    <a:gd name="T59" fmla="*/ 514 h 1274"/>
                    <a:gd name="T60" fmla="*/ 36 w 1272"/>
                    <a:gd name="T61" fmla="*/ 426 h 1274"/>
                    <a:gd name="T62" fmla="*/ 74 w 1272"/>
                    <a:gd name="T63" fmla="*/ 338 h 1274"/>
                    <a:gd name="T64" fmla="*/ 124 w 1272"/>
                    <a:gd name="T65" fmla="*/ 258 h 1274"/>
                    <a:gd name="T66" fmla="*/ 166 w 1272"/>
                    <a:gd name="T67" fmla="*/ 208 h 1274"/>
                    <a:gd name="T68" fmla="*/ 236 w 1272"/>
                    <a:gd name="T69" fmla="*/ 142 h 1274"/>
                    <a:gd name="T70" fmla="*/ 314 w 1272"/>
                    <a:gd name="T71" fmla="*/ 88 h 1274"/>
                    <a:gd name="T72" fmla="*/ 398 w 1272"/>
                    <a:gd name="T73" fmla="*/ 46 h 1274"/>
                    <a:gd name="T74" fmla="*/ 486 w 1272"/>
                    <a:gd name="T75" fmla="*/ 18 h 1274"/>
                    <a:gd name="T76" fmla="*/ 576 w 1272"/>
                    <a:gd name="T77" fmla="*/ 4 h 1274"/>
                    <a:gd name="T78" fmla="*/ 668 w 1272"/>
                    <a:gd name="T79" fmla="*/ 2 h 1274"/>
                    <a:gd name="T80" fmla="*/ 758 w 1272"/>
                    <a:gd name="T81" fmla="*/ 12 h 1274"/>
                    <a:gd name="T82" fmla="*/ 848 w 1272"/>
                    <a:gd name="T83" fmla="*/ 36 h 1274"/>
                    <a:gd name="T84" fmla="*/ 934 w 1272"/>
                    <a:gd name="T85" fmla="*/ 74 h 1274"/>
                    <a:gd name="T86" fmla="*/ 1016 w 1272"/>
                    <a:gd name="T87" fmla="*/ 126 h 12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1272" h="1274">
                      <a:moveTo>
                        <a:pt x="1042" y="146"/>
                      </a:moveTo>
                      <a:lnTo>
                        <a:pt x="1042" y="146"/>
                      </a:lnTo>
                      <a:lnTo>
                        <a:pt x="1066" y="168"/>
                      </a:lnTo>
                      <a:lnTo>
                        <a:pt x="1090" y="190"/>
                      </a:lnTo>
                      <a:lnTo>
                        <a:pt x="1112" y="214"/>
                      </a:lnTo>
                      <a:lnTo>
                        <a:pt x="1132" y="238"/>
                      </a:lnTo>
                      <a:lnTo>
                        <a:pt x="1152" y="264"/>
                      </a:lnTo>
                      <a:lnTo>
                        <a:pt x="1170" y="290"/>
                      </a:lnTo>
                      <a:lnTo>
                        <a:pt x="1186" y="316"/>
                      </a:lnTo>
                      <a:lnTo>
                        <a:pt x="1200" y="342"/>
                      </a:lnTo>
                      <a:lnTo>
                        <a:pt x="1214" y="370"/>
                      </a:lnTo>
                      <a:lnTo>
                        <a:pt x="1226" y="398"/>
                      </a:lnTo>
                      <a:lnTo>
                        <a:pt x="1238" y="428"/>
                      </a:lnTo>
                      <a:lnTo>
                        <a:pt x="1246" y="456"/>
                      </a:lnTo>
                      <a:lnTo>
                        <a:pt x="1254" y="486"/>
                      </a:lnTo>
                      <a:lnTo>
                        <a:pt x="1260" y="516"/>
                      </a:lnTo>
                      <a:lnTo>
                        <a:pt x="1266" y="546"/>
                      </a:lnTo>
                      <a:lnTo>
                        <a:pt x="1270" y="576"/>
                      </a:lnTo>
                      <a:lnTo>
                        <a:pt x="1272" y="608"/>
                      </a:lnTo>
                      <a:lnTo>
                        <a:pt x="1272" y="638"/>
                      </a:lnTo>
                      <a:lnTo>
                        <a:pt x="1272" y="668"/>
                      </a:lnTo>
                      <a:lnTo>
                        <a:pt x="1270" y="700"/>
                      </a:lnTo>
                      <a:lnTo>
                        <a:pt x="1266" y="730"/>
                      </a:lnTo>
                      <a:lnTo>
                        <a:pt x="1260" y="760"/>
                      </a:lnTo>
                      <a:lnTo>
                        <a:pt x="1254" y="790"/>
                      </a:lnTo>
                      <a:lnTo>
                        <a:pt x="1246" y="820"/>
                      </a:lnTo>
                      <a:lnTo>
                        <a:pt x="1236" y="850"/>
                      </a:lnTo>
                      <a:lnTo>
                        <a:pt x="1226" y="878"/>
                      </a:lnTo>
                      <a:lnTo>
                        <a:pt x="1212" y="908"/>
                      </a:lnTo>
                      <a:lnTo>
                        <a:pt x="1198" y="936"/>
                      </a:lnTo>
                      <a:lnTo>
                        <a:pt x="1182" y="964"/>
                      </a:lnTo>
                      <a:lnTo>
                        <a:pt x="1166" y="990"/>
                      </a:lnTo>
                      <a:lnTo>
                        <a:pt x="1146" y="1016"/>
                      </a:lnTo>
                      <a:lnTo>
                        <a:pt x="1126" y="1042"/>
                      </a:lnTo>
                      <a:lnTo>
                        <a:pt x="1126" y="1042"/>
                      </a:lnTo>
                      <a:lnTo>
                        <a:pt x="1106" y="1068"/>
                      </a:lnTo>
                      <a:lnTo>
                        <a:pt x="1082" y="1090"/>
                      </a:lnTo>
                      <a:lnTo>
                        <a:pt x="1060" y="1112"/>
                      </a:lnTo>
                      <a:lnTo>
                        <a:pt x="1036" y="1134"/>
                      </a:lnTo>
                      <a:lnTo>
                        <a:pt x="1010" y="1152"/>
                      </a:lnTo>
                      <a:lnTo>
                        <a:pt x="984" y="1170"/>
                      </a:lnTo>
                      <a:lnTo>
                        <a:pt x="958" y="1186"/>
                      </a:lnTo>
                      <a:lnTo>
                        <a:pt x="930" y="1202"/>
                      </a:lnTo>
                      <a:lnTo>
                        <a:pt x="902" y="1216"/>
                      </a:lnTo>
                      <a:lnTo>
                        <a:pt x="874" y="1228"/>
                      </a:lnTo>
                      <a:lnTo>
                        <a:pt x="846" y="1238"/>
                      </a:lnTo>
                      <a:lnTo>
                        <a:pt x="816" y="1248"/>
                      </a:lnTo>
                      <a:lnTo>
                        <a:pt x="786" y="1256"/>
                      </a:lnTo>
                      <a:lnTo>
                        <a:pt x="756" y="1262"/>
                      </a:lnTo>
                      <a:lnTo>
                        <a:pt x="726" y="1268"/>
                      </a:lnTo>
                      <a:lnTo>
                        <a:pt x="696" y="1272"/>
                      </a:lnTo>
                      <a:lnTo>
                        <a:pt x="666" y="1274"/>
                      </a:lnTo>
                      <a:lnTo>
                        <a:pt x="636" y="1274"/>
                      </a:lnTo>
                      <a:lnTo>
                        <a:pt x="604" y="1274"/>
                      </a:lnTo>
                      <a:lnTo>
                        <a:pt x="574" y="1270"/>
                      </a:lnTo>
                      <a:lnTo>
                        <a:pt x="544" y="1268"/>
                      </a:lnTo>
                      <a:lnTo>
                        <a:pt x="514" y="1262"/>
                      </a:lnTo>
                      <a:lnTo>
                        <a:pt x="484" y="1256"/>
                      </a:lnTo>
                      <a:lnTo>
                        <a:pt x="454" y="1248"/>
                      </a:lnTo>
                      <a:lnTo>
                        <a:pt x="424" y="1238"/>
                      </a:lnTo>
                      <a:lnTo>
                        <a:pt x="394" y="1226"/>
                      </a:lnTo>
                      <a:lnTo>
                        <a:pt x="366" y="1214"/>
                      </a:lnTo>
                      <a:lnTo>
                        <a:pt x="338" y="1200"/>
                      </a:lnTo>
                      <a:lnTo>
                        <a:pt x="310" y="1184"/>
                      </a:lnTo>
                      <a:lnTo>
                        <a:pt x="282" y="1166"/>
                      </a:lnTo>
                      <a:lnTo>
                        <a:pt x="256" y="1148"/>
                      </a:lnTo>
                      <a:lnTo>
                        <a:pt x="230" y="1128"/>
                      </a:lnTo>
                      <a:lnTo>
                        <a:pt x="230" y="1128"/>
                      </a:lnTo>
                      <a:lnTo>
                        <a:pt x="206" y="1106"/>
                      </a:lnTo>
                      <a:lnTo>
                        <a:pt x="182" y="1084"/>
                      </a:lnTo>
                      <a:lnTo>
                        <a:pt x="160" y="1060"/>
                      </a:lnTo>
                      <a:lnTo>
                        <a:pt x="140" y="1036"/>
                      </a:lnTo>
                      <a:lnTo>
                        <a:pt x="120" y="1012"/>
                      </a:lnTo>
                      <a:lnTo>
                        <a:pt x="102" y="986"/>
                      </a:lnTo>
                      <a:lnTo>
                        <a:pt x="86" y="958"/>
                      </a:lnTo>
                      <a:lnTo>
                        <a:pt x="72" y="932"/>
                      </a:lnTo>
                      <a:lnTo>
                        <a:pt x="58" y="904"/>
                      </a:lnTo>
                      <a:lnTo>
                        <a:pt x="46" y="876"/>
                      </a:lnTo>
                      <a:lnTo>
                        <a:pt x="34" y="846"/>
                      </a:lnTo>
                      <a:lnTo>
                        <a:pt x="26" y="818"/>
                      </a:lnTo>
                      <a:lnTo>
                        <a:pt x="18" y="788"/>
                      </a:lnTo>
                      <a:lnTo>
                        <a:pt x="10" y="758"/>
                      </a:lnTo>
                      <a:lnTo>
                        <a:pt x="6" y="728"/>
                      </a:lnTo>
                      <a:lnTo>
                        <a:pt x="2" y="698"/>
                      </a:lnTo>
                      <a:lnTo>
                        <a:pt x="0" y="668"/>
                      </a:lnTo>
                      <a:lnTo>
                        <a:pt x="0" y="636"/>
                      </a:lnTo>
                      <a:lnTo>
                        <a:pt x="0" y="606"/>
                      </a:lnTo>
                      <a:lnTo>
                        <a:pt x="2" y="576"/>
                      </a:lnTo>
                      <a:lnTo>
                        <a:pt x="6" y="544"/>
                      </a:lnTo>
                      <a:lnTo>
                        <a:pt x="10" y="514"/>
                      </a:lnTo>
                      <a:lnTo>
                        <a:pt x="18" y="484"/>
                      </a:lnTo>
                      <a:lnTo>
                        <a:pt x="26" y="454"/>
                      </a:lnTo>
                      <a:lnTo>
                        <a:pt x="36" y="426"/>
                      </a:lnTo>
                      <a:lnTo>
                        <a:pt x="46" y="396"/>
                      </a:lnTo>
                      <a:lnTo>
                        <a:pt x="60" y="368"/>
                      </a:lnTo>
                      <a:lnTo>
                        <a:pt x="74" y="338"/>
                      </a:lnTo>
                      <a:lnTo>
                        <a:pt x="88" y="312"/>
                      </a:lnTo>
                      <a:lnTo>
                        <a:pt x="106" y="284"/>
                      </a:lnTo>
                      <a:lnTo>
                        <a:pt x="124" y="258"/>
                      </a:lnTo>
                      <a:lnTo>
                        <a:pt x="146" y="232"/>
                      </a:lnTo>
                      <a:lnTo>
                        <a:pt x="146" y="232"/>
                      </a:lnTo>
                      <a:lnTo>
                        <a:pt x="166" y="208"/>
                      </a:lnTo>
                      <a:lnTo>
                        <a:pt x="190" y="184"/>
                      </a:lnTo>
                      <a:lnTo>
                        <a:pt x="212" y="162"/>
                      </a:lnTo>
                      <a:lnTo>
                        <a:pt x="236" y="142"/>
                      </a:lnTo>
                      <a:lnTo>
                        <a:pt x="262" y="122"/>
                      </a:lnTo>
                      <a:lnTo>
                        <a:pt x="288" y="104"/>
                      </a:lnTo>
                      <a:lnTo>
                        <a:pt x="314" y="88"/>
                      </a:lnTo>
                      <a:lnTo>
                        <a:pt x="342" y="72"/>
                      </a:lnTo>
                      <a:lnTo>
                        <a:pt x="370" y="58"/>
                      </a:lnTo>
                      <a:lnTo>
                        <a:pt x="398" y="46"/>
                      </a:lnTo>
                      <a:lnTo>
                        <a:pt x="426" y="36"/>
                      </a:lnTo>
                      <a:lnTo>
                        <a:pt x="456" y="26"/>
                      </a:lnTo>
                      <a:lnTo>
                        <a:pt x="486" y="18"/>
                      </a:lnTo>
                      <a:lnTo>
                        <a:pt x="516" y="12"/>
                      </a:lnTo>
                      <a:lnTo>
                        <a:pt x="546" y="8"/>
                      </a:lnTo>
                      <a:lnTo>
                        <a:pt x="576" y="4"/>
                      </a:lnTo>
                      <a:lnTo>
                        <a:pt x="606" y="2"/>
                      </a:lnTo>
                      <a:lnTo>
                        <a:pt x="636" y="0"/>
                      </a:lnTo>
                      <a:lnTo>
                        <a:pt x="668" y="2"/>
                      </a:lnTo>
                      <a:lnTo>
                        <a:pt x="698" y="4"/>
                      </a:lnTo>
                      <a:lnTo>
                        <a:pt x="728" y="8"/>
                      </a:lnTo>
                      <a:lnTo>
                        <a:pt x="758" y="12"/>
                      </a:lnTo>
                      <a:lnTo>
                        <a:pt x="788" y="18"/>
                      </a:lnTo>
                      <a:lnTo>
                        <a:pt x="818" y="28"/>
                      </a:lnTo>
                      <a:lnTo>
                        <a:pt x="848" y="36"/>
                      </a:lnTo>
                      <a:lnTo>
                        <a:pt x="878" y="48"/>
                      </a:lnTo>
                      <a:lnTo>
                        <a:pt x="906" y="60"/>
                      </a:lnTo>
                      <a:lnTo>
                        <a:pt x="934" y="74"/>
                      </a:lnTo>
                      <a:lnTo>
                        <a:pt x="962" y="90"/>
                      </a:lnTo>
                      <a:lnTo>
                        <a:pt x="990" y="108"/>
                      </a:lnTo>
                      <a:lnTo>
                        <a:pt x="1016" y="126"/>
                      </a:lnTo>
                      <a:lnTo>
                        <a:pt x="1042" y="146"/>
                      </a:lnTo>
                      <a:lnTo>
                        <a:pt x="1042" y="14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57150">
                  <a:solidFill>
                    <a:schemeClr val="tx2">
                      <a:lumMod val="20000"/>
                      <a:lumOff val="80000"/>
                    </a:schemeClr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/>
                </a:p>
              </p:txBody>
            </p:sp>
            <p:sp>
              <p:nvSpPr>
                <p:cNvPr id="68" name="iṩḷïḑé"/>
                <p:cNvSpPr/>
                <p:nvPr/>
              </p:nvSpPr>
              <p:spPr>
                <a:xfrm>
                  <a:off x="5829151" y="3390009"/>
                  <a:ext cx="533699" cy="547632"/>
                </a:xfrm>
                <a:custGeom>
                  <a:avLst/>
                  <a:gdLst>
                    <a:gd name="T0" fmla="*/ 4313 w 5734"/>
                    <a:gd name="T1" fmla="*/ 3918 h 5892"/>
                    <a:gd name="T2" fmla="*/ 5734 w 5734"/>
                    <a:gd name="T3" fmla="*/ 2497 h 5892"/>
                    <a:gd name="T4" fmla="*/ 4313 w 5734"/>
                    <a:gd name="T5" fmla="*/ 1076 h 5892"/>
                    <a:gd name="T6" fmla="*/ 4149 w 5734"/>
                    <a:gd name="T7" fmla="*/ 1085 h 5892"/>
                    <a:gd name="T8" fmla="*/ 3733 w 5734"/>
                    <a:gd name="T9" fmla="*/ 378 h 5892"/>
                    <a:gd name="T10" fmla="*/ 2768 w 5734"/>
                    <a:gd name="T11" fmla="*/ 0 h 5892"/>
                    <a:gd name="T12" fmla="*/ 1389 w 5734"/>
                    <a:gd name="T13" fmla="*/ 1076 h 5892"/>
                    <a:gd name="T14" fmla="*/ 0 w 5734"/>
                    <a:gd name="T15" fmla="*/ 2497 h 5892"/>
                    <a:gd name="T16" fmla="*/ 1421 w 5734"/>
                    <a:gd name="T17" fmla="*/ 3918 h 5892"/>
                    <a:gd name="T18" fmla="*/ 2140 w 5734"/>
                    <a:gd name="T19" fmla="*/ 3918 h 5892"/>
                    <a:gd name="T20" fmla="*/ 2140 w 5734"/>
                    <a:gd name="T21" fmla="*/ 4472 h 5892"/>
                    <a:gd name="T22" fmla="*/ 1315 w 5734"/>
                    <a:gd name="T23" fmla="*/ 4472 h 5892"/>
                    <a:gd name="T24" fmla="*/ 954 w 5734"/>
                    <a:gd name="T25" fmla="*/ 4259 h 5892"/>
                    <a:gd name="T26" fmla="*/ 540 w 5734"/>
                    <a:gd name="T27" fmla="*/ 4672 h 5892"/>
                    <a:gd name="T28" fmla="*/ 954 w 5734"/>
                    <a:gd name="T29" fmla="*/ 5086 h 5892"/>
                    <a:gd name="T30" fmla="*/ 1315 w 5734"/>
                    <a:gd name="T31" fmla="*/ 4872 h 5892"/>
                    <a:gd name="T32" fmla="*/ 2340 w 5734"/>
                    <a:gd name="T33" fmla="*/ 4872 h 5892"/>
                    <a:gd name="T34" fmla="*/ 2540 w 5734"/>
                    <a:gd name="T35" fmla="*/ 4672 h 5892"/>
                    <a:gd name="T36" fmla="*/ 2540 w 5734"/>
                    <a:gd name="T37" fmla="*/ 3918 h 5892"/>
                    <a:gd name="T38" fmla="*/ 2667 w 5734"/>
                    <a:gd name="T39" fmla="*/ 3918 h 5892"/>
                    <a:gd name="T40" fmla="*/ 2667 w 5734"/>
                    <a:gd name="T41" fmla="*/ 5117 h 5892"/>
                    <a:gd name="T42" fmla="*/ 2454 w 5734"/>
                    <a:gd name="T43" fmla="*/ 5479 h 5892"/>
                    <a:gd name="T44" fmla="*/ 2867 w 5734"/>
                    <a:gd name="T45" fmla="*/ 5892 h 5892"/>
                    <a:gd name="T46" fmla="*/ 3280 w 5734"/>
                    <a:gd name="T47" fmla="*/ 5479 h 5892"/>
                    <a:gd name="T48" fmla="*/ 3067 w 5734"/>
                    <a:gd name="T49" fmla="*/ 5117 h 5892"/>
                    <a:gd name="T50" fmla="*/ 3067 w 5734"/>
                    <a:gd name="T51" fmla="*/ 3918 h 5892"/>
                    <a:gd name="T52" fmla="*/ 3194 w 5734"/>
                    <a:gd name="T53" fmla="*/ 3918 h 5892"/>
                    <a:gd name="T54" fmla="*/ 3194 w 5734"/>
                    <a:gd name="T55" fmla="*/ 4691 h 5892"/>
                    <a:gd name="T56" fmla="*/ 3394 w 5734"/>
                    <a:gd name="T57" fmla="*/ 4891 h 5892"/>
                    <a:gd name="T58" fmla="*/ 4430 w 5734"/>
                    <a:gd name="T59" fmla="*/ 4891 h 5892"/>
                    <a:gd name="T60" fmla="*/ 4780 w 5734"/>
                    <a:gd name="T61" fmla="*/ 5085 h 5892"/>
                    <a:gd name="T62" fmla="*/ 5194 w 5734"/>
                    <a:gd name="T63" fmla="*/ 4672 h 5892"/>
                    <a:gd name="T64" fmla="*/ 4780 w 5734"/>
                    <a:gd name="T65" fmla="*/ 4259 h 5892"/>
                    <a:gd name="T66" fmla="*/ 4409 w 5734"/>
                    <a:gd name="T67" fmla="*/ 4491 h 5892"/>
                    <a:gd name="T68" fmla="*/ 3594 w 5734"/>
                    <a:gd name="T69" fmla="*/ 4491 h 5892"/>
                    <a:gd name="T70" fmla="*/ 3594 w 5734"/>
                    <a:gd name="T71" fmla="*/ 3918 h 5892"/>
                    <a:gd name="T72" fmla="*/ 4313 w 5734"/>
                    <a:gd name="T73" fmla="*/ 3918 h 58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5734" h="5892">
                      <a:moveTo>
                        <a:pt x="4313" y="3918"/>
                      </a:moveTo>
                      <a:cubicBezTo>
                        <a:pt x="5096" y="3918"/>
                        <a:pt x="5734" y="3280"/>
                        <a:pt x="5734" y="2497"/>
                      </a:cubicBezTo>
                      <a:cubicBezTo>
                        <a:pt x="5734" y="1713"/>
                        <a:pt x="5096" y="1076"/>
                        <a:pt x="4313" y="1076"/>
                      </a:cubicBezTo>
                      <a:cubicBezTo>
                        <a:pt x="4258" y="1076"/>
                        <a:pt x="4203" y="1079"/>
                        <a:pt x="4149" y="1085"/>
                      </a:cubicBezTo>
                      <a:cubicBezTo>
                        <a:pt x="4084" y="816"/>
                        <a:pt x="3940" y="570"/>
                        <a:pt x="3733" y="378"/>
                      </a:cubicBezTo>
                      <a:cubicBezTo>
                        <a:pt x="3470" y="134"/>
                        <a:pt x="3127" y="0"/>
                        <a:pt x="2768" y="0"/>
                      </a:cubicBezTo>
                      <a:cubicBezTo>
                        <a:pt x="2107" y="0"/>
                        <a:pt x="1544" y="451"/>
                        <a:pt x="1389" y="1076"/>
                      </a:cubicBezTo>
                      <a:cubicBezTo>
                        <a:pt x="620" y="1093"/>
                        <a:pt x="0" y="1724"/>
                        <a:pt x="0" y="2497"/>
                      </a:cubicBezTo>
                      <a:cubicBezTo>
                        <a:pt x="0" y="3281"/>
                        <a:pt x="638" y="3918"/>
                        <a:pt x="1421" y="3918"/>
                      </a:cubicBezTo>
                      <a:lnTo>
                        <a:pt x="2140" y="3918"/>
                      </a:lnTo>
                      <a:lnTo>
                        <a:pt x="2140" y="4472"/>
                      </a:lnTo>
                      <a:lnTo>
                        <a:pt x="1315" y="4472"/>
                      </a:lnTo>
                      <a:cubicBezTo>
                        <a:pt x="1245" y="4345"/>
                        <a:pt x="1109" y="4259"/>
                        <a:pt x="954" y="4259"/>
                      </a:cubicBezTo>
                      <a:cubicBezTo>
                        <a:pt x="726" y="4259"/>
                        <a:pt x="540" y="4444"/>
                        <a:pt x="540" y="4672"/>
                      </a:cubicBezTo>
                      <a:cubicBezTo>
                        <a:pt x="540" y="4900"/>
                        <a:pt x="726" y="5086"/>
                        <a:pt x="954" y="5086"/>
                      </a:cubicBezTo>
                      <a:cubicBezTo>
                        <a:pt x="1109" y="5086"/>
                        <a:pt x="1245" y="4999"/>
                        <a:pt x="1315" y="4872"/>
                      </a:cubicBezTo>
                      <a:lnTo>
                        <a:pt x="2340" y="4872"/>
                      </a:lnTo>
                      <a:cubicBezTo>
                        <a:pt x="2451" y="4872"/>
                        <a:pt x="2540" y="4783"/>
                        <a:pt x="2540" y="4672"/>
                      </a:cubicBezTo>
                      <a:lnTo>
                        <a:pt x="2540" y="3918"/>
                      </a:lnTo>
                      <a:lnTo>
                        <a:pt x="2667" y="3918"/>
                      </a:lnTo>
                      <a:lnTo>
                        <a:pt x="2667" y="5117"/>
                      </a:lnTo>
                      <a:cubicBezTo>
                        <a:pt x="2540" y="5188"/>
                        <a:pt x="2454" y="5323"/>
                        <a:pt x="2454" y="5479"/>
                      </a:cubicBezTo>
                      <a:cubicBezTo>
                        <a:pt x="2454" y="5707"/>
                        <a:pt x="2639" y="5892"/>
                        <a:pt x="2867" y="5892"/>
                      </a:cubicBezTo>
                      <a:cubicBezTo>
                        <a:pt x="3095" y="5892"/>
                        <a:pt x="3280" y="5707"/>
                        <a:pt x="3280" y="5479"/>
                      </a:cubicBezTo>
                      <a:cubicBezTo>
                        <a:pt x="3280" y="5323"/>
                        <a:pt x="3194" y="5188"/>
                        <a:pt x="3067" y="5117"/>
                      </a:cubicBezTo>
                      <a:lnTo>
                        <a:pt x="3067" y="3918"/>
                      </a:lnTo>
                      <a:lnTo>
                        <a:pt x="3194" y="3918"/>
                      </a:lnTo>
                      <a:lnTo>
                        <a:pt x="3194" y="4691"/>
                      </a:lnTo>
                      <a:cubicBezTo>
                        <a:pt x="3194" y="4802"/>
                        <a:pt x="3283" y="4891"/>
                        <a:pt x="3394" y="4891"/>
                      </a:cubicBezTo>
                      <a:lnTo>
                        <a:pt x="4430" y="4891"/>
                      </a:lnTo>
                      <a:cubicBezTo>
                        <a:pt x="4503" y="5008"/>
                        <a:pt x="4633" y="5085"/>
                        <a:pt x="4780" y="5085"/>
                      </a:cubicBezTo>
                      <a:cubicBezTo>
                        <a:pt x="5008" y="5085"/>
                        <a:pt x="5194" y="4900"/>
                        <a:pt x="5194" y="4672"/>
                      </a:cubicBezTo>
                      <a:cubicBezTo>
                        <a:pt x="5194" y="4444"/>
                        <a:pt x="5008" y="4259"/>
                        <a:pt x="4780" y="4259"/>
                      </a:cubicBezTo>
                      <a:cubicBezTo>
                        <a:pt x="4617" y="4259"/>
                        <a:pt x="4476" y="4354"/>
                        <a:pt x="4409" y="4491"/>
                      </a:cubicBezTo>
                      <a:lnTo>
                        <a:pt x="3594" y="4491"/>
                      </a:lnTo>
                      <a:lnTo>
                        <a:pt x="3594" y="3918"/>
                      </a:lnTo>
                      <a:lnTo>
                        <a:pt x="4313" y="391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>
                  <a:miter lim="400000"/>
                </a:ln>
              </p:spPr>
              <p:txBody>
                <a:bodyPr lIns="19045" tIns="19045" rIns="19045" bIns="19045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defTabSz="2286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 sz="3000" cap="none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sz="15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endParaRPr>
                </a:p>
              </p:txBody>
            </p:sp>
          </p:grpSp>
        </p:grpSp>
        <p:cxnSp>
          <p:nvCxnSpPr>
            <p:cNvPr id="62" name="直接连接符 61"/>
            <p:cNvCxnSpPr/>
            <p:nvPr/>
          </p:nvCxnSpPr>
          <p:spPr>
            <a:xfrm>
              <a:off x="4143160" y="4554000"/>
              <a:ext cx="0" cy="1589625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7990883" y="4554000"/>
              <a:ext cx="0" cy="1589625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4.3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34" name="fe4f6d2b-596d-407c-a481-6e18eac9b7c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05389" y="1123950"/>
            <a:ext cx="10981221" cy="5019675"/>
            <a:chOff x="605389" y="1123950"/>
            <a:chExt cx="10981221" cy="5019675"/>
          </a:xfrm>
        </p:grpSpPr>
        <p:grpSp>
          <p:nvGrpSpPr>
            <p:cNvPr id="35" name="i$1íd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>
              <a:grpSpLocks noChangeAspect="1"/>
            </p:cNvGrpSpPr>
            <p:nvPr/>
          </p:nvGrpSpPr>
          <p:grpSpPr>
            <a:xfrm>
              <a:off x="605389" y="2216299"/>
              <a:ext cx="10981221" cy="3004656"/>
              <a:chOff x="605390" y="2216299"/>
              <a:chExt cx="10981221" cy="3004656"/>
            </a:xfrm>
          </p:grpSpPr>
          <p:sp>
            <p:nvSpPr>
              <p:cNvPr id="40" name="îSḻiḓé"/>
              <p:cNvSpPr/>
              <p:nvPr/>
            </p:nvSpPr>
            <p:spPr>
              <a:xfrm>
                <a:off x="1003892" y="2312876"/>
                <a:ext cx="1318437" cy="131843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41" name="íṡľíďe"/>
              <p:cNvSpPr/>
              <p:nvPr/>
            </p:nvSpPr>
            <p:spPr>
              <a:xfrm>
                <a:off x="907315" y="2216299"/>
                <a:ext cx="1511591" cy="1511591"/>
              </a:xfrm>
              <a:prstGeom prst="ellipse">
                <a:avLst/>
              </a:prstGeom>
              <a:noFill/>
              <a:ln w="12700">
                <a:solidFill>
                  <a:schemeClr val="accent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42" name="iş1îde"/>
              <p:cNvSpPr/>
              <p:nvPr/>
            </p:nvSpPr>
            <p:spPr bwMode="auto">
              <a:xfrm>
                <a:off x="1466280" y="2775264"/>
                <a:ext cx="393661" cy="393661"/>
              </a:xfrm>
              <a:custGeom>
                <a:avLst/>
                <a:gdLst/>
                <a:ahLst/>
                <a:cxnLst>
                  <a:cxn ang="0">
                    <a:pos x="224" y="12"/>
                  </a:cxn>
                  <a:cxn ang="0">
                    <a:pos x="188" y="0"/>
                  </a:cxn>
                  <a:cxn ang="0">
                    <a:pos x="168" y="4"/>
                  </a:cxn>
                  <a:cxn ang="0">
                    <a:pos x="112" y="54"/>
                  </a:cxn>
                  <a:cxn ang="0">
                    <a:pos x="110" y="54"/>
                  </a:cxn>
                  <a:cxn ang="0">
                    <a:pos x="28" y="138"/>
                  </a:cxn>
                  <a:cxn ang="0">
                    <a:pos x="20" y="152"/>
                  </a:cxn>
                  <a:cxn ang="0">
                    <a:pos x="0" y="228"/>
                  </a:cxn>
                  <a:cxn ang="0">
                    <a:pos x="8" y="248"/>
                  </a:cxn>
                  <a:cxn ang="0">
                    <a:pos x="28" y="256"/>
                  </a:cxn>
                  <a:cxn ang="0">
                    <a:pos x="106" y="236"/>
                  </a:cxn>
                  <a:cxn ang="0">
                    <a:pos x="240" y="106"/>
                  </a:cxn>
                  <a:cxn ang="0">
                    <a:pos x="252" y="86"/>
                  </a:cxn>
                  <a:cxn ang="0">
                    <a:pos x="254" y="52"/>
                  </a:cxn>
                  <a:cxn ang="0">
                    <a:pos x="236" y="20"/>
                  </a:cxn>
                  <a:cxn ang="0">
                    <a:pos x="126" y="180"/>
                  </a:cxn>
                  <a:cxn ang="0">
                    <a:pos x="198" y="94"/>
                  </a:cxn>
                  <a:cxn ang="0">
                    <a:pos x="196" y="126"/>
                  </a:cxn>
                  <a:cxn ang="0">
                    <a:pos x="190" y="134"/>
                  </a:cxn>
                  <a:cxn ang="0">
                    <a:pos x="128" y="196"/>
                  </a:cxn>
                  <a:cxn ang="0">
                    <a:pos x="118" y="162"/>
                  </a:cxn>
                  <a:cxn ang="0">
                    <a:pos x="100" y="142"/>
                  </a:cxn>
                  <a:cxn ang="0">
                    <a:pos x="168" y="60"/>
                  </a:cxn>
                  <a:cxn ang="0">
                    <a:pos x="184" y="72"/>
                  </a:cxn>
                  <a:cxn ang="0">
                    <a:pos x="118" y="162"/>
                  </a:cxn>
                  <a:cxn ang="0">
                    <a:pos x="72" y="130"/>
                  </a:cxn>
                  <a:cxn ang="0">
                    <a:pos x="122" y="66"/>
                  </a:cxn>
                  <a:cxn ang="0">
                    <a:pos x="150" y="56"/>
                  </a:cxn>
                  <a:cxn ang="0">
                    <a:pos x="34" y="238"/>
                  </a:cxn>
                  <a:cxn ang="0">
                    <a:pos x="28" y="240"/>
                  </a:cxn>
                  <a:cxn ang="0">
                    <a:pos x="16" y="232"/>
                  </a:cxn>
                  <a:cxn ang="0">
                    <a:pos x="16" y="224"/>
                  </a:cxn>
                  <a:cxn ang="0">
                    <a:pos x="32" y="194"/>
                  </a:cxn>
                  <a:cxn ang="0">
                    <a:pos x="52" y="204"/>
                  </a:cxn>
                  <a:cxn ang="0">
                    <a:pos x="60" y="218"/>
                  </a:cxn>
                  <a:cxn ang="0">
                    <a:pos x="34" y="238"/>
                  </a:cxn>
                  <a:cxn ang="0">
                    <a:pos x="70" y="222"/>
                  </a:cxn>
                  <a:cxn ang="0">
                    <a:pos x="58" y="198"/>
                  </a:cxn>
                  <a:cxn ang="0">
                    <a:pos x="44" y="188"/>
                  </a:cxn>
                  <a:cxn ang="0">
                    <a:pos x="36" y="156"/>
                  </a:cxn>
                  <a:cxn ang="0">
                    <a:pos x="38" y="150"/>
                  </a:cxn>
                  <a:cxn ang="0">
                    <a:pos x="60" y="144"/>
                  </a:cxn>
                  <a:cxn ang="0">
                    <a:pos x="82" y="150"/>
                  </a:cxn>
                  <a:cxn ang="0">
                    <a:pos x="96" y="160"/>
                  </a:cxn>
                  <a:cxn ang="0">
                    <a:pos x="110" y="182"/>
                  </a:cxn>
                  <a:cxn ang="0">
                    <a:pos x="110" y="206"/>
                  </a:cxn>
                  <a:cxn ang="0">
                    <a:pos x="104" y="220"/>
                  </a:cxn>
                  <a:cxn ang="0">
                    <a:pos x="230" y="94"/>
                  </a:cxn>
                  <a:cxn ang="0">
                    <a:pos x="216" y="102"/>
                  </a:cxn>
                  <a:cxn ang="0">
                    <a:pos x="210" y="80"/>
                  </a:cxn>
                  <a:cxn ang="0">
                    <a:pos x="196" y="60"/>
                  </a:cxn>
                  <a:cxn ang="0">
                    <a:pos x="162" y="42"/>
                  </a:cxn>
                  <a:cxn ang="0">
                    <a:pos x="162" y="26"/>
                  </a:cxn>
                  <a:cxn ang="0">
                    <a:pos x="180" y="16"/>
                  </a:cxn>
                  <a:cxn ang="0">
                    <a:pos x="198" y="18"/>
                  </a:cxn>
                  <a:cxn ang="0">
                    <a:pos x="224" y="32"/>
                  </a:cxn>
                  <a:cxn ang="0">
                    <a:pos x="236" y="48"/>
                  </a:cxn>
                  <a:cxn ang="0">
                    <a:pos x="240" y="66"/>
                  </a:cxn>
                  <a:cxn ang="0">
                    <a:pos x="234" y="88"/>
                  </a:cxn>
                </a:cxnLst>
                <a:rect l="0" t="0" r="r" b="b"/>
                <a:pathLst>
                  <a:path w="256" h="256">
                    <a:moveTo>
                      <a:pt x="236" y="20"/>
                    </a:moveTo>
                    <a:lnTo>
                      <a:pt x="236" y="20"/>
                    </a:lnTo>
                    <a:lnTo>
                      <a:pt x="224" y="12"/>
                    </a:lnTo>
                    <a:lnTo>
                      <a:pt x="212" y="6"/>
                    </a:lnTo>
                    <a:lnTo>
                      <a:pt x="200" y="2"/>
                    </a:lnTo>
                    <a:lnTo>
                      <a:pt x="188" y="0"/>
                    </a:lnTo>
                    <a:lnTo>
                      <a:pt x="188" y="0"/>
                    </a:lnTo>
                    <a:lnTo>
                      <a:pt x="178" y="0"/>
                    </a:lnTo>
                    <a:lnTo>
                      <a:pt x="168" y="4"/>
                    </a:lnTo>
                    <a:lnTo>
                      <a:pt x="158" y="8"/>
                    </a:lnTo>
                    <a:lnTo>
                      <a:pt x="150" y="16"/>
                    </a:lnTo>
                    <a:lnTo>
                      <a:pt x="112" y="54"/>
                    </a:lnTo>
                    <a:lnTo>
                      <a:pt x="112" y="54"/>
                    </a:lnTo>
                    <a:lnTo>
                      <a:pt x="110" y="54"/>
                    </a:lnTo>
                    <a:lnTo>
                      <a:pt x="110" y="54"/>
                    </a:lnTo>
                    <a:lnTo>
                      <a:pt x="110" y="54"/>
                    </a:lnTo>
                    <a:lnTo>
                      <a:pt x="110" y="54"/>
                    </a:lnTo>
                    <a:lnTo>
                      <a:pt x="28" y="138"/>
                    </a:lnTo>
                    <a:lnTo>
                      <a:pt x="28" y="138"/>
                    </a:lnTo>
                    <a:lnTo>
                      <a:pt x="24" y="144"/>
                    </a:lnTo>
                    <a:lnTo>
                      <a:pt x="20" y="152"/>
                    </a:lnTo>
                    <a:lnTo>
                      <a:pt x="2" y="220"/>
                    </a:lnTo>
                    <a:lnTo>
                      <a:pt x="2" y="220"/>
                    </a:lnTo>
                    <a:lnTo>
                      <a:pt x="0" y="228"/>
                    </a:lnTo>
                    <a:lnTo>
                      <a:pt x="0" y="228"/>
                    </a:lnTo>
                    <a:lnTo>
                      <a:pt x="2" y="238"/>
                    </a:lnTo>
                    <a:lnTo>
                      <a:pt x="8" y="248"/>
                    </a:lnTo>
                    <a:lnTo>
                      <a:pt x="18" y="254"/>
                    </a:lnTo>
                    <a:lnTo>
                      <a:pt x="28" y="256"/>
                    </a:lnTo>
                    <a:lnTo>
                      <a:pt x="28" y="256"/>
                    </a:lnTo>
                    <a:lnTo>
                      <a:pt x="38" y="254"/>
                    </a:lnTo>
                    <a:lnTo>
                      <a:pt x="106" y="236"/>
                    </a:lnTo>
                    <a:lnTo>
                      <a:pt x="106" y="236"/>
                    </a:lnTo>
                    <a:lnTo>
                      <a:pt x="112" y="234"/>
                    </a:lnTo>
                    <a:lnTo>
                      <a:pt x="118" y="228"/>
                    </a:lnTo>
                    <a:lnTo>
                      <a:pt x="240" y="106"/>
                    </a:lnTo>
                    <a:lnTo>
                      <a:pt x="240" y="106"/>
                    </a:lnTo>
                    <a:lnTo>
                      <a:pt x="248" y="96"/>
                    </a:lnTo>
                    <a:lnTo>
                      <a:pt x="252" y="86"/>
                    </a:lnTo>
                    <a:lnTo>
                      <a:pt x="256" y="76"/>
                    </a:lnTo>
                    <a:lnTo>
                      <a:pt x="256" y="64"/>
                    </a:lnTo>
                    <a:lnTo>
                      <a:pt x="254" y="52"/>
                    </a:lnTo>
                    <a:lnTo>
                      <a:pt x="250" y="42"/>
                    </a:lnTo>
                    <a:lnTo>
                      <a:pt x="244" y="30"/>
                    </a:lnTo>
                    <a:lnTo>
                      <a:pt x="236" y="20"/>
                    </a:lnTo>
                    <a:close/>
                    <a:moveTo>
                      <a:pt x="128" y="190"/>
                    </a:moveTo>
                    <a:lnTo>
                      <a:pt x="128" y="190"/>
                    </a:lnTo>
                    <a:lnTo>
                      <a:pt x="126" y="180"/>
                    </a:lnTo>
                    <a:lnTo>
                      <a:pt x="122" y="170"/>
                    </a:lnTo>
                    <a:lnTo>
                      <a:pt x="198" y="94"/>
                    </a:lnTo>
                    <a:lnTo>
                      <a:pt x="198" y="94"/>
                    </a:lnTo>
                    <a:lnTo>
                      <a:pt x="200" y="104"/>
                    </a:lnTo>
                    <a:lnTo>
                      <a:pt x="200" y="116"/>
                    </a:lnTo>
                    <a:lnTo>
                      <a:pt x="196" y="126"/>
                    </a:lnTo>
                    <a:lnTo>
                      <a:pt x="190" y="134"/>
                    </a:lnTo>
                    <a:lnTo>
                      <a:pt x="190" y="134"/>
                    </a:lnTo>
                    <a:lnTo>
                      <a:pt x="190" y="134"/>
                    </a:lnTo>
                    <a:lnTo>
                      <a:pt x="190" y="134"/>
                    </a:lnTo>
                    <a:lnTo>
                      <a:pt x="128" y="196"/>
                    </a:lnTo>
                    <a:lnTo>
                      <a:pt x="128" y="196"/>
                    </a:lnTo>
                    <a:lnTo>
                      <a:pt x="128" y="190"/>
                    </a:lnTo>
                    <a:close/>
                    <a:moveTo>
                      <a:pt x="118" y="162"/>
                    </a:moveTo>
                    <a:lnTo>
                      <a:pt x="118" y="162"/>
                    </a:lnTo>
                    <a:lnTo>
                      <a:pt x="108" y="148"/>
                    </a:lnTo>
                    <a:lnTo>
                      <a:pt x="108" y="148"/>
                    </a:lnTo>
                    <a:lnTo>
                      <a:pt x="100" y="142"/>
                    </a:lnTo>
                    <a:lnTo>
                      <a:pt x="92" y="136"/>
                    </a:lnTo>
                    <a:lnTo>
                      <a:pt x="168" y="60"/>
                    </a:lnTo>
                    <a:lnTo>
                      <a:pt x="168" y="60"/>
                    </a:lnTo>
                    <a:lnTo>
                      <a:pt x="176" y="64"/>
                    </a:lnTo>
                    <a:lnTo>
                      <a:pt x="184" y="72"/>
                    </a:lnTo>
                    <a:lnTo>
                      <a:pt x="184" y="72"/>
                    </a:lnTo>
                    <a:lnTo>
                      <a:pt x="190" y="78"/>
                    </a:lnTo>
                    <a:lnTo>
                      <a:pt x="194" y="86"/>
                    </a:lnTo>
                    <a:lnTo>
                      <a:pt x="118" y="162"/>
                    </a:lnTo>
                    <a:close/>
                    <a:moveTo>
                      <a:pt x="84" y="132"/>
                    </a:moveTo>
                    <a:lnTo>
                      <a:pt x="84" y="132"/>
                    </a:lnTo>
                    <a:lnTo>
                      <a:pt x="72" y="130"/>
                    </a:lnTo>
                    <a:lnTo>
                      <a:pt x="60" y="128"/>
                    </a:lnTo>
                    <a:lnTo>
                      <a:pt x="122" y="66"/>
                    </a:lnTo>
                    <a:lnTo>
                      <a:pt x="122" y="66"/>
                    </a:lnTo>
                    <a:lnTo>
                      <a:pt x="130" y="60"/>
                    </a:lnTo>
                    <a:lnTo>
                      <a:pt x="140" y="56"/>
                    </a:lnTo>
                    <a:lnTo>
                      <a:pt x="150" y="56"/>
                    </a:lnTo>
                    <a:lnTo>
                      <a:pt x="160" y="58"/>
                    </a:lnTo>
                    <a:lnTo>
                      <a:pt x="84" y="132"/>
                    </a:lnTo>
                    <a:close/>
                    <a:moveTo>
                      <a:pt x="34" y="238"/>
                    </a:moveTo>
                    <a:lnTo>
                      <a:pt x="34" y="238"/>
                    </a:lnTo>
                    <a:lnTo>
                      <a:pt x="28" y="240"/>
                    </a:lnTo>
                    <a:lnTo>
                      <a:pt x="28" y="240"/>
                    </a:lnTo>
                    <a:lnTo>
                      <a:pt x="24" y="240"/>
                    </a:lnTo>
                    <a:lnTo>
                      <a:pt x="20" y="236"/>
                    </a:lnTo>
                    <a:lnTo>
                      <a:pt x="16" y="232"/>
                    </a:lnTo>
                    <a:lnTo>
                      <a:pt x="16" y="228"/>
                    </a:lnTo>
                    <a:lnTo>
                      <a:pt x="16" y="228"/>
                    </a:lnTo>
                    <a:lnTo>
                      <a:pt x="16" y="224"/>
                    </a:lnTo>
                    <a:lnTo>
                      <a:pt x="26" y="192"/>
                    </a:lnTo>
                    <a:lnTo>
                      <a:pt x="26" y="192"/>
                    </a:lnTo>
                    <a:lnTo>
                      <a:pt x="32" y="194"/>
                    </a:lnTo>
                    <a:lnTo>
                      <a:pt x="40" y="196"/>
                    </a:lnTo>
                    <a:lnTo>
                      <a:pt x="46" y="200"/>
                    </a:lnTo>
                    <a:lnTo>
                      <a:pt x="52" y="204"/>
                    </a:lnTo>
                    <a:lnTo>
                      <a:pt x="52" y="204"/>
                    </a:lnTo>
                    <a:lnTo>
                      <a:pt x="58" y="210"/>
                    </a:lnTo>
                    <a:lnTo>
                      <a:pt x="60" y="218"/>
                    </a:lnTo>
                    <a:lnTo>
                      <a:pt x="62" y="224"/>
                    </a:lnTo>
                    <a:lnTo>
                      <a:pt x="64" y="232"/>
                    </a:lnTo>
                    <a:lnTo>
                      <a:pt x="34" y="238"/>
                    </a:lnTo>
                    <a:close/>
                    <a:moveTo>
                      <a:pt x="70" y="230"/>
                    </a:moveTo>
                    <a:lnTo>
                      <a:pt x="70" y="230"/>
                    </a:lnTo>
                    <a:lnTo>
                      <a:pt x="70" y="222"/>
                    </a:lnTo>
                    <a:lnTo>
                      <a:pt x="68" y="214"/>
                    </a:lnTo>
                    <a:lnTo>
                      <a:pt x="64" y="206"/>
                    </a:lnTo>
                    <a:lnTo>
                      <a:pt x="58" y="198"/>
                    </a:lnTo>
                    <a:lnTo>
                      <a:pt x="58" y="198"/>
                    </a:lnTo>
                    <a:lnTo>
                      <a:pt x="50" y="192"/>
                    </a:lnTo>
                    <a:lnTo>
                      <a:pt x="44" y="188"/>
                    </a:lnTo>
                    <a:lnTo>
                      <a:pt x="36" y="186"/>
                    </a:lnTo>
                    <a:lnTo>
                      <a:pt x="28" y="184"/>
                    </a:lnTo>
                    <a:lnTo>
                      <a:pt x="36" y="156"/>
                    </a:lnTo>
                    <a:lnTo>
                      <a:pt x="36" y="156"/>
                    </a:lnTo>
                    <a:lnTo>
                      <a:pt x="38" y="150"/>
                    </a:lnTo>
                    <a:lnTo>
                      <a:pt x="38" y="150"/>
                    </a:lnTo>
                    <a:lnTo>
                      <a:pt x="44" y="146"/>
                    </a:lnTo>
                    <a:lnTo>
                      <a:pt x="52" y="144"/>
                    </a:lnTo>
                    <a:lnTo>
                      <a:pt x="60" y="144"/>
                    </a:lnTo>
                    <a:lnTo>
                      <a:pt x="68" y="144"/>
                    </a:lnTo>
                    <a:lnTo>
                      <a:pt x="74" y="146"/>
                    </a:lnTo>
                    <a:lnTo>
                      <a:pt x="82" y="150"/>
                    </a:lnTo>
                    <a:lnTo>
                      <a:pt x="90" y="154"/>
                    </a:lnTo>
                    <a:lnTo>
                      <a:pt x="96" y="160"/>
                    </a:lnTo>
                    <a:lnTo>
                      <a:pt x="96" y="160"/>
                    </a:lnTo>
                    <a:lnTo>
                      <a:pt x="102" y="166"/>
                    </a:lnTo>
                    <a:lnTo>
                      <a:pt x="108" y="174"/>
                    </a:lnTo>
                    <a:lnTo>
                      <a:pt x="110" y="182"/>
                    </a:lnTo>
                    <a:lnTo>
                      <a:pt x="112" y="190"/>
                    </a:lnTo>
                    <a:lnTo>
                      <a:pt x="112" y="198"/>
                    </a:lnTo>
                    <a:lnTo>
                      <a:pt x="110" y="206"/>
                    </a:lnTo>
                    <a:lnTo>
                      <a:pt x="108" y="214"/>
                    </a:lnTo>
                    <a:lnTo>
                      <a:pt x="104" y="220"/>
                    </a:lnTo>
                    <a:lnTo>
                      <a:pt x="104" y="220"/>
                    </a:lnTo>
                    <a:lnTo>
                      <a:pt x="100" y="222"/>
                    </a:lnTo>
                    <a:lnTo>
                      <a:pt x="70" y="230"/>
                    </a:lnTo>
                    <a:close/>
                    <a:moveTo>
                      <a:pt x="230" y="94"/>
                    </a:moveTo>
                    <a:lnTo>
                      <a:pt x="216" y="108"/>
                    </a:lnTo>
                    <a:lnTo>
                      <a:pt x="216" y="108"/>
                    </a:lnTo>
                    <a:lnTo>
                      <a:pt x="216" y="102"/>
                    </a:lnTo>
                    <a:lnTo>
                      <a:pt x="216" y="102"/>
                    </a:lnTo>
                    <a:lnTo>
                      <a:pt x="214" y="90"/>
                    </a:lnTo>
                    <a:lnTo>
                      <a:pt x="210" y="80"/>
                    </a:lnTo>
                    <a:lnTo>
                      <a:pt x="204" y="70"/>
                    </a:lnTo>
                    <a:lnTo>
                      <a:pt x="196" y="60"/>
                    </a:lnTo>
                    <a:lnTo>
                      <a:pt x="196" y="60"/>
                    </a:lnTo>
                    <a:lnTo>
                      <a:pt x="186" y="52"/>
                    </a:lnTo>
                    <a:lnTo>
                      <a:pt x="174" y="46"/>
                    </a:lnTo>
                    <a:lnTo>
                      <a:pt x="162" y="42"/>
                    </a:lnTo>
                    <a:lnTo>
                      <a:pt x="148" y="40"/>
                    </a:lnTo>
                    <a:lnTo>
                      <a:pt x="162" y="26"/>
                    </a:lnTo>
                    <a:lnTo>
                      <a:pt x="162" y="26"/>
                    </a:lnTo>
                    <a:lnTo>
                      <a:pt x="168" y="22"/>
                    </a:lnTo>
                    <a:lnTo>
                      <a:pt x="174" y="18"/>
                    </a:lnTo>
                    <a:lnTo>
                      <a:pt x="180" y="16"/>
                    </a:lnTo>
                    <a:lnTo>
                      <a:pt x="188" y="16"/>
                    </a:lnTo>
                    <a:lnTo>
                      <a:pt x="188" y="16"/>
                    </a:lnTo>
                    <a:lnTo>
                      <a:pt x="198" y="18"/>
                    </a:lnTo>
                    <a:lnTo>
                      <a:pt x="206" y="20"/>
                    </a:lnTo>
                    <a:lnTo>
                      <a:pt x="216" y="26"/>
                    </a:lnTo>
                    <a:lnTo>
                      <a:pt x="224" y="32"/>
                    </a:lnTo>
                    <a:lnTo>
                      <a:pt x="224" y="32"/>
                    </a:lnTo>
                    <a:lnTo>
                      <a:pt x="230" y="40"/>
                    </a:lnTo>
                    <a:lnTo>
                      <a:pt x="236" y="48"/>
                    </a:lnTo>
                    <a:lnTo>
                      <a:pt x="238" y="56"/>
                    </a:lnTo>
                    <a:lnTo>
                      <a:pt x="240" y="66"/>
                    </a:lnTo>
                    <a:lnTo>
                      <a:pt x="240" y="66"/>
                    </a:lnTo>
                    <a:lnTo>
                      <a:pt x="240" y="74"/>
                    </a:lnTo>
                    <a:lnTo>
                      <a:pt x="238" y="82"/>
                    </a:lnTo>
                    <a:lnTo>
                      <a:pt x="234" y="88"/>
                    </a:lnTo>
                    <a:lnTo>
                      <a:pt x="230" y="94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3" name="îṣľíde"/>
              <p:cNvSpPr/>
              <p:nvPr/>
            </p:nvSpPr>
            <p:spPr>
              <a:xfrm>
                <a:off x="3226096" y="2312876"/>
                <a:ext cx="1318437" cy="131843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44" name="ïṣḷiḍé"/>
              <p:cNvSpPr/>
              <p:nvPr/>
            </p:nvSpPr>
            <p:spPr>
              <a:xfrm>
                <a:off x="3129519" y="2216299"/>
                <a:ext cx="1511591" cy="1511591"/>
              </a:xfrm>
              <a:prstGeom prst="ellipse">
                <a:avLst/>
              </a:prstGeom>
              <a:noFill/>
              <a:ln w="12700">
                <a:solidFill>
                  <a:schemeClr val="accent2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íśḻïḓe"/>
              <p:cNvSpPr/>
              <p:nvPr/>
            </p:nvSpPr>
            <p:spPr>
              <a:xfrm>
                <a:off x="5448301" y="2312876"/>
                <a:ext cx="1318437" cy="131843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46" name="ïṡḷïďé"/>
              <p:cNvSpPr/>
              <p:nvPr/>
            </p:nvSpPr>
            <p:spPr>
              <a:xfrm>
                <a:off x="5351724" y="2216299"/>
                <a:ext cx="1511591" cy="1511591"/>
              </a:xfrm>
              <a:prstGeom prst="ellipse">
                <a:avLst/>
              </a:prstGeom>
              <a:noFill/>
              <a:ln w="12700">
                <a:solidFill>
                  <a:schemeClr val="accent3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47" name="íṡļídé"/>
              <p:cNvSpPr/>
              <p:nvPr/>
            </p:nvSpPr>
            <p:spPr>
              <a:xfrm>
                <a:off x="9892710" y="2312876"/>
                <a:ext cx="1318437" cy="1318437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48" name="išḷîḓê"/>
              <p:cNvSpPr/>
              <p:nvPr/>
            </p:nvSpPr>
            <p:spPr>
              <a:xfrm>
                <a:off x="9796133" y="2216299"/>
                <a:ext cx="1511591" cy="1511591"/>
              </a:xfrm>
              <a:prstGeom prst="ellipse">
                <a:avLst/>
              </a:prstGeom>
              <a:noFill/>
              <a:ln w="12700">
                <a:solidFill>
                  <a:schemeClr val="accent6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49" name="îśḻïḋe"/>
              <p:cNvSpPr/>
              <p:nvPr/>
            </p:nvSpPr>
            <p:spPr>
              <a:xfrm>
                <a:off x="7670505" y="2312876"/>
                <a:ext cx="1318437" cy="131843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50" name="ïṡ1ïďé"/>
              <p:cNvSpPr/>
              <p:nvPr/>
            </p:nvSpPr>
            <p:spPr>
              <a:xfrm>
                <a:off x="7573928" y="2216299"/>
                <a:ext cx="1511591" cy="1511591"/>
              </a:xfrm>
              <a:prstGeom prst="ellipse">
                <a:avLst/>
              </a:prstGeom>
              <a:noFill/>
              <a:ln w="12700">
                <a:solidFill>
                  <a:schemeClr val="accent4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51" name="îśḷïdé"/>
              <p:cNvGrpSpPr/>
              <p:nvPr/>
            </p:nvGrpSpPr>
            <p:grpSpPr>
              <a:xfrm>
                <a:off x="3688235" y="2807166"/>
                <a:ext cx="390942" cy="329856"/>
                <a:chOff x="6400800" y="2000250"/>
                <a:chExt cx="406400" cy="342900"/>
              </a:xfrm>
              <a:solidFill>
                <a:schemeClr val="bg2"/>
              </a:solidFill>
            </p:grpSpPr>
            <p:sp>
              <p:nvSpPr>
                <p:cNvPr id="80" name="iślïḓé"/>
                <p:cNvSpPr/>
                <p:nvPr/>
              </p:nvSpPr>
              <p:spPr bwMode="auto">
                <a:xfrm>
                  <a:off x="6502400" y="2089150"/>
                  <a:ext cx="203200" cy="203200"/>
                </a:xfrm>
                <a:custGeom>
                  <a:avLst/>
                  <a:gdLst/>
                  <a:ahLst/>
                  <a:cxnLst>
                    <a:cxn ang="0">
                      <a:pos x="64" y="0"/>
                    </a:cxn>
                    <a:cxn ang="0">
                      <a:pos x="40" y="6"/>
                    </a:cxn>
                    <a:cxn ang="0">
                      <a:pos x="18" y="18"/>
                    </a:cxn>
                    <a:cxn ang="0">
                      <a:pos x="6" y="40"/>
                    </a:cxn>
                    <a:cxn ang="0">
                      <a:pos x="0" y="64"/>
                    </a:cxn>
                    <a:cxn ang="0">
                      <a:pos x="2" y="76"/>
                    </a:cxn>
                    <a:cxn ang="0">
                      <a:pos x="10" y="100"/>
                    </a:cxn>
                    <a:cxn ang="0">
                      <a:pos x="28" y="118"/>
                    </a:cxn>
                    <a:cxn ang="0">
                      <a:pos x="52" y="126"/>
                    </a:cxn>
                    <a:cxn ang="0">
                      <a:pos x="64" y="128"/>
                    </a:cxn>
                    <a:cxn ang="0">
                      <a:pos x="88" y="122"/>
                    </a:cxn>
                    <a:cxn ang="0">
                      <a:pos x="110" y="110"/>
                    </a:cxn>
                    <a:cxn ang="0">
                      <a:pos x="122" y="88"/>
                    </a:cxn>
                    <a:cxn ang="0">
                      <a:pos x="128" y="64"/>
                    </a:cxn>
                    <a:cxn ang="0">
                      <a:pos x="126" y="52"/>
                    </a:cxn>
                    <a:cxn ang="0">
                      <a:pos x="118" y="28"/>
                    </a:cxn>
                    <a:cxn ang="0">
                      <a:pos x="100" y="10"/>
                    </a:cxn>
                    <a:cxn ang="0">
                      <a:pos x="76" y="2"/>
                    </a:cxn>
                    <a:cxn ang="0">
                      <a:pos x="100" y="96"/>
                    </a:cxn>
                    <a:cxn ang="0">
                      <a:pos x="94" y="102"/>
                    </a:cxn>
                    <a:cxn ang="0">
                      <a:pos x="76" y="110"/>
                    </a:cxn>
                    <a:cxn ang="0">
                      <a:pos x="58" y="112"/>
                    </a:cxn>
                    <a:cxn ang="0">
                      <a:pos x="40" y="106"/>
                    </a:cxn>
                    <a:cxn ang="0">
                      <a:pos x="32" y="100"/>
                    </a:cxn>
                    <a:cxn ang="0">
                      <a:pos x="22" y="86"/>
                    </a:cxn>
                    <a:cxn ang="0">
                      <a:pos x="16" y="68"/>
                    </a:cxn>
                    <a:cxn ang="0">
                      <a:pos x="18" y="50"/>
                    </a:cxn>
                    <a:cxn ang="0">
                      <a:pos x="28" y="32"/>
                    </a:cxn>
                    <a:cxn ang="0">
                      <a:pos x="34" y="26"/>
                    </a:cxn>
                    <a:cxn ang="0">
                      <a:pos x="52" y="18"/>
                    </a:cxn>
                    <a:cxn ang="0">
                      <a:pos x="70" y="16"/>
                    </a:cxn>
                    <a:cxn ang="0">
                      <a:pos x="88" y="22"/>
                    </a:cxn>
                    <a:cxn ang="0">
                      <a:pos x="96" y="28"/>
                    </a:cxn>
                    <a:cxn ang="0">
                      <a:pos x="106" y="42"/>
                    </a:cxn>
                    <a:cxn ang="0">
                      <a:pos x="112" y="60"/>
                    </a:cxn>
                    <a:cxn ang="0">
                      <a:pos x="110" y="78"/>
                    </a:cxn>
                    <a:cxn ang="0">
                      <a:pos x="100" y="96"/>
                    </a:cxn>
                  </a:cxnLst>
                  <a:rect l="0" t="0" r="r" b="b"/>
                  <a:pathLst>
                    <a:path w="128" h="128">
                      <a:moveTo>
                        <a:pt x="64" y="0"/>
                      </a:moveTo>
                      <a:lnTo>
                        <a:pt x="64" y="0"/>
                      </a:lnTo>
                      <a:lnTo>
                        <a:pt x="52" y="2"/>
                      </a:lnTo>
                      <a:lnTo>
                        <a:pt x="40" y="6"/>
                      </a:lnTo>
                      <a:lnTo>
                        <a:pt x="28" y="10"/>
                      </a:lnTo>
                      <a:lnTo>
                        <a:pt x="18" y="18"/>
                      </a:lnTo>
                      <a:lnTo>
                        <a:pt x="10" y="28"/>
                      </a:lnTo>
                      <a:lnTo>
                        <a:pt x="6" y="40"/>
                      </a:lnTo>
                      <a:lnTo>
                        <a:pt x="2" y="52"/>
                      </a:lnTo>
                      <a:lnTo>
                        <a:pt x="0" y="64"/>
                      </a:lnTo>
                      <a:lnTo>
                        <a:pt x="0" y="64"/>
                      </a:lnTo>
                      <a:lnTo>
                        <a:pt x="2" y="76"/>
                      </a:lnTo>
                      <a:lnTo>
                        <a:pt x="6" y="88"/>
                      </a:lnTo>
                      <a:lnTo>
                        <a:pt x="10" y="100"/>
                      </a:lnTo>
                      <a:lnTo>
                        <a:pt x="18" y="110"/>
                      </a:lnTo>
                      <a:lnTo>
                        <a:pt x="28" y="118"/>
                      </a:lnTo>
                      <a:lnTo>
                        <a:pt x="40" y="122"/>
                      </a:lnTo>
                      <a:lnTo>
                        <a:pt x="52" y="126"/>
                      </a:lnTo>
                      <a:lnTo>
                        <a:pt x="64" y="128"/>
                      </a:lnTo>
                      <a:lnTo>
                        <a:pt x="64" y="128"/>
                      </a:lnTo>
                      <a:lnTo>
                        <a:pt x="76" y="126"/>
                      </a:lnTo>
                      <a:lnTo>
                        <a:pt x="88" y="122"/>
                      </a:lnTo>
                      <a:lnTo>
                        <a:pt x="100" y="118"/>
                      </a:lnTo>
                      <a:lnTo>
                        <a:pt x="110" y="110"/>
                      </a:lnTo>
                      <a:lnTo>
                        <a:pt x="118" y="100"/>
                      </a:lnTo>
                      <a:lnTo>
                        <a:pt x="122" y="88"/>
                      </a:lnTo>
                      <a:lnTo>
                        <a:pt x="126" y="76"/>
                      </a:lnTo>
                      <a:lnTo>
                        <a:pt x="128" y="64"/>
                      </a:lnTo>
                      <a:lnTo>
                        <a:pt x="128" y="64"/>
                      </a:lnTo>
                      <a:lnTo>
                        <a:pt x="126" y="52"/>
                      </a:lnTo>
                      <a:lnTo>
                        <a:pt x="122" y="40"/>
                      </a:lnTo>
                      <a:lnTo>
                        <a:pt x="118" y="28"/>
                      </a:lnTo>
                      <a:lnTo>
                        <a:pt x="110" y="18"/>
                      </a:lnTo>
                      <a:lnTo>
                        <a:pt x="100" y="10"/>
                      </a:lnTo>
                      <a:lnTo>
                        <a:pt x="88" y="6"/>
                      </a:lnTo>
                      <a:lnTo>
                        <a:pt x="76" y="2"/>
                      </a:lnTo>
                      <a:lnTo>
                        <a:pt x="64" y="0"/>
                      </a:lnTo>
                      <a:close/>
                      <a:moveTo>
                        <a:pt x="100" y="96"/>
                      </a:moveTo>
                      <a:lnTo>
                        <a:pt x="100" y="96"/>
                      </a:lnTo>
                      <a:lnTo>
                        <a:pt x="94" y="102"/>
                      </a:lnTo>
                      <a:lnTo>
                        <a:pt x="86" y="106"/>
                      </a:lnTo>
                      <a:lnTo>
                        <a:pt x="76" y="110"/>
                      </a:lnTo>
                      <a:lnTo>
                        <a:pt x="68" y="112"/>
                      </a:lnTo>
                      <a:lnTo>
                        <a:pt x="58" y="112"/>
                      </a:lnTo>
                      <a:lnTo>
                        <a:pt x="50" y="110"/>
                      </a:lnTo>
                      <a:lnTo>
                        <a:pt x="40" y="106"/>
                      </a:lnTo>
                      <a:lnTo>
                        <a:pt x="32" y="100"/>
                      </a:lnTo>
                      <a:lnTo>
                        <a:pt x="32" y="100"/>
                      </a:lnTo>
                      <a:lnTo>
                        <a:pt x="26" y="94"/>
                      </a:lnTo>
                      <a:lnTo>
                        <a:pt x="22" y="86"/>
                      </a:lnTo>
                      <a:lnTo>
                        <a:pt x="18" y="76"/>
                      </a:lnTo>
                      <a:lnTo>
                        <a:pt x="16" y="68"/>
                      </a:lnTo>
                      <a:lnTo>
                        <a:pt x="16" y="58"/>
                      </a:lnTo>
                      <a:lnTo>
                        <a:pt x="18" y="50"/>
                      </a:lnTo>
                      <a:lnTo>
                        <a:pt x="22" y="40"/>
                      </a:lnTo>
                      <a:lnTo>
                        <a:pt x="28" y="32"/>
                      </a:lnTo>
                      <a:lnTo>
                        <a:pt x="28" y="32"/>
                      </a:lnTo>
                      <a:lnTo>
                        <a:pt x="34" y="26"/>
                      </a:lnTo>
                      <a:lnTo>
                        <a:pt x="42" y="22"/>
                      </a:lnTo>
                      <a:lnTo>
                        <a:pt x="52" y="18"/>
                      </a:lnTo>
                      <a:lnTo>
                        <a:pt x="60" y="16"/>
                      </a:lnTo>
                      <a:lnTo>
                        <a:pt x="70" y="16"/>
                      </a:lnTo>
                      <a:lnTo>
                        <a:pt x="78" y="18"/>
                      </a:lnTo>
                      <a:lnTo>
                        <a:pt x="88" y="22"/>
                      </a:lnTo>
                      <a:lnTo>
                        <a:pt x="96" y="28"/>
                      </a:lnTo>
                      <a:lnTo>
                        <a:pt x="96" y="28"/>
                      </a:lnTo>
                      <a:lnTo>
                        <a:pt x="102" y="34"/>
                      </a:lnTo>
                      <a:lnTo>
                        <a:pt x="106" y="42"/>
                      </a:lnTo>
                      <a:lnTo>
                        <a:pt x="110" y="52"/>
                      </a:lnTo>
                      <a:lnTo>
                        <a:pt x="112" y="60"/>
                      </a:lnTo>
                      <a:lnTo>
                        <a:pt x="112" y="70"/>
                      </a:lnTo>
                      <a:lnTo>
                        <a:pt x="110" y="78"/>
                      </a:lnTo>
                      <a:lnTo>
                        <a:pt x="106" y="88"/>
                      </a:lnTo>
                      <a:lnTo>
                        <a:pt x="100" y="9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1" name="íṥḷïďê"/>
                <p:cNvSpPr/>
                <p:nvPr/>
              </p:nvSpPr>
              <p:spPr bwMode="auto">
                <a:xfrm>
                  <a:off x="6553200" y="2139950"/>
                  <a:ext cx="57150" cy="57150"/>
                </a:xfrm>
                <a:custGeom>
                  <a:avLst/>
                  <a:gdLst/>
                  <a:ahLst/>
                  <a:cxnLst>
                    <a:cxn ang="0">
                      <a:pos x="32" y="0"/>
                    </a:cxn>
                    <a:cxn ang="0">
                      <a:pos x="32" y="0"/>
                    </a:cxn>
                    <a:cxn ang="0">
                      <a:pos x="26" y="0"/>
                    </a:cxn>
                    <a:cxn ang="0">
                      <a:pos x="20" y="2"/>
                    </a:cxn>
                    <a:cxn ang="0">
                      <a:pos x="10" y="10"/>
                    </a:cxn>
                    <a:cxn ang="0">
                      <a:pos x="2" y="20"/>
                    </a:cxn>
                    <a:cxn ang="0">
                      <a:pos x="0" y="26"/>
                    </a:cxn>
                    <a:cxn ang="0">
                      <a:pos x="0" y="32"/>
                    </a:cxn>
                    <a:cxn ang="0">
                      <a:pos x="0" y="32"/>
                    </a:cxn>
                    <a:cxn ang="0">
                      <a:pos x="0" y="32"/>
                    </a:cxn>
                    <a:cxn ang="0">
                      <a:pos x="2" y="34"/>
                    </a:cxn>
                    <a:cxn ang="0">
                      <a:pos x="4" y="36"/>
                    </a:cxn>
                    <a:cxn ang="0">
                      <a:pos x="4" y="36"/>
                    </a:cxn>
                    <a:cxn ang="0">
                      <a:pos x="6" y="34"/>
                    </a:cxn>
                    <a:cxn ang="0">
                      <a:pos x="8" y="32"/>
                    </a:cxn>
                    <a:cxn ang="0">
                      <a:pos x="8" y="32"/>
                    </a:cxn>
                    <a:cxn ang="0">
                      <a:pos x="8" y="32"/>
                    </a:cxn>
                    <a:cxn ang="0">
                      <a:pos x="10" y="22"/>
                    </a:cxn>
                    <a:cxn ang="0">
                      <a:pos x="16" y="16"/>
                    </a:cxn>
                    <a:cxn ang="0">
                      <a:pos x="22" y="10"/>
                    </a:cxn>
                    <a:cxn ang="0">
                      <a:pos x="32" y="8"/>
                    </a:cxn>
                    <a:cxn ang="0">
                      <a:pos x="32" y="8"/>
                    </a:cxn>
                    <a:cxn ang="0">
                      <a:pos x="34" y="6"/>
                    </a:cxn>
                    <a:cxn ang="0">
                      <a:pos x="36" y="4"/>
                    </a:cxn>
                    <a:cxn ang="0">
                      <a:pos x="36" y="4"/>
                    </a:cxn>
                    <a:cxn ang="0">
                      <a:pos x="34" y="2"/>
                    </a:cxn>
                    <a:cxn ang="0">
                      <a:pos x="32" y="0"/>
                    </a:cxn>
                  </a:cxnLst>
                  <a:rect l="0" t="0" r="r" b="b"/>
                  <a:pathLst>
                    <a:path w="36" h="36">
                      <a:moveTo>
                        <a:pt x="32" y="0"/>
                      </a:moveTo>
                      <a:lnTo>
                        <a:pt x="32" y="0"/>
                      </a:lnTo>
                      <a:lnTo>
                        <a:pt x="26" y="0"/>
                      </a:lnTo>
                      <a:lnTo>
                        <a:pt x="20" y="2"/>
                      </a:lnTo>
                      <a:lnTo>
                        <a:pt x="10" y="10"/>
                      </a:lnTo>
                      <a:lnTo>
                        <a:pt x="2" y="20"/>
                      </a:lnTo>
                      <a:lnTo>
                        <a:pt x="0" y="26"/>
                      </a:lnTo>
                      <a:lnTo>
                        <a:pt x="0" y="32"/>
                      </a:lnTo>
                      <a:lnTo>
                        <a:pt x="0" y="32"/>
                      </a:lnTo>
                      <a:lnTo>
                        <a:pt x="0" y="32"/>
                      </a:lnTo>
                      <a:lnTo>
                        <a:pt x="2" y="34"/>
                      </a:lnTo>
                      <a:lnTo>
                        <a:pt x="4" y="36"/>
                      </a:lnTo>
                      <a:lnTo>
                        <a:pt x="4" y="36"/>
                      </a:lnTo>
                      <a:lnTo>
                        <a:pt x="6" y="34"/>
                      </a:lnTo>
                      <a:lnTo>
                        <a:pt x="8" y="32"/>
                      </a:lnTo>
                      <a:lnTo>
                        <a:pt x="8" y="32"/>
                      </a:lnTo>
                      <a:lnTo>
                        <a:pt x="8" y="32"/>
                      </a:lnTo>
                      <a:lnTo>
                        <a:pt x="10" y="22"/>
                      </a:lnTo>
                      <a:lnTo>
                        <a:pt x="16" y="16"/>
                      </a:lnTo>
                      <a:lnTo>
                        <a:pt x="22" y="10"/>
                      </a:lnTo>
                      <a:lnTo>
                        <a:pt x="32" y="8"/>
                      </a:lnTo>
                      <a:lnTo>
                        <a:pt x="32" y="8"/>
                      </a:lnTo>
                      <a:lnTo>
                        <a:pt x="34" y="6"/>
                      </a:lnTo>
                      <a:lnTo>
                        <a:pt x="36" y="4"/>
                      </a:lnTo>
                      <a:lnTo>
                        <a:pt x="36" y="4"/>
                      </a:lnTo>
                      <a:lnTo>
                        <a:pt x="34" y="2"/>
                      </a:lnTo>
                      <a:lnTo>
                        <a:pt x="32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82" name="îṩľiďé"/>
                <p:cNvSpPr/>
                <p:nvPr/>
              </p:nvSpPr>
              <p:spPr bwMode="auto">
                <a:xfrm>
                  <a:off x="6400800" y="2000250"/>
                  <a:ext cx="406400" cy="342900"/>
                </a:xfrm>
                <a:custGeom>
                  <a:avLst/>
                  <a:gdLst/>
                  <a:ahLst/>
                  <a:cxnLst>
                    <a:cxn ang="0">
                      <a:pos x="202" y="42"/>
                    </a:cxn>
                    <a:cxn ang="0">
                      <a:pos x="190" y="16"/>
                    </a:cxn>
                    <a:cxn ang="0">
                      <a:pos x="182" y="4"/>
                    </a:cxn>
                    <a:cxn ang="0">
                      <a:pos x="168" y="0"/>
                    </a:cxn>
                    <a:cxn ang="0">
                      <a:pos x="88" y="0"/>
                    </a:cxn>
                    <a:cxn ang="0">
                      <a:pos x="74" y="4"/>
                    </a:cxn>
                    <a:cxn ang="0">
                      <a:pos x="66" y="16"/>
                    </a:cxn>
                    <a:cxn ang="0">
                      <a:pos x="20" y="48"/>
                    </a:cxn>
                    <a:cxn ang="0">
                      <a:pos x="12" y="52"/>
                    </a:cxn>
                    <a:cxn ang="0">
                      <a:pos x="2" y="64"/>
                    </a:cxn>
                    <a:cxn ang="0">
                      <a:pos x="0" y="192"/>
                    </a:cxn>
                    <a:cxn ang="0">
                      <a:pos x="2" y="202"/>
                    </a:cxn>
                    <a:cxn ang="0">
                      <a:pos x="14" y="214"/>
                    </a:cxn>
                    <a:cxn ang="0">
                      <a:pos x="232" y="216"/>
                    </a:cxn>
                    <a:cxn ang="0">
                      <a:pos x="242" y="214"/>
                    </a:cxn>
                    <a:cxn ang="0">
                      <a:pos x="254" y="202"/>
                    </a:cxn>
                    <a:cxn ang="0">
                      <a:pos x="256" y="72"/>
                    </a:cxn>
                    <a:cxn ang="0">
                      <a:pos x="254" y="64"/>
                    </a:cxn>
                    <a:cxn ang="0">
                      <a:pos x="244" y="52"/>
                    </a:cxn>
                    <a:cxn ang="0">
                      <a:pos x="240" y="192"/>
                    </a:cxn>
                    <a:cxn ang="0">
                      <a:pos x="240" y="196"/>
                    </a:cxn>
                    <a:cxn ang="0">
                      <a:pos x="236" y="200"/>
                    </a:cxn>
                    <a:cxn ang="0">
                      <a:pos x="24" y="200"/>
                    </a:cxn>
                    <a:cxn ang="0">
                      <a:pos x="20" y="200"/>
                    </a:cxn>
                    <a:cxn ang="0">
                      <a:pos x="16" y="196"/>
                    </a:cxn>
                    <a:cxn ang="0">
                      <a:pos x="16" y="72"/>
                    </a:cxn>
                    <a:cxn ang="0">
                      <a:pos x="18" y="66"/>
                    </a:cxn>
                    <a:cxn ang="0">
                      <a:pos x="66" y="56"/>
                    </a:cxn>
                    <a:cxn ang="0">
                      <a:pos x="80" y="22"/>
                    </a:cxn>
                    <a:cxn ang="0">
                      <a:pos x="88" y="16"/>
                    </a:cxn>
                    <a:cxn ang="0">
                      <a:pos x="168" y="16"/>
                    </a:cxn>
                    <a:cxn ang="0">
                      <a:pos x="176" y="22"/>
                    </a:cxn>
                    <a:cxn ang="0">
                      <a:pos x="234" y="64"/>
                    </a:cxn>
                    <a:cxn ang="0">
                      <a:pos x="238" y="66"/>
                    </a:cxn>
                    <a:cxn ang="0">
                      <a:pos x="240" y="192"/>
                    </a:cxn>
                  </a:cxnLst>
                  <a:rect l="0" t="0" r="r" b="b"/>
                  <a:pathLst>
                    <a:path w="256" h="216">
                      <a:moveTo>
                        <a:pt x="236" y="48"/>
                      </a:moveTo>
                      <a:lnTo>
                        <a:pt x="202" y="42"/>
                      </a:lnTo>
                      <a:lnTo>
                        <a:pt x="190" y="16"/>
                      </a:lnTo>
                      <a:lnTo>
                        <a:pt x="190" y="16"/>
                      </a:lnTo>
                      <a:lnTo>
                        <a:pt x="186" y="8"/>
                      </a:lnTo>
                      <a:lnTo>
                        <a:pt x="182" y="4"/>
                      </a:lnTo>
                      <a:lnTo>
                        <a:pt x="176" y="2"/>
                      </a:lnTo>
                      <a:lnTo>
                        <a:pt x="168" y="0"/>
                      </a:lnTo>
                      <a:lnTo>
                        <a:pt x="88" y="0"/>
                      </a:lnTo>
                      <a:lnTo>
                        <a:pt x="88" y="0"/>
                      </a:lnTo>
                      <a:lnTo>
                        <a:pt x="80" y="2"/>
                      </a:lnTo>
                      <a:lnTo>
                        <a:pt x="74" y="4"/>
                      </a:lnTo>
                      <a:lnTo>
                        <a:pt x="70" y="8"/>
                      </a:lnTo>
                      <a:lnTo>
                        <a:pt x="66" y="16"/>
                      </a:lnTo>
                      <a:lnTo>
                        <a:pt x="54" y="42"/>
                      </a:lnTo>
                      <a:lnTo>
                        <a:pt x="20" y="48"/>
                      </a:lnTo>
                      <a:lnTo>
                        <a:pt x="20" y="48"/>
                      </a:lnTo>
                      <a:lnTo>
                        <a:pt x="12" y="52"/>
                      </a:lnTo>
                      <a:lnTo>
                        <a:pt x="6" y="56"/>
                      </a:lnTo>
                      <a:lnTo>
                        <a:pt x="2" y="64"/>
                      </a:lnTo>
                      <a:lnTo>
                        <a:pt x="0" y="72"/>
                      </a:lnTo>
                      <a:lnTo>
                        <a:pt x="0" y="192"/>
                      </a:lnTo>
                      <a:lnTo>
                        <a:pt x="0" y="192"/>
                      </a:lnTo>
                      <a:lnTo>
                        <a:pt x="2" y="202"/>
                      </a:lnTo>
                      <a:lnTo>
                        <a:pt x="8" y="208"/>
                      </a:lnTo>
                      <a:lnTo>
                        <a:pt x="14" y="214"/>
                      </a:lnTo>
                      <a:lnTo>
                        <a:pt x="24" y="216"/>
                      </a:lnTo>
                      <a:lnTo>
                        <a:pt x="232" y="216"/>
                      </a:lnTo>
                      <a:lnTo>
                        <a:pt x="232" y="216"/>
                      </a:lnTo>
                      <a:lnTo>
                        <a:pt x="242" y="214"/>
                      </a:lnTo>
                      <a:lnTo>
                        <a:pt x="248" y="208"/>
                      </a:lnTo>
                      <a:lnTo>
                        <a:pt x="254" y="202"/>
                      </a:lnTo>
                      <a:lnTo>
                        <a:pt x="256" y="192"/>
                      </a:lnTo>
                      <a:lnTo>
                        <a:pt x="256" y="72"/>
                      </a:lnTo>
                      <a:lnTo>
                        <a:pt x="256" y="72"/>
                      </a:lnTo>
                      <a:lnTo>
                        <a:pt x="254" y="64"/>
                      </a:lnTo>
                      <a:lnTo>
                        <a:pt x="250" y="56"/>
                      </a:lnTo>
                      <a:lnTo>
                        <a:pt x="244" y="52"/>
                      </a:lnTo>
                      <a:lnTo>
                        <a:pt x="236" y="48"/>
                      </a:lnTo>
                      <a:close/>
                      <a:moveTo>
                        <a:pt x="240" y="192"/>
                      </a:moveTo>
                      <a:lnTo>
                        <a:pt x="240" y="192"/>
                      </a:lnTo>
                      <a:lnTo>
                        <a:pt x="240" y="196"/>
                      </a:lnTo>
                      <a:lnTo>
                        <a:pt x="238" y="198"/>
                      </a:lnTo>
                      <a:lnTo>
                        <a:pt x="236" y="200"/>
                      </a:lnTo>
                      <a:lnTo>
                        <a:pt x="232" y="200"/>
                      </a:lnTo>
                      <a:lnTo>
                        <a:pt x="24" y="200"/>
                      </a:lnTo>
                      <a:lnTo>
                        <a:pt x="24" y="200"/>
                      </a:lnTo>
                      <a:lnTo>
                        <a:pt x="20" y="200"/>
                      </a:lnTo>
                      <a:lnTo>
                        <a:pt x="18" y="198"/>
                      </a:lnTo>
                      <a:lnTo>
                        <a:pt x="16" y="196"/>
                      </a:lnTo>
                      <a:lnTo>
                        <a:pt x="16" y="192"/>
                      </a:lnTo>
                      <a:lnTo>
                        <a:pt x="16" y="72"/>
                      </a:lnTo>
                      <a:lnTo>
                        <a:pt x="16" y="72"/>
                      </a:lnTo>
                      <a:lnTo>
                        <a:pt x="18" y="66"/>
                      </a:lnTo>
                      <a:lnTo>
                        <a:pt x="22" y="64"/>
                      </a:lnTo>
                      <a:lnTo>
                        <a:pt x="66" y="56"/>
                      </a:lnTo>
                      <a:lnTo>
                        <a:pt x="80" y="22"/>
                      </a:lnTo>
                      <a:lnTo>
                        <a:pt x="80" y="22"/>
                      </a:lnTo>
                      <a:lnTo>
                        <a:pt x="84" y="18"/>
                      </a:lnTo>
                      <a:lnTo>
                        <a:pt x="88" y="16"/>
                      </a:lnTo>
                      <a:lnTo>
                        <a:pt x="168" y="16"/>
                      </a:lnTo>
                      <a:lnTo>
                        <a:pt x="168" y="16"/>
                      </a:lnTo>
                      <a:lnTo>
                        <a:pt x="172" y="18"/>
                      </a:lnTo>
                      <a:lnTo>
                        <a:pt x="176" y="22"/>
                      </a:lnTo>
                      <a:lnTo>
                        <a:pt x="190" y="56"/>
                      </a:lnTo>
                      <a:lnTo>
                        <a:pt x="234" y="64"/>
                      </a:lnTo>
                      <a:lnTo>
                        <a:pt x="234" y="64"/>
                      </a:lnTo>
                      <a:lnTo>
                        <a:pt x="238" y="66"/>
                      </a:lnTo>
                      <a:lnTo>
                        <a:pt x="240" y="72"/>
                      </a:lnTo>
                      <a:lnTo>
                        <a:pt x="240" y="192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52" name="işļïdé"/>
              <p:cNvGrpSpPr/>
              <p:nvPr/>
            </p:nvGrpSpPr>
            <p:grpSpPr>
              <a:xfrm>
                <a:off x="5875229" y="2751322"/>
                <a:ext cx="441575" cy="441575"/>
                <a:chOff x="3149600" y="2774950"/>
                <a:chExt cx="406400" cy="406400"/>
              </a:xfrm>
              <a:solidFill>
                <a:schemeClr val="bg2"/>
              </a:solidFill>
            </p:grpSpPr>
            <p:sp>
              <p:nvSpPr>
                <p:cNvPr id="74" name="ïşļïḋè"/>
                <p:cNvSpPr/>
                <p:nvPr/>
              </p:nvSpPr>
              <p:spPr bwMode="auto">
                <a:xfrm>
                  <a:off x="3327400" y="2978150"/>
                  <a:ext cx="63500" cy="63500"/>
                </a:xfrm>
                <a:custGeom>
                  <a:avLst/>
                  <a:gdLst/>
                  <a:ahLst/>
                  <a:cxnLst>
                    <a:cxn ang="0">
                      <a:pos x="20" y="40"/>
                    </a:cxn>
                    <a:cxn ang="0">
                      <a:pos x="20" y="40"/>
                    </a:cxn>
                    <a:cxn ang="0">
                      <a:pos x="28" y="38"/>
                    </a:cxn>
                    <a:cxn ang="0">
                      <a:pos x="34" y="34"/>
                    </a:cxn>
                    <a:cxn ang="0">
                      <a:pos x="38" y="28"/>
                    </a:cxn>
                    <a:cxn ang="0">
                      <a:pos x="40" y="20"/>
                    </a:cxn>
                    <a:cxn ang="0">
                      <a:pos x="40" y="20"/>
                    </a:cxn>
                    <a:cxn ang="0">
                      <a:pos x="38" y="12"/>
                    </a:cxn>
                    <a:cxn ang="0">
                      <a:pos x="34" y="6"/>
                    </a:cxn>
                    <a:cxn ang="0">
                      <a:pos x="28" y="2"/>
                    </a:cxn>
                    <a:cxn ang="0">
                      <a:pos x="20" y="0"/>
                    </a:cxn>
                    <a:cxn ang="0">
                      <a:pos x="20" y="0"/>
                    </a:cxn>
                    <a:cxn ang="0">
                      <a:pos x="12" y="2"/>
                    </a:cxn>
                    <a:cxn ang="0">
                      <a:pos x="6" y="6"/>
                    </a:cxn>
                    <a:cxn ang="0">
                      <a:pos x="2" y="12"/>
                    </a:cxn>
                    <a:cxn ang="0">
                      <a:pos x="0" y="20"/>
                    </a:cxn>
                    <a:cxn ang="0">
                      <a:pos x="0" y="20"/>
                    </a:cxn>
                    <a:cxn ang="0">
                      <a:pos x="2" y="28"/>
                    </a:cxn>
                    <a:cxn ang="0">
                      <a:pos x="6" y="34"/>
                    </a:cxn>
                    <a:cxn ang="0">
                      <a:pos x="12" y="38"/>
                    </a:cxn>
                    <a:cxn ang="0">
                      <a:pos x="20" y="40"/>
                    </a:cxn>
                    <a:cxn ang="0">
                      <a:pos x="20" y="8"/>
                    </a:cxn>
                    <a:cxn ang="0">
                      <a:pos x="20" y="8"/>
                    </a:cxn>
                    <a:cxn ang="0">
                      <a:pos x="24" y="8"/>
                    </a:cxn>
                    <a:cxn ang="0">
                      <a:pos x="28" y="12"/>
                    </a:cxn>
                    <a:cxn ang="0">
                      <a:pos x="32" y="16"/>
                    </a:cxn>
                    <a:cxn ang="0">
                      <a:pos x="32" y="20"/>
                    </a:cxn>
                    <a:cxn ang="0">
                      <a:pos x="32" y="20"/>
                    </a:cxn>
                    <a:cxn ang="0">
                      <a:pos x="32" y="24"/>
                    </a:cxn>
                    <a:cxn ang="0">
                      <a:pos x="28" y="28"/>
                    </a:cxn>
                    <a:cxn ang="0">
                      <a:pos x="24" y="32"/>
                    </a:cxn>
                    <a:cxn ang="0">
                      <a:pos x="20" y="32"/>
                    </a:cxn>
                    <a:cxn ang="0">
                      <a:pos x="20" y="32"/>
                    </a:cxn>
                    <a:cxn ang="0">
                      <a:pos x="16" y="32"/>
                    </a:cxn>
                    <a:cxn ang="0">
                      <a:pos x="12" y="28"/>
                    </a:cxn>
                    <a:cxn ang="0">
                      <a:pos x="8" y="24"/>
                    </a:cxn>
                    <a:cxn ang="0">
                      <a:pos x="8" y="20"/>
                    </a:cxn>
                    <a:cxn ang="0">
                      <a:pos x="8" y="20"/>
                    </a:cxn>
                    <a:cxn ang="0">
                      <a:pos x="8" y="16"/>
                    </a:cxn>
                    <a:cxn ang="0">
                      <a:pos x="12" y="12"/>
                    </a:cxn>
                    <a:cxn ang="0">
                      <a:pos x="16" y="8"/>
                    </a:cxn>
                    <a:cxn ang="0">
                      <a:pos x="20" y="8"/>
                    </a:cxn>
                  </a:cxnLst>
                  <a:rect l="0" t="0" r="r" b="b"/>
                  <a:pathLst>
                    <a:path w="40" h="40">
                      <a:moveTo>
                        <a:pt x="20" y="40"/>
                      </a:moveTo>
                      <a:lnTo>
                        <a:pt x="20" y="40"/>
                      </a:lnTo>
                      <a:lnTo>
                        <a:pt x="28" y="38"/>
                      </a:lnTo>
                      <a:lnTo>
                        <a:pt x="34" y="34"/>
                      </a:lnTo>
                      <a:lnTo>
                        <a:pt x="38" y="28"/>
                      </a:lnTo>
                      <a:lnTo>
                        <a:pt x="40" y="20"/>
                      </a:lnTo>
                      <a:lnTo>
                        <a:pt x="40" y="20"/>
                      </a:lnTo>
                      <a:lnTo>
                        <a:pt x="38" y="12"/>
                      </a:lnTo>
                      <a:lnTo>
                        <a:pt x="34" y="6"/>
                      </a:lnTo>
                      <a:lnTo>
                        <a:pt x="28" y="2"/>
                      </a:lnTo>
                      <a:lnTo>
                        <a:pt x="20" y="0"/>
                      </a:lnTo>
                      <a:lnTo>
                        <a:pt x="20" y="0"/>
                      </a:lnTo>
                      <a:lnTo>
                        <a:pt x="12" y="2"/>
                      </a:lnTo>
                      <a:lnTo>
                        <a:pt x="6" y="6"/>
                      </a:lnTo>
                      <a:lnTo>
                        <a:pt x="2" y="12"/>
                      </a:lnTo>
                      <a:lnTo>
                        <a:pt x="0" y="20"/>
                      </a:lnTo>
                      <a:lnTo>
                        <a:pt x="0" y="20"/>
                      </a:lnTo>
                      <a:lnTo>
                        <a:pt x="2" y="28"/>
                      </a:lnTo>
                      <a:lnTo>
                        <a:pt x="6" y="34"/>
                      </a:lnTo>
                      <a:lnTo>
                        <a:pt x="12" y="38"/>
                      </a:lnTo>
                      <a:lnTo>
                        <a:pt x="20" y="40"/>
                      </a:lnTo>
                      <a:close/>
                      <a:moveTo>
                        <a:pt x="20" y="8"/>
                      </a:moveTo>
                      <a:lnTo>
                        <a:pt x="20" y="8"/>
                      </a:lnTo>
                      <a:lnTo>
                        <a:pt x="24" y="8"/>
                      </a:lnTo>
                      <a:lnTo>
                        <a:pt x="28" y="12"/>
                      </a:lnTo>
                      <a:lnTo>
                        <a:pt x="32" y="16"/>
                      </a:lnTo>
                      <a:lnTo>
                        <a:pt x="32" y="20"/>
                      </a:lnTo>
                      <a:lnTo>
                        <a:pt x="32" y="20"/>
                      </a:lnTo>
                      <a:lnTo>
                        <a:pt x="32" y="24"/>
                      </a:lnTo>
                      <a:lnTo>
                        <a:pt x="28" y="28"/>
                      </a:lnTo>
                      <a:lnTo>
                        <a:pt x="24" y="32"/>
                      </a:lnTo>
                      <a:lnTo>
                        <a:pt x="20" y="32"/>
                      </a:lnTo>
                      <a:lnTo>
                        <a:pt x="20" y="32"/>
                      </a:lnTo>
                      <a:lnTo>
                        <a:pt x="16" y="32"/>
                      </a:lnTo>
                      <a:lnTo>
                        <a:pt x="12" y="28"/>
                      </a:lnTo>
                      <a:lnTo>
                        <a:pt x="8" y="24"/>
                      </a:lnTo>
                      <a:lnTo>
                        <a:pt x="8" y="20"/>
                      </a:lnTo>
                      <a:lnTo>
                        <a:pt x="8" y="20"/>
                      </a:lnTo>
                      <a:lnTo>
                        <a:pt x="8" y="16"/>
                      </a:lnTo>
                      <a:lnTo>
                        <a:pt x="12" y="12"/>
                      </a:lnTo>
                      <a:lnTo>
                        <a:pt x="16" y="8"/>
                      </a:lnTo>
                      <a:lnTo>
                        <a:pt x="20" y="8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5" name="işlîḋè"/>
                <p:cNvSpPr/>
                <p:nvPr/>
              </p:nvSpPr>
              <p:spPr bwMode="auto">
                <a:xfrm>
                  <a:off x="3492500" y="2774950"/>
                  <a:ext cx="63500" cy="63500"/>
                </a:xfrm>
                <a:custGeom>
                  <a:avLst/>
                  <a:gdLst/>
                  <a:ahLst/>
                  <a:cxnLst>
                    <a:cxn ang="0">
                      <a:pos x="20" y="0"/>
                    </a:cxn>
                    <a:cxn ang="0">
                      <a:pos x="20" y="0"/>
                    </a:cxn>
                    <a:cxn ang="0">
                      <a:pos x="12" y="2"/>
                    </a:cxn>
                    <a:cxn ang="0">
                      <a:pos x="6" y="6"/>
                    </a:cxn>
                    <a:cxn ang="0">
                      <a:pos x="2" y="12"/>
                    </a:cxn>
                    <a:cxn ang="0">
                      <a:pos x="0" y="20"/>
                    </a:cxn>
                    <a:cxn ang="0">
                      <a:pos x="0" y="20"/>
                    </a:cxn>
                    <a:cxn ang="0">
                      <a:pos x="2" y="28"/>
                    </a:cxn>
                    <a:cxn ang="0">
                      <a:pos x="6" y="34"/>
                    </a:cxn>
                    <a:cxn ang="0">
                      <a:pos x="12" y="38"/>
                    </a:cxn>
                    <a:cxn ang="0">
                      <a:pos x="20" y="40"/>
                    </a:cxn>
                    <a:cxn ang="0">
                      <a:pos x="20" y="40"/>
                    </a:cxn>
                    <a:cxn ang="0">
                      <a:pos x="28" y="38"/>
                    </a:cxn>
                    <a:cxn ang="0">
                      <a:pos x="34" y="34"/>
                    </a:cxn>
                    <a:cxn ang="0">
                      <a:pos x="38" y="28"/>
                    </a:cxn>
                    <a:cxn ang="0">
                      <a:pos x="40" y="20"/>
                    </a:cxn>
                    <a:cxn ang="0">
                      <a:pos x="40" y="20"/>
                    </a:cxn>
                    <a:cxn ang="0">
                      <a:pos x="38" y="12"/>
                    </a:cxn>
                    <a:cxn ang="0">
                      <a:pos x="34" y="6"/>
                    </a:cxn>
                    <a:cxn ang="0">
                      <a:pos x="28" y="2"/>
                    </a:cxn>
                    <a:cxn ang="0">
                      <a:pos x="20" y="0"/>
                    </a:cxn>
                    <a:cxn ang="0">
                      <a:pos x="20" y="32"/>
                    </a:cxn>
                    <a:cxn ang="0">
                      <a:pos x="20" y="32"/>
                    </a:cxn>
                    <a:cxn ang="0">
                      <a:pos x="16" y="32"/>
                    </a:cxn>
                    <a:cxn ang="0">
                      <a:pos x="12" y="28"/>
                    </a:cxn>
                    <a:cxn ang="0">
                      <a:pos x="8" y="24"/>
                    </a:cxn>
                    <a:cxn ang="0">
                      <a:pos x="8" y="20"/>
                    </a:cxn>
                    <a:cxn ang="0">
                      <a:pos x="8" y="20"/>
                    </a:cxn>
                    <a:cxn ang="0">
                      <a:pos x="8" y="16"/>
                    </a:cxn>
                    <a:cxn ang="0">
                      <a:pos x="12" y="12"/>
                    </a:cxn>
                    <a:cxn ang="0">
                      <a:pos x="16" y="8"/>
                    </a:cxn>
                    <a:cxn ang="0">
                      <a:pos x="20" y="8"/>
                    </a:cxn>
                    <a:cxn ang="0">
                      <a:pos x="20" y="8"/>
                    </a:cxn>
                    <a:cxn ang="0">
                      <a:pos x="24" y="8"/>
                    </a:cxn>
                    <a:cxn ang="0">
                      <a:pos x="28" y="12"/>
                    </a:cxn>
                    <a:cxn ang="0">
                      <a:pos x="32" y="16"/>
                    </a:cxn>
                    <a:cxn ang="0">
                      <a:pos x="32" y="20"/>
                    </a:cxn>
                    <a:cxn ang="0">
                      <a:pos x="32" y="20"/>
                    </a:cxn>
                    <a:cxn ang="0">
                      <a:pos x="32" y="24"/>
                    </a:cxn>
                    <a:cxn ang="0">
                      <a:pos x="28" y="28"/>
                    </a:cxn>
                    <a:cxn ang="0">
                      <a:pos x="24" y="32"/>
                    </a:cxn>
                    <a:cxn ang="0">
                      <a:pos x="20" y="32"/>
                    </a:cxn>
                  </a:cxnLst>
                  <a:rect l="0" t="0" r="r" b="b"/>
                  <a:pathLst>
                    <a:path w="40" h="40">
                      <a:moveTo>
                        <a:pt x="20" y="0"/>
                      </a:moveTo>
                      <a:lnTo>
                        <a:pt x="20" y="0"/>
                      </a:lnTo>
                      <a:lnTo>
                        <a:pt x="12" y="2"/>
                      </a:lnTo>
                      <a:lnTo>
                        <a:pt x="6" y="6"/>
                      </a:lnTo>
                      <a:lnTo>
                        <a:pt x="2" y="12"/>
                      </a:lnTo>
                      <a:lnTo>
                        <a:pt x="0" y="20"/>
                      </a:lnTo>
                      <a:lnTo>
                        <a:pt x="0" y="20"/>
                      </a:lnTo>
                      <a:lnTo>
                        <a:pt x="2" y="28"/>
                      </a:lnTo>
                      <a:lnTo>
                        <a:pt x="6" y="34"/>
                      </a:lnTo>
                      <a:lnTo>
                        <a:pt x="12" y="38"/>
                      </a:lnTo>
                      <a:lnTo>
                        <a:pt x="20" y="40"/>
                      </a:lnTo>
                      <a:lnTo>
                        <a:pt x="20" y="40"/>
                      </a:lnTo>
                      <a:lnTo>
                        <a:pt x="28" y="38"/>
                      </a:lnTo>
                      <a:lnTo>
                        <a:pt x="34" y="34"/>
                      </a:lnTo>
                      <a:lnTo>
                        <a:pt x="38" y="28"/>
                      </a:lnTo>
                      <a:lnTo>
                        <a:pt x="40" y="20"/>
                      </a:lnTo>
                      <a:lnTo>
                        <a:pt x="40" y="20"/>
                      </a:lnTo>
                      <a:lnTo>
                        <a:pt x="38" y="12"/>
                      </a:lnTo>
                      <a:lnTo>
                        <a:pt x="34" y="6"/>
                      </a:lnTo>
                      <a:lnTo>
                        <a:pt x="28" y="2"/>
                      </a:lnTo>
                      <a:lnTo>
                        <a:pt x="20" y="0"/>
                      </a:lnTo>
                      <a:close/>
                      <a:moveTo>
                        <a:pt x="20" y="32"/>
                      </a:moveTo>
                      <a:lnTo>
                        <a:pt x="20" y="32"/>
                      </a:lnTo>
                      <a:lnTo>
                        <a:pt x="16" y="32"/>
                      </a:lnTo>
                      <a:lnTo>
                        <a:pt x="12" y="28"/>
                      </a:lnTo>
                      <a:lnTo>
                        <a:pt x="8" y="24"/>
                      </a:lnTo>
                      <a:lnTo>
                        <a:pt x="8" y="20"/>
                      </a:lnTo>
                      <a:lnTo>
                        <a:pt x="8" y="20"/>
                      </a:lnTo>
                      <a:lnTo>
                        <a:pt x="8" y="16"/>
                      </a:lnTo>
                      <a:lnTo>
                        <a:pt x="12" y="12"/>
                      </a:lnTo>
                      <a:lnTo>
                        <a:pt x="16" y="8"/>
                      </a:lnTo>
                      <a:lnTo>
                        <a:pt x="20" y="8"/>
                      </a:lnTo>
                      <a:lnTo>
                        <a:pt x="20" y="8"/>
                      </a:lnTo>
                      <a:lnTo>
                        <a:pt x="24" y="8"/>
                      </a:lnTo>
                      <a:lnTo>
                        <a:pt x="28" y="12"/>
                      </a:lnTo>
                      <a:lnTo>
                        <a:pt x="32" y="16"/>
                      </a:lnTo>
                      <a:lnTo>
                        <a:pt x="32" y="20"/>
                      </a:lnTo>
                      <a:lnTo>
                        <a:pt x="32" y="20"/>
                      </a:lnTo>
                      <a:lnTo>
                        <a:pt x="32" y="24"/>
                      </a:lnTo>
                      <a:lnTo>
                        <a:pt x="28" y="28"/>
                      </a:lnTo>
                      <a:lnTo>
                        <a:pt x="24" y="32"/>
                      </a:lnTo>
                      <a:lnTo>
                        <a:pt x="20" y="32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6" name="îṣľïḋê"/>
                <p:cNvSpPr/>
                <p:nvPr/>
              </p:nvSpPr>
              <p:spPr bwMode="auto">
                <a:xfrm>
                  <a:off x="3251200" y="2965450"/>
                  <a:ext cx="50800" cy="50800"/>
                </a:xfrm>
                <a:custGeom>
                  <a:avLst/>
                  <a:gdLst/>
                  <a:ahLst/>
                  <a:cxnLst>
                    <a:cxn ang="0">
                      <a:pos x="0" y="16"/>
                    </a:cxn>
                    <a:cxn ang="0">
                      <a:pos x="0" y="16"/>
                    </a:cxn>
                    <a:cxn ang="0">
                      <a:pos x="2" y="22"/>
                    </a:cxn>
                    <a:cxn ang="0">
                      <a:pos x="4" y="28"/>
                    </a:cxn>
                    <a:cxn ang="0">
                      <a:pos x="10" y="30"/>
                    </a:cxn>
                    <a:cxn ang="0">
                      <a:pos x="16" y="32"/>
                    </a:cxn>
                    <a:cxn ang="0">
                      <a:pos x="16" y="32"/>
                    </a:cxn>
                    <a:cxn ang="0">
                      <a:pos x="22" y="30"/>
                    </a:cxn>
                    <a:cxn ang="0">
                      <a:pos x="28" y="28"/>
                    </a:cxn>
                    <a:cxn ang="0">
                      <a:pos x="30" y="22"/>
                    </a:cxn>
                    <a:cxn ang="0">
                      <a:pos x="32" y="16"/>
                    </a:cxn>
                    <a:cxn ang="0">
                      <a:pos x="32" y="16"/>
                    </a:cxn>
                    <a:cxn ang="0">
                      <a:pos x="30" y="10"/>
                    </a:cxn>
                    <a:cxn ang="0">
                      <a:pos x="28" y="4"/>
                    </a:cxn>
                    <a:cxn ang="0">
                      <a:pos x="22" y="2"/>
                    </a:cxn>
                    <a:cxn ang="0">
                      <a:pos x="16" y="0"/>
                    </a:cxn>
                    <a:cxn ang="0">
                      <a:pos x="16" y="0"/>
                    </a:cxn>
                    <a:cxn ang="0">
                      <a:pos x="10" y="2"/>
                    </a:cxn>
                    <a:cxn ang="0">
                      <a:pos x="4" y="4"/>
                    </a:cxn>
                    <a:cxn ang="0">
                      <a:pos x="2" y="10"/>
                    </a:cxn>
                    <a:cxn ang="0">
                      <a:pos x="0" y="16"/>
                    </a:cxn>
                    <a:cxn ang="0">
                      <a:pos x="16" y="8"/>
                    </a:cxn>
                    <a:cxn ang="0">
                      <a:pos x="16" y="8"/>
                    </a:cxn>
                    <a:cxn ang="0">
                      <a:pos x="20" y="8"/>
                    </a:cxn>
                    <a:cxn ang="0">
                      <a:pos x="22" y="10"/>
                    </a:cxn>
                    <a:cxn ang="0">
                      <a:pos x="24" y="12"/>
                    </a:cxn>
                    <a:cxn ang="0">
                      <a:pos x="24" y="16"/>
                    </a:cxn>
                    <a:cxn ang="0">
                      <a:pos x="24" y="16"/>
                    </a:cxn>
                    <a:cxn ang="0">
                      <a:pos x="24" y="20"/>
                    </a:cxn>
                    <a:cxn ang="0">
                      <a:pos x="22" y="22"/>
                    </a:cxn>
                    <a:cxn ang="0">
                      <a:pos x="20" y="24"/>
                    </a:cxn>
                    <a:cxn ang="0">
                      <a:pos x="16" y="24"/>
                    </a:cxn>
                    <a:cxn ang="0">
                      <a:pos x="16" y="24"/>
                    </a:cxn>
                    <a:cxn ang="0">
                      <a:pos x="12" y="24"/>
                    </a:cxn>
                    <a:cxn ang="0">
                      <a:pos x="10" y="22"/>
                    </a:cxn>
                    <a:cxn ang="0">
                      <a:pos x="8" y="20"/>
                    </a:cxn>
                    <a:cxn ang="0">
                      <a:pos x="8" y="16"/>
                    </a:cxn>
                    <a:cxn ang="0">
                      <a:pos x="8" y="16"/>
                    </a:cxn>
                    <a:cxn ang="0">
                      <a:pos x="8" y="12"/>
                    </a:cxn>
                    <a:cxn ang="0">
                      <a:pos x="10" y="10"/>
                    </a:cxn>
                    <a:cxn ang="0">
                      <a:pos x="12" y="8"/>
                    </a:cxn>
                    <a:cxn ang="0">
                      <a:pos x="16" y="8"/>
                    </a:cxn>
                  </a:cxnLst>
                  <a:rect l="0" t="0" r="r" b="b"/>
                  <a:pathLst>
                    <a:path w="32" h="32">
                      <a:moveTo>
                        <a:pt x="0" y="16"/>
                      </a:moveTo>
                      <a:lnTo>
                        <a:pt x="0" y="16"/>
                      </a:lnTo>
                      <a:lnTo>
                        <a:pt x="2" y="22"/>
                      </a:lnTo>
                      <a:lnTo>
                        <a:pt x="4" y="28"/>
                      </a:lnTo>
                      <a:lnTo>
                        <a:pt x="10" y="30"/>
                      </a:lnTo>
                      <a:lnTo>
                        <a:pt x="16" y="32"/>
                      </a:lnTo>
                      <a:lnTo>
                        <a:pt x="16" y="32"/>
                      </a:lnTo>
                      <a:lnTo>
                        <a:pt x="22" y="30"/>
                      </a:lnTo>
                      <a:lnTo>
                        <a:pt x="28" y="28"/>
                      </a:lnTo>
                      <a:lnTo>
                        <a:pt x="30" y="22"/>
                      </a:lnTo>
                      <a:lnTo>
                        <a:pt x="32" y="16"/>
                      </a:lnTo>
                      <a:lnTo>
                        <a:pt x="32" y="16"/>
                      </a:lnTo>
                      <a:lnTo>
                        <a:pt x="30" y="10"/>
                      </a:lnTo>
                      <a:lnTo>
                        <a:pt x="28" y="4"/>
                      </a:lnTo>
                      <a:lnTo>
                        <a:pt x="22" y="2"/>
                      </a:lnTo>
                      <a:lnTo>
                        <a:pt x="16" y="0"/>
                      </a:lnTo>
                      <a:lnTo>
                        <a:pt x="16" y="0"/>
                      </a:lnTo>
                      <a:lnTo>
                        <a:pt x="10" y="2"/>
                      </a:lnTo>
                      <a:lnTo>
                        <a:pt x="4" y="4"/>
                      </a:lnTo>
                      <a:lnTo>
                        <a:pt x="2" y="10"/>
                      </a:lnTo>
                      <a:lnTo>
                        <a:pt x="0" y="16"/>
                      </a:lnTo>
                      <a:close/>
                      <a:moveTo>
                        <a:pt x="16" y="8"/>
                      </a:moveTo>
                      <a:lnTo>
                        <a:pt x="16" y="8"/>
                      </a:lnTo>
                      <a:lnTo>
                        <a:pt x="20" y="8"/>
                      </a:lnTo>
                      <a:lnTo>
                        <a:pt x="22" y="10"/>
                      </a:lnTo>
                      <a:lnTo>
                        <a:pt x="24" y="12"/>
                      </a:lnTo>
                      <a:lnTo>
                        <a:pt x="24" y="16"/>
                      </a:lnTo>
                      <a:lnTo>
                        <a:pt x="24" y="16"/>
                      </a:lnTo>
                      <a:lnTo>
                        <a:pt x="24" y="20"/>
                      </a:lnTo>
                      <a:lnTo>
                        <a:pt x="22" y="22"/>
                      </a:lnTo>
                      <a:lnTo>
                        <a:pt x="20" y="24"/>
                      </a:lnTo>
                      <a:lnTo>
                        <a:pt x="16" y="24"/>
                      </a:lnTo>
                      <a:lnTo>
                        <a:pt x="16" y="24"/>
                      </a:lnTo>
                      <a:lnTo>
                        <a:pt x="12" y="24"/>
                      </a:lnTo>
                      <a:lnTo>
                        <a:pt x="10" y="22"/>
                      </a:lnTo>
                      <a:lnTo>
                        <a:pt x="8" y="20"/>
                      </a:lnTo>
                      <a:lnTo>
                        <a:pt x="8" y="16"/>
                      </a:lnTo>
                      <a:lnTo>
                        <a:pt x="8" y="16"/>
                      </a:lnTo>
                      <a:lnTo>
                        <a:pt x="8" y="12"/>
                      </a:lnTo>
                      <a:lnTo>
                        <a:pt x="10" y="10"/>
                      </a:lnTo>
                      <a:lnTo>
                        <a:pt x="12" y="8"/>
                      </a:lnTo>
                      <a:lnTo>
                        <a:pt x="16" y="8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7" name="ís1ide"/>
                <p:cNvSpPr/>
                <p:nvPr/>
              </p:nvSpPr>
              <p:spPr bwMode="auto">
                <a:xfrm>
                  <a:off x="3302000" y="3054350"/>
                  <a:ext cx="25400" cy="25400"/>
                </a:xfrm>
                <a:custGeom>
                  <a:avLst/>
                  <a:gdLst/>
                  <a:ahLst/>
                  <a:cxnLst>
                    <a:cxn ang="0">
                      <a:pos x="8" y="16"/>
                    </a:cxn>
                    <a:cxn ang="0">
                      <a:pos x="8" y="16"/>
                    </a:cxn>
                    <a:cxn ang="0">
                      <a:pos x="12" y="16"/>
                    </a:cxn>
                    <a:cxn ang="0">
                      <a:pos x="14" y="14"/>
                    </a:cxn>
                    <a:cxn ang="0">
                      <a:pos x="16" y="12"/>
                    </a:cxn>
                    <a:cxn ang="0">
                      <a:pos x="16" y="8"/>
                    </a:cxn>
                    <a:cxn ang="0">
                      <a:pos x="16" y="8"/>
                    </a:cxn>
                    <a:cxn ang="0">
                      <a:pos x="16" y="4"/>
                    </a:cxn>
                    <a:cxn ang="0">
                      <a:pos x="14" y="2"/>
                    </a:cxn>
                    <a:cxn ang="0">
                      <a:pos x="12" y="0"/>
                    </a:cxn>
                    <a:cxn ang="0">
                      <a:pos x="8" y="0"/>
                    </a:cxn>
                    <a:cxn ang="0">
                      <a:pos x="8" y="0"/>
                    </a:cxn>
                    <a:cxn ang="0">
                      <a:pos x="4" y="0"/>
                    </a:cxn>
                    <a:cxn ang="0">
                      <a:pos x="2" y="2"/>
                    </a:cxn>
                    <a:cxn ang="0">
                      <a:pos x="0" y="4"/>
                    </a:cxn>
                    <a:cxn ang="0">
                      <a:pos x="0" y="8"/>
                    </a:cxn>
                    <a:cxn ang="0">
                      <a:pos x="0" y="8"/>
                    </a:cxn>
                    <a:cxn ang="0">
                      <a:pos x="0" y="12"/>
                    </a:cxn>
                    <a:cxn ang="0">
                      <a:pos x="2" y="14"/>
                    </a:cxn>
                    <a:cxn ang="0">
                      <a:pos x="4" y="16"/>
                    </a:cxn>
                    <a:cxn ang="0">
                      <a:pos x="8" y="16"/>
                    </a:cxn>
                  </a:cxnLst>
                  <a:rect l="0" t="0" r="r" b="b"/>
                  <a:pathLst>
                    <a:path w="16" h="16">
                      <a:moveTo>
                        <a:pt x="8" y="16"/>
                      </a:move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4" y="14"/>
                      </a:lnTo>
                      <a:lnTo>
                        <a:pt x="16" y="12"/>
                      </a:lnTo>
                      <a:lnTo>
                        <a:pt x="16" y="8"/>
                      </a:lnTo>
                      <a:lnTo>
                        <a:pt x="16" y="8"/>
                      </a:lnTo>
                      <a:lnTo>
                        <a:pt x="16" y="4"/>
                      </a:lnTo>
                      <a:lnTo>
                        <a:pt x="14" y="2"/>
                      </a:lnTo>
                      <a:lnTo>
                        <a:pt x="12" y="0"/>
                      </a:lnTo>
                      <a:lnTo>
                        <a:pt x="8" y="0"/>
                      </a:lnTo>
                      <a:lnTo>
                        <a:pt x="8" y="0"/>
                      </a:ln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0" y="12"/>
                      </a:lnTo>
                      <a:lnTo>
                        <a:pt x="2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8" name="iŝliḍê"/>
                <p:cNvSpPr/>
                <p:nvPr/>
              </p:nvSpPr>
              <p:spPr bwMode="auto">
                <a:xfrm>
                  <a:off x="3505200" y="2863850"/>
                  <a:ext cx="25400" cy="25400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8" y="0"/>
                    </a:cxn>
                    <a:cxn ang="0">
                      <a:pos x="4" y="0"/>
                    </a:cxn>
                    <a:cxn ang="0">
                      <a:pos x="2" y="2"/>
                    </a:cxn>
                    <a:cxn ang="0">
                      <a:pos x="0" y="4"/>
                    </a:cxn>
                    <a:cxn ang="0">
                      <a:pos x="0" y="8"/>
                    </a:cxn>
                    <a:cxn ang="0">
                      <a:pos x="0" y="8"/>
                    </a:cxn>
                    <a:cxn ang="0">
                      <a:pos x="0" y="12"/>
                    </a:cxn>
                    <a:cxn ang="0">
                      <a:pos x="2" y="14"/>
                    </a:cxn>
                    <a:cxn ang="0">
                      <a:pos x="4" y="16"/>
                    </a:cxn>
                    <a:cxn ang="0">
                      <a:pos x="8" y="16"/>
                    </a:cxn>
                    <a:cxn ang="0">
                      <a:pos x="8" y="16"/>
                    </a:cxn>
                    <a:cxn ang="0">
                      <a:pos x="12" y="16"/>
                    </a:cxn>
                    <a:cxn ang="0">
                      <a:pos x="14" y="14"/>
                    </a:cxn>
                    <a:cxn ang="0">
                      <a:pos x="16" y="12"/>
                    </a:cxn>
                    <a:cxn ang="0">
                      <a:pos x="16" y="8"/>
                    </a:cxn>
                    <a:cxn ang="0">
                      <a:pos x="16" y="8"/>
                    </a:cxn>
                    <a:cxn ang="0">
                      <a:pos x="16" y="4"/>
                    </a:cxn>
                    <a:cxn ang="0">
                      <a:pos x="14" y="2"/>
                    </a:cxn>
                    <a:cxn ang="0">
                      <a:pos x="12" y="0"/>
                    </a:cxn>
                    <a:cxn ang="0">
                      <a:pos x="8" y="0"/>
                    </a:cxn>
                  </a:cxnLst>
                  <a:rect l="0" t="0" r="r" b="b"/>
                  <a:pathLst>
                    <a:path w="16" h="16">
                      <a:moveTo>
                        <a:pt x="8" y="0"/>
                      </a:moveTo>
                      <a:lnTo>
                        <a:pt x="8" y="0"/>
                      </a:ln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8"/>
                      </a:lnTo>
                      <a:lnTo>
                        <a:pt x="0" y="8"/>
                      </a:lnTo>
                      <a:lnTo>
                        <a:pt x="0" y="12"/>
                      </a:lnTo>
                      <a:lnTo>
                        <a:pt x="2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4" y="14"/>
                      </a:lnTo>
                      <a:lnTo>
                        <a:pt x="16" y="12"/>
                      </a:lnTo>
                      <a:lnTo>
                        <a:pt x="16" y="8"/>
                      </a:lnTo>
                      <a:lnTo>
                        <a:pt x="16" y="8"/>
                      </a:lnTo>
                      <a:lnTo>
                        <a:pt x="16" y="4"/>
                      </a:lnTo>
                      <a:lnTo>
                        <a:pt x="14" y="2"/>
                      </a:lnTo>
                      <a:lnTo>
                        <a:pt x="12" y="0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9" name="ïṥľíďe"/>
                <p:cNvSpPr/>
                <p:nvPr/>
              </p:nvSpPr>
              <p:spPr bwMode="auto">
                <a:xfrm>
                  <a:off x="3149600" y="2813050"/>
                  <a:ext cx="371475" cy="368300"/>
                </a:xfrm>
                <a:custGeom>
                  <a:avLst/>
                  <a:gdLst/>
                  <a:ahLst/>
                  <a:cxnLst>
                    <a:cxn ang="0">
                      <a:pos x="166" y="6"/>
                    </a:cxn>
                    <a:cxn ang="0">
                      <a:pos x="152" y="0"/>
                    </a:cxn>
                    <a:cxn ang="0">
                      <a:pos x="144" y="2"/>
                    </a:cxn>
                    <a:cxn ang="0">
                      <a:pos x="126" y="18"/>
                    </a:cxn>
                    <a:cxn ang="0">
                      <a:pos x="122" y="24"/>
                    </a:cxn>
                    <a:cxn ang="0">
                      <a:pos x="120" y="32"/>
                    </a:cxn>
                    <a:cxn ang="0">
                      <a:pos x="122" y="42"/>
                    </a:cxn>
                    <a:cxn ang="0">
                      <a:pos x="14" y="86"/>
                    </a:cxn>
                    <a:cxn ang="0">
                      <a:pos x="6" y="92"/>
                    </a:cxn>
                    <a:cxn ang="0">
                      <a:pos x="0" y="102"/>
                    </a:cxn>
                    <a:cxn ang="0">
                      <a:pos x="0" y="108"/>
                    </a:cxn>
                    <a:cxn ang="0">
                      <a:pos x="4" y="120"/>
                    </a:cxn>
                    <a:cxn ang="0">
                      <a:pos x="108" y="224"/>
                    </a:cxn>
                    <a:cxn ang="0">
                      <a:pos x="116" y="230"/>
                    </a:cxn>
                    <a:cxn ang="0">
                      <a:pos x="126" y="232"/>
                    </a:cxn>
                    <a:cxn ang="0">
                      <a:pos x="126" y="232"/>
                    </a:cxn>
                    <a:cxn ang="0">
                      <a:pos x="130" y="232"/>
                    </a:cxn>
                    <a:cxn ang="0">
                      <a:pos x="142" y="226"/>
                    </a:cxn>
                    <a:cxn ang="0">
                      <a:pos x="148" y="216"/>
                    </a:cxn>
                    <a:cxn ang="0">
                      <a:pos x="190" y="110"/>
                    </a:cxn>
                    <a:cxn ang="0">
                      <a:pos x="202" y="114"/>
                    </a:cxn>
                    <a:cxn ang="0">
                      <a:pos x="210" y="112"/>
                    </a:cxn>
                    <a:cxn ang="0">
                      <a:pos x="228" y="96"/>
                    </a:cxn>
                    <a:cxn ang="0">
                      <a:pos x="232" y="90"/>
                    </a:cxn>
                    <a:cxn ang="0">
                      <a:pos x="234" y="82"/>
                    </a:cxn>
                    <a:cxn ang="0">
                      <a:pos x="228" y="68"/>
                    </a:cxn>
                    <a:cxn ang="0">
                      <a:pos x="134" y="210"/>
                    </a:cxn>
                    <a:cxn ang="0">
                      <a:pos x="130" y="214"/>
                    </a:cxn>
                    <a:cxn ang="0">
                      <a:pos x="128" y="216"/>
                    </a:cxn>
                    <a:cxn ang="0">
                      <a:pos x="126" y="216"/>
                    </a:cxn>
                    <a:cxn ang="0">
                      <a:pos x="18" y="112"/>
                    </a:cxn>
                    <a:cxn ang="0">
                      <a:pos x="16" y="110"/>
                    </a:cxn>
                    <a:cxn ang="0">
                      <a:pos x="16" y="106"/>
                    </a:cxn>
                    <a:cxn ang="0">
                      <a:pos x="20" y="100"/>
                    </a:cxn>
                    <a:cxn ang="0">
                      <a:pos x="70" y="80"/>
                    </a:cxn>
                    <a:cxn ang="0">
                      <a:pos x="96" y="86"/>
                    </a:cxn>
                    <a:cxn ang="0">
                      <a:pos x="134" y="92"/>
                    </a:cxn>
                    <a:cxn ang="0">
                      <a:pos x="158" y="104"/>
                    </a:cxn>
                    <a:cxn ang="0">
                      <a:pos x="134" y="210"/>
                    </a:cxn>
                    <a:cxn ang="0">
                      <a:pos x="204" y="96"/>
                    </a:cxn>
                    <a:cxn ang="0">
                      <a:pos x="202" y="98"/>
                    </a:cxn>
                    <a:cxn ang="0">
                      <a:pos x="184" y="82"/>
                    </a:cxn>
                    <a:cxn ang="0">
                      <a:pos x="174" y="108"/>
                    </a:cxn>
                    <a:cxn ang="0">
                      <a:pos x="166" y="100"/>
                    </a:cxn>
                    <a:cxn ang="0">
                      <a:pos x="138" y="86"/>
                    </a:cxn>
                    <a:cxn ang="0">
                      <a:pos x="104" y="78"/>
                    </a:cxn>
                    <a:cxn ang="0">
                      <a:pos x="82" y="76"/>
                    </a:cxn>
                    <a:cxn ang="0">
                      <a:pos x="138" y="34"/>
                    </a:cxn>
                    <a:cxn ang="0">
                      <a:pos x="136" y="32"/>
                    </a:cxn>
                    <a:cxn ang="0">
                      <a:pos x="148" y="18"/>
                    </a:cxn>
                    <a:cxn ang="0">
                      <a:pos x="152" y="16"/>
                    </a:cxn>
                    <a:cxn ang="0">
                      <a:pos x="216" y="78"/>
                    </a:cxn>
                    <a:cxn ang="0">
                      <a:pos x="218" y="82"/>
                    </a:cxn>
                  </a:cxnLst>
                  <a:rect l="0" t="0" r="r" b="b"/>
                  <a:pathLst>
                    <a:path w="234" h="232">
                      <a:moveTo>
                        <a:pt x="166" y="6"/>
                      </a:moveTo>
                      <a:lnTo>
                        <a:pt x="166" y="6"/>
                      </a:lnTo>
                      <a:lnTo>
                        <a:pt x="158" y="2"/>
                      </a:lnTo>
                      <a:lnTo>
                        <a:pt x="152" y="0"/>
                      </a:lnTo>
                      <a:lnTo>
                        <a:pt x="152" y="0"/>
                      </a:lnTo>
                      <a:lnTo>
                        <a:pt x="144" y="2"/>
                      </a:lnTo>
                      <a:lnTo>
                        <a:pt x="138" y="6"/>
                      </a:lnTo>
                      <a:lnTo>
                        <a:pt x="126" y="18"/>
                      </a:lnTo>
                      <a:lnTo>
                        <a:pt x="126" y="18"/>
                      </a:lnTo>
                      <a:lnTo>
                        <a:pt x="122" y="24"/>
                      </a:lnTo>
                      <a:lnTo>
                        <a:pt x="120" y="32"/>
                      </a:lnTo>
                      <a:lnTo>
                        <a:pt x="120" y="32"/>
                      </a:lnTo>
                      <a:lnTo>
                        <a:pt x="120" y="36"/>
                      </a:lnTo>
                      <a:lnTo>
                        <a:pt x="122" y="42"/>
                      </a:lnTo>
                      <a:lnTo>
                        <a:pt x="14" y="86"/>
                      </a:lnTo>
                      <a:lnTo>
                        <a:pt x="14" y="86"/>
                      </a:lnTo>
                      <a:lnTo>
                        <a:pt x="10" y="88"/>
                      </a:lnTo>
                      <a:lnTo>
                        <a:pt x="6" y="92"/>
                      </a:lnTo>
                      <a:lnTo>
                        <a:pt x="2" y="98"/>
                      </a:lnTo>
                      <a:lnTo>
                        <a:pt x="0" y="102"/>
                      </a:lnTo>
                      <a:lnTo>
                        <a:pt x="0" y="102"/>
                      </a:lnTo>
                      <a:lnTo>
                        <a:pt x="0" y="108"/>
                      </a:lnTo>
                      <a:lnTo>
                        <a:pt x="2" y="114"/>
                      </a:lnTo>
                      <a:lnTo>
                        <a:pt x="4" y="120"/>
                      </a:lnTo>
                      <a:lnTo>
                        <a:pt x="8" y="124"/>
                      </a:lnTo>
                      <a:lnTo>
                        <a:pt x="108" y="224"/>
                      </a:lnTo>
                      <a:lnTo>
                        <a:pt x="108" y="224"/>
                      </a:lnTo>
                      <a:lnTo>
                        <a:pt x="116" y="230"/>
                      </a:lnTo>
                      <a:lnTo>
                        <a:pt x="126" y="232"/>
                      </a:lnTo>
                      <a:lnTo>
                        <a:pt x="126" y="232"/>
                      </a:lnTo>
                      <a:lnTo>
                        <a:pt x="126" y="232"/>
                      </a:lnTo>
                      <a:lnTo>
                        <a:pt x="126" y="232"/>
                      </a:lnTo>
                      <a:lnTo>
                        <a:pt x="130" y="232"/>
                      </a:lnTo>
                      <a:lnTo>
                        <a:pt x="130" y="232"/>
                      </a:lnTo>
                      <a:lnTo>
                        <a:pt x="136" y="230"/>
                      </a:lnTo>
                      <a:lnTo>
                        <a:pt x="142" y="226"/>
                      </a:lnTo>
                      <a:lnTo>
                        <a:pt x="146" y="222"/>
                      </a:lnTo>
                      <a:lnTo>
                        <a:pt x="148" y="216"/>
                      </a:lnTo>
                      <a:lnTo>
                        <a:pt x="190" y="110"/>
                      </a:lnTo>
                      <a:lnTo>
                        <a:pt x="190" y="110"/>
                      </a:lnTo>
                      <a:lnTo>
                        <a:pt x="196" y="112"/>
                      </a:lnTo>
                      <a:lnTo>
                        <a:pt x="202" y="114"/>
                      </a:lnTo>
                      <a:lnTo>
                        <a:pt x="202" y="114"/>
                      </a:lnTo>
                      <a:lnTo>
                        <a:pt x="210" y="112"/>
                      </a:lnTo>
                      <a:lnTo>
                        <a:pt x="216" y="108"/>
                      </a:lnTo>
                      <a:lnTo>
                        <a:pt x="228" y="96"/>
                      </a:lnTo>
                      <a:lnTo>
                        <a:pt x="228" y="96"/>
                      </a:lnTo>
                      <a:lnTo>
                        <a:pt x="232" y="90"/>
                      </a:lnTo>
                      <a:lnTo>
                        <a:pt x="234" y="82"/>
                      </a:lnTo>
                      <a:lnTo>
                        <a:pt x="234" y="82"/>
                      </a:lnTo>
                      <a:lnTo>
                        <a:pt x="232" y="74"/>
                      </a:lnTo>
                      <a:lnTo>
                        <a:pt x="228" y="68"/>
                      </a:lnTo>
                      <a:lnTo>
                        <a:pt x="166" y="6"/>
                      </a:lnTo>
                      <a:close/>
                      <a:moveTo>
                        <a:pt x="134" y="210"/>
                      </a:moveTo>
                      <a:lnTo>
                        <a:pt x="134" y="210"/>
                      </a:lnTo>
                      <a:lnTo>
                        <a:pt x="130" y="214"/>
                      </a:lnTo>
                      <a:lnTo>
                        <a:pt x="128" y="216"/>
                      </a:lnTo>
                      <a:lnTo>
                        <a:pt x="128" y="216"/>
                      </a:lnTo>
                      <a:lnTo>
                        <a:pt x="126" y="216"/>
                      </a:lnTo>
                      <a:lnTo>
                        <a:pt x="126" y="216"/>
                      </a:lnTo>
                      <a:lnTo>
                        <a:pt x="120" y="214"/>
                      </a:lnTo>
                      <a:lnTo>
                        <a:pt x="18" y="112"/>
                      </a:lnTo>
                      <a:lnTo>
                        <a:pt x="18" y="112"/>
                      </a:lnTo>
                      <a:lnTo>
                        <a:pt x="16" y="110"/>
                      </a:lnTo>
                      <a:lnTo>
                        <a:pt x="16" y="106"/>
                      </a:lnTo>
                      <a:lnTo>
                        <a:pt x="16" y="106"/>
                      </a:lnTo>
                      <a:lnTo>
                        <a:pt x="18" y="102"/>
                      </a:lnTo>
                      <a:lnTo>
                        <a:pt x="20" y="100"/>
                      </a:lnTo>
                      <a:lnTo>
                        <a:pt x="70" y="80"/>
                      </a:lnTo>
                      <a:lnTo>
                        <a:pt x="70" y="80"/>
                      </a:lnTo>
                      <a:lnTo>
                        <a:pt x="84" y="84"/>
                      </a:lnTo>
                      <a:lnTo>
                        <a:pt x="96" y="86"/>
                      </a:lnTo>
                      <a:lnTo>
                        <a:pt x="120" y="88"/>
                      </a:lnTo>
                      <a:lnTo>
                        <a:pt x="134" y="92"/>
                      </a:lnTo>
                      <a:lnTo>
                        <a:pt x="146" y="98"/>
                      </a:lnTo>
                      <a:lnTo>
                        <a:pt x="158" y="104"/>
                      </a:lnTo>
                      <a:lnTo>
                        <a:pt x="172" y="116"/>
                      </a:lnTo>
                      <a:lnTo>
                        <a:pt x="134" y="210"/>
                      </a:lnTo>
                      <a:close/>
                      <a:moveTo>
                        <a:pt x="216" y="84"/>
                      </a:moveTo>
                      <a:lnTo>
                        <a:pt x="204" y="96"/>
                      </a:lnTo>
                      <a:lnTo>
                        <a:pt x="204" y="96"/>
                      </a:lnTo>
                      <a:lnTo>
                        <a:pt x="202" y="98"/>
                      </a:lnTo>
                      <a:lnTo>
                        <a:pt x="198" y="96"/>
                      </a:lnTo>
                      <a:lnTo>
                        <a:pt x="184" y="82"/>
                      </a:lnTo>
                      <a:lnTo>
                        <a:pt x="174" y="110"/>
                      </a:lnTo>
                      <a:lnTo>
                        <a:pt x="174" y="108"/>
                      </a:lnTo>
                      <a:lnTo>
                        <a:pt x="174" y="108"/>
                      </a:lnTo>
                      <a:lnTo>
                        <a:pt x="166" y="100"/>
                      </a:lnTo>
                      <a:lnTo>
                        <a:pt x="156" y="94"/>
                      </a:lnTo>
                      <a:lnTo>
                        <a:pt x="138" y="86"/>
                      </a:lnTo>
                      <a:lnTo>
                        <a:pt x="120" y="80"/>
                      </a:lnTo>
                      <a:lnTo>
                        <a:pt x="104" y="78"/>
                      </a:lnTo>
                      <a:lnTo>
                        <a:pt x="104" y="78"/>
                      </a:lnTo>
                      <a:lnTo>
                        <a:pt x="82" y="76"/>
                      </a:lnTo>
                      <a:lnTo>
                        <a:pt x="150" y="48"/>
                      </a:lnTo>
                      <a:lnTo>
                        <a:pt x="138" y="34"/>
                      </a:lnTo>
                      <a:lnTo>
                        <a:pt x="138" y="34"/>
                      </a:lnTo>
                      <a:lnTo>
                        <a:pt x="136" y="32"/>
                      </a:lnTo>
                      <a:lnTo>
                        <a:pt x="138" y="28"/>
                      </a:lnTo>
                      <a:lnTo>
                        <a:pt x="148" y="18"/>
                      </a:lnTo>
                      <a:lnTo>
                        <a:pt x="148" y="18"/>
                      </a:lnTo>
                      <a:lnTo>
                        <a:pt x="152" y="16"/>
                      </a:lnTo>
                      <a:lnTo>
                        <a:pt x="154" y="18"/>
                      </a:lnTo>
                      <a:lnTo>
                        <a:pt x="216" y="78"/>
                      </a:lnTo>
                      <a:lnTo>
                        <a:pt x="216" y="78"/>
                      </a:lnTo>
                      <a:lnTo>
                        <a:pt x="218" y="82"/>
                      </a:lnTo>
                      <a:lnTo>
                        <a:pt x="216" y="84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53" name="ïśľiḍê"/>
              <p:cNvGrpSpPr/>
              <p:nvPr/>
            </p:nvGrpSpPr>
            <p:grpSpPr>
              <a:xfrm>
                <a:off x="8213505" y="2803049"/>
                <a:ext cx="232437" cy="338090"/>
                <a:chOff x="4838700" y="2774950"/>
                <a:chExt cx="279400" cy="406400"/>
              </a:xfrm>
              <a:solidFill>
                <a:schemeClr val="bg2"/>
              </a:solidFill>
            </p:grpSpPr>
            <p:sp>
              <p:nvSpPr>
                <p:cNvPr id="71" name="i$1ïḓê"/>
                <p:cNvSpPr/>
                <p:nvPr/>
              </p:nvSpPr>
              <p:spPr bwMode="auto">
                <a:xfrm>
                  <a:off x="4838700" y="2774950"/>
                  <a:ext cx="279400" cy="406400"/>
                </a:xfrm>
                <a:custGeom>
                  <a:avLst/>
                  <a:gdLst/>
                  <a:ahLst/>
                  <a:cxnLst>
                    <a:cxn ang="0">
                      <a:pos x="88" y="0"/>
                    </a:cxn>
                    <a:cxn ang="0">
                      <a:pos x="54" y="6"/>
                    </a:cxn>
                    <a:cxn ang="0">
                      <a:pos x="26" y="26"/>
                    </a:cxn>
                    <a:cxn ang="0">
                      <a:pos x="6" y="54"/>
                    </a:cxn>
                    <a:cxn ang="0">
                      <a:pos x="0" y="88"/>
                    </a:cxn>
                    <a:cxn ang="0">
                      <a:pos x="2" y="100"/>
                    </a:cxn>
                    <a:cxn ang="0">
                      <a:pos x="16" y="138"/>
                    </a:cxn>
                    <a:cxn ang="0">
                      <a:pos x="40" y="184"/>
                    </a:cxn>
                    <a:cxn ang="0">
                      <a:pos x="50" y="214"/>
                    </a:cxn>
                    <a:cxn ang="0">
                      <a:pos x="62" y="246"/>
                    </a:cxn>
                    <a:cxn ang="0">
                      <a:pos x="76" y="254"/>
                    </a:cxn>
                    <a:cxn ang="0">
                      <a:pos x="88" y="256"/>
                    </a:cxn>
                    <a:cxn ang="0">
                      <a:pos x="108" y="252"/>
                    </a:cxn>
                    <a:cxn ang="0">
                      <a:pos x="118" y="238"/>
                    </a:cxn>
                    <a:cxn ang="0">
                      <a:pos x="136" y="184"/>
                    </a:cxn>
                    <a:cxn ang="0">
                      <a:pos x="146" y="162"/>
                    </a:cxn>
                    <a:cxn ang="0">
                      <a:pos x="172" y="112"/>
                    </a:cxn>
                    <a:cxn ang="0">
                      <a:pos x="176" y="88"/>
                    </a:cxn>
                    <a:cxn ang="0">
                      <a:pos x="174" y="70"/>
                    </a:cxn>
                    <a:cxn ang="0">
                      <a:pos x="160" y="38"/>
                    </a:cxn>
                    <a:cxn ang="0">
                      <a:pos x="138" y="16"/>
                    </a:cxn>
                    <a:cxn ang="0">
                      <a:pos x="106" y="2"/>
                    </a:cxn>
                    <a:cxn ang="0">
                      <a:pos x="108" y="218"/>
                    </a:cxn>
                    <a:cxn ang="0">
                      <a:pos x="70" y="222"/>
                    </a:cxn>
                    <a:cxn ang="0">
                      <a:pos x="64" y="208"/>
                    </a:cxn>
                    <a:cxn ang="0">
                      <a:pos x="114" y="200"/>
                    </a:cxn>
                    <a:cxn ang="0">
                      <a:pos x="112" y="208"/>
                    </a:cxn>
                    <a:cxn ang="0">
                      <a:pos x="108" y="218"/>
                    </a:cxn>
                    <a:cxn ang="0">
                      <a:pos x="62" y="200"/>
                    </a:cxn>
                    <a:cxn ang="0">
                      <a:pos x="120" y="184"/>
                    </a:cxn>
                    <a:cxn ang="0">
                      <a:pos x="116" y="192"/>
                    </a:cxn>
                    <a:cxn ang="0">
                      <a:pos x="88" y="240"/>
                    </a:cxn>
                    <a:cxn ang="0">
                      <a:pos x="82" y="240"/>
                    </a:cxn>
                    <a:cxn ang="0">
                      <a:pos x="76" y="236"/>
                    </a:cxn>
                    <a:cxn ang="0">
                      <a:pos x="106" y="226"/>
                    </a:cxn>
                    <a:cxn ang="0">
                      <a:pos x="102" y="234"/>
                    </a:cxn>
                    <a:cxn ang="0">
                      <a:pos x="94" y="240"/>
                    </a:cxn>
                    <a:cxn ang="0">
                      <a:pos x="126" y="168"/>
                    </a:cxn>
                    <a:cxn ang="0">
                      <a:pos x="50" y="168"/>
                    </a:cxn>
                    <a:cxn ang="0">
                      <a:pos x="38" y="142"/>
                    </a:cxn>
                    <a:cxn ang="0">
                      <a:pos x="18" y="100"/>
                    </a:cxn>
                    <a:cxn ang="0">
                      <a:pos x="16" y="88"/>
                    </a:cxn>
                    <a:cxn ang="0">
                      <a:pos x="22" y="60"/>
                    </a:cxn>
                    <a:cxn ang="0">
                      <a:pos x="38" y="38"/>
                    </a:cxn>
                    <a:cxn ang="0">
                      <a:pos x="60" y="22"/>
                    </a:cxn>
                    <a:cxn ang="0">
                      <a:pos x="88" y="16"/>
                    </a:cxn>
                    <a:cxn ang="0">
                      <a:pos x="102" y="18"/>
                    </a:cxn>
                    <a:cxn ang="0">
                      <a:pos x="128" y="28"/>
                    </a:cxn>
                    <a:cxn ang="0">
                      <a:pos x="148" y="48"/>
                    </a:cxn>
                    <a:cxn ang="0">
                      <a:pos x="158" y="74"/>
                    </a:cxn>
                    <a:cxn ang="0">
                      <a:pos x="160" y="88"/>
                    </a:cxn>
                    <a:cxn ang="0">
                      <a:pos x="154" y="114"/>
                    </a:cxn>
                    <a:cxn ang="0">
                      <a:pos x="138" y="142"/>
                    </a:cxn>
                  </a:cxnLst>
                  <a:rect l="0" t="0" r="r" b="b"/>
                  <a:pathLst>
                    <a:path w="176" h="256">
                      <a:moveTo>
                        <a:pt x="88" y="0"/>
                      </a:moveTo>
                      <a:lnTo>
                        <a:pt x="88" y="0"/>
                      </a:lnTo>
                      <a:lnTo>
                        <a:pt x="70" y="2"/>
                      </a:lnTo>
                      <a:lnTo>
                        <a:pt x="54" y="6"/>
                      </a:lnTo>
                      <a:lnTo>
                        <a:pt x="38" y="16"/>
                      </a:lnTo>
                      <a:lnTo>
                        <a:pt x="26" y="26"/>
                      </a:lnTo>
                      <a:lnTo>
                        <a:pt x="16" y="38"/>
                      </a:lnTo>
                      <a:lnTo>
                        <a:pt x="6" y="54"/>
                      </a:lnTo>
                      <a:lnTo>
                        <a:pt x="2" y="70"/>
                      </a:lnTo>
                      <a:lnTo>
                        <a:pt x="0" y="88"/>
                      </a:lnTo>
                      <a:lnTo>
                        <a:pt x="0" y="88"/>
                      </a:lnTo>
                      <a:lnTo>
                        <a:pt x="2" y="100"/>
                      </a:lnTo>
                      <a:lnTo>
                        <a:pt x="4" y="112"/>
                      </a:lnTo>
                      <a:lnTo>
                        <a:pt x="16" y="138"/>
                      </a:lnTo>
                      <a:lnTo>
                        <a:pt x="30" y="162"/>
                      </a:lnTo>
                      <a:lnTo>
                        <a:pt x="40" y="184"/>
                      </a:lnTo>
                      <a:lnTo>
                        <a:pt x="40" y="184"/>
                      </a:lnTo>
                      <a:lnTo>
                        <a:pt x="50" y="214"/>
                      </a:lnTo>
                      <a:lnTo>
                        <a:pt x="58" y="238"/>
                      </a:lnTo>
                      <a:lnTo>
                        <a:pt x="62" y="246"/>
                      </a:lnTo>
                      <a:lnTo>
                        <a:pt x="68" y="252"/>
                      </a:lnTo>
                      <a:lnTo>
                        <a:pt x="76" y="254"/>
                      </a:lnTo>
                      <a:lnTo>
                        <a:pt x="88" y="256"/>
                      </a:lnTo>
                      <a:lnTo>
                        <a:pt x="88" y="256"/>
                      </a:lnTo>
                      <a:lnTo>
                        <a:pt x="100" y="254"/>
                      </a:lnTo>
                      <a:lnTo>
                        <a:pt x="108" y="252"/>
                      </a:lnTo>
                      <a:lnTo>
                        <a:pt x="114" y="246"/>
                      </a:lnTo>
                      <a:lnTo>
                        <a:pt x="118" y="238"/>
                      </a:lnTo>
                      <a:lnTo>
                        <a:pt x="126" y="214"/>
                      </a:lnTo>
                      <a:lnTo>
                        <a:pt x="136" y="184"/>
                      </a:lnTo>
                      <a:lnTo>
                        <a:pt x="136" y="184"/>
                      </a:lnTo>
                      <a:lnTo>
                        <a:pt x="146" y="162"/>
                      </a:lnTo>
                      <a:lnTo>
                        <a:pt x="160" y="138"/>
                      </a:lnTo>
                      <a:lnTo>
                        <a:pt x="172" y="112"/>
                      </a:lnTo>
                      <a:lnTo>
                        <a:pt x="174" y="100"/>
                      </a:lnTo>
                      <a:lnTo>
                        <a:pt x="176" y="88"/>
                      </a:lnTo>
                      <a:lnTo>
                        <a:pt x="176" y="88"/>
                      </a:lnTo>
                      <a:lnTo>
                        <a:pt x="174" y="70"/>
                      </a:lnTo>
                      <a:lnTo>
                        <a:pt x="170" y="54"/>
                      </a:lnTo>
                      <a:lnTo>
                        <a:pt x="160" y="38"/>
                      </a:lnTo>
                      <a:lnTo>
                        <a:pt x="150" y="26"/>
                      </a:lnTo>
                      <a:lnTo>
                        <a:pt x="138" y="16"/>
                      </a:lnTo>
                      <a:lnTo>
                        <a:pt x="122" y="6"/>
                      </a:lnTo>
                      <a:lnTo>
                        <a:pt x="106" y="2"/>
                      </a:lnTo>
                      <a:lnTo>
                        <a:pt x="88" y="0"/>
                      </a:lnTo>
                      <a:close/>
                      <a:moveTo>
                        <a:pt x="108" y="218"/>
                      </a:moveTo>
                      <a:lnTo>
                        <a:pt x="70" y="222"/>
                      </a:lnTo>
                      <a:lnTo>
                        <a:pt x="70" y="222"/>
                      </a:lnTo>
                      <a:lnTo>
                        <a:pt x="64" y="208"/>
                      </a:lnTo>
                      <a:lnTo>
                        <a:pt x="64" y="208"/>
                      </a:lnTo>
                      <a:lnTo>
                        <a:pt x="64" y="206"/>
                      </a:lnTo>
                      <a:lnTo>
                        <a:pt x="114" y="200"/>
                      </a:lnTo>
                      <a:lnTo>
                        <a:pt x="114" y="200"/>
                      </a:lnTo>
                      <a:lnTo>
                        <a:pt x="112" y="208"/>
                      </a:lnTo>
                      <a:lnTo>
                        <a:pt x="112" y="208"/>
                      </a:lnTo>
                      <a:lnTo>
                        <a:pt x="108" y="218"/>
                      </a:lnTo>
                      <a:close/>
                      <a:moveTo>
                        <a:pt x="62" y="200"/>
                      </a:moveTo>
                      <a:lnTo>
                        <a:pt x="62" y="200"/>
                      </a:lnTo>
                      <a:lnTo>
                        <a:pt x="56" y="184"/>
                      </a:lnTo>
                      <a:lnTo>
                        <a:pt x="120" y="184"/>
                      </a:lnTo>
                      <a:lnTo>
                        <a:pt x="120" y="184"/>
                      </a:lnTo>
                      <a:lnTo>
                        <a:pt x="116" y="192"/>
                      </a:lnTo>
                      <a:lnTo>
                        <a:pt x="62" y="200"/>
                      </a:lnTo>
                      <a:close/>
                      <a:moveTo>
                        <a:pt x="88" y="240"/>
                      </a:moveTo>
                      <a:lnTo>
                        <a:pt x="88" y="240"/>
                      </a:lnTo>
                      <a:lnTo>
                        <a:pt x="82" y="240"/>
                      </a:lnTo>
                      <a:lnTo>
                        <a:pt x="78" y="238"/>
                      </a:lnTo>
                      <a:lnTo>
                        <a:pt x="76" y="236"/>
                      </a:lnTo>
                      <a:lnTo>
                        <a:pt x="72" y="230"/>
                      </a:lnTo>
                      <a:lnTo>
                        <a:pt x="106" y="226"/>
                      </a:lnTo>
                      <a:lnTo>
                        <a:pt x="106" y="226"/>
                      </a:lnTo>
                      <a:lnTo>
                        <a:pt x="102" y="234"/>
                      </a:lnTo>
                      <a:lnTo>
                        <a:pt x="98" y="238"/>
                      </a:lnTo>
                      <a:lnTo>
                        <a:pt x="94" y="240"/>
                      </a:lnTo>
                      <a:lnTo>
                        <a:pt x="88" y="240"/>
                      </a:lnTo>
                      <a:close/>
                      <a:moveTo>
                        <a:pt x="126" y="168"/>
                      </a:moveTo>
                      <a:lnTo>
                        <a:pt x="50" y="168"/>
                      </a:lnTo>
                      <a:lnTo>
                        <a:pt x="50" y="168"/>
                      </a:lnTo>
                      <a:lnTo>
                        <a:pt x="38" y="142"/>
                      </a:lnTo>
                      <a:lnTo>
                        <a:pt x="38" y="142"/>
                      </a:lnTo>
                      <a:lnTo>
                        <a:pt x="22" y="114"/>
                      </a:lnTo>
                      <a:lnTo>
                        <a:pt x="18" y="100"/>
                      </a:lnTo>
                      <a:lnTo>
                        <a:pt x="16" y="88"/>
                      </a:lnTo>
                      <a:lnTo>
                        <a:pt x="16" y="88"/>
                      </a:lnTo>
                      <a:lnTo>
                        <a:pt x="18" y="74"/>
                      </a:lnTo>
                      <a:lnTo>
                        <a:pt x="22" y="60"/>
                      </a:lnTo>
                      <a:lnTo>
                        <a:pt x="28" y="48"/>
                      </a:lnTo>
                      <a:lnTo>
                        <a:pt x="38" y="38"/>
                      </a:lnTo>
                      <a:lnTo>
                        <a:pt x="48" y="28"/>
                      </a:lnTo>
                      <a:lnTo>
                        <a:pt x="60" y="22"/>
                      </a:lnTo>
                      <a:lnTo>
                        <a:pt x="74" y="18"/>
                      </a:lnTo>
                      <a:lnTo>
                        <a:pt x="88" y="16"/>
                      </a:lnTo>
                      <a:lnTo>
                        <a:pt x="88" y="16"/>
                      </a:lnTo>
                      <a:lnTo>
                        <a:pt x="102" y="18"/>
                      </a:lnTo>
                      <a:lnTo>
                        <a:pt x="116" y="22"/>
                      </a:lnTo>
                      <a:lnTo>
                        <a:pt x="128" y="28"/>
                      </a:lnTo>
                      <a:lnTo>
                        <a:pt x="138" y="38"/>
                      </a:lnTo>
                      <a:lnTo>
                        <a:pt x="148" y="48"/>
                      </a:lnTo>
                      <a:lnTo>
                        <a:pt x="154" y="60"/>
                      </a:lnTo>
                      <a:lnTo>
                        <a:pt x="158" y="74"/>
                      </a:lnTo>
                      <a:lnTo>
                        <a:pt x="160" y="88"/>
                      </a:lnTo>
                      <a:lnTo>
                        <a:pt x="160" y="88"/>
                      </a:lnTo>
                      <a:lnTo>
                        <a:pt x="158" y="100"/>
                      </a:lnTo>
                      <a:lnTo>
                        <a:pt x="154" y="114"/>
                      </a:lnTo>
                      <a:lnTo>
                        <a:pt x="138" y="142"/>
                      </a:lnTo>
                      <a:lnTo>
                        <a:pt x="138" y="142"/>
                      </a:lnTo>
                      <a:lnTo>
                        <a:pt x="126" y="168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2" name="íšľíḍè"/>
                <p:cNvSpPr/>
                <p:nvPr/>
              </p:nvSpPr>
              <p:spPr bwMode="auto">
                <a:xfrm>
                  <a:off x="4902200" y="2838450"/>
                  <a:ext cx="82550" cy="82550"/>
                </a:xfrm>
                <a:custGeom>
                  <a:avLst/>
                  <a:gdLst/>
                  <a:ahLst/>
                  <a:cxnLst>
                    <a:cxn ang="0">
                      <a:pos x="48" y="0"/>
                    </a:cxn>
                    <a:cxn ang="0">
                      <a:pos x="48" y="0"/>
                    </a:cxn>
                    <a:cxn ang="0">
                      <a:pos x="38" y="0"/>
                    </a:cxn>
                    <a:cxn ang="0">
                      <a:pos x="30" y="4"/>
                    </a:cxn>
                    <a:cxn ang="0">
                      <a:pos x="22" y="8"/>
                    </a:cxn>
                    <a:cxn ang="0">
                      <a:pos x="14" y="14"/>
                    </a:cxn>
                    <a:cxn ang="0">
                      <a:pos x="8" y="22"/>
                    </a:cxn>
                    <a:cxn ang="0">
                      <a:pos x="4" y="30"/>
                    </a:cxn>
                    <a:cxn ang="0">
                      <a:pos x="0" y="38"/>
                    </a:cxn>
                    <a:cxn ang="0">
                      <a:pos x="0" y="48"/>
                    </a:cxn>
                    <a:cxn ang="0">
                      <a:pos x="0" y="48"/>
                    </a:cxn>
                    <a:cxn ang="0">
                      <a:pos x="2" y="50"/>
                    </a:cxn>
                    <a:cxn ang="0">
                      <a:pos x="4" y="52"/>
                    </a:cxn>
                    <a:cxn ang="0">
                      <a:pos x="4" y="52"/>
                    </a:cxn>
                    <a:cxn ang="0">
                      <a:pos x="6" y="50"/>
                    </a:cxn>
                    <a:cxn ang="0">
                      <a:pos x="8" y="48"/>
                    </a:cxn>
                    <a:cxn ang="0">
                      <a:pos x="8" y="48"/>
                    </a:cxn>
                    <a:cxn ang="0">
                      <a:pos x="8" y="40"/>
                    </a:cxn>
                    <a:cxn ang="0">
                      <a:pos x="12" y="32"/>
                    </a:cxn>
                    <a:cxn ang="0">
                      <a:pos x="14" y="26"/>
                    </a:cxn>
                    <a:cxn ang="0">
                      <a:pos x="20" y="20"/>
                    </a:cxn>
                    <a:cxn ang="0">
                      <a:pos x="26" y="14"/>
                    </a:cxn>
                    <a:cxn ang="0">
                      <a:pos x="32" y="12"/>
                    </a:cxn>
                    <a:cxn ang="0">
                      <a:pos x="40" y="8"/>
                    </a:cxn>
                    <a:cxn ang="0">
                      <a:pos x="48" y="8"/>
                    </a:cxn>
                    <a:cxn ang="0">
                      <a:pos x="48" y="8"/>
                    </a:cxn>
                    <a:cxn ang="0">
                      <a:pos x="50" y="6"/>
                    </a:cxn>
                    <a:cxn ang="0">
                      <a:pos x="52" y="4"/>
                    </a:cxn>
                    <a:cxn ang="0">
                      <a:pos x="52" y="4"/>
                    </a:cxn>
                    <a:cxn ang="0">
                      <a:pos x="50" y="2"/>
                    </a:cxn>
                    <a:cxn ang="0">
                      <a:pos x="48" y="0"/>
                    </a:cxn>
                  </a:cxnLst>
                  <a:rect l="0" t="0" r="r" b="b"/>
                  <a:pathLst>
                    <a:path w="52" h="52">
                      <a:moveTo>
                        <a:pt x="48" y="0"/>
                      </a:moveTo>
                      <a:lnTo>
                        <a:pt x="48" y="0"/>
                      </a:lnTo>
                      <a:lnTo>
                        <a:pt x="38" y="0"/>
                      </a:lnTo>
                      <a:lnTo>
                        <a:pt x="30" y="4"/>
                      </a:lnTo>
                      <a:lnTo>
                        <a:pt x="22" y="8"/>
                      </a:lnTo>
                      <a:lnTo>
                        <a:pt x="14" y="14"/>
                      </a:lnTo>
                      <a:lnTo>
                        <a:pt x="8" y="22"/>
                      </a:lnTo>
                      <a:lnTo>
                        <a:pt x="4" y="30"/>
                      </a:lnTo>
                      <a:lnTo>
                        <a:pt x="0" y="38"/>
                      </a:lnTo>
                      <a:lnTo>
                        <a:pt x="0" y="48"/>
                      </a:lnTo>
                      <a:lnTo>
                        <a:pt x="0" y="48"/>
                      </a:lnTo>
                      <a:lnTo>
                        <a:pt x="2" y="50"/>
                      </a:lnTo>
                      <a:lnTo>
                        <a:pt x="4" y="52"/>
                      </a:lnTo>
                      <a:lnTo>
                        <a:pt x="4" y="52"/>
                      </a:lnTo>
                      <a:lnTo>
                        <a:pt x="6" y="50"/>
                      </a:lnTo>
                      <a:lnTo>
                        <a:pt x="8" y="48"/>
                      </a:lnTo>
                      <a:lnTo>
                        <a:pt x="8" y="48"/>
                      </a:lnTo>
                      <a:lnTo>
                        <a:pt x="8" y="40"/>
                      </a:lnTo>
                      <a:lnTo>
                        <a:pt x="12" y="32"/>
                      </a:lnTo>
                      <a:lnTo>
                        <a:pt x="14" y="26"/>
                      </a:lnTo>
                      <a:lnTo>
                        <a:pt x="20" y="20"/>
                      </a:lnTo>
                      <a:lnTo>
                        <a:pt x="26" y="14"/>
                      </a:lnTo>
                      <a:lnTo>
                        <a:pt x="32" y="12"/>
                      </a:lnTo>
                      <a:lnTo>
                        <a:pt x="40" y="8"/>
                      </a:lnTo>
                      <a:lnTo>
                        <a:pt x="48" y="8"/>
                      </a:lnTo>
                      <a:lnTo>
                        <a:pt x="48" y="8"/>
                      </a:lnTo>
                      <a:lnTo>
                        <a:pt x="50" y="6"/>
                      </a:lnTo>
                      <a:lnTo>
                        <a:pt x="52" y="4"/>
                      </a:lnTo>
                      <a:lnTo>
                        <a:pt x="52" y="4"/>
                      </a:lnTo>
                      <a:lnTo>
                        <a:pt x="50" y="2"/>
                      </a:lnTo>
                      <a:lnTo>
                        <a:pt x="48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73" name="íṣlîďê"/>
                <p:cNvSpPr/>
                <p:nvPr/>
              </p:nvSpPr>
              <p:spPr bwMode="auto">
                <a:xfrm>
                  <a:off x="4902200" y="2838450"/>
                  <a:ext cx="82550" cy="82550"/>
                </a:xfrm>
                <a:custGeom>
                  <a:avLst/>
                  <a:gdLst/>
                  <a:ahLst/>
                  <a:cxnLst>
                    <a:cxn ang="0">
                      <a:pos x="48" y="0"/>
                    </a:cxn>
                    <a:cxn ang="0">
                      <a:pos x="48" y="0"/>
                    </a:cxn>
                    <a:cxn ang="0">
                      <a:pos x="38" y="0"/>
                    </a:cxn>
                    <a:cxn ang="0">
                      <a:pos x="30" y="4"/>
                    </a:cxn>
                    <a:cxn ang="0">
                      <a:pos x="22" y="8"/>
                    </a:cxn>
                    <a:cxn ang="0">
                      <a:pos x="14" y="14"/>
                    </a:cxn>
                    <a:cxn ang="0">
                      <a:pos x="8" y="22"/>
                    </a:cxn>
                    <a:cxn ang="0">
                      <a:pos x="4" y="30"/>
                    </a:cxn>
                    <a:cxn ang="0">
                      <a:pos x="0" y="38"/>
                    </a:cxn>
                    <a:cxn ang="0">
                      <a:pos x="0" y="48"/>
                    </a:cxn>
                    <a:cxn ang="0">
                      <a:pos x="0" y="48"/>
                    </a:cxn>
                    <a:cxn ang="0">
                      <a:pos x="2" y="50"/>
                    </a:cxn>
                    <a:cxn ang="0">
                      <a:pos x="4" y="52"/>
                    </a:cxn>
                    <a:cxn ang="0">
                      <a:pos x="4" y="52"/>
                    </a:cxn>
                    <a:cxn ang="0">
                      <a:pos x="6" y="50"/>
                    </a:cxn>
                    <a:cxn ang="0">
                      <a:pos x="8" y="48"/>
                    </a:cxn>
                    <a:cxn ang="0">
                      <a:pos x="8" y="48"/>
                    </a:cxn>
                    <a:cxn ang="0">
                      <a:pos x="8" y="40"/>
                    </a:cxn>
                    <a:cxn ang="0">
                      <a:pos x="12" y="32"/>
                    </a:cxn>
                    <a:cxn ang="0">
                      <a:pos x="14" y="26"/>
                    </a:cxn>
                    <a:cxn ang="0">
                      <a:pos x="20" y="20"/>
                    </a:cxn>
                    <a:cxn ang="0">
                      <a:pos x="26" y="14"/>
                    </a:cxn>
                    <a:cxn ang="0">
                      <a:pos x="32" y="12"/>
                    </a:cxn>
                    <a:cxn ang="0">
                      <a:pos x="40" y="8"/>
                    </a:cxn>
                    <a:cxn ang="0">
                      <a:pos x="48" y="8"/>
                    </a:cxn>
                    <a:cxn ang="0">
                      <a:pos x="48" y="8"/>
                    </a:cxn>
                    <a:cxn ang="0">
                      <a:pos x="50" y="6"/>
                    </a:cxn>
                    <a:cxn ang="0">
                      <a:pos x="52" y="4"/>
                    </a:cxn>
                    <a:cxn ang="0">
                      <a:pos x="52" y="4"/>
                    </a:cxn>
                    <a:cxn ang="0">
                      <a:pos x="50" y="2"/>
                    </a:cxn>
                    <a:cxn ang="0">
                      <a:pos x="48" y="0"/>
                    </a:cxn>
                  </a:cxnLst>
                  <a:rect l="0" t="0" r="r" b="b"/>
                  <a:pathLst>
                    <a:path w="52" h="52">
                      <a:moveTo>
                        <a:pt x="48" y="0"/>
                      </a:moveTo>
                      <a:lnTo>
                        <a:pt x="48" y="0"/>
                      </a:lnTo>
                      <a:lnTo>
                        <a:pt x="38" y="0"/>
                      </a:lnTo>
                      <a:lnTo>
                        <a:pt x="30" y="4"/>
                      </a:lnTo>
                      <a:lnTo>
                        <a:pt x="22" y="8"/>
                      </a:lnTo>
                      <a:lnTo>
                        <a:pt x="14" y="14"/>
                      </a:lnTo>
                      <a:lnTo>
                        <a:pt x="8" y="22"/>
                      </a:lnTo>
                      <a:lnTo>
                        <a:pt x="4" y="30"/>
                      </a:lnTo>
                      <a:lnTo>
                        <a:pt x="0" y="38"/>
                      </a:lnTo>
                      <a:lnTo>
                        <a:pt x="0" y="48"/>
                      </a:lnTo>
                      <a:lnTo>
                        <a:pt x="0" y="48"/>
                      </a:lnTo>
                      <a:lnTo>
                        <a:pt x="2" y="50"/>
                      </a:lnTo>
                      <a:lnTo>
                        <a:pt x="4" y="52"/>
                      </a:lnTo>
                      <a:lnTo>
                        <a:pt x="4" y="52"/>
                      </a:lnTo>
                      <a:lnTo>
                        <a:pt x="6" y="50"/>
                      </a:lnTo>
                      <a:lnTo>
                        <a:pt x="8" y="48"/>
                      </a:lnTo>
                      <a:lnTo>
                        <a:pt x="8" y="48"/>
                      </a:lnTo>
                      <a:lnTo>
                        <a:pt x="8" y="40"/>
                      </a:lnTo>
                      <a:lnTo>
                        <a:pt x="12" y="32"/>
                      </a:lnTo>
                      <a:lnTo>
                        <a:pt x="14" y="26"/>
                      </a:lnTo>
                      <a:lnTo>
                        <a:pt x="20" y="20"/>
                      </a:lnTo>
                      <a:lnTo>
                        <a:pt x="26" y="14"/>
                      </a:lnTo>
                      <a:lnTo>
                        <a:pt x="32" y="12"/>
                      </a:lnTo>
                      <a:lnTo>
                        <a:pt x="40" y="8"/>
                      </a:lnTo>
                      <a:lnTo>
                        <a:pt x="48" y="8"/>
                      </a:lnTo>
                      <a:lnTo>
                        <a:pt x="48" y="8"/>
                      </a:lnTo>
                      <a:lnTo>
                        <a:pt x="50" y="6"/>
                      </a:lnTo>
                      <a:lnTo>
                        <a:pt x="52" y="4"/>
                      </a:lnTo>
                      <a:lnTo>
                        <a:pt x="52" y="4"/>
                      </a:lnTo>
                      <a:lnTo>
                        <a:pt x="50" y="2"/>
                      </a:lnTo>
                      <a:lnTo>
                        <a:pt x="48" y="0"/>
                      </a:lnTo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54" name="íṣḷíḓé"/>
              <p:cNvSpPr/>
              <p:nvPr/>
            </p:nvSpPr>
            <p:spPr bwMode="auto">
              <a:xfrm>
                <a:off x="10366880" y="2787047"/>
                <a:ext cx="370095" cy="370095"/>
              </a:xfrm>
              <a:custGeom>
                <a:avLst/>
                <a:gdLst/>
                <a:ahLst/>
                <a:cxnLst>
                  <a:cxn ang="0">
                    <a:pos x="252" y="2"/>
                  </a:cxn>
                  <a:cxn ang="0">
                    <a:pos x="252" y="2"/>
                  </a:cxn>
                  <a:cxn ang="0">
                    <a:pos x="248" y="0"/>
                  </a:cxn>
                  <a:cxn ang="0">
                    <a:pos x="248" y="0"/>
                  </a:cxn>
                  <a:cxn ang="0">
                    <a:pos x="244" y="2"/>
                  </a:cxn>
                  <a:cxn ang="0">
                    <a:pos x="4" y="162"/>
                  </a:cxn>
                  <a:cxn ang="0">
                    <a:pos x="4" y="162"/>
                  </a:cxn>
                  <a:cxn ang="0">
                    <a:pos x="0" y="164"/>
                  </a:cxn>
                  <a:cxn ang="0">
                    <a:pos x="0" y="168"/>
                  </a:cxn>
                  <a:cxn ang="0">
                    <a:pos x="0" y="168"/>
                  </a:cxn>
                  <a:cxn ang="0">
                    <a:pos x="2" y="172"/>
                  </a:cxn>
                  <a:cxn ang="0">
                    <a:pos x="6" y="176"/>
                  </a:cxn>
                  <a:cxn ang="0">
                    <a:pos x="68" y="200"/>
                  </a:cxn>
                  <a:cxn ang="0">
                    <a:pos x="98" y="252"/>
                  </a:cxn>
                  <a:cxn ang="0">
                    <a:pos x="98" y="252"/>
                  </a:cxn>
                  <a:cxn ang="0">
                    <a:pos x="100" y="254"/>
                  </a:cxn>
                  <a:cxn ang="0">
                    <a:pos x="104" y="256"/>
                  </a:cxn>
                  <a:cxn ang="0">
                    <a:pos x="104" y="256"/>
                  </a:cxn>
                  <a:cxn ang="0">
                    <a:pos x="104" y="256"/>
                  </a:cxn>
                  <a:cxn ang="0">
                    <a:pos x="108" y="254"/>
                  </a:cxn>
                  <a:cxn ang="0">
                    <a:pos x="110" y="252"/>
                  </a:cxn>
                  <a:cxn ang="0">
                    <a:pos x="128" y="224"/>
                  </a:cxn>
                  <a:cxn ang="0">
                    <a:pos x="206" y="256"/>
                  </a:cxn>
                  <a:cxn ang="0">
                    <a:pos x="206" y="256"/>
                  </a:cxn>
                  <a:cxn ang="0">
                    <a:pos x="208" y="256"/>
                  </a:cxn>
                  <a:cxn ang="0">
                    <a:pos x="208" y="256"/>
                  </a:cxn>
                  <a:cxn ang="0">
                    <a:pos x="212" y="254"/>
                  </a:cxn>
                  <a:cxn ang="0">
                    <a:pos x="212" y="254"/>
                  </a:cxn>
                  <a:cxn ang="0">
                    <a:pos x="214" y="252"/>
                  </a:cxn>
                  <a:cxn ang="0">
                    <a:pos x="216" y="250"/>
                  </a:cxn>
                  <a:cxn ang="0">
                    <a:pos x="256" y="10"/>
                  </a:cxn>
                  <a:cxn ang="0">
                    <a:pos x="256" y="10"/>
                  </a:cxn>
                  <a:cxn ang="0">
                    <a:pos x="256" y="4"/>
                  </a:cxn>
                  <a:cxn ang="0">
                    <a:pos x="252" y="2"/>
                  </a:cxn>
                  <a:cxn ang="0">
                    <a:pos x="26" y="166"/>
                  </a:cxn>
                  <a:cxn ang="0">
                    <a:pos x="210" y="42"/>
                  </a:cxn>
                  <a:cxn ang="0">
                    <a:pos x="76" y="186"/>
                  </a:cxn>
                  <a:cxn ang="0">
                    <a:pos x="76" y="186"/>
                  </a:cxn>
                  <a:cxn ang="0">
                    <a:pos x="74" y="186"/>
                  </a:cxn>
                  <a:cxn ang="0">
                    <a:pos x="26" y="166"/>
                  </a:cxn>
                  <a:cxn ang="0">
                    <a:pos x="82" y="192"/>
                  </a:cxn>
                  <a:cxn ang="0">
                    <a:pos x="82" y="192"/>
                  </a:cxn>
                  <a:cxn ang="0">
                    <a:pos x="82" y="192"/>
                  </a:cxn>
                  <a:cxn ang="0">
                    <a:pos x="234" y="30"/>
                  </a:cxn>
                  <a:cxn ang="0">
                    <a:pos x="104" y="232"/>
                  </a:cxn>
                  <a:cxn ang="0">
                    <a:pos x="82" y="192"/>
                  </a:cxn>
                  <a:cxn ang="0">
                    <a:pos x="202" y="236"/>
                  </a:cxn>
                  <a:cxn ang="0">
                    <a:pos x="134" y="210"/>
                  </a:cxn>
                  <a:cxn ang="0">
                    <a:pos x="134" y="210"/>
                  </a:cxn>
                  <a:cxn ang="0">
                    <a:pos x="128" y="208"/>
                  </a:cxn>
                  <a:cxn ang="0">
                    <a:pos x="234" y="46"/>
                  </a:cxn>
                  <a:cxn ang="0">
                    <a:pos x="202" y="236"/>
                  </a:cxn>
                </a:cxnLst>
                <a:rect l="0" t="0" r="r" b="b"/>
                <a:pathLst>
                  <a:path w="256" h="256">
                    <a:moveTo>
                      <a:pt x="252" y="2"/>
                    </a:moveTo>
                    <a:lnTo>
                      <a:pt x="252" y="2"/>
                    </a:lnTo>
                    <a:lnTo>
                      <a:pt x="248" y="0"/>
                    </a:lnTo>
                    <a:lnTo>
                      <a:pt x="248" y="0"/>
                    </a:lnTo>
                    <a:lnTo>
                      <a:pt x="244" y="2"/>
                    </a:lnTo>
                    <a:lnTo>
                      <a:pt x="4" y="162"/>
                    </a:lnTo>
                    <a:lnTo>
                      <a:pt x="4" y="162"/>
                    </a:lnTo>
                    <a:lnTo>
                      <a:pt x="0" y="164"/>
                    </a:lnTo>
                    <a:lnTo>
                      <a:pt x="0" y="168"/>
                    </a:lnTo>
                    <a:lnTo>
                      <a:pt x="0" y="168"/>
                    </a:lnTo>
                    <a:lnTo>
                      <a:pt x="2" y="172"/>
                    </a:lnTo>
                    <a:lnTo>
                      <a:pt x="6" y="176"/>
                    </a:lnTo>
                    <a:lnTo>
                      <a:pt x="68" y="200"/>
                    </a:lnTo>
                    <a:lnTo>
                      <a:pt x="98" y="252"/>
                    </a:lnTo>
                    <a:lnTo>
                      <a:pt x="98" y="252"/>
                    </a:lnTo>
                    <a:lnTo>
                      <a:pt x="100" y="254"/>
                    </a:lnTo>
                    <a:lnTo>
                      <a:pt x="104" y="256"/>
                    </a:lnTo>
                    <a:lnTo>
                      <a:pt x="104" y="256"/>
                    </a:lnTo>
                    <a:lnTo>
                      <a:pt x="104" y="256"/>
                    </a:lnTo>
                    <a:lnTo>
                      <a:pt x="108" y="254"/>
                    </a:lnTo>
                    <a:lnTo>
                      <a:pt x="110" y="252"/>
                    </a:lnTo>
                    <a:lnTo>
                      <a:pt x="128" y="224"/>
                    </a:lnTo>
                    <a:lnTo>
                      <a:pt x="206" y="256"/>
                    </a:lnTo>
                    <a:lnTo>
                      <a:pt x="206" y="256"/>
                    </a:lnTo>
                    <a:lnTo>
                      <a:pt x="208" y="256"/>
                    </a:lnTo>
                    <a:lnTo>
                      <a:pt x="208" y="256"/>
                    </a:lnTo>
                    <a:lnTo>
                      <a:pt x="212" y="254"/>
                    </a:lnTo>
                    <a:lnTo>
                      <a:pt x="212" y="254"/>
                    </a:lnTo>
                    <a:lnTo>
                      <a:pt x="214" y="252"/>
                    </a:lnTo>
                    <a:lnTo>
                      <a:pt x="216" y="250"/>
                    </a:lnTo>
                    <a:lnTo>
                      <a:pt x="256" y="10"/>
                    </a:lnTo>
                    <a:lnTo>
                      <a:pt x="256" y="10"/>
                    </a:lnTo>
                    <a:lnTo>
                      <a:pt x="256" y="4"/>
                    </a:lnTo>
                    <a:lnTo>
                      <a:pt x="252" y="2"/>
                    </a:lnTo>
                    <a:close/>
                    <a:moveTo>
                      <a:pt x="26" y="166"/>
                    </a:moveTo>
                    <a:lnTo>
                      <a:pt x="210" y="42"/>
                    </a:lnTo>
                    <a:lnTo>
                      <a:pt x="76" y="186"/>
                    </a:lnTo>
                    <a:lnTo>
                      <a:pt x="76" y="186"/>
                    </a:lnTo>
                    <a:lnTo>
                      <a:pt x="74" y="186"/>
                    </a:lnTo>
                    <a:lnTo>
                      <a:pt x="26" y="166"/>
                    </a:lnTo>
                    <a:close/>
                    <a:moveTo>
                      <a:pt x="82" y="192"/>
                    </a:moveTo>
                    <a:lnTo>
                      <a:pt x="82" y="192"/>
                    </a:lnTo>
                    <a:lnTo>
                      <a:pt x="82" y="192"/>
                    </a:lnTo>
                    <a:lnTo>
                      <a:pt x="234" y="30"/>
                    </a:lnTo>
                    <a:lnTo>
                      <a:pt x="104" y="232"/>
                    </a:lnTo>
                    <a:lnTo>
                      <a:pt x="82" y="192"/>
                    </a:lnTo>
                    <a:close/>
                    <a:moveTo>
                      <a:pt x="202" y="236"/>
                    </a:moveTo>
                    <a:lnTo>
                      <a:pt x="134" y="210"/>
                    </a:lnTo>
                    <a:lnTo>
                      <a:pt x="134" y="210"/>
                    </a:lnTo>
                    <a:lnTo>
                      <a:pt x="128" y="208"/>
                    </a:lnTo>
                    <a:lnTo>
                      <a:pt x="234" y="46"/>
                    </a:lnTo>
                    <a:lnTo>
                      <a:pt x="202" y="236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55" name="íṣḻîḋé"/>
              <p:cNvGrpSpPr/>
              <p:nvPr/>
            </p:nvGrpSpPr>
            <p:grpSpPr>
              <a:xfrm>
                <a:off x="605390" y="4239505"/>
                <a:ext cx="10981221" cy="981450"/>
                <a:chOff x="1148901" y="2960948"/>
                <a:chExt cx="11100619" cy="981450"/>
              </a:xfrm>
            </p:grpSpPr>
            <p:grpSp>
              <p:nvGrpSpPr>
                <p:cNvPr id="56" name="íṡlíḓe"/>
                <p:cNvGrpSpPr/>
                <p:nvPr/>
              </p:nvGrpSpPr>
              <p:grpSpPr>
                <a:xfrm>
                  <a:off x="1148901" y="2960948"/>
                  <a:ext cx="2205077" cy="981450"/>
                  <a:chOff x="1148901" y="2960948"/>
                  <a:chExt cx="2205077" cy="981450"/>
                </a:xfrm>
              </p:grpSpPr>
              <p:sp>
                <p:nvSpPr>
                  <p:cNvPr id="69" name="isļíḓé"/>
                  <p:cNvSpPr txBox="1"/>
                  <p:nvPr/>
                </p:nvSpPr>
                <p:spPr>
                  <a:xfrm>
                    <a:off x="1601301" y="2960948"/>
                    <a:ext cx="1300278" cy="340519"/>
                  </a:xfrm>
                  <a:prstGeom prst="roundRect">
                    <a:avLst/>
                  </a:prstGeom>
                  <a:solidFill>
                    <a:schemeClr val="accent1"/>
                  </a:solidFill>
                </p:spPr>
                <p:txBody>
                  <a:bodyPr wrap="none">
                    <a:normAutofit/>
                  </a:bodyPr>
                  <a:lstStyle/>
                  <a:p>
                    <a:pPr algn="ctr"/>
                    <a:r>
                      <a:rPr lang="en-US" altLang="zh-CN" sz="1400" dirty="0">
                        <a:solidFill>
                          <a:schemeClr val="bg2"/>
                        </a:solidFill>
                      </a:rPr>
                      <a:t>Text here</a:t>
                    </a:r>
                    <a:endParaRPr lang="zh-CN" altLang="en-US" sz="1400" dirty="0">
                      <a:solidFill>
                        <a:schemeClr val="bg2"/>
                      </a:solidFill>
                    </a:endParaRPr>
                  </a:p>
                </p:txBody>
              </p:sp>
              <p:sp>
                <p:nvSpPr>
                  <p:cNvPr id="70" name="ïsļíḓê"/>
                  <p:cNvSpPr txBox="1"/>
                  <p:nvPr/>
                </p:nvSpPr>
                <p:spPr bwMode="auto">
                  <a:xfrm>
                    <a:off x="1148901" y="3368168"/>
                    <a:ext cx="2205077" cy="5742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 wrap="square" lIns="90000" tIns="46800" rIns="90000" bIns="46800" anchor="ctr" anchorCtr="1">
                    <a:normAutofit/>
                    <a:scene3d>
                      <a:camera prst="orthographicFront"/>
                      <a:lightRig rig="threePt" dir="t"/>
                    </a:scene3d>
                    <a:sp3d>
                      <a:bevelT w="0" h="0"/>
                    </a:sp3d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sz="1000" dirty="0"/>
                      <a:t>Copy paste fonts. Choose the only option to retain text.</a:t>
                    </a:r>
                    <a:endParaRPr lang="en-US" altLang="zh-CN" sz="1000" dirty="0"/>
                  </a:p>
                </p:txBody>
              </p:sp>
            </p:grpSp>
            <p:grpSp>
              <p:nvGrpSpPr>
                <p:cNvPr id="57" name="iṥ1îḓé"/>
                <p:cNvGrpSpPr/>
                <p:nvPr/>
              </p:nvGrpSpPr>
              <p:grpSpPr>
                <a:xfrm>
                  <a:off x="3372788" y="2960948"/>
                  <a:ext cx="2205078" cy="981450"/>
                  <a:chOff x="3497671" y="2960948"/>
                  <a:chExt cx="2205078" cy="981450"/>
                </a:xfrm>
              </p:grpSpPr>
              <p:sp>
                <p:nvSpPr>
                  <p:cNvPr id="67" name="ïṥľíḓe"/>
                  <p:cNvSpPr txBox="1"/>
                  <p:nvPr/>
                </p:nvSpPr>
                <p:spPr>
                  <a:xfrm>
                    <a:off x="3950069" y="2960948"/>
                    <a:ext cx="1300278" cy="340519"/>
                  </a:xfrm>
                  <a:prstGeom prst="roundRect">
                    <a:avLst/>
                  </a:prstGeom>
                  <a:solidFill>
                    <a:schemeClr val="accent2"/>
                  </a:solidFill>
                </p:spPr>
                <p:txBody>
                  <a:bodyPr wrap="none">
                    <a:normAutofit/>
                  </a:bodyPr>
                  <a:lstStyle/>
                  <a:p>
                    <a:pPr algn="ctr"/>
                    <a:r>
                      <a:rPr lang="en-US" altLang="zh-CN" sz="1400" dirty="0">
                        <a:solidFill>
                          <a:schemeClr val="bg2"/>
                        </a:solidFill>
                      </a:rPr>
                      <a:t>Text here</a:t>
                    </a:r>
                    <a:endParaRPr lang="zh-CN" altLang="en-US" sz="1400" dirty="0">
                      <a:solidFill>
                        <a:schemeClr val="bg2"/>
                      </a:solidFill>
                    </a:endParaRPr>
                  </a:p>
                </p:txBody>
              </p:sp>
              <p:sp>
                <p:nvSpPr>
                  <p:cNvPr id="68" name="îšlïḓê"/>
                  <p:cNvSpPr txBox="1"/>
                  <p:nvPr/>
                </p:nvSpPr>
                <p:spPr bwMode="auto">
                  <a:xfrm>
                    <a:off x="3497671" y="3368168"/>
                    <a:ext cx="2205078" cy="5742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 wrap="square" lIns="90000" tIns="46800" rIns="90000" bIns="46800" anchor="ctr" anchorCtr="1">
                    <a:normAutofit/>
                    <a:scene3d>
                      <a:camera prst="orthographicFront"/>
                      <a:lightRig rig="threePt" dir="t"/>
                    </a:scene3d>
                    <a:sp3d>
                      <a:bevelT w="0" h="0"/>
                    </a:sp3d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sz="1000" dirty="0"/>
                      <a:t>Copy paste fonts. Choose the only option to retain text.</a:t>
                    </a:r>
                    <a:endParaRPr lang="en-US" altLang="zh-CN" sz="1000" dirty="0"/>
                  </a:p>
                </p:txBody>
              </p:sp>
            </p:grpSp>
            <p:grpSp>
              <p:nvGrpSpPr>
                <p:cNvPr id="58" name="îṥ1íḍé"/>
                <p:cNvGrpSpPr/>
                <p:nvPr/>
              </p:nvGrpSpPr>
              <p:grpSpPr>
                <a:xfrm>
                  <a:off x="5596672" y="2960948"/>
                  <a:ext cx="2205078" cy="981450"/>
                  <a:chOff x="3497670" y="2960948"/>
                  <a:chExt cx="2205078" cy="981450"/>
                </a:xfrm>
              </p:grpSpPr>
              <p:sp>
                <p:nvSpPr>
                  <p:cNvPr id="65" name="î$ļîďè"/>
                  <p:cNvSpPr txBox="1"/>
                  <p:nvPr/>
                </p:nvSpPr>
                <p:spPr>
                  <a:xfrm>
                    <a:off x="3950069" y="2960948"/>
                    <a:ext cx="1300278" cy="340519"/>
                  </a:xfrm>
                  <a:prstGeom prst="roundRect">
                    <a:avLst/>
                  </a:prstGeom>
                  <a:solidFill>
                    <a:schemeClr val="accent3"/>
                  </a:solidFill>
                </p:spPr>
                <p:txBody>
                  <a:bodyPr wrap="none">
                    <a:normAutofit/>
                  </a:bodyPr>
                  <a:lstStyle/>
                  <a:p>
                    <a:pPr algn="ctr"/>
                    <a:r>
                      <a:rPr lang="en-US" altLang="zh-CN" sz="1400" dirty="0">
                        <a:solidFill>
                          <a:schemeClr val="bg2"/>
                        </a:solidFill>
                      </a:rPr>
                      <a:t>Text here</a:t>
                    </a:r>
                    <a:endParaRPr lang="zh-CN" altLang="en-US" sz="1400" dirty="0">
                      <a:solidFill>
                        <a:schemeClr val="bg2"/>
                      </a:solidFill>
                    </a:endParaRPr>
                  </a:p>
                </p:txBody>
              </p:sp>
              <p:sp>
                <p:nvSpPr>
                  <p:cNvPr id="66" name="iṣľîḓé"/>
                  <p:cNvSpPr txBox="1"/>
                  <p:nvPr/>
                </p:nvSpPr>
                <p:spPr bwMode="auto">
                  <a:xfrm>
                    <a:off x="3497670" y="3368168"/>
                    <a:ext cx="2205078" cy="5742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 wrap="square" lIns="90000" tIns="46800" rIns="90000" bIns="46800" anchor="ctr" anchorCtr="1">
                    <a:normAutofit/>
                    <a:scene3d>
                      <a:camera prst="orthographicFront"/>
                      <a:lightRig rig="threePt" dir="t"/>
                    </a:scene3d>
                    <a:sp3d>
                      <a:bevelT w="0" h="0"/>
                    </a:sp3d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sz="1000" dirty="0"/>
                      <a:t>Copy paste fonts. Choose the only option to retain text.</a:t>
                    </a:r>
                    <a:endParaRPr lang="en-US" altLang="zh-CN" sz="1000" dirty="0"/>
                  </a:p>
                </p:txBody>
              </p:sp>
            </p:grpSp>
            <p:grpSp>
              <p:nvGrpSpPr>
                <p:cNvPr id="59" name="í$1îḓé"/>
                <p:cNvGrpSpPr/>
                <p:nvPr/>
              </p:nvGrpSpPr>
              <p:grpSpPr>
                <a:xfrm>
                  <a:off x="7820559" y="2960948"/>
                  <a:ext cx="2205078" cy="981450"/>
                  <a:chOff x="3497672" y="2960948"/>
                  <a:chExt cx="2205078" cy="981450"/>
                </a:xfrm>
              </p:grpSpPr>
              <p:sp>
                <p:nvSpPr>
                  <p:cNvPr id="63" name="iS1ïḍè"/>
                  <p:cNvSpPr txBox="1"/>
                  <p:nvPr/>
                </p:nvSpPr>
                <p:spPr>
                  <a:xfrm>
                    <a:off x="3950069" y="2960948"/>
                    <a:ext cx="1300278" cy="340519"/>
                  </a:xfrm>
                  <a:prstGeom prst="roundRect">
                    <a:avLst/>
                  </a:prstGeom>
                  <a:solidFill>
                    <a:schemeClr val="accent4"/>
                  </a:solidFill>
                </p:spPr>
                <p:txBody>
                  <a:bodyPr wrap="none">
                    <a:normAutofit/>
                  </a:bodyPr>
                  <a:lstStyle/>
                  <a:p>
                    <a:pPr algn="ctr"/>
                    <a:r>
                      <a:rPr lang="en-US" altLang="zh-CN" sz="1400" dirty="0">
                        <a:solidFill>
                          <a:schemeClr val="bg2"/>
                        </a:solidFill>
                      </a:rPr>
                      <a:t>Text here</a:t>
                    </a:r>
                    <a:endParaRPr lang="zh-CN" altLang="en-US" sz="1400" dirty="0">
                      <a:solidFill>
                        <a:schemeClr val="bg2"/>
                      </a:solidFill>
                    </a:endParaRPr>
                  </a:p>
                </p:txBody>
              </p:sp>
              <p:sp>
                <p:nvSpPr>
                  <p:cNvPr id="64" name="ïSḷiḓè"/>
                  <p:cNvSpPr txBox="1"/>
                  <p:nvPr/>
                </p:nvSpPr>
                <p:spPr bwMode="auto">
                  <a:xfrm>
                    <a:off x="3497672" y="3368168"/>
                    <a:ext cx="2205078" cy="5742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 wrap="square" lIns="90000" tIns="46800" rIns="90000" bIns="46800" anchor="ctr" anchorCtr="1">
                    <a:normAutofit/>
                    <a:scene3d>
                      <a:camera prst="orthographicFront"/>
                      <a:lightRig rig="threePt" dir="t"/>
                    </a:scene3d>
                    <a:sp3d>
                      <a:bevelT w="0" h="0"/>
                    </a:sp3d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sz="1000" dirty="0"/>
                      <a:t>Copy paste fonts. Choose the only option to retain text.</a:t>
                    </a:r>
                    <a:endParaRPr lang="en-US" altLang="zh-CN" sz="1000" dirty="0"/>
                  </a:p>
                </p:txBody>
              </p:sp>
            </p:grpSp>
            <p:grpSp>
              <p:nvGrpSpPr>
                <p:cNvPr id="60" name="iṧḻíḓè"/>
                <p:cNvGrpSpPr/>
                <p:nvPr/>
              </p:nvGrpSpPr>
              <p:grpSpPr>
                <a:xfrm>
                  <a:off x="10044442" y="2960948"/>
                  <a:ext cx="2205078" cy="981450"/>
                  <a:chOff x="3497671" y="2960948"/>
                  <a:chExt cx="2205078" cy="981450"/>
                </a:xfrm>
              </p:grpSpPr>
              <p:sp>
                <p:nvSpPr>
                  <p:cNvPr id="61" name="í$ḻîḓê"/>
                  <p:cNvSpPr txBox="1"/>
                  <p:nvPr/>
                </p:nvSpPr>
                <p:spPr>
                  <a:xfrm>
                    <a:off x="3950069" y="2960948"/>
                    <a:ext cx="1300278" cy="340519"/>
                  </a:xfrm>
                  <a:prstGeom prst="roundRect">
                    <a:avLst/>
                  </a:prstGeom>
                  <a:solidFill>
                    <a:schemeClr val="accent5"/>
                  </a:solidFill>
                </p:spPr>
                <p:txBody>
                  <a:bodyPr wrap="none">
                    <a:normAutofit/>
                  </a:bodyPr>
                  <a:lstStyle/>
                  <a:p>
                    <a:pPr algn="ctr"/>
                    <a:r>
                      <a:rPr lang="en-US" altLang="zh-CN" sz="1400" dirty="0">
                        <a:solidFill>
                          <a:schemeClr val="bg2"/>
                        </a:solidFill>
                      </a:rPr>
                      <a:t>Text here</a:t>
                    </a:r>
                    <a:endParaRPr lang="zh-CN" altLang="en-US" sz="1400" dirty="0">
                      <a:solidFill>
                        <a:schemeClr val="bg2"/>
                      </a:solidFill>
                    </a:endParaRPr>
                  </a:p>
                </p:txBody>
              </p:sp>
              <p:sp>
                <p:nvSpPr>
                  <p:cNvPr id="62" name="i$ľïďé"/>
                  <p:cNvSpPr txBox="1"/>
                  <p:nvPr/>
                </p:nvSpPr>
                <p:spPr bwMode="auto">
                  <a:xfrm>
                    <a:off x="3497671" y="3368168"/>
                    <a:ext cx="2205078" cy="57423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</a:ln>
                </p:spPr>
                <p:txBody>
                  <a:bodyPr wrap="square" lIns="90000" tIns="46800" rIns="90000" bIns="46800" anchor="ctr" anchorCtr="1">
                    <a:normAutofit/>
                    <a:scene3d>
                      <a:camera prst="orthographicFront"/>
                      <a:lightRig rig="threePt" dir="t"/>
                    </a:scene3d>
                    <a:sp3d>
                      <a:bevelT w="0" h="0"/>
                    </a:sp3d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sz="1000" dirty="0"/>
                      <a:t>Copy paste fonts. Choose the only option to retain text.</a:t>
                    </a:r>
                    <a:endParaRPr lang="en-US" altLang="zh-CN" sz="1000" dirty="0"/>
                  </a:p>
                </p:txBody>
              </p:sp>
            </p:grpSp>
          </p:grpSp>
        </p:grpSp>
        <p:cxnSp>
          <p:nvCxnSpPr>
            <p:cNvPr id="36" name="直接连接符 35"/>
            <p:cNvCxnSpPr/>
            <p:nvPr/>
          </p:nvCxnSpPr>
          <p:spPr>
            <a:xfrm>
              <a:off x="2786748" y="1123950"/>
              <a:ext cx="0" cy="5019675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5005320" y="1123950"/>
              <a:ext cx="0" cy="5019675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7223892" y="1123950"/>
              <a:ext cx="0" cy="5019675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9442464" y="1123950"/>
              <a:ext cx="0" cy="5019675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4.4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22" name="bb483d66-73c1-4d1a-b355-2e96e9233a5f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0" y="2209950"/>
            <a:ext cx="12195806" cy="2953795"/>
            <a:chOff x="0" y="2209950"/>
            <a:chExt cx="12195806" cy="2953795"/>
          </a:xfrm>
        </p:grpSpPr>
        <p:sp>
          <p:nvSpPr>
            <p:cNvPr id="23" name="íṣḷidè"/>
            <p:cNvSpPr/>
            <p:nvPr/>
          </p:nvSpPr>
          <p:spPr>
            <a:xfrm>
              <a:off x="0" y="2709000"/>
              <a:ext cx="12195806" cy="9450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dirty="0">
                <a:solidFill>
                  <a:schemeClr val="lt1"/>
                </a:solidFill>
              </a:endParaRPr>
            </a:p>
          </p:txBody>
        </p:sp>
        <p:sp>
          <p:nvSpPr>
            <p:cNvPr id="24" name="iŝḷiḋé"/>
            <p:cNvSpPr/>
            <p:nvPr/>
          </p:nvSpPr>
          <p:spPr>
            <a:xfrm>
              <a:off x="5124450" y="2209950"/>
              <a:ext cx="1943100" cy="1943100"/>
            </a:xfrm>
            <a:prstGeom prst="ellipse">
              <a:avLst/>
            </a:prstGeom>
            <a:blipFill>
              <a:blip r:embed="rId2"/>
              <a:stretch>
                <a:fillRect l="-39143" r="-38635"/>
              </a:stretch>
            </a:blipFill>
            <a:ln w="5715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5" name="ïşḷîdè"/>
            <p:cNvSpPr/>
            <p:nvPr/>
          </p:nvSpPr>
          <p:spPr>
            <a:xfrm flipH="1">
              <a:off x="4310922" y="2460411"/>
              <a:ext cx="1442178" cy="1442178"/>
            </a:xfrm>
            <a:prstGeom prst="ellipse">
              <a:avLst/>
            </a:prstGeom>
            <a:solidFill>
              <a:schemeClr val="bg1"/>
            </a:solidFill>
            <a:ln w="38100" cap="flat" cmpd="sng" algn="ctr">
              <a:solidFill>
                <a:schemeClr val="tx2">
                  <a:lumMod val="20000"/>
                  <a:lumOff val="80000"/>
                </a:schemeClr>
              </a:solidFill>
              <a:prstDash val="solid"/>
              <a:miter lim="800000"/>
            </a:ln>
            <a:effectLst/>
          </p:spPr>
          <p:txBody>
            <a:bodyPr rot="0" spcFirstLastPara="0" vert="horz" wrap="non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sz="2400" b="1" dirty="0"/>
                <a:t>Text</a:t>
              </a:r>
              <a:endParaRPr lang="zh-CN" altLang="en-US" sz="2400" b="1" dirty="0"/>
            </a:p>
          </p:txBody>
        </p:sp>
        <p:sp>
          <p:nvSpPr>
            <p:cNvPr id="26" name="ïşḷîde"/>
            <p:cNvSpPr/>
            <p:nvPr/>
          </p:nvSpPr>
          <p:spPr>
            <a:xfrm flipH="1">
              <a:off x="6346461" y="2460411"/>
              <a:ext cx="1442178" cy="1442178"/>
            </a:xfrm>
            <a:prstGeom prst="ellipse">
              <a:avLst/>
            </a:prstGeom>
            <a:solidFill>
              <a:schemeClr val="bg1"/>
            </a:solidFill>
            <a:ln w="38100" cap="flat" cmpd="sng" algn="ctr">
              <a:solidFill>
                <a:schemeClr val="tx2">
                  <a:lumMod val="20000"/>
                  <a:lumOff val="80000"/>
                </a:schemeClr>
              </a:solidFill>
              <a:prstDash val="solid"/>
              <a:miter lim="800000"/>
            </a:ln>
            <a:effectLst/>
          </p:spPr>
          <p:txBody>
            <a:bodyPr rot="0" spcFirstLastPara="0" vert="horz" wrap="non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sz="2400" b="1" dirty="0"/>
                <a:t>Text</a:t>
              </a:r>
              <a:endParaRPr lang="zh-CN" altLang="en-US" sz="2400" b="1" dirty="0"/>
            </a:p>
          </p:txBody>
        </p:sp>
        <p:sp>
          <p:nvSpPr>
            <p:cNvPr id="27" name="iṡľîďè"/>
            <p:cNvSpPr txBox="1"/>
            <p:nvPr/>
          </p:nvSpPr>
          <p:spPr bwMode="auto">
            <a:xfrm>
              <a:off x="1692128" y="4059000"/>
              <a:ext cx="3837228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01.Text here</a:t>
              </a:r>
              <a:endParaRPr lang="en-US" altLang="zh-CN" sz="2000" b="1" dirty="0"/>
            </a:p>
          </p:txBody>
        </p:sp>
        <p:sp>
          <p:nvSpPr>
            <p:cNvPr id="28" name="íş1iďé"/>
            <p:cNvSpPr/>
            <p:nvPr/>
          </p:nvSpPr>
          <p:spPr bwMode="auto">
            <a:xfrm>
              <a:off x="1692128" y="4500807"/>
              <a:ext cx="3837228" cy="662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29" name="îṩḻïḓe"/>
            <p:cNvSpPr txBox="1"/>
            <p:nvPr/>
          </p:nvSpPr>
          <p:spPr bwMode="auto">
            <a:xfrm>
              <a:off x="6678246" y="4059000"/>
              <a:ext cx="3837228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02.Text here</a:t>
              </a:r>
              <a:endParaRPr lang="en-US" altLang="zh-CN" sz="2000" b="1" dirty="0"/>
            </a:p>
          </p:txBody>
        </p:sp>
        <p:sp>
          <p:nvSpPr>
            <p:cNvPr id="30" name="íṥḷíḓe"/>
            <p:cNvSpPr/>
            <p:nvPr/>
          </p:nvSpPr>
          <p:spPr bwMode="auto">
            <a:xfrm>
              <a:off x="6678246" y="4500807"/>
              <a:ext cx="3837228" cy="662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Section Header Here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/>
              <a:t>Supporting text here.</a:t>
            </a:r>
            <a:endParaRPr lang="en-US" altLang="zh-CN"/>
          </a:p>
          <a:p>
            <a:pPr lvl="0"/>
            <a:r>
              <a:rPr lang="en-US" altLang="zh-CN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564817" y="2984046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2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/05</a:t>
            </a:r>
            <a:endParaRPr lang="zh-CN" altLang="en-US" spc="100" dirty="0">
              <a:solidFill>
                <a:schemeClr val="accent2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4140" y="5264785"/>
            <a:ext cx="1477645" cy="13766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5.1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e861b794-e99e-4d08-93e2-e71add61c31d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086916" y="1231348"/>
            <a:ext cx="10169980" cy="4453849"/>
            <a:chOff x="1086916" y="1231348"/>
            <a:chExt cx="10169980" cy="4453849"/>
          </a:xfrm>
        </p:grpSpPr>
        <p:grpSp>
          <p:nvGrpSpPr>
            <p:cNvPr id="6" name="îŝḻíḋé"/>
            <p:cNvGrpSpPr/>
            <p:nvPr/>
          </p:nvGrpSpPr>
          <p:grpSpPr>
            <a:xfrm>
              <a:off x="5991014" y="2459240"/>
              <a:ext cx="1085850" cy="3225957"/>
              <a:chOff x="5438775" y="1724025"/>
              <a:chExt cx="1085850" cy="3448050"/>
            </a:xfrm>
          </p:grpSpPr>
          <p:cxnSp>
            <p:nvCxnSpPr>
              <p:cNvPr id="31" name="直接连接符 30"/>
              <p:cNvCxnSpPr/>
              <p:nvPr/>
            </p:nvCxnSpPr>
            <p:spPr>
              <a:xfrm>
                <a:off x="5981700" y="2200275"/>
                <a:ext cx="0" cy="2771775"/>
              </a:xfrm>
              <a:prstGeom prst="lin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571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işḻiḑé"/>
              <p:cNvSpPr/>
              <p:nvPr/>
            </p:nvSpPr>
            <p:spPr>
              <a:xfrm>
                <a:off x="5438775" y="1724025"/>
                <a:ext cx="1085850" cy="1085850"/>
              </a:xfrm>
              <a:prstGeom prst="ellipse">
                <a:avLst/>
              </a:prstGeom>
              <a:solidFill>
                <a:schemeClr val="accent1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íŝlíḓé"/>
              <p:cNvSpPr/>
              <p:nvPr/>
            </p:nvSpPr>
            <p:spPr>
              <a:xfrm>
                <a:off x="5781675" y="4772025"/>
                <a:ext cx="400050" cy="400050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7" name="îṡļïḑê"/>
            <p:cNvSpPr/>
            <p:nvPr/>
          </p:nvSpPr>
          <p:spPr>
            <a:xfrm>
              <a:off x="6335791" y="2352766"/>
              <a:ext cx="2247773" cy="1735792"/>
            </a:xfrm>
            <a:custGeom>
              <a:avLst/>
              <a:gdLst>
                <a:gd name="connsiteX0" fmla="*/ 1500961 w 2402522"/>
                <a:gd name="connsiteY0" fmla="*/ 379 h 1855293"/>
                <a:gd name="connsiteX1" fmla="*/ 2258040 w 2402522"/>
                <a:gd name="connsiteY1" fmla="*/ 430391 h 1855293"/>
                <a:gd name="connsiteX2" fmla="*/ 2324916 w 2402522"/>
                <a:gd name="connsiteY2" fmla="*/ 1298497 h 1855293"/>
                <a:gd name="connsiteX3" fmla="*/ 1972131 w 2402522"/>
                <a:gd name="connsiteY3" fmla="*/ 1709958 h 1855293"/>
                <a:gd name="connsiteX4" fmla="*/ 1804289 w 2402522"/>
                <a:gd name="connsiteY4" fmla="*/ 1794183 h 1855293"/>
                <a:gd name="connsiteX5" fmla="*/ 1703481 w 2402522"/>
                <a:gd name="connsiteY5" fmla="*/ 1821496 h 1855293"/>
                <a:gd name="connsiteX6" fmla="*/ 1705549 w 2402522"/>
                <a:gd name="connsiteY6" fmla="*/ 1824741 h 1855293"/>
                <a:gd name="connsiteX7" fmla="*/ 1686949 w 2402522"/>
                <a:gd name="connsiteY7" fmla="*/ 1825975 h 1855293"/>
                <a:gd name="connsiteX8" fmla="*/ 1628410 w 2402522"/>
                <a:gd name="connsiteY8" fmla="*/ 1841834 h 1855293"/>
                <a:gd name="connsiteX9" fmla="*/ 1539068 w 2402522"/>
                <a:gd name="connsiteY9" fmla="*/ 1852302 h 1855293"/>
                <a:gd name="connsiteX10" fmla="*/ 1472337 w 2402522"/>
                <a:gd name="connsiteY10" fmla="*/ 1853614 h 1855293"/>
                <a:gd name="connsiteX11" fmla="*/ 1472337 w 2402522"/>
                <a:gd name="connsiteY11" fmla="*/ 1855293 h 1855293"/>
                <a:gd name="connsiteX12" fmla="*/ 0 w 2402522"/>
                <a:gd name="connsiteY12" fmla="*/ 1855293 h 1855293"/>
                <a:gd name="connsiteX13" fmla="*/ 369083 w 2402522"/>
                <a:gd name="connsiteY13" fmla="*/ 1074912 h 1855293"/>
                <a:gd name="connsiteX14" fmla="*/ 444650 w 2402522"/>
                <a:gd name="connsiteY14" fmla="*/ 931337 h 1855293"/>
                <a:gd name="connsiteX15" fmla="*/ 644898 w 2402522"/>
                <a:gd name="connsiteY15" fmla="*/ 514845 h 1855293"/>
                <a:gd name="connsiteX16" fmla="*/ 645800 w 2402522"/>
                <a:gd name="connsiteY16" fmla="*/ 515278 h 1855293"/>
                <a:gd name="connsiteX17" fmla="*/ 665339 w 2402522"/>
                <a:gd name="connsiteY17" fmla="*/ 475771 h 1855293"/>
                <a:gd name="connsiteX18" fmla="*/ 712840 w 2402522"/>
                <a:gd name="connsiteY18" fmla="*/ 399380 h 1855293"/>
                <a:gd name="connsiteX19" fmla="*/ 750416 w 2402522"/>
                <a:gd name="connsiteY19" fmla="*/ 350396 h 1855293"/>
                <a:gd name="connsiteX20" fmla="*/ 757540 w 2402522"/>
                <a:gd name="connsiteY20" fmla="*/ 336863 h 1855293"/>
                <a:gd name="connsiteX21" fmla="*/ 759019 w 2402522"/>
                <a:gd name="connsiteY21" fmla="*/ 339183 h 1855293"/>
                <a:gd name="connsiteX22" fmla="*/ 768048 w 2402522"/>
                <a:gd name="connsiteY22" fmla="*/ 327413 h 1855293"/>
                <a:gd name="connsiteX23" fmla="*/ 978474 w 2402522"/>
                <a:gd name="connsiteY23" fmla="*/ 144481 h 1855293"/>
                <a:gd name="connsiteX24" fmla="*/ 1500961 w 2402522"/>
                <a:gd name="connsiteY24" fmla="*/ 379 h 1855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02522" h="1855293">
                  <a:moveTo>
                    <a:pt x="1500961" y="379"/>
                  </a:moveTo>
                  <a:cubicBezTo>
                    <a:pt x="1798454" y="8885"/>
                    <a:pt x="2086546" y="160207"/>
                    <a:pt x="2258040" y="430391"/>
                  </a:cubicBezTo>
                  <a:cubicBezTo>
                    <a:pt x="2429535" y="700575"/>
                    <a:pt x="2443843" y="1025676"/>
                    <a:pt x="2324916" y="1298497"/>
                  </a:cubicBezTo>
                  <a:cubicBezTo>
                    <a:pt x="2253561" y="1462190"/>
                    <a:pt x="2134241" y="1607061"/>
                    <a:pt x="1972131" y="1709958"/>
                  </a:cubicBezTo>
                  <a:cubicBezTo>
                    <a:pt x="1918094" y="1744257"/>
                    <a:pt x="1861861" y="1772268"/>
                    <a:pt x="1804289" y="1794183"/>
                  </a:cubicBezTo>
                  <a:lnTo>
                    <a:pt x="1703481" y="1821496"/>
                  </a:lnTo>
                  <a:lnTo>
                    <a:pt x="1705549" y="1824741"/>
                  </a:lnTo>
                  <a:lnTo>
                    <a:pt x="1686949" y="1825975"/>
                  </a:lnTo>
                  <a:lnTo>
                    <a:pt x="1628410" y="1841834"/>
                  </a:lnTo>
                  <a:cubicBezTo>
                    <a:pt x="1598714" y="1846791"/>
                    <a:pt x="1568897" y="1850273"/>
                    <a:pt x="1539068" y="1852302"/>
                  </a:cubicBezTo>
                  <a:lnTo>
                    <a:pt x="1472337" y="1853614"/>
                  </a:lnTo>
                  <a:lnTo>
                    <a:pt x="1472337" y="1855293"/>
                  </a:lnTo>
                  <a:lnTo>
                    <a:pt x="0" y="1855293"/>
                  </a:lnTo>
                  <a:lnTo>
                    <a:pt x="369083" y="1074912"/>
                  </a:lnTo>
                  <a:lnTo>
                    <a:pt x="444650" y="931337"/>
                  </a:lnTo>
                  <a:lnTo>
                    <a:pt x="644898" y="514845"/>
                  </a:lnTo>
                  <a:lnTo>
                    <a:pt x="645800" y="515278"/>
                  </a:lnTo>
                  <a:lnTo>
                    <a:pt x="665339" y="475771"/>
                  </a:lnTo>
                  <a:cubicBezTo>
                    <a:pt x="679872" y="449642"/>
                    <a:pt x="695714" y="424142"/>
                    <a:pt x="712840" y="399380"/>
                  </a:cubicBezTo>
                  <a:lnTo>
                    <a:pt x="750416" y="350396"/>
                  </a:lnTo>
                  <a:lnTo>
                    <a:pt x="757540" y="336863"/>
                  </a:lnTo>
                  <a:lnTo>
                    <a:pt x="759019" y="339183"/>
                  </a:lnTo>
                  <a:lnTo>
                    <a:pt x="768048" y="327413"/>
                  </a:lnTo>
                  <a:cubicBezTo>
                    <a:pt x="827061" y="257872"/>
                    <a:pt x="897418" y="195929"/>
                    <a:pt x="978474" y="144481"/>
                  </a:cubicBezTo>
                  <a:cubicBezTo>
                    <a:pt x="1140584" y="41585"/>
                    <a:pt x="1322465" y="-4725"/>
                    <a:pt x="1500961" y="379"/>
                  </a:cubicBezTo>
                  <a:close/>
                </a:path>
              </a:pathLst>
            </a:custGeom>
            <a:solidFill>
              <a:schemeClr val="accent4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8" name="îs1iḋe"/>
            <p:cNvSpPr/>
            <p:nvPr/>
          </p:nvSpPr>
          <p:spPr>
            <a:xfrm flipH="1">
              <a:off x="3713736" y="2352766"/>
              <a:ext cx="2247773" cy="1735792"/>
            </a:xfrm>
            <a:custGeom>
              <a:avLst/>
              <a:gdLst>
                <a:gd name="connsiteX0" fmla="*/ 1500961 w 2402522"/>
                <a:gd name="connsiteY0" fmla="*/ 379 h 1855293"/>
                <a:gd name="connsiteX1" fmla="*/ 2258040 w 2402522"/>
                <a:gd name="connsiteY1" fmla="*/ 430391 h 1855293"/>
                <a:gd name="connsiteX2" fmla="*/ 2324916 w 2402522"/>
                <a:gd name="connsiteY2" fmla="*/ 1298497 h 1855293"/>
                <a:gd name="connsiteX3" fmla="*/ 1972131 w 2402522"/>
                <a:gd name="connsiteY3" fmla="*/ 1709958 h 1855293"/>
                <a:gd name="connsiteX4" fmla="*/ 1804289 w 2402522"/>
                <a:gd name="connsiteY4" fmla="*/ 1794183 h 1855293"/>
                <a:gd name="connsiteX5" fmla="*/ 1703481 w 2402522"/>
                <a:gd name="connsiteY5" fmla="*/ 1821496 h 1855293"/>
                <a:gd name="connsiteX6" fmla="*/ 1705549 w 2402522"/>
                <a:gd name="connsiteY6" fmla="*/ 1824741 h 1855293"/>
                <a:gd name="connsiteX7" fmla="*/ 1686949 w 2402522"/>
                <a:gd name="connsiteY7" fmla="*/ 1825975 h 1855293"/>
                <a:gd name="connsiteX8" fmla="*/ 1628410 w 2402522"/>
                <a:gd name="connsiteY8" fmla="*/ 1841834 h 1855293"/>
                <a:gd name="connsiteX9" fmla="*/ 1539068 w 2402522"/>
                <a:gd name="connsiteY9" fmla="*/ 1852302 h 1855293"/>
                <a:gd name="connsiteX10" fmla="*/ 1472337 w 2402522"/>
                <a:gd name="connsiteY10" fmla="*/ 1853614 h 1855293"/>
                <a:gd name="connsiteX11" fmla="*/ 1472337 w 2402522"/>
                <a:gd name="connsiteY11" fmla="*/ 1855293 h 1855293"/>
                <a:gd name="connsiteX12" fmla="*/ 0 w 2402522"/>
                <a:gd name="connsiteY12" fmla="*/ 1855293 h 1855293"/>
                <a:gd name="connsiteX13" fmla="*/ 369083 w 2402522"/>
                <a:gd name="connsiteY13" fmla="*/ 1074912 h 1855293"/>
                <a:gd name="connsiteX14" fmla="*/ 444650 w 2402522"/>
                <a:gd name="connsiteY14" fmla="*/ 931337 h 1855293"/>
                <a:gd name="connsiteX15" fmla="*/ 644898 w 2402522"/>
                <a:gd name="connsiteY15" fmla="*/ 514845 h 1855293"/>
                <a:gd name="connsiteX16" fmla="*/ 645800 w 2402522"/>
                <a:gd name="connsiteY16" fmla="*/ 515278 h 1855293"/>
                <a:gd name="connsiteX17" fmla="*/ 665339 w 2402522"/>
                <a:gd name="connsiteY17" fmla="*/ 475771 h 1855293"/>
                <a:gd name="connsiteX18" fmla="*/ 712840 w 2402522"/>
                <a:gd name="connsiteY18" fmla="*/ 399380 h 1855293"/>
                <a:gd name="connsiteX19" fmla="*/ 750416 w 2402522"/>
                <a:gd name="connsiteY19" fmla="*/ 350396 h 1855293"/>
                <a:gd name="connsiteX20" fmla="*/ 757540 w 2402522"/>
                <a:gd name="connsiteY20" fmla="*/ 336863 h 1855293"/>
                <a:gd name="connsiteX21" fmla="*/ 759019 w 2402522"/>
                <a:gd name="connsiteY21" fmla="*/ 339183 h 1855293"/>
                <a:gd name="connsiteX22" fmla="*/ 768048 w 2402522"/>
                <a:gd name="connsiteY22" fmla="*/ 327413 h 1855293"/>
                <a:gd name="connsiteX23" fmla="*/ 978474 w 2402522"/>
                <a:gd name="connsiteY23" fmla="*/ 144481 h 1855293"/>
                <a:gd name="connsiteX24" fmla="*/ 1500961 w 2402522"/>
                <a:gd name="connsiteY24" fmla="*/ 379 h 1855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02522" h="1855293">
                  <a:moveTo>
                    <a:pt x="1500961" y="379"/>
                  </a:moveTo>
                  <a:cubicBezTo>
                    <a:pt x="1798454" y="8885"/>
                    <a:pt x="2086546" y="160207"/>
                    <a:pt x="2258040" y="430391"/>
                  </a:cubicBezTo>
                  <a:cubicBezTo>
                    <a:pt x="2429535" y="700575"/>
                    <a:pt x="2443843" y="1025676"/>
                    <a:pt x="2324916" y="1298497"/>
                  </a:cubicBezTo>
                  <a:cubicBezTo>
                    <a:pt x="2253561" y="1462190"/>
                    <a:pt x="2134241" y="1607061"/>
                    <a:pt x="1972131" y="1709958"/>
                  </a:cubicBezTo>
                  <a:cubicBezTo>
                    <a:pt x="1918094" y="1744257"/>
                    <a:pt x="1861861" y="1772268"/>
                    <a:pt x="1804289" y="1794183"/>
                  </a:cubicBezTo>
                  <a:lnTo>
                    <a:pt x="1703481" y="1821496"/>
                  </a:lnTo>
                  <a:lnTo>
                    <a:pt x="1705549" y="1824741"/>
                  </a:lnTo>
                  <a:lnTo>
                    <a:pt x="1686949" y="1825975"/>
                  </a:lnTo>
                  <a:lnTo>
                    <a:pt x="1628410" y="1841834"/>
                  </a:lnTo>
                  <a:cubicBezTo>
                    <a:pt x="1598714" y="1846791"/>
                    <a:pt x="1568897" y="1850273"/>
                    <a:pt x="1539068" y="1852302"/>
                  </a:cubicBezTo>
                  <a:lnTo>
                    <a:pt x="1472337" y="1853614"/>
                  </a:lnTo>
                  <a:lnTo>
                    <a:pt x="1472337" y="1855293"/>
                  </a:lnTo>
                  <a:lnTo>
                    <a:pt x="0" y="1855293"/>
                  </a:lnTo>
                  <a:lnTo>
                    <a:pt x="369083" y="1074912"/>
                  </a:lnTo>
                  <a:lnTo>
                    <a:pt x="444650" y="931337"/>
                  </a:lnTo>
                  <a:lnTo>
                    <a:pt x="644898" y="514845"/>
                  </a:lnTo>
                  <a:lnTo>
                    <a:pt x="645800" y="515278"/>
                  </a:lnTo>
                  <a:lnTo>
                    <a:pt x="665339" y="475771"/>
                  </a:lnTo>
                  <a:cubicBezTo>
                    <a:pt x="679872" y="449642"/>
                    <a:pt x="695714" y="424142"/>
                    <a:pt x="712840" y="399380"/>
                  </a:cubicBezTo>
                  <a:lnTo>
                    <a:pt x="750416" y="350396"/>
                  </a:lnTo>
                  <a:lnTo>
                    <a:pt x="757540" y="336863"/>
                  </a:lnTo>
                  <a:lnTo>
                    <a:pt x="759019" y="339183"/>
                  </a:lnTo>
                  <a:lnTo>
                    <a:pt x="768048" y="327413"/>
                  </a:lnTo>
                  <a:cubicBezTo>
                    <a:pt x="827061" y="257872"/>
                    <a:pt x="897418" y="195929"/>
                    <a:pt x="978474" y="144481"/>
                  </a:cubicBezTo>
                  <a:cubicBezTo>
                    <a:pt x="1140584" y="41585"/>
                    <a:pt x="1322465" y="-4725"/>
                    <a:pt x="1500961" y="379"/>
                  </a:cubicBezTo>
                  <a:close/>
                </a:path>
              </a:pathLst>
            </a:custGeom>
            <a:solidFill>
              <a:schemeClr val="accent2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9" name="îṣļîdê"/>
            <p:cNvSpPr/>
            <p:nvPr/>
          </p:nvSpPr>
          <p:spPr>
            <a:xfrm flipV="1">
              <a:off x="6335791" y="4261308"/>
              <a:ext cx="1474595" cy="1138722"/>
            </a:xfrm>
            <a:custGeom>
              <a:avLst/>
              <a:gdLst>
                <a:gd name="connsiteX0" fmla="*/ 1500961 w 2402522"/>
                <a:gd name="connsiteY0" fmla="*/ 379 h 1855293"/>
                <a:gd name="connsiteX1" fmla="*/ 2258040 w 2402522"/>
                <a:gd name="connsiteY1" fmla="*/ 430391 h 1855293"/>
                <a:gd name="connsiteX2" fmla="*/ 2324916 w 2402522"/>
                <a:gd name="connsiteY2" fmla="*/ 1298497 h 1855293"/>
                <a:gd name="connsiteX3" fmla="*/ 1972131 w 2402522"/>
                <a:gd name="connsiteY3" fmla="*/ 1709958 h 1855293"/>
                <a:gd name="connsiteX4" fmla="*/ 1804289 w 2402522"/>
                <a:gd name="connsiteY4" fmla="*/ 1794183 h 1855293"/>
                <a:gd name="connsiteX5" fmla="*/ 1703481 w 2402522"/>
                <a:gd name="connsiteY5" fmla="*/ 1821496 h 1855293"/>
                <a:gd name="connsiteX6" fmla="*/ 1705549 w 2402522"/>
                <a:gd name="connsiteY6" fmla="*/ 1824741 h 1855293"/>
                <a:gd name="connsiteX7" fmla="*/ 1686949 w 2402522"/>
                <a:gd name="connsiteY7" fmla="*/ 1825975 h 1855293"/>
                <a:gd name="connsiteX8" fmla="*/ 1628410 w 2402522"/>
                <a:gd name="connsiteY8" fmla="*/ 1841834 h 1855293"/>
                <a:gd name="connsiteX9" fmla="*/ 1539068 w 2402522"/>
                <a:gd name="connsiteY9" fmla="*/ 1852302 h 1855293"/>
                <a:gd name="connsiteX10" fmla="*/ 1472337 w 2402522"/>
                <a:gd name="connsiteY10" fmla="*/ 1853614 h 1855293"/>
                <a:gd name="connsiteX11" fmla="*/ 1472337 w 2402522"/>
                <a:gd name="connsiteY11" fmla="*/ 1855293 h 1855293"/>
                <a:gd name="connsiteX12" fmla="*/ 0 w 2402522"/>
                <a:gd name="connsiteY12" fmla="*/ 1855293 h 1855293"/>
                <a:gd name="connsiteX13" fmla="*/ 369083 w 2402522"/>
                <a:gd name="connsiteY13" fmla="*/ 1074912 h 1855293"/>
                <a:gd name="connsiteX14" fmla="*/ 444650 w 2402522"/>
                <a:gd name="connsiteY14" fmla="*/ 931337 h 1855293"/>
                <a:gd name="connsiteX15" fmla="*/ 644898 w 2402522"/>
                <a:gd name="connsiteY15" fmla="*/ 514845 h 1855293"/>
                <a:gd name="connsiteX16" fmla="*/ 645800 w 2402522"/>
                <a:gd name="connsiteY16" fmla="*/ 515278 h 1855293"/>
                <a:gd name="connsiteX17" fmla="*/ 665339 w 2402522"/>
                <a:gd name="connsiteY17" fmla="*/ 475771 h 1855293"/>
                <a:gd name="connsiteX18" fmla="*/ 712840 w 2402522"/>
                <a:gd name="connsiteY18" fmla="*/ 399380 h 1855293"/>
                <a:gd name="connsiteX19" fmla="*/ 750416 w 2402522"/>
                <a:gd name="connsiteY19" fmla="*/ 350396 h 1855293"/>
                <a:gd name="connsiteX20" fmla="*/ 757540 w 2402522"/>
                <a:gd name="connsiteY20" fmla="*/ 336863 h 1855293"/>
                <a:gd name="connsiteX21" fmla="*/ 759019 w 2402522"/>
                <a:gd name="connsiteY21" fmla="*/ 339183 h 1855293"/>
                <a:gd name="connsiteX22" fmla="*/ 768048 w 2402522"/>
                <a:gd name="connsiteY22" fmla="*/ 327413 h 1855293"/>
                <a:gd name="connsiteX23" fmla="*/ 978474 w 2402522"/>
                <a:gd name="connsiteY23" fmla="*/ 144481 h 1855293"/>
                <a:gd name="connsiteX24" fmla="*/ 1500961 w 2402522"/>
                <a:gd name="connsiteY24" fmla="*/ 379 h 1855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02522" h="1855293">
                  <a:moveTo>
                    <a:pt x="1500961" y="379"/>
                  </a:moveTo>
                  <a:cubicBezTo>
                    <a:pt x="1798454" y="8885"/>
                    <a:pt x="2086546" y="160207"/>
                    <a:pt x="2258040" y="430391"/>
                  </a:cubicBezTo>
                  <a:cubicBezTo>
                    <a:pt x="2429535" y="700575"/>
                    <a:pt x="2443843" y="1025676"/>
                    <a:pt x="2324916" y="1298497"/>
                  </a:cubicBezTo>
                  <a:cubicBezTo>
                    <a:pt x="2253561" y="1462190"/>
                    <a:pt x="2134241" y="1607061"/>
                    <a:pt x="1972131" y="1709958"/>
                  </a:cubicBezTo>
                  <a:cubicBezTo>
                    <a:pt x="1918094" y="1744257"/>
                    <a:pt x="1861861" y="1772268"/>
                    <a:pt x="1804289" y="1794183"/>
                  </a:cubicBezTo>
                  <a:lnTo>
                    <a:pt x="1703481" y="1821496"/>
                  </a:lnTo>
                  <a:lnTo>
                    <a:pt x="1705549" y="1824741"/>
                  </a:lnTo>
                  <a:lnTo>
                    <a:pt x="1686949" y="1825975"/>
                  </a:lnTo>
                  <a:lnTo>
                    <a:pt x="1628410" y="1841834"/>
                  </a:lnTo>
                  <a:cubicBezTo>
                    <a:pt x="1598714" y="1846791"/>
                    <a:pt x="1568897" y="1850273"/>
                    <a:pt x="1539068" y="1852302"/>
                  </a:cubicBezTo>
                  <a:lnTo>
                    <a:pt x="1472337" y="1853614"/>
                  </a:lnTo>
                  <a:lnTo>
                    <a:pt x="1472337" y="1855293"/>
                  </a:lnTo>
                  <a:lnTo>
                    <a:pt x="0" y="1855293"/>
                  </a:lnTo>
                  <a:lnTo>
                    <a:pt x="369083" y="1074912"/>
                  </a:lnTo>
                  <a:lnTo>
                    <a:pt x="444650" y="931337"/>
                  </a:lnTo>
                  <a:lnTo>
                    <a:pt x="644898" y="514845"/>
                  </a:lnTo>
                  <a:lnTo>
                    <a:pt x="645800" y="515278"/>
                  </a:lnTo>
                  <a:lnTo>
                    <a:pt x="665339" y="475771"/>
                  </a:lnTo>
                  <a:cubicBezTo>
                    <a:pt x="679872" y="449642"/>
                    <a:pt x="695714" y="424142"/>
                    <a:pt x="712840" y="399380"/>
                  </a:cubicBezTo>
                  <a:lnTo>
                    <a:pt x="750416" y="350396"/>
                  </a:lnTo>
                  <a:lnTo>
                    <a:pt x="757540" y="336863"/>
                  </a:lnTo>
                  <a:lnTo>
                    <a:pt x="759019" y="339183"/>
                  </a:lnTo>
                  <a:lnTo>
                    <a:pt x="768048" y="327413"/>
                  </a:lnTo>
                  <a:cubicBezTo>
                    <a:pt x="827061" y="257872"/>
                    <a:pt x="897418" y="195929"/>
                    <a:pt x="978474" y="144481"/>
                  </a:cubicBezTo>
                  <a:cubicBezTo>
                    <a:pt x="1140584" y="41585"/>
                    <a:pt x="1322465" y="-4725"/>
                    <a:pt x="1500961" y="379"/>
                  </a:cubicBezTo>
                  <a:close/>
                </a:path>
              </a:pathLst>
            </a:custGeom>
            <a:solidFill>
              <a:schemeClr val="accent6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0" name="išḷîḍé"/>
            <p:cNvSpPr/>
            <p:nvPr/>
          </p:nvSpPr>
          <p:spPr>
            <a:xfrm flipH="1" flipV="1">
              <a:off x="4486914" y="4261308"/>
              <a:ext cx="1474595" cy="1138722"/>
            </a:xfrm>
            <a:custGeom>
              <a:avLst/>
              <a:gdLst>
                <a:gd name="connsiteX0" fmla="*/ 1500961 w 2402522"/>
                <a:gd name="connsiteY0" fmla="*/ 379 h 1855293"/>
                <a:gd name="connsiteX1" fmla="*/ 2258040 w 2402522"/>
                <a:gd name="connsiteY1" fmla="*/ 430391 h 1855293"/>
                <a:gd name="connsiteX2" fmla="*/ 2324916 w 2402522"/>
                <a:gd name="connsiteY2" fmla="*/ 1298497 h 1855293"/>
                <a:gd name="connsiteX3" fmla="*/ 1972131 w 2402522"/>
                <a:gd name="connsiteY3" fmla="*/ 1709958 h 1855293"/>
                <a:gd name="connsiteX4" fmla="*/ 1804289 w 2402522"/>
                <a:gd name="connsiteY4" fmla="*/ 1794183 h 1855293"/>
                <a:gd name="connsiteX5" fmla="*/ 1703481 w 2402522"/>
                <a:gd name="connsiteY5" fmla="*/ 1821496 h 1855293"/>
                <a:gd name="connsiteX6" fmla="*/ 1705549 w 2402522"/>
                <a:gd name="connsiteY6" fmla="*/ 1824741 h 1855293"/>
                <a:gd name="connsiteX7" fmla="*/ 1686949 w 2402522"/>
                <a:gd name="connsiteY7" fmla="*/ 1825975 h 1855293"/>
                <a:gd name="connsiteX8" fmla="*/ 1628410 w 2402522"/>
                <a:gd name="connsiteY8" fmla="*/ 1841834 h 1855293"/>
                <a:gd name="connsiteX9" fmla="*/ 1539068 w 2402522"/>
                <a:gd name="connsiteY9" fmla="*/ 1852302 h 1855293"/>
                <a:gd name="connsiteX10" fmla="*/ 1472337 w 2402522"/>
                <a:gd name="connsiteY10" fmla="*/ 1853614 h 1855293"/>
                <a:gd name="connsiteX11" fmla="*/ 1472337 w 2402522"/>
                <a:gd name="connsiteY11" fmla="*/ 1855293 h 1855293"/>
                <a:gd name="connsiteX12" fmla="*/ 0 w 2402522"/>
                <a:gd name="connsiteY12" fmla="*/ 1855293 h 1855293"/>
                <a:gd name="connsiteX13" fmla="*/ 369083 w 2402522"/>
                <a:gd name="connsiteY13" fmla="*/ 1074912 h 1855293"/>
                <a:gd name="connsiteX14" fmla="*/ 444650 w 2402522"/>
                <a:gd name="connsiteY14" fmla="*/ 931337 h 1855293"/>
                <a:gd name="connsiteX15" fmla="*/ 644898 w 2402522"/>
                <a:gd name="connsiteY15" fmla="*/ 514845 h 1855293"/>
                <a:gd name="connsiteX16" fmla="*/ 645800 w 2402522"/>
                <a:gd name="connsiteY16" fmla="*/ 515278 h 1855293"/>
                <a:gd name="connsiteX17" fmla="*/ 665339 w 2402522"/>
                <a:gd name="connsiteY17" fmla="*/ 475771 h 1855293"/>
                <a:gd name="connsiteX18" fmla="*/ 712840 w 2402522"/>
                <a:gd name="connsiteY18" fmla="*/ 399380 h 1855293"/>
                <a:gd name="connsiteX19" fmla="*/ 750416 w 2402522"/>
                <a:gd name="connsiteY19" fmla="*/ 350396 h 1855293"/>
                <a:gd name="connsiteX20" fmla="*/ 757540 w 2402522"/>
                <a:gd name="connsiteY20" fmla="*/ 336863 h 1855293"/>
                <a:gd name="connsiteX21" fmla="*/ 759019 w 2402522"/>
                <a:gd name="connsiteY21" fmla="*/ 339183 h 1855293"/>
                <a:gd name="connsiteX22" fmla="*/ 768048 w 2402522"/>
                <a:gd name="connsiteY22" fmla="*/ 327413 h 1855293"/>
                <a:gd name="connsiteX23" fmla="*/ 978474 w 2402522"/>
                <a:gd name="connsiteY23" fmla="*/ 144481 h 1855293"/>
                <a:gd name="connsiteX24" fmla="*/ 1500961 w 2402522"/>
                <a:gd name="connsiteY24" fmla="*/ 379 h 1855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02522" h="1855293">
                  <a:moveTo>
                    <a:pt x="1500961" y="379"/>
                  </a:moveTo>
                  <a:cubicBezTo>
                    <a:pt x="1798454" y="8885"/>
                    <a:pt x="2086546" y="160207"/>
                    <a:pt x="2258040" y="430391"/>
                  </a:cubicBezTo>
                  <a:cubicBezTo>
                    <a:pt x="2429535" y="700575"/>
                    <a:pt x="2443843" y="1025676"/>
                    <a:pt x="2324916" y="1298497"/>
                  </a:cubicBezTo>
                  <a:cubicBezTo>
                    <a:pt x="2253561" y="1462190"/>
                    <a:pt x="2134241" y="1607061"/>
                    <a:pt x="1972131" y="1709958"/>
                  </a:cubicBezTo>
                  <a:cubicBezTo>
                    <a:pt x="1918094" y="1744257"/>
                    <a:pt x="1861861" y="1772268"/>
                    <a:pt x="1804289" y="1794183"/>
                  </a:cubicBezTo>
                  <a:lnTo>
                    <a:pt x="1703481" y="1821496"/>
                  </a:lnTo>
                  <a:lnTo>
                    <a:pt x="1705549" y="1824741"/>
                  </a:lnTo>
                  <a:lnTo>
                    <a:pt x="1686949" y="1825975"/>
                  </a:lnTo>
                  <a:lnTo>
                    <a:pt x="1628410" y="1841834"/>
                  </a:lnTo>
                  <a:cubicBezTo>
                    <a:pt x="1598714" y="1846791"/>
                    <a:pt x="1568897" y="1850273"/>
                    <a:pt x="1539068" y="1852302"/>
                  </a:cubicBezTo>
                  <a:lnTo>
                    <a:pt x="1472337" y="1853614"/>
                  </a:lnTo>
                  <a:lnTo>
                    <a:pt x="1472337" y="1855293"/>
                  </a:lnTo>
                  <a:lnTo>
                    <a:pt x="0" y="1855293"/>
                  </a:lnTo>
                  <a:lnTo>
                    <a:pt x="369083" y="1074912"/>
                  </a:lnTo>
                  <a:lnTo>
                    <a:pt x="444650" y="931337"/>
                  </a:lnTo>
                  <a:lnTo>
                    <a:pt x="644898" y="514845"/>
                  </a:lnTo>
                  <a:lnTo>
                    <a:pt x="645800" y="515278"/>
                  </a:lnTo>
                  <a:lnTo>
                    <a:pt x="665339" y="475771"/>
                  </a:lnTo>
                  <a:cubicBezTo>
                    <a:pt x="679872" y="449642"/>
                    <a:pt x="695714" y="424142"/>
                    <a:pt x="712840" y="399380"/>
                  </a:cubicBezTo>
                  <a:lnTo>
                    <a:pt x="750416" y="350396"/>
                  </a:lnTo>
                  <a:lnTo>
                    <a:pt x="757540" y="336863"/>
                  </a:lnTo>
                  <a:lnTo>
                    <a:pt x="759019" y="339183"/>
                  </a:lnTo>
                  <a:lnTo>
                    <a:pt x="768048" y="327413"/>
                  </a:lnTo>
                  <a:cubicBezTo>
                    <a:pt x="827061" y="257872"/>
                    <a:pt x="897418" y="195929"/>
                    <a:pt x="978474" y="144481"/>
                  </a:cubicBezTo>
                  <a:cubicBezTo>
                    <a:pt x="1140584" y="41585"/>
                    <a:pt x="1322465" y="-4725"/>
                    <a:pt x="1500961" y="379"/>
                  </a:cubicBezTo>
                  <a:close/>
                </a:path>
              </a:pathLst>
            </a:custGeom>
            <a:solidFill>
              <a:schemeClr val="accent5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grpSp>
          <p:nvGrpSpPr>
            <p:cNvPr id="11" name="ïsļîḓé"/>
            <p:cNvGrpSpPr/>
            <p:nvPr/>
          </p:nvGrpSpPr>
          <p:grpSpPr>
            <a:xfrm>
              <a:off x="8166734" y="4261308"/>
              <a:ext cx="2299050" cy="902050"/>
              <a:chOff x="9029821" y="2934358"/>
              <a:chExt cx="2457329" cy="964152"/>
            </a:xfrm>
          </p:grpSpPr>
          <p:sp>
            <p:nvSpPr>
              <p:cNvPr id="29" name="îṡ1íďé"/>
              <p:cNvSpPr txBox="1"/>
              <p:nvPr/>
            </p:nvSpPr>
            <p:spPr>
              <a:xfrm>
                <a:off x="9029821" y="3308954"/>
                <a:ext cx="2457329" cy="589556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900" dirty="0"/>
                  <a:t>Copy paste fonts. Choose the only option to retain text.</a:t>
                </a:r>
                <a:endParaRPr lang="en-US" altLang="zh-CN" sz="900" dirty="0"/>
              </a:p>
            </p:txBody>
          </p:sp>
          <p:sp>
            <p:nvSpPr>
              <p:cNvPr id="30" name="íšľídè"/>
              <p:cNvSpPr/>
              <p:nvPr/>
            </p:nvSpPr>
            <p:spPr>
              <a:xfrm>
                <a:off x="9029821" y="2934358"/>
                <a:ext cx="2457329" cy="374596"/>
              </a:xfrm>
              <a:prstGeom prst="rect">
                <a:avLst/>
              </a:prstGeom>
            </p:spPr>
            <p:txBody>
              <a:bodyPr wrap="none" lIns="90000" tIns="46800" rIns="90000" bIns="46800" anchor="ctr">
                <a:normAutofit/>
              </a:bodyPr>
              <a:lstStyle/>
              <a:p>
                <a:pPr lvl="0" defTabSz="914400">
                  <a:defRPr/>
                </a:pPr>
                <a:r>
                  <a:rPr lang="en-US" altLang="zh-CN" sz="1600" b="1" dirty="0"/>
                  <a:t>Text here</a:t>
                </a:r>
                <a:endParaRPr lang="zh-CN" altLang="en-US" sz="1600" b="1" dirty="0"/>
              </a:p>
            </p:txBody>
          </p:sp>
        </p:grpSp>
        <p:grpSp>
          <p:nvGrpSpPr>
            <p:cNvPr id="12" name="ïšḻïḓè"/>
            <p:cNvGrpSpPr/>
            <p:nvPr/>
          </p:nvGrpSpPr>
          <p:grpSpPr>
            <a:xfrm>
              <a:off x="1797469" y="4261308"/>
              <a:ext cx="2252538" cy="902050"/>
              <a:chOff x="609599" y="2934358"/>
              <a:chExt cx="2407615" cy="964152"/>
            </a:xfrm>
          </p:grpSpPr>
          <p:sp>
            <p:nvSpPr>
              <p:cNvPr id="27" name="ïṡ1iḓé"/>
              <p:cNvSpPr txBox="1"/>
              <p:nvPr/>
            </p:nvSpPr>
            <p:spPr>
              <a:xfrm>
                <a:off x="609599" y="3308954"/>
                <a:ext cx="2407615" cy="589556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ctr" anchorCtr="0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altLang="zh-CN" sz="900" dirty="0"/>
                  <a:t>Copy paste fonts. Choose the only option to retain text.</a:t>
                </a:r>
                <a:endParaRPr lang="en-US" altLang="zh-CN" sz="900" dirty="0"/>
              </a:p>
            </p:txBody>
          </p:sp>
          <p:sp>
            <p:nvSpPr>
              <p:cNvPr id="28" name="íSḷïḓê"/>
              <p:cNvSpPr/>
              <p:nvPr/>
            </p:nvSpPr>
            <p:spPr>
              <a:xfrm>
                <a:off x="609599" y="2934358"/>
                <a:ext cx="2407615" cy="374596"/>
              </a:xfrm>
              <a:prstGeom prst="rect">
                <a:avLst/>
              </a:prstGeom>
            </p:spPr>
            <p:txBody>
              <a:bodyPr wrap="none" lIns="90000" tIns="46800" rIns="90000" bIns="46800" anchor="ctr">
                <a:normAutofit/>
              </a:bodyPr>
              <a:lstStyle/>
              <a:p>
                <a:pPr lvl="0" algn="r" defTabSz="914400">
                  <a:defRPr/>
                </a:pPr>
                <a:r>
                  <a:rPr lang="en-US" altLang="zh-CN" sz="1600" b="1" dirty="0"/>
                  <a:t>Text here</a:t>
                </a:r>
                <a:endParaRPr lang="zh-CN" altLang="en-US" sz="1600" b="1" dirty="0"/>
              </a:p>
            </p:txBody>
          </p:sp>
        </p:grpSp>
        <p:grpSp>
          <p:nvGrpSpPr>
            <p:cNvPr id="13" name="iṣlïḓè"/>
            <p:cNvGrpSpPr/>
            <p:nvPr/>
          </p:nvGrpSpPr>
          <p:grpSpPr>
            <a:xfrm>
              <a:off x="8957846" y="2586662"/>
              <a:ext cx="2299050" cy="902050"/>
              <a:chOff x="9029821" y="2934358"/>
              <a:chExt cx="2457329" cy="964152"/>
            </a:xfrm>
          </p:grpSpPr>
          <p:sp>
            <p:nvSpPr>
              <p:cNvPr id="25" name="iṧļíḋê"/>
              <p:cNvSpPr txBox="1"/>
              <p:nvPr/>
            </p:nvSpPr>
            <p:spPr>
              <a:xfrm>
                <a:off x="9029821" y="3308954"/>
                <a:ext cx="2457329" cy="589556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900" dirty="0"/>
                  <a:t>Copy paste fonts. Choose the only option to retain text.</a:t>
                </a:r>
                <a:endParaRPr lang="en-US" altLang="zh-CN" sz="900" dirty="0"/>
              </a:p>
            </p:txBody>
          </p:sp>
          <p:sp>
            <p:nvSpPr>
              <p:cNvPr id="26" name="ïs1ïḍè"/>
              <p:cNvSpPr/>
              <p:nvPr/>
            </p:nvSpPr>
            <p:spPr>
              <a:xfrm>
                <a:off x="9029821" y="2934358"/>
                <a:ext cx="2457329" cy="374596"/>
              </a:xfrm>
              <a:prstGeom prst="rect">
                <a:avLst/>
              </a:prstGeom>
            </p:spPr>
            <p:txBody>
              <a:bodyPr wrap="none" lIns="90000" tIns="46800" rIns="90000" bIns="46800" anchor="ctr">
                <a:normAutofit/>
              </a:bodyPr>
              <a:lstStyle/>
              <a:p>
                <a:pPr lvl="0" defTabSz="914400">
                  <a:defRPr/>
                </a:pPr>
                <a:r>
                  <a:rPr lang="en-US" altLang="zh-CN" sz="1600" b="1" dirty="0"/>
                  <a:t>Text here</a:t>
                </a:r>
                <a:endParaRPr lang="zh-CN" altLang="en-US" sz="1600" b="1" dirty="0"/>
              </a:p>
            </p:txBody>
          </p:sp>
        </p:grpSp>
        <p:grpSp>
          <p:nvGrpSpPr>
            <p:cNvPr id="14" name="ïṡľîḓé"/>
            <p:cNvGrpSpPr/>
            <p:nvPr/>
          </p:nvGrpSpPr>
          <p:grpSpPr>
            <a:xfrm>
              <a:off x="1086916" y="2586662"/>
              <a:ext cx="2252538" cy="902050"/>
              <a:chOff x="609599" y="2934358"/>
              <a:chExt cx="2407615" cy="964152"/>
            </a:xfrm>
          </p:grpSpPr>
          <p:sp>
            <p:nvSpPr>
              <p:cNvPr id="23" name="ïślíḓè"/>
              <p:cNvSpPr txBox="1"/>
              <p:nvPr/>
            </p:nvSpPr>
            <p:spPr>
              <a:xfrm>
                <a:off x="609599" y="3308954"/>
                <a:ext cx="2407615" cy="589556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ctr" anchorCtr="0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altLang="zh-CN" sz="900" dirty="0"/>
                  <a:t>Copy paste fonts. Choose the only option to retain text.</a:t>
                </a:r>
                <a:endParaRPr lang="en-US" altLang="zh-CN" sz="900" dirty="0"/>
              </a:p>
            </p:txBody>
          </p:sp>
          <p:sp>
            <p:nvSpPr>
              <p:cNvPr id="24" name="îSļiḓê"/>
              <p:cNvSpPr/>
              <p:nvPr/>
            </p:nvSpPr>
            <p:spPr>
              <a:xfrm>
                <a:off x="609599" y="2934358"/>
                <a:ext cx="2407615" cy="340055"/>
              </a:xfrm>
              <a:prstGeom prst="rect">
                <a:avLst/>
              </a:prstGeom>
            </p:spPr>
            <p:txBody>
              <a:bodyPr wrap="none" lIns="90000" tIns="46800" rIns="90000" bIns="46800" anchor="ctr">
                <a:normAutofit lnSpcReduction="10000"/>
              </a:bodyPr>
              <a:lstStyle/>
              <a:p>
                <a:pPr lvl="0" algn="r" defTabSz="914400">
                  <a:defRPr/>
                </a:pPr>
                <a:r>
                  <a:rPr lang="en-US" altLang="zh-CN" sz="1600" b="1" dirty="0"/>
                  <a:t>Text here</a:t>
                </a:r>
                <a:endParaRPr lang="zh-CN" altLang="en-US" sz="1600" b="1" dirty="0"/>
              </a:p>
            </p:txBody>
          </p:sp>
        </p:grpSp>
        <p:grpSp>
          <p:nvGrpSpPr>
            <p:cNvPr id="15" name="iṣ1iḋé"/>
            <p:cNvGrpSpPr/>
            <p:nvPr/>
          </p:nvGrpSpPr>
          <p:grpSpPr>
            <a:xfrm>
              <a:off x="5194841" y="1231348"/>
              <a:ext cx="1890803" cy="1049761"/>
              <a:chOff x="5122025" y="254932"/>
              <a:chExt cx="2020976" cy="1122032"/>
            </a:xfrm>
          </p:grpSpPr>
          <p:sp>
            <p:nvSpPr>
              <p:cNvPr id="21" name="ï$1iḋè"/>
              <p:cNvSpPr txBox="1"/>
              <p:nvPr/>
            </p:nvSpPr>
            <p:spPr>
              <a:xfrm>
                <a:off x="5122026" y="750318"/>
                <a:ext cx="2020975" cy="626646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ctr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900" dirty="0"/>
                  <a:t>Copy paste fonts. Choose the only option to retain text.</a:t>
                </a:r>
                <a:endParaRPr lang="en-US" altLang="zh-CN" sz="900" dirty="0"/>
              </a:p>
            </p:txBody>
          </p:sp>
          <p:sp>
            <p:nvSpPr>
              <p:cNvPr id="22" name="ïṣļiḋe"/>
              <p:cNvSpPr/>
              <p:nvPr/>
            </p:nvSpPr>
            <p:spPr>
              <a:xfrm>
                <a:off x="5122025" y="254932"/>
                <a:ext cx="2020976" cy="495386"/>
              </a:xfrm>
              <a:prstGeom prst="rect">
                <a:avLst/>
              </a:prstGeom>
            </p:spPr>
            <p:txBody>
              <a:bodyPr wrap="none" lIns="90000" tIns="46800" rIns="90000" bIns="46800" anchor="ctr" anchorCtr="1">
                <a:normAutofit/>
              </a:bodyPr>
              <a:lstStyle/>
              <a:p>
                <a:pPr lvl="0" algn="ctr" defTabSz="914400">
                  <a:spcBef>
                    <a:spcPct val="0"/>
                  </a:spcBef>
                  <a:defRPr/>
                </a:pPr>
                <a:r>
                  <a:rPr lang="en-US" altLang="zh-CN" b="1" dirty="0"/>
                  <a:t>Text here</a:t>
                </a:r>
                <a:endParaRPr lang="zh-CN" altLang="en-US" b="1" dirty="0"/>
              </a:p>
            </p:txBody>
          </p:sp>
        </p:grpSp>
        <p:sp>
          <p:nvSpPr>
            <p:cNvPr id="16" name="isļíḑê"/>
            <p:cNvSpPr/>
            <p:nvPr/>
          </p:nvSpPr>
          <p:spPr bwMode="auto">
            <a:xfrm>
              <a:off x="4338828" y="3102170"/>
              <a:ext cx="482929" cy="408110"/>
            </a:xfrm>
            <a:custGeom>
              <a:avLst/>
              <a:gdLst>
                <a:gd name="connsiteX0" fmla="*/ 46038 w 338138"/>
                <a:gd name="connsiteY0" fmla="*/ 261938 h 285751"/>
                <a:gd name="connsiteX1" fmla="*/ 38100 w 338138"/>
                <a:gd name="connsiteY1" fmla="*/ 270670 h 285751"/>
                <a:gd name="connsiteX2" fmla="*/ 46038 w 338138"/>
                <a:gd name="connsiteY2" fmla="*/ 279402 h 285751"/>
                <a:gd name="connsiteX3" fmla="*/ 53976 w 338138"/>
                <a:gd name="connsiteY3" fmla="*/ 270670 h 285751"/>
                <a:gd name="connsiteX4" fmla="*/ 46038 w 338138"/>
                <a:gd name="connsiteY4" fmla="*/ 261938 h 285751"/>
                <a:gd name="connsiteX5" fmla="*/ 288131 w 338138"/>
                <a:gd name="connsiteY5" fmla="*/ 184150 h 285751"/>
                <a:gd name="connsiteX6" fmla="*/ 277812 w 338138"/>
                <a:gd name="connsiteY6" fmla="*/ 194469 h 285751"/>
                <a:gd name="connsiteX7" fmla="*/ 288131 w 338138"/>
                <a:gd name="connsiteY7" fmla="*/ 204788 h 285751"/>
                <a:gd name="connsiteX8" fmla="*/ 298450 w 338138"/>
                <a:gd name="connsiteY8" fmla="*/ 194469 h 285751"/>
                <a:gd name="connsiteX9" fmla="*/ 288131 w 338138"/>
                <a:gd name="connsiteY9" fmla="*/ 184150 h 285751"/>
                <a:gd name="connsiteX10" fmla="*/ 19050 w 338138"/>
                <a:gd name="connsiteY10" fmla="*/ 165100 h 285751"/>
                <a:gd name="connsiteX11" fmla="*/ 19050 w 338138"/>
                <a:gd name="connsiteY11" fmla="*/ 242888 h 285751"/>
                <a:gd name="connsiteX12" fmla="*/ 73025 w 338138"/>
                <a:gd name="connsiteY12" fmla="*/ 242888 h 285751"/>
                <a:gd name="connsiteX13" fmla="*/ 73025 w 338138"/>
                <a:gd name="connsiteY13" fmla="*/ 165100 h 285751"/>
                <a:gd name="connsiteX14" fmla="*/ 12010 w 338138"/>
                <a:gd name="connsiteY14" fmla="*/ 141288 h 285751"/>
                <a:gd name="connsiteX15" fmla="*/ 81400 w 338138"/>
                <a:gd name="connsiteY15" fmla="*/ 141288 h 285751"/>
                <a:gd name="connsiteX16" fmla="*/ 92075 w 338138"/>
                <a:gd name="connsiteY16" fmla="*/ 153107 h 285751"/>
                <a:gd name="connsiteX17" fmla="*/ 92075 w 338138"/>
                <a:gd name="connsiteY17" fmla="*/ 273932 h 285751"/>
                <a:gd name="connsiteX18" fmla="*/ 81400 w 338138"/>
                <a:gd name="connsiteY18" fmla="*/ 285751 h 285751"/>
                <a:gd name="connsiteX19" fmla="*/ 12010 w 338138"/>
                <a:gd name="connsiteY19" fmla="*/ 285751 h 285751"/>
                <a:gd name="connsiteX20" fmla="*/ 0 w 338138"/>
                <a:gd name="connsiteY20" fmla="*/ 273932 h 285751"/>
                <a:gd name="connsiteX21" fmla="*/ 0 w 338138"/>
                <a:gd name="connsiteY21" fmla="*/ 153107 h 285751"/>
                <a:gd name="connsiteX22" fmla="*/ 12010 w 338138"/>
                <a:gd name="connsiteY22" fmla="*/ 141288 h 285751"/>
                <a:gd name="connsiteX23" fmla="*/ 55002 w 338138"/>
                <a:gd name="connsiteY23" fmla="*/ 82550 h 285751"/>
                <a:gd name="connsiteX24" fmla="*/ 175185 w 338138"/>
                <a:gd name="connsiteY24" fmla="*/ 82550 h 285751"/>
                <a:gd name="connsiteX25" fmla="*/ 193675 w 338138"/>
                <a:gd name="connsiteY25" fmla="*/ 99703 h 285751"/>
                <a:gd name="connsiteX26" fmla="*/ 193675 w 338138"/>
                <a:gd name="connsiteY26" fmla="*/ 268597 h 285751"/>
                <a:gd name="connsiteX27" fmla="*/ 175185 w 338138"/>
                <a:gd name="connsiteY27" fmla="*/ 285750 h 285751"/>
                <a:gd name="connsiteX28" fmla="*/ 107830 w 338138"/>
                <a:gd name="connsiteY28" fmla="*/ 285750 h 285751"/>
                <a:gd name="connsiteX29" fmla="*/ 109151 w 338138"/>
                <a:gd name="connsiteY29" fmla="*/ 276514 h 285751"/>
                <a:gd name="connsiteX30" fmla="*/ 109151 w 338138"/>
                <a:gd name="connsiteY30" fmla="*/ 273875 h 285751"/>
                <a:gd name="connsiteX31" fmla="*/ 115754 w 338138"/>
                <a:gd name="connsiteY31" fmla="*/ 275194 h 285751"/>
                <a:gd name="connsiteX32" fmla="*/ 124999 w 338138"/>
                <a:gd name="connsiteY32" fmla="*/ 264639 h 285751"/>
                <a:gd name="connsiteX33" fmla="*/ 115754 w 338138"/>
                <a:gd name="connsiteY33" fmla="*/ 254083 h 285751"/>
                <a:gd name="connsiteX34" fmla="*/ 109151 w 338138"/>
                <a:gd name="connsiteY34" fmla="*/ 256722 h 285751"/>
                <a:gd name="connsiteX35" fmla="*/ 109151 w 338138"/>
                <a:gd name="connsiteY35" fmla="*/ 235610 h 285751"/>
                <a:gd name="connsiteX36" fmla="*/ 168582 w 338138"/>
                <a:gd name="connsiteY36" fmla="*/ 235610 h 285751"/>
                <a:gd name="connsiteX37" fmla="*/ 168582 w 338138"/>
                <a:gd name="connsiteY37" fmla="*/ 110259 h 285751"/>
                <a:gd name="connsiteX38" fmla="*/ 61606 w 338138"/>
                <a:gd name="connsiteY38" fmla="*/ 110259 h 285751"/>
                <a:gd name="connsiteX39" fmla="*/ 61606 w 338138"/>
                <a:gd name="connsiteY39" fmla="*/ 126093 h 285751"/>
                <a:gd name="connsiteX40" fmla="*/ 36512 w 338138"/>
                <a:gd name="connsiteY40" fmla="*/ 126093 h 285751"/>
                <a:gd name="connsiteX41" fmla="*/ 36512 w 338138"/>
                <a:gd name="connsiteY41" fmla="*/ 99703 h 285751"/>
                <a:gd name="connsiteX42" fmla="*/ 55002 w 338138"/>
                <a:gd name="connsiteY42" fmla="*/ 82550 h 285751"/>
                <a:gd name="connsiteX43" fmla="*/ 102729 w 338138"/>
                <a:gd name="connsiteY43" fmla="*/ 0 h 285751"/>
                <a:gd name="connsiteX44" fmla="*/ 305260 w 338138"/>
                <a:gd name="connsiteY44" fmla="*/ 0 h 285751"/>
                <a:gd name="connsiteX45" fmla="*/ 338138 w 338138"/>
                <a:gd name="connsiteY45" fmla="*/ 34237 h 285751"/>
                <a:gd name="connsiteX46" fmla="*/ 338138 w 338138"/>
                <a:gd name="connsiteY46" fmla="*/ 188306 h 285751"/>
                <a:gd name="connsiteX47" fmla="*/ 305260 w 338138"/>
                <a:gd name="connsiteY47" fmla="*/ 221226 h 285751"/>
                <a:gd name="connsiteX48" fmla="*/ 234242 w 338138"/>
                <a:gd name="connsiteY48" fmla="*/ 221226 h 285751"/>
                <a:gd name="connsiteX49" fmla="*/ 234242 w 338138"/>
                <a:gd name="connsiteY49" fmla="*/ 243612 h 285751"/>
                <a:gd name="connsiteX50" fmla="*/ 265806 w 338138"/>
                <a:gd name="connsiteY50" fmla="*/ 243612 h 285751"/>
                <a:gd name="connsiteX51" fmla="*/ 277642 w 338138"/>
                <a:gd name="connsiteY51" fmla="*/ 256780 h 285751"/>
                <a:gd name="connsiteX52" fmla="*/ 277642 w 338138"/>
                <a:gd name="connsiteY52" fmla="*/ 272582 h 285751"/>
                <a:gd name="connsiteX53" fmla="*/ 265806 w 338138"/>
                <a:gd name="connsiteY53" fmla="*/ 285750 h 285751"/>
                <a:gd name="connsiteX54" fmla="*/ 205309 w 338138"/>
                <a:gd name="connsiteY54" fmla="*/ 285750 h 285751"/>
                <a:gd name="connsiteX55" fmla="*/ 210570 w 338138"/>
                <a:gd name="connsiteY55" fmla="*/ 269948 h 285751"/>
                <a:gd name="connsiteX56" fmla="*/ 210570 w 338138"/>
                <a:gd name="connsiteY56" fmla="*/ 213325 h 285751"/>
                <a:gd name="connsiteX57" fmla="*/ 210570 w 338138"/>
                <a:gd name="connsiteY57" fmla="*/ 172504 h 285751"/>
                <a:gd name="connsiteX58" fmla="*/ 296054 w 338138"/>
                <a:gd name="connsiteY58" fmla="*/ 172504 h 285751"/>
                <a:gd name="connsiteX59" fmla="*/ 309205 w 338138"/>
                <a:gd name="connsiteY59" fmla="*/ 159335 h 285751"/>
                <a:gd name="connsiteX60" fmla="*/ 309205 w 338138"/>
                <a:gd name="connsiteY60" fmla="*/ 39504 h 285751"/>
                <a:gd name="connsiteX61" fmla="*/ 296054 w 338138"/>
                <a:gd name="connsiteY61" fmla="*/ 27653 h 285751"/>
                <a:gd name="connsiteX62" fmla="*/ 110620 w 338138"/>
                <a:gd name="connsiteY62" fmla="*/ 27653 h 285751"/>
                <a:gd name="connsiteX63" fmla="*/ 98783 w 338138"/>
                <a:gd name="connsiteY63" fmla="*/ 39504 h 285751"/>
                <a:gd name="connsiteX64" fmla="*/ 98783 w 338138"/>
                <a:gd name="connsiteY64" fmla="*/ 65841 h 285751"/>
                <a:gd name="connsiteX65" fmla="*/ 69850 w 338138"/>
                <a:gd name="connsiteY65" fmla="*/ 65841 h 285751"/>
                <a:gd name="connsiteX66" fmla="*/ 69850 w 338138"/>
                <a:gd name="connsiteY66" fmla="*/ 34237 h 285751"/>
                <a:gd name="connsiteX67" fmla="*/ 102729 w 338138"/>
                <a:gd name="connsiteY67" fmla="*/ 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38138" h="285751">
                  <a:moveTo>
                    <a:pt x="46038" y="261938"/>
                  </a:moveTo>
                  <a:cubicBezTo>
                    <a:pt x="41654" y="261938"/>
                    <a:pt x="38100" y="265847"/>
                    <a:pt x="38100" y="270670"/>
                  </a:cubicBezTo>
                  <a:cubicBezTo>
                    <a:pt x="38100" y="275493"/>
                    <a:pt x="41654" y="279402"/>
                    <a:pt x="46038" y="279402"/>
                  </a:cubicBezTo>
                  <a:cubicBezTo>
                    <a:pt x="50422" y="279402"/>
                    <a:pt x="53976" y="275493"/>
                    <a:pt x="53976" y="270670"/>
                  </a:cubicBezTo>
                  <a:cubicBezTo>
                    <a:pt x="53976" y="265847"/>
                    <a:pt x="50422" y="261938"/>
                    <a:pt x="46038" y="261938"/>
                  </a:cubicBezTo>
                  <a:close/>
                  <a:moveTo>
                    <a:pt x="288131" y="184150"/>
                  </a:moveTo>
                  <a:cubicBezTo>
                    <a:pt x="282432" y="184150"/>
                    <a:pt x="277812" y="188770"/>
                    <a:pt x="277812" y="194469"/>
                  </a:cubicBezTo>
                  <a:cubicBezTo>
                    <a:pt x="277812" y="200168"/>
                    <a:pt x="282432" y="204788"/>
                    <a:pt x="288131" y="204788"/>
                  </a:cubicBezTo>
                  <a:cubicBezTo>
                    <a:pt x="293830" y="204788"/>
                    <a:pt x="298450" y="200168"/>
                    <a:pt x="298450" y="194469"/>
                  </a:cubicBezTo>
                  <a:cubicBezTo>
                    <a:pt x="298450" y="188770"/>
                    <a:pt x="293830" y="184150"/>
                    <a:pt x="288131" y="184150"/>
                  </a:cubicBezTo>
                  <a:close/>
                  <a:moveTo>
                    <a:pt x="19050" y="165100"/>
                  </a:moveTo>
                  <a:lnTo>
                    <a:pt x="19050" y="242888"/>
                  </a:lnTo>
                  <a:lnTo>
                    <a:pt x="73025" y="242888"/>
                  </a:lnTo>
                  <a:lnTo>
                    <a:pt x="73025" y="165100"/>
                  </a:lnTo>
                  <a:close/>
                  <a:moveTo>
                    <a:pt x="12010" y="141288"/>
                  </a:moveTo>
                  <a:cubicBezTo>
                    <a:pt x="12010" y="141288"/>
                    <a:pt x="12010" y="141288"/>
                    <a:pt x="81400" y="141288"/>
                  </a:cubicBezTo>
                  <a:cubicBezTo>
                    <a:pt x="86738" y="141288"/>
                    <a:pt x="92075" y="146541"/>
                    <a:pt x="92075" y="153107"/>
                  </a:cubicBezTo>
                  <a:cubicBezTo>
                    <a:pt x="92075" y="153107"/>
                    <a:pt x="92075" y="153107"/>
                    <a:pt x="92075" y="273932"/>
                  </a:cubicBezTo>
                  <a:cubicBezTo>
                    <a:pt x="92075" y="280498"/>
                    <a:pt x="86738" y="285751"/>
                    <a:pt x="81400" y="285751"/>
                  </a:cubicBezTo>
                  <a:cubicBezTo>
                    <a:pt x="81400" y="285751"/>
                    <a:pt x="81400" y="285751"/>
                    <a:pt x="12010" y="285751"/>
                  </a:cubicBezTo>
                  <a:cubicBezTo>
                    <a:pt x="5337" y="285751"/>
                    <a:pt x="0" y="280498"/>
                    <a:pt x="0" y="273932"/>
                  </a:cubicBezTo>
                  <a:cubicBezTo>
                    <a:pt x="0" y="273932"/>
                    <a:pt x="0" y="273932"/>
                    <a:pt x="0" y="153107"/>
                  </a:cubicBezTo>
                  <a:cubicBezTo>
                    <a:pt x="0" y="146541"/>
                    <a:pt x="5337" y="141288"/>
                    <a:pt x="12010" y="141288"/>
                  </a:cubicBezTo>
                  <a:close/>
                  <a:moveTo>
                    <a:pt x="55002" y="82550"/>
                  </a:moveTo>
                  <a:cubicBezTo>
                    <a:pt x="55002" y="82550"/>
                    <a:pt x="55002" y="82550"/>
                    <a:pt x="175185" y="82550"/>
                  </a:cubicBezTo>
                  <a:cubicBezTo>
                    <a:pt x="185751" y="82550"/>
                    <a:pt x="193675" y="90467"/>
                    <a:pt x="193675" y="99703"/>
                  </a:cubicBezTo>
                  <a:cubicBezTo>
                    <a:pt x="193675" y="99703"/>
                    <a:pt x="193675" y="99703"/>
                    <a:pt x="193675" y="268597"/>
                  </a:cubicBezTo>
                  <a:cubicBezTo>
                    <a:pt x="193675" y="277833"/>
                    <a:pt x="185751" y="285750"/>
                    <a:pt x="175185" y="285750"/>
                  </a:cubicBezTo>
                  <a:cubicBezTo>
                    <a:pt x="175185" y="285750"/>
                    <a:pt x="175185" y="285750"/>
                    <a:pt x="107830" y="285750"/>
                  </a:cubicBezTo>
                  <a:cubicBezTo>
                    <a:pt x="109151" y="283111"/>
                    <a:pt x="109151" y="280472"/>
                    <a:pt x="109151" y="276514"/>
                  </a:cubicBezTo>
                  <a:cubicBezTo>
                    <a:pt x="109151" y="276514"/>
                    <a:pt x="109151" y="276514"/>
                    <a:pt x="109151" y="273875"/>
                  </a:cubicBezTo>
                  <a:cubicBezTo>
                    <a:pt x="110471" y="273875"/>
                    <a:pt x="113113" y="275194"/>
                    <a:pt x="115754" y="275194"/>
                  </a:cubicBezTo>
                  <a:cubicBezTo>
                    <a:pt x="121037" y="275194"/>
                    <a:pt x="124999" y="271236"/>
                    <a:pt x="124999" y="264639"/>
                  </a:cubicBezTo>
                  <a:cubicBezTo>
                    <a:pt x="124999" y="259361"/>
                    <a:pt x="121037" y="254083"/>
                    <a:pt x="115754" y="254083"/>
                  </a:cubicBezTo>
                  <a:cubicBezTo>
                    <a:pt x="113113" y="254083"/>
                    <a:pt x="110471" y="255402"/>
                    <a:pt x="109151" y="256722"/>
                  </a:cubicBezTo>
                  <a:cubicBezTo>
                    <a:pt x="109151" y="256722"/>
                    <a:pt x="109151" y="256722"/>
                    <a:pt x="109151" y="235610"/>
                  </a:cubicBezTo>
                  <a:cubicBezTo>
                    <a:pt x="109151" y="235610"/>
                    <a:pt x="109151" y="235610"/>
                    <a:pt x="168582" y="235610"/>
                  </a:cubicBezTo>
                  <a:cubicBezTo>
                    <a:pt x="168582" y="235610"/>
                    <a:pt x="168582" y="235610"/>
                    <a:pt x="168582" y="110259"/>
                  </a:cubicBezTo>
                  <a:cubicBezTo>
                    <a:pt x="168582" y="110259"/>
                    <a:pt x="168582" y="110259"/>
                    <a:pt x="61606" y="110259"/>
                  </a:cubicBezTo>
                  <a:cubicBezTo>
                    <a:pt x="61606" y="110259"/>
                    <a:pt x="61606" y="110259"/>
                    <a:pt x="61606" y="126093"/>
                  </a:cubicBezTo>
                  <a:cubicBezTo>
                    <a:pt x="61606" y="126093"/>
                    <a:pt x="61606" y="126093"/>
                    <a:pt x="36512" y="126093"/>
                  </a:cubicBezTo>
                  <a:cubicBezTo>
                    <a:pt x="36512" y="126093"/>
                    <a:pt x="36512" y="126093"/>
                    <a:pt x="36512" y="99703"/>
                  </a:cubicBezTo>
                  <a:cubicBezTo>
                    <a:pt x="36512" y="90467"/>
                    <a:pt x="45757" y="82550"/>
                    <a:pt x="55002" y="82550"/>
                  </a:cubicBezTo>
                  <a:close/>
                  <a:moveTo>
                    <a:pt x="102729" y="0"/>
                  </a:moveTo>
                  <a:cubicBezTo>
                    <a:pt x="102729" y="0"/>
                    <a:pt x="102729" y="0"/>
                    <a:pt x="305260" y="0"/>
                  </a:cubicBezTo>
                  <a:cubicBezTo>
                    <a:pt x="323672" y="0"/>
                    <a:pt x="338138" y="15802"/>
                    <a:pt x="338138" y="34237"/>
                  </a:cubicBezTo>
                  <a:cubicBezTo>
                    <a:pt x="338138" y="34237"/>
                    <a:pt x="338138" y="34237"/>
                    <a:pt x="338138" y="188306"/>
                  </a:cubicBezTo>
                  <a:cubicBezTo>
                    <a:pt x="338138" y="206741"/>
                    <a:pt x="323672" y="221226"/>
                    <a:pt x="305260" y="221226"/>
                  </a:cubicBezTo>
                  <a:cubicBezTo>
                    <a:pt x="305260" y="221226"/>
                    <a:pt x="305260" y="221226"/>
                    <a:pt x="234242" y="221226"/>
                  </a:cubicBezTo>
                  <a:cubicBezTo>
                    <a:pt x="234242" y="221226"/>
                    <a:pt x="234242" y="221226"/>
                    <a:pt x="234242" y="243612"/>
                  </a:cubicBezTo>
                  <a:cubicBezTo>
                    <a:pt x="234242" y="243612"/>
                    <a:pt x="234242" y="243612"/>
                    <a:pt x="265806" y="243612"/>
                  </a:cubicBezTo>
                  <a:cubicBezTo>
                    <a:pt x="272381" y="243612"/>
                    <a:pt x="277642" y="250196"/>
                    <a:pt x="277642" y="256780"/>
                  </a:cubicBezTo>
                  <a:cubicBezTo>
                    <a:pt x="277642" y="256780"/>
                    <a:pt x="277642" y="256780"/>
                    <a:pt x="277642" y="272582"/>
                  </a:cubicBezTo>
                  <a:cubicBezTo>
                    <a:pt x="277642" y="280483"/>
                    <a:pt x="272381" y="285750"/>
                    <a:pt x="265806" y="285750"/>
                  </a:cubicBezTo>
                  <a:cubicBezTo>
                    <a:pt x="265806" y="285750"/>
                    <a:pt x="265806" y="285750"/>
                    <a:pt x="205309" y="285750"/>
                  </a:cubicBezTo>
                  <a:cubicBezTo>
                    <a:pt x="207940" y="280483"/>
                    <a:pt x="209255" y="275216"/>
                    <a:pt x="210570" y="269948"/>
                  </a:cubicBezTo>
                  <a:cubicBezTo>
                    <a:pt x="210570" y="268632"/>
                    <a:pt x="210570" y="213325"/>
                    <a:pt x="210570" y="213325"/>
                  </a:cubicBezTo>
                  <a:cubicBezTo>
                    <a:pt x="210570" y="213325"/>
                    <a:pt x="210570" y="213325"/>
                    <a:pt x="210570" y="172504"/>
                  </a:cubicBezTo>
                  <a:cubicBezTo>
                    <a:pt x="210570" y="172504"/>
                    <a:pt x="210570" y="172504"/>
                    <a:pt x="296054" y="172504"/>
                  </a:cubicBezTo>
                  <a:cubicBezTo>
                    <a:pt x="303945" y="172504"/>
                    <a:pt x="309205" y="165920"/>
                    <a:pt x="309205" y="159335"/>
                  </a:cubicBezTo>
                  <a:cubicBezTo>
                    <a:pt x="309205" y="159335"/>
                    <a:pt x="309205" y="159335"/>
                    <a:pt x="309205" y="39504"/>
                  </a:cubicBezTo>
                  <a:cubicBezTo>
                    <a:pt x="309205" y="32920"/>
                    <a:pt x="303945" y="27653"/>
                    <a:pt x="296054" y="27653"/>
                  </a:cubicBezTo>
                  <a:cubicBezTo>
                    <a:pt x="296054" y="27653"/>
                    <a:pt x="296054" y="27653"/>
                    <a:pt x="110620" y="27653"/>
                  </a:cubicBezTo>
                  <a:cubicBezTo>
                    <a:pt x="104044" y="27653"/>
                    <a:pt x="98783" y="32920"/>
                    <a:pt x="98783" y="39504"/>
                  </a:cubicBezTo>
                  <a:cubicBezTo>
                    <a:pt x="98783" y="39504"/>
                    <a:pt x="98783" y="39504"/>
                    <a:pt x="98783" y="65841"/>
                  </a:cubicBezTo>
                  <a:cubicBezTo>
                    <a:pt x="98783" y="65841"/>
                    <a:pt x="98783" y="65841"/>
                    <a:pt x="69850" y="65841"/>
                  </a:cubicBezTo>
                  <a:cubicBezTo>
                    <a:pt x="69850" y="65841"/>
                    <a:pt x="69850" y="65841"/>
                    <a:pt x="69850" y="34237"/>
                  </a:cubicBezTo>
                  <a:cubicBezTo>
                    <a:pt x="69850" y="15802"/>
                    <a:pt x="84317" y="0"/>
                    <a:pt x="1027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7" name="íSḻïḋè"/>
            <p:cNvSpPr/>
            <p:nvPr/>
          </p:nvSpPr>
          <p:spPr bwMode="auto">
            <a:xfrm>
              <a:off x="6964361" y="4592481"/>
              <a:ext cx="507705" cy="429047"/>
            </a:xfrm>
            <a:custGeom>
              <a:avLst/>
              <a:gdLst>
                <a:gd name="connsiteX0" fmla="*/ 46038 w 338138"/>
                <a:gd name="connsiteY0" fmla="*/ 261938 h 285751"/>
                <a:gd name="connsiteX1" fmla="*/ 38100 w 338138"/>
                <a:gd name="connsiteY1" fmla="*/ 270670 h 285751"/>
                <a:gd name="connsiteX2" fmla="*/ 46038 w 338138"/>
                <a:gd name="connsiteY2" fmla="*/ 279402 h 285751"/>
                <a:gd name="connsiteX3" fmla="*/ 53976 w 338138"/>
                <a:gd name="connsiteY3" fmla="*/ 270670 h 285751"/>
                <a:gd name="connsiteX4" fmla="*/ 46038 w 338138"/>
                <a:gd name="connsiteY4" fmla="*/ 261938 h 285751"/>
                <a:gd name="connsiteX5" fmla="*/ 288131 w 338138"/>
                <a:gd name="connsiteY5" fmla="*/ 184150 h 285751"/>
                <a:gd name="connsiteX6" fmla="*/ 277812 w 338138"/>
                <a:gd name="connsiteY6" fmla="*/ 194469 h 285751"/>
                <a:gd name="connsiteX7" fmla="*/ 288131 w 338138"/>
                <a:gd name="connsiteY7" fmla="*/ 204788 h 285751"/>
                <a:gd name="connsiteX8" fmla="*/ 298450 w 338138"/>
                <a:gd name="connsiteY8" fmla="*/ 194469 h 285751"/>
                <a:gd name="connsiteX9" fmla="*/ 288131 w 338138"/>
                <a:gd name="connsiteY9" fmla="*/ 184150 h 285751"/>
                <a:gd name="connsiteX10" fmla="*/ 19050 w 338138"/>
                <a:gd name="connsiteY10" fmla="*/ 165100 h 285751"/>
                <a:gd name="connsiteX11" fmla="*/ 19050 w 338138"/>
                <a:gd name="connsiteY11" fmla="*/ 242888 h 285751"/>
                <a:gd name="connsiteX12" fmla="*/ 73025 w 338138"/>
                <a:gd name="connsiteY12" fmla="*/ 242888 h 285751"/>
                <a:gd name="connsiteX13" fmla="*/ 73025 w 338138"/>
                <a:gd name="connsiteY13" fmla="*/ 165100 h 285751"/>
                <a:gd name="connsiteX14" fmla="*/ 12010 w 338138"/>
                <a:gd name="connsiteY14" fmla="*/ 141288 h 285751"/>
                <a:gd name="connsiteX15" fmla="*/ 81400 w 338138"/>
                <a:gd name="connsiteY15" fmla="*/ 141288 h 285751"/>
                <a:gd name="connsiteX16" fmla="*/ 92075 w 338138"/>
                <a:gd name="connsiteY16" fmla="*/ 153107 h 285751"/>
                <a:gd name="connsiteX17" fmla="*/ 92075 w 338138"/>
                <a:gd name="connsiteY17" fmla="*/ 273932 h 285751"/>
                <a:gd name="connsiteX18" fmla="*/ 81400 w 338138"/>
                <a:gd name="connsiteY18" fmla="*/ 285751 h 285751"/>
                <a:gd name="connsiteX19" fmla="*/ 12010 w 338138"/>
                <a:gd name="connsiteY19" fmla="*/ 285751 h 285751"/>
                <a:gd name="connsiteX20" fmla="*/ 0 w 338138"/>
                <a:gd name="connsiteY20" fmla="*/ 273932 h 285751"/>
                <a:gd name="connsiteX21" fmla="*/ 0 w 338138"/>
                <a:gd name="connsiteY21" fmla="*/ 153107 h 285751"/>
                <a:gd name="connsiteX22" fmla="*/ 12010 w 338138"/>
                <a:gd name="connsiteY22" fmla="*/ 141288 h 285751"/>
                <a:gd name="connsiteX23" fmla="*/ 55002 w 338138"/>
                <a:gd name="connsiteY23" fmla="*/ 82550 h 285751"/>
                <a:gd name="connsiteX24" fmla="*/ 175185 w 338138"/>
                <a:gd name="connsiteY24" fmla="*/ 82550 h 285751"/>
                <a:gd name="connsiteX25" fmla="*/ 193675 w 338138"/>
                <a:gd name="connsiteY25" fmla="*/ 99703 h 285751"/>
                <a:gd name="connsiteX26" fmla="*/ 193675 w 338138"/>
                <a:gd name="connsiteY26" fmla="*/ 268597 h 285751"/>
                <a:gd name="connsiteX27" fmla="*/ 175185 w 338138"/>
                <a:gd name="connsiteY27" fmla="*/ 285750 h 285751"/>
                <a:gd name="connsiteX28" fmla="*/ 107830 w 338138"/>
                <a:gd name="connsiteY28" fmla="*/ 285750 h 285751"/>
                <a:gd name="connsiteX29" fmla="*/ 109151 w 338138"/>
                <a:gd name="connsiteY29" fmla="*/ 276514 h 285751"/>
                <a:gd name="connsiteX30" fmla="*/ 109151 w 338138"/>
                <a:gd name="connsiteY30" fmla="*/ 273875 h 285751"/>
                <a:gd name="connsiteX31" fmla="*/ 115754 w 338138"/>
                <a:gd name="connsiteY31" fmla="*/ 275194 h 285751"/>
                <a:gd name="connsiteX32" fmla="*/ 124999 w 338138"/>
                <a:gd name="connsiteY32" fmla="*/ 264639 h 285751"/>
                <a:gd name="connsiteX33" fmla="*/ 115754 w 338138"/>
                <a:gd name="connsiteY33" fmla="*/ 254083 h 285751"/>
                <a:gd name="connsiteX34" fmla="*/ 109151 w 338138"/>
                <a:gd name="connsiteY34" fmla="*/ 256722 h 285751"/>
                <a:gd name="connsiteX35" fmla="*/ 109151 w 338138"/>
                <a:gd name="connsiteY35" fmla="*/ 235610 h 285751"/>
                <a:gd name="connsiteX36" fmla="*/ 168582 w 338138"/>
                <a:gd name="connsiteY36" fmla="*/ 235610 h 285751"/>
                <a:gd name="connsiteX37" fmla="*/ 168582 w 338138"/>
                <a:gd name="connsiteY37" fmla="*/ 110259 h 285751"/>
                <a:gd name="connsiteX38" fmla="*/ 61606 w 338138"/>
                <a:gd name="connsiteY38" fmla="*/ 110259 h 285751"/>
                <a:gd name="connsiteX39" fmla="*/ 61606 w 338138"/>
                <a:gd name="connsiteY39" fmla="*/ 126093 h 285751"/>
                <a:gd name="connsiteX40" fmla="*/ 36512 w 338138"/>
                <a:gd name="connsiteY40" fmla="*/ 126093 h 285751"/>
                <a:gd name="connsiteX41" fmla="*/ 36512 w 338138"/>
                <a:gd name="connsiteY41" fmla="*/ 99703 h 285751"/>
                <a:gd name="connsiteX42" fmla="*/ 55002 w 338138"/>
                <a:gd name="connsiteY42" fmla="*/ 82550 h 285751"/>
                <a:gd name="connsiteX43" fmla="*/ 102729 w 338138"/>
                <a:gd name="connsiteY43" fmla="*/ 0 h 285751"/>
                <a:gd name="connsiteX44" fmla="*/ 305260 w 338138"/>
                <a:gd name="connsiteY44" fmla="*/ 0 h 285751"/>
                <a:gd name="connsiteX45" fmla="*/ 338138 w 338138"/>
                <a:gd name="connsiteY45" fmla="*/ 34237 h 285751"/>
                <a:gd name="connsiteX46" fmla="*/ 338138 w 338138"/>
                <a:gd name="connsiteY46" fmla="*/ 188306 h 285751"/>
                <a:gd name="connsiteX47" fmla="*/ 305260 w 338138"/>
                <a:gd name="connsiteY47" fmla="*/ 221226 h 285751"/>
                <a:gd name="connsiteX48" fmla="*/ 234242 w 338138"/>
                <a:gd name="connsiteY48" fmla="*/ 221226 h 285751"/>
                <a:gd name="connsiteX49" fmla="*/ 234242 w 338138"/>
                <a:gd name="connsiteY49" fmla="*/ 243612 h 285751"/>
                <a:gd name="connsiteX50" fmla="*/ 265806 w 338138"/>
                <a:gd name="connsiteY50" fmla="*/ 243612 h 285751"/>
                <a:gd name="connsiteX51" fmla="*/ 277642 w 338138"/>
                <a:gd name="connsiteY51" fmla="*/ 256780 h 285751"/>
                <a:gd name="connsiteX52" fmla="*/ 277642 w 338138"/>
                <a:gd name="connsiteY52" fmla="*/ 272582 h 285751"/>
                <a:gd name="connsiteX53" fmla="*/ 265806 w 338138"/>
                <a:gd name="connsiteY53" fmla="*/ 285750 h 285751"/>
                <a:gd name="connsiteX54" fmla="*/ 205309 w 338138"/>
                <a:gd name="connsiteY54" fmla="*/ 285750 h 285751"/>
                <a:gd name="connsiteX55" fmla="*/ 210570 w 338138"/>
                <a:gd name="connsiteY55" fmla="*/ 269948 h 285751"/>
                <a:gd name="connsiteX56" fmla="*/ 210570 w 338138"/>
                <a:gd name="connsiteY56" fmla="*/ 213325 h 285751"/>
                <a:gd name="connsiteX57" fmla="*/ 210570 w 338138"/>
                <a:gd name="connsiteY57" fmla="*/ 172504 h 285751"/>
                <a:gd name="connsiteX58" fmla="*/ 296054 w 338138"/>
                <a:gd name="connsiteY58" fmla="*/ 172504 h 285751"/>
                <a:gd name="connsiteX59" fmla="*/ 309205 w 338138"/>
                <a:gd name="connsiteY59" fmla="*/ 159335 h 285751"/>
                <a:gd name="connsiteX60" fmla="*/ 309205 w 338138"/>
                <a:gd name="connsiteY60" fmla="*/ 39504 h 285751"/>
                <a:gd name="connsiteX61" fmla="*/ 296054 w 338138"/>
                <a:gd name="connsiteY61" fmla="*/ 27653 h 285751"/>
                <a:gd name="connsiteX62" fmla="*/ 110620 w 338138"/>
                <a:gd name="connsiteY62" fmla="*/ 27653 h 285751"/>
                <a:gd name="connsiteX63" fmla="*/ 98783 w 338138"/>
                <a:gd name="connsiteY63" fmla="*/ 39504 h 285751"/>
                <a:gd name="connsiteX64" fmla="*/ 98783 w 338138"/>
                <a:gd name="connsiteY64" fmla="*/ 65841 h 285751"/>
                <a:gd name="connsiteX65" fmla="*/ 69850 w 338138"/>
                <a:gd name="connsiteY65" fmla="*/ 65841 h 285751"/>
                <a:gd name="connsiteX66" fmla="*/ 69850 w 338138"/>
                <a:gd name="connsiteY66" fmla="*/ 34237 h 285751"/>
                <a:gd name="connsiteX67" fmla="*/ 102729 w 338138"/>
                <a:gd name="connsiteY67" fmla="*/ 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38138" h="285751">
                  <a:moveTo>
                    <a:pt x="46038" y="261938"/>
                  </a:moveTo>
                  <a:cubicBezTo>
                    <a:pt x="41654" y="261938"/>
                    <a:pt x="38100" y="265847"/>
                    <a:pt x="38100" y="270670"/>
                  </a:cubicBezTo>
                  <a:cubicBezTo>
                    <a:pt x="38100" y="275493"/>
                    <a:pt x="41654" y="279402"/>
                    <a:pt x="46038" y="279402"/>
                  </a:cubicBezTo>
                  <a:cubicBezTo>
                    <a:pt x="50422" y="279402"/>
                    <a:pt x="53976" y="275493"/>
                    <a:pt x="53976" y="270670"/>
                  </a:cubicBezTo>
                  <a:cubicBezTo>
                    <a:pt x="53976" y="265847"/>
                    <a:pt x="50422" y="261938"/>
                    <a:pt x="46038" y="261938"/>
                  </a:cubicBezTo>
                  <a:close/>
                  <a:moveTo>
                    <a:pt x="288131" y="184150"/>
                  </a:moveTo>
                  <a:cubicBezTo>
                    <a:pt x="282432" y="184150"/>
                    <a:pt x="277812" y="188770"/>
                    <a:pt x="277812" y="194469"/>
                  </a:cubicBezTo>
                  <a:cubicBezTo>
                    <a:pt x="277812" y="200168"/>
                    <a:pt x="282432" y="204788"/>
                    <a:pt x="288131" y="204788"/>
                  </a:cubicBezTo>
                  <a:cubicBezTo>
                    <a:pt x="293830" y="204788"/>
                    <a:pt x="298450" y="200168"/>
                    <a:pt x="298450" y="194469"/>
                  </a:cubicBezTo>
                  <a:cubicBezTo>
                    <a:pt x="298450" y="188770"/>
                    <a:pt x="293830" y="184150"/>
                    <a:pt x="288131" y="184150"/>
                  </a:cubicBezTo>
                  <a:close/>
                  <a:moveTo>
                    <a:pt x="19050" y="165100"/>
                  </a:moveTo>
                  <a:lnTo>
                    <a:pt x="19050" y="242888"/>
                  </a:lnTo>
                  <a:lnTo>
                    <a:pt x="73025" y="242888"/>
                  </a:lnTo>
                  <a:lnTo>
                    <a:pt x="73025" y="165100"/>
                  </a:lnTo>
                  <a:close/>
                  <a:moveTo>
                    <a:pt x="12010" y="141288"/>
                  </a:moveTo>
                  <a:cubicBezTo>
                    <a:pt x="12010" y="141288"/>
                    <a:pt x="12010" y="141288"/>
                    <a:pt x="81400" y="141288"/>
                  </a:cubicBezTo>
                  <a:cubicBezTo>
                    <a:pt x="86738" y="141288"/>
                    <a:pt x="92075" y="146541"/>
                    <a:pt x="92075" y="153107"/>
                  </a:cubicBezTo>
                  <a:cubicBezTo>
                    <a:pt x="92075" y="153107"/>
                    <a:pt x="92075" y="153107"/>
                    <a:pt x="92075" y="273932"/>
                  </a:cubicBezTo>
                  <a:cubicBezTo>
                    <a:pt x="92075" y="280498"/>
                    <a:pt x="86738" y="285751"/>
                    <a:pt x="81400" y="285751"/>
                  </a:cubicBezTo>
                  <a:cubicBezTo>
                    <a:pt x="81400" y="285751"/>
                    <a:pt x="81400" y="285751"/>
                    <a:pt x="12010" y="285751"/>
                  </a:cubicBezTo>
                  <a:cubicBezTo>
                    <a:pt x="5337" y="285751"/>
                    <a:pt x="0" y="280498"/>
                    <a:pt x="0" y="273932"/>
                  </a:cubicBezTo>
                  <a:cubicBezTo>
                    <a:pt x="0" y="273932"/>
                    <a:pt x="0" y="273932"/>
                    <a:pt x="0" y="153107"/>
                  </a:cubicBezTo>
                  <a:cubicBezTo>
                    <a:pt x="0" y="146541"/>
                    <a:pt x="5337" y="141288"/>
                    <a:pt x="12010" y="141288"/>
                  </a:cubicBezTo>
                  <a:close/>
                  <a:moveTo>
                    <a:pt x="55002" y="82550"/>
                  </a:moveTo>
                  <a:cubicBezTo>
                    <a:pt x="55002" y="82550"/>
                    <a:pt x="55002" y="82550"/>
                    <a:pt x="175185" y="82550"/>
                  </a:cubicBezTo>
                  <a:cubicBezTo>
                    <a:pt x="185751" y="82550"/>
                    <a:pt x="193675" y="90467"/>
                    <a:pt x="193675" y="99703"/>
                  </a:cubicBezTo>
                  <a:cubicBezTo>
                    <a:pt x="193675" y="99703"/>
                    <a:pt x="193675" y="99703"/>
                    <a:pt x="193675" y="268597"/>
                  </a:cubicBezTo>
                  <a:cubicBezTo>
                    <a:pt x="193675" y="277833"/>
                    <a:pt x="185751" y="285750"/>
                    <a:pt x="175185" y="285750"/>
                  </a:cubicBezTo>
                  <a:cubicBezTo>
                    <a:pt x="175185" y="285750"/>
                    <a:pt x="175185" y="285750"/>
                    <a:pt x="107830" y="285750"/>
                  </a:cubicBezTo>
                  <a:cubicBezTo>
                    <a:pt x="109151" y="283111"/>
                    <a:pt x="109151" y="280472"/>
                    <a:pt x="109151" y="276514"/>
                  </a:cubicBezTo>
                  <a:cubicBezTo>
                    <a:pt x="109151" y="276514"/>
                    <a:pt x="109151" y="276514"/>
                    <a:pt x="109151" y="273875"/>
                  </a:cubicBezTo>
                  <a:cubicBezTo>
                    <a:pt x="110471" y="273875"/>
                    <a:pt x="113113" y="275194"/>
                    <a:pt x="115754" y="275194"/>
                  </a:cubicBezTo>
                  <a:cubicBezTo>
                    <a:pt x="121037" y="275194"/>
                    <a:pt x="124999" y="271236"/>
                    <a:pt x="124999" y="264639"/>
                  </a:cubicBezTo>
                  <a:cubicBezTo>
                    <a:pt x="124999" y="259361"/>
                    <a:pt x="121037" y="254083"/>
                    <a:pt x="115754" y="254083"/>
                  </a:cubicBezTo>
                  <a:cubicBezTo>
                    <a:pt x="113113" y="254083"/>
                    <a:pt x="110471" y="255402"/>
                    <a:pt x="109151" y="256722"/>
                  </a:cubicBezTo>
                  <a:cubicBezTo>
                    <a:pt x="109151" y="256722"/>
                    <a:pt x="109151" y="256722"/>
                    <a:pt x="109151" y="235610"/>
                  </a:cubicBezTo>
                  <a:cubicBezTo>
                    <a:pt x="109151" y="235610"/>
                    <a:pt x="109151" y="235610"/>
                    <a:pt x="168582" y="235610"/>
                  </a:cubicBezTo>
                  <a:cubicBezTo>
                    <a:pt x="168582" y="235610"/>
                    <a:pt x="168582" y="235610"/>
                    <a:pt x="168582" y="110259"/>
                  </a:cubicBezTo>
                  <a:cubicBezTo>
                    <a:pt x="168582" y="110259"/>
                    <a:pt x="168582" y="110259"/>
                    <a:pt x="61606" y="110259"/>
                  </a:cubicBezTo>
                  <a:cubicBezTo>
                    <a:pt x="61606" y="110259"/>
                    <a:pt x="61606" y="110259"/>
                    <a:pt x="61606" y="126093"/>
                  </a:cubicBezTo>
                  <a:cubicBezTo>
                    <a:pt x="61606" y="126093"/>
                    <a:pt x="61606" y="126093"/>
                    <a:pt x="36512" y="126093"/>
                  </a:cubicBezTo>
                  <a:cubicBezTo>
                    <a:pt x="36512" y="126093"/>
                    <a:pt x="36512" y="126093"/>
                    <a:pt x="36512" y="99703"/>
                  </a:cubicBezTo>
                  <a:cubicBezTo>
                    <a:pt x="36512" y="90467"/>
                    <a:pt x="45757" y="82550"/>
                    <a:pt x="55002" y="82550"/>
                  </a:cubicBezTo>
                  <a:close/>
                  <a:moveTo>
                    <a:pt x="102729" y="0"/>
                  </a:moveTo>
                  <a:cubicBezTo>
                    <a:pt x="102729" y="0"/>
                    <a:pt x="102729" y="0"/>
                    <a:pt x="305260" y="0"/>
                  </a:cubicBezTo>
                  <a:cubicBezTo>
                    <a:pt x="323672" y="0"/>
                    <a:pt x="338138" y="15802"/>
                    <a:pt x="338138" y="34237"/>
                  </a:cubicBezTo>
                  <a:cubicBezTo>
                    <a:pt x="338138" y="34237"/>
                    <a:pt x="338138" y="34237"/>
                    <a:pt x="338138" y="188306"/>
                  </a:cubicBezTo>
                  <a:cubicBezTo>
                    <a:pt x="338138" y="206741"/>
                    <a:pt x="323672" y="221226"/>
                    <a:pt x="305260" y="221226"/>
                  </a:cubicBezTo>
                  <a:cubicBezTo>
                    <a:pt x="305260" y="221226"/>
                    <a:pt x="305260" y="221226"/>
                    <a:pt x="234242" y="221226"/>
                  </a:cubicBezTo>
                  <a:cubicBezTo>
                    <a:pt x="234242" y="221226"/>
                    <a:pt x="234242" y="221226"/>
                    <a:pt x="234242" y="243612"/>
                  </a:cubicBezTo>
                  <a:cubicBezTo>
                    <a:pt x="234242" y="243612"/>
                    <a:pt x="234242" y="243612"/>
                    <a:pt x="265806" y="243612"/>
                  </a:cubicBezTo>
                  <a:cubicBezTo>
                    <a:pt x="272381" y="243612"/>
                    <a:pt x="277642" y="250196"/>
                    <a:pt x="277642" y="256780"/>
                  </a:cubicBezTo>
                  <a:cubicBezTo>
                    <a:pt x="277642" y="256780"/>
                    <a:pt x="277642" y="256780"/>
                    <a:pt x="277642" y="272582"/>
                  </a:cubicBezTo>
                  <a:cubicBezTo>
                    <a:pt x="277642" y="280483"/>
                    <a:pt x="272381" y="285750"/>
                    <a:pt x="265806" y="285750"/>
                  </a:cubicBezTo>
                  <a:cubicBezTo>
                    <a:pt x="265806" y="285750"/>
                    <a:pt x="265806" y="285750"/>
                    <a:pt x="205309" y="285750"/>
                  </a:cubicBezTo>
                  <a:cubicBezTo>
                    <a:pt x="207940" y="280483"/>
                    <a:pt x="209255" y="275216"/>
                    <a:pt x="210570" y="269948"/>
                  </a:cubicBezTo>
                  <a:cubicBezTo>
                    <a:pt x="210570" y="268632"/>
                    <a:pt x="210570" y="213325"/>
                    <a:pt x="210570" y="213325"/>
                  </a:cubicBezTo>
                  <a:cubicBezTo>
                    <a:pt x="210570" y="213325"/>
                    <a:pt x="210570" y="213325"/>
                    <a:pt x="210570" y="172504"/>
                  </a:cubicBezTo>
                  <a:cubicBezTo>
                    <a:pt x="210570" y="172504"/>
                    <a:pt x="210570" y="172504"/>
                    <a:pt x="296054" y="172504"/>
                  </a:cubicBezTo>
                  <a:cubicBezTo>
                    <a:pt x="303945" y="172504"/>
                    <a:pt x="309205" y="165920"/>
                    <a:pt x="309205" y="159335"/>
                  </a:cubicBezTo>
                  <a:cubicBezTo>
                    <a:pt x="309205" y="159335"/>
                    <a:pt x="309205" y="159335"/>
                    <a:pt x="309205" y="39504"/>
                  </a:cubicBezTo>
                  <a:cubicBezTo>
                    <a:pt x="309205" y="32920"/>
                    <a:pt x="303945" y="27653"/>
                    <a:pt x="296054" y="27653"/>
                  </a:cubicBezTo>
                  <a:cubicBezTo>
                    <a:pt x="296054" y="27653"/>
                    <a:pt x="296054" y="27653"/>
                    <a:pt x="110620" y="27653"/>
                  </a:cubicBezTo>
                  <a:cubicBezTo>
                    <a:pt x="104044" y="27653"/>
                    <a:pt x="98783" y="32920"/>
                    <a:pt x="98783" y="39504"/>
                  </a:cubicBezTo>
                  <a:cubicBezTo>
                    <a:pt x="98783" y="39504"/>
                    <a:pt x="98783" y="39504"/>
                    <a:pt x="98783" y="65841"/>
                  </a:cubicBezTo>
                  <a:cubicBezTo>
                    <a:pt x="98783" y="65841"/>
                    <a:pt x="98783" y="65841"/>
                    <a:pt x="69850" y="65841"/>
                  </a:cubicBezTo>
                  <a:cubicBezTo>
                    <a:pt x="69850" y="65841"/>
                    <a:pt x="69850" y="65841"/>
                    <a:pt x="69850" y="34237"/>
                  </a:cubicBezTo>
                  <a:cubicBezTo>
                    <a:pt x="69850" y="15802"/>
                    <a:pt x="84317" y="0"/>
                    <a:pt x="1027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8" name="íšlíḋé"/>
            <p:cNvSpPr/>
            <p:nvPr/>
          </p:nvSpPr>
          <p:spPr bwMode="auto">
            <a:xfrm>
              <a:off x="4880501" y="4611776"/>
              <a:ext cx="462041" cy="390458"/>
            </a:xfrm>
            <a:custGeom>
              <a:avLst/>
              <a:gdLst>
                <a:gd name="connsiteX0" fmla="*/ 46038 w 338138"/>
                <a:gd name="connsiteY0" fmla="*/ 261938 h 285751"/>
                <a:gd name="connsiteX1" fmla="*/ 38100 w 338138"/>
                <a:gd name="connsiteY1" fmla="*/ 270670 h 285751"/>
                <a:gd name="connsiteX2" fmla="*/ 46038 w 338138"/>
                <a:gd name="connsiteY2" fmla="*/ 279402 h 285751"/>
                <a:gd name="connsiteX3" fmla="*/ 53976 w 338138"/>
                <a:gd name="connsiteY3" fmla="*/ 270670 h 285751"/>
                <a:gd name="connsiteX4" fmla="*/ 46038 w 338138"/>
                <a:gd name="connsiteY4" fmla="*/ 261938 h 285751"/>
                <a:gd name="connsiteX5" fmla="*/ 288131 w 338138"/>
                <a:gd name="connsiteY5" fmla="*/ 184150 h 285751"/>
                <a:gd name="connsiteX6" fmla="*/ 277812 w 338138"/>
                <a:gd name="connsiteY6" fmla="*/ 194469 h 285751"/>
                <a:gd name="connsiteX7" fmla="*/ 288131 w 338138"/>
                <a:gd name="connsiteY7" fmla="*/ 204788 h 285751"/>
                <a:gd name="connsiteX8" fmla="*/ 298450 w 338138"/>
                <a:gd name="connsiteY8" fmla="*/ 194469 h 285751"/>
                <a:gd name="connsiteX9" fmla="*/ 288131 w 338138"/>
                <a:gd name="connsiteY9" fmla="*/ 184150 h 285751"/>
                <a:gd name="connsiteX10" fmla="*/ 19050 w 338138"/>
                <a:gd name="connsiteY10" fmla="*/ 165100 h 285751"/>
                <a:gd name="connsiteX11" fmla="*/ 19050 w 338138"/>
                <a:gd name="connsiteY11" fmla="*/ 242888 h 285751"/>
                <a:gd name="connsiteX12" fmla="*/ 73025 w 338138"/>
                <a:gd name="connsiteY12" fmla="*/ 242888 h 285751"/>
                <a:gd name="connsiteX13" fmla="*/ 73025 w 338138"/>
                <a:gd name="connsiteY13" fmla="*/ 165100 h 285751"/>
                <a:gd name="connsiteX14" fmla="*/ 12010 w 338138"/>
                <a:gd name="connsiteY14" fmla="*/ 141288 h 285751"/>
                <a:gd name="connsiteX15" fmla="*/ 81400 w 338138"/>
                <a:gd name="connsiteY15" fmla="*/ 141288 h 285751"/>
                <a:gd name="connsiteX16" fmla="*/ 92075 w 338138"/>
                <a:gd name="connsiteY16" fmla="*/ 153107 h 285751"/>
                <a:gd name="connsiteX17" fmla="*/ 92075 w 338138"/>
                <a:gd name="connsiteY17" fmla="*/ 273932 h 285751"/>
                <a:gd name="connsiteX18" fmla="*/ 81400 w 338138"/>
                <a:gd name="connsiteY18" fmla="*/ 285751 h 285751"/>
                <a:gd name="connsiteX19" fmla="*/ 12010 w 338138"/>
                <a:gd name="connsiteY19" fmla="*/ 285751 h 285751"/>
                <a:gd name="connsiteX20" fmla="*/ 0 w 338138"/>
                <a:gd name="connsiteY20" fmla="*/ 273932 h 285751"/>
                <a:gd name="connsiteX21" fmla="*/ 0 w 338138"/>
                <a:gd name="connsiteY21" fmla="*/ 153107 h 285751"/>
                <a:gd name="connsiteX22" fmla="*/ 12010 w 338138"/>
                <a:gd name="connsiteY22" fmla="*/ 141288 h 285751"/>
                <a:gd name="connsiteX23" fmla="*/ 55002 w 338138"/>
                <a:gd name="connsiteY23" fmla="*/ 82550 h 285751"/>
                <a:gd name="connsiteX24" fmla="*/ 175185 w 338138"/>
                <a:gd name="connsiteY24" fmla="*/ 82550 h 285751"/>
                <a:gd name="connsiteX25" fmla="*/ 193675 w 338138"/>
                <a:gd name="connsiteY25" fmla="*/ 99703 h 285751"/>
                <a:gd name="connsiteX26" fmla="*/ 193675 w 338138"/>
                <a:gd name="connsiteY26" fmla="*/ 268597 h 285751"/>
                <a:gd name="connsiteX27" fmla="*/ 175185 w 338138"/>
                <a:gd name="connsiteY27" fmla="*/ 285750 h 285751"/>
                <a:gd name="connsiteX28" fmla="*/ 107830 w 338138"/>
                <a:gd name="connsiteY28" fmla="*/ 285750 h 285751"/>
                <a:gd name="connsiteX29" fmla="*/ 109151 w 338138"/>
                <a:gd name="connsiteY29" fmla="*/ 276514 h 285751"/>
                <a:gd name="connsiteX30" fmla="*/ 109151 w 338138"/>
                <a:gd name="connsiteY30" fmla="*/ 273875 h 285751"/>
                <a:gd name="connsiteX31" fmla="*/ 115754 w 338138"/>
                <a:gd name="connsiteY31" fmla="*/ 275194 h 285751"/>
                <a:gd name="connsiteX32" fmla="*/ 124999 w 338138"/>
                <a:gd name="connsiteY32" fmla="*/ 264639 h 285751"/>
                <a:gd name="connsiteX33" fmla="*/ 115754 w 338138"/>
                <a:gd name="connsiteY33" fmla="*/ 254083 h 285751"/>
                <a:gd name="connsiteX34" fmla="*/ 109151 w 338138"/>
                <a:gd name="connsiteY34" fmla="*/ 256722 h 285751"/>
                <a:gd name="connsiteX35" fmla="*/ 109151 w 338138"/>
                <a:gd name="connsiteY35" fmla="*/ 235610 h 285751"/>
                <a:gd name="connsiteX36" fmla="*/ 168582 w 338138"/>
                <a:gd name="connsiteY36" fmla="*/ 235610 h 285751"/>
                <a:gd name="connsiteX37" fmla="*/ 168582 w 338138"/>
                <a:gd name="connsiteY37" fmla="*/ 110259 h 285751"/>
                <a:gd name="connsiteX38" fmla="*/ 61606 w 338138"/>
                <a:gd name="connsiteY38" fmla="*/ 110259 h 285751"/>
                <a:gd name="connsiteX39" fmla="*/ 61606 w 338138"/>
                <a:gd name="connsiteY39" fmla="*/ 126093 h 285751"/>
                <a:gd name="connsiteX40" fmla="*/ 36512 w 338138"/>
                <a:gd name="connsiteY40" fmla="*/ 126093 h 285751"/>
                <a:gd name="connsiteX41" fmla="*/ 36512 w 338138"/>
                <a:gd name="connsiteY41" fmla="*/ 99703 h 285751"/>
                <a:gd name="connsiteX42" fmla="*/ 55002 w 338138"/>
                <a:gd name="connsiteY42" fmla="*/ 82550 h 285751"/>
                <a:gd name="connsiteX43" fmla="*/ 102729 w 338138"/>
                <a:gd name="connsiteY43" fmla="*/ 0 h 285751"/>
                <a:gd name="connsiteX44" fmla="*/ 305260 w 338138"/>
                <a:gd name="connsiteY44" fmla="*/ 0 h 285751"/>
                <a:gd name="connsiteX45" fmla="*/ 338138 w 338138"/>
                <a:gd name="connsiteY45" fmla="*/ 34237 h 285751"/>
                <a:gd name="connsiteX46" fmla="*/ 338138 w 338138"/>
                <a:gd name="connsiteY46" fmla="*/ 188306 h 285751"/>
                <a:gd name="connsiteX47" fmla="*/ 305260 w 338138"/>
                <a:gd name="connsiteY47" fmla="*/ 221226 h 285751"/>
                <a:gd name="connsiteX48" fmla="*/ 234242 w 338138"/>
                <a:gd name="connsiteY48" fmla="*/ 221226 h 285751"/>
                <a:gd name="connsiteX49" fmla="*/ 234242 w 338138"/>
                <a:gd name="connsiteY49" fmla="*/ 243612 h 285751"/>
                <a:gd name="connsiteX50" fmla="*/ 265806 w 338138"/>
                <a:gd name="connsiteY50" fmla="*/ 243612 h 285751"/>
                <a:gd name="connsiteX51" fmla="*/ 277642 w 338138"/>
                <a:gd name="connsiteY51" fmla="*/ 256780 h 285751"/>
                <a:gd name="connsiteX52" fmla="*/ 277642 w 338138"/>
                <a:gd name="connsiteY52" fmla="*/ 272582 h 285751"/>
                <a:gd name="connsiteX53" fmla="*/ 265806 w 338138"/>
                <a:gd name="connsiteY53" fmla="*/ 285750 h 285751"/>
                <a:gd name="connsiteX54" fmla="*/ 205309 w 338138"/>
                <a:gd name="connsiteY54" fmla="*/ 285750 h 285751"/>
                <a:gd name="connsiteX55" fmla="*/ 210570 w 338138"/>
                <a:gd name="connsiteY55" fmla="*/ 269948 h 285751"/>
                <a:gd name="connsiteX56" fmla="*/ 210570 w 338138"/>
                <a:gd name="connsiteY56" fmla="*/ 213325 h 285751"/>
                <a:gd name="connsiteX57" fmla="*/ 210570 w 338138"/>
                <a:gd name="connsiteY57" fmla="*/ 172504 h 285751"/>
                <a:gd name="connsiteX58" fmla="*/ 296054 w 338138"/>
                <a:gd name="connsiteY58" fmla="*/ 172504 h 285751"/>
                <a:gd name="connsiteX59" fmla="*/ 309205 w 338138"/>
                <a:gd name="connsiteY59" fmla="*/ 159335 h 285751"/>
                <a:gd name="connsiteX60" fmla="*/ 309205 w 338138"/>
                <a:gd name="connsiteY60" fmla="*/ 39504 h 285751"/>
                <a:gd name="connsiteX61" fmla="*/ 296054 w 338138"/>
                <a:gd name="connsiteY61" fmla="*/ 27653 h 285751"/>
                <a:gd name="connsiteX62" fmla="*/ 110620 w 338138"/>
                <a:gd name="connsiteY62" fmla="*/ 27653 h 285751"/>
                <a:gd name="connsiteX63" fmla="*/ 98783 w 338138"/>
                <a:gd name="connsiteY63" fmla="*/ 39504 h 285751"/>
                <a:gd name="connsiteX64" fmla="*/ 98783 w 338138"/>
                <a:gd name="connsiteY64" fmla="*/ 65841 h 285751"/>
                <a:gd name="connsiteX65" fmla="*/ 69850 w 338138"/>
                <a:gd name="connsiteY65" fmla="*/ 65841 h 285751"/>
                <a:gd name="connsiteX66" fmla="*/ 69850 w 338138"/>
                <a:gd name="connsiteY66" fmla="*/ 34237 h 285751"/>
                <a:gd name="connsiteX67" fmla="*/ 102729 w 338138"/>
                <a:gd name="connsiteY67" fmla="*/ 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38138" h="285751">
                  <a:moveTo>
                    <a:pt x="46038" y="261938"/>
                  </a:moveTo>
                  <a:cubicBezTo>
                    <a:pt x="41654" y="261938"/>
                    <a:pt x="38100" y="265847"/>
                    <a:pt x="38100" y="270670"/>
                  </a:cubicBezTo>
                  <a:cubicBezTo>
                    <a:pt x="38100" y="275493"/>
                    <a:pt x="41654" y="279402"/>
                    <a:pt x="46038" y="279402"/>
                  </a:cubicBezTo>
                  <a:cubicBezTo>
                    <a:pt x="50422" y="279402"/>
                    <a:pt x="53976" y="275493"/>
                    <a:pt x="53976" y="270670"/>
                  </a:cubicBezTo>
                  <a:cubicBezTo>
                    <a:pt x="53976" y="265847"/>
                    <a:pt x="50422" y="261938"/>
                    <a:pt x="46038" y="261938"/>
                  </a:cubicBezTo>
                  <a:close/>
                  <a:moveTo>
                    <a:pt x="288131" y="184150"/>
                  </a:moveTo>
                  <a:cubicBezTo>
                    <a:pt x="282432" y="184150"/>
                    <a:pt x="277812" y="188770"/>
                    <a:pt x="277812" y="194469"/>
                  </a:cubicBezTo>
                  <a:cubicBezTo>
                    <a:pt x="277812" y="200168"/>
                    <a:pt x="282432" y="204788"/>
                    <a:pt x="288131" y="204788"/>
                  </a:cubicBezTo>
                  <a:cubicBezTo>
                    <a:pt x="293830" y="204788"/>
                    <a:pt x="298450" y="200168"/>
                    <a:pt x="298450" y="194469"/>
                  </a:cubicBezTo>
                  <a:cubicBezTo>
                    <a:pt x="298450" y="188770"/>
                    <a:pt x="293830" y="184150"/>
                    <a:pt x="288131" y="184150"/>
                  </a:cubicBezTo>
                  <a:close/>
                  <a:moveTo>
                    <a:pt x="19050" y="165100"/>
                  </a:moveTo>
                  <a:lnTo>
                    <a:pt x="19050" y="242888"/>
                  </a:lnTo>
                  <a:lnTo>
                    <a:pt x="73025" y="242888"/>
                  </a:lnTo>
                  <a:lnTo>
                    <a:pt x="73025" y="165100"/>
                  </a:lnTo>
                  <a:close/>
                  <a:moveTo>
                    <a:pt x="12010" y="141288"/>
                  </a:moveTo>
                  <a:cubicBezTo>
                    <a:pt x="12010" y="141288"/>
                    <a:pt x="12010" y="141288"/>
                    <a:pt x="81400" y="141288"/>
                  </a:cubicBezTo>
                  <a:cubicBezTo>
                    <a:pt x="86738" y="141288"/>
                    <a:pt x="92075" y="146541"/>
                    <a:pt x="92075" y="153107"/>
                  </a:cubicBezTo>
                  <a:cubicBezTo>
                    <a:pt x="92075" y="153107"/>
                    <a:pt x="92075" y="153107"/>
                    <a:pt x="92075" y="273932"/>
                  </a:cubicBezTo>
                  <a:cubicBezTo>
                    <a:pt x="92075" y="280498"/>
                    <a:pt x="86738" y="285751"/>
                    <a:pt x="81400" y="285751"/>
                  </a:cubicBezTo>
                  <a:cubicBezTo>
                    <a:pt x="81400" y="285751"/>
                    <a:pt x="81400" y="285751"/>
                    <a:pt x="12010" y="285751"/>
                  </a:cubicBezTo>
                  <a:cubicBezTo>
                    <a:pt x="5337" y="285751"/>
                    <a:pt x="0" y="280498"/>
                    <a:pt x="0" y="273932"/>
                  </a:cubicBezTo>
                  <a:cubicBezTo>
                    <a:pt x="0" y="273932"/>
                    <a:pt x="0" y="273932"/>
                    <a:pt x="0" y="153107"/>
                  </a:cubicBezTo>
                  <a:cubicBezTo>
                    <a:pt x="0" y="146541"/>
                    <a:pt x="5337" y="141288"/>
                    <a:pt x="12010" y="141288"/>
                  </a:cubicBezTo>
                  <a:close/>
                  <a:moveTo>
                    <a:pt x="55002" y="82550"/>
                  </a:moveTo>
                  <a:cubicBezTo>
                    <a:pt x="55002" y="82550"/>
                    <a:pt x="55002" y="82550"/>
                    <a:pt x="175185" y="82550"/>
                  </a:cubicBezTo>
                  <a:cubicBezTo>
                    <a:pt x="185751" y="82550"/>
                    <a:pt x="193675" y="90467"/>
                    <a:pt x="193675" y="99703"/>
                  </a:cubicBezTo>
                  <a:cubicBezTo>
                    <a:pt x="193675" y="99703"/>
                    <a:pt x="193675" y="99703"/>
                    <a:pt x="193675" y="268597"/>
                  </a:cubicBezTo>
                  <a:cubicBezTo>
                    <a:pt x="193675" y="277833"/>
                    <a:pt x="185751" y="285750"/>
                    <a:pt x="175185" y="285750"/>
                  </a:cubicBezTo>
                  <a:cubicBezTo>
                    <a:pt x="175185" y="285750"/>
                    <a:pt x="175185" y="285750"/>
                    <a:pt x="107830" y="285750"/>
                  </a:cubicBezTo>
                  <a:cubicBezTo>
                    <a:pt x="109151" y="283111"/>
                    <a:pt x="109151" y="280472"/>
                    <a:pt x="109151" y="276514"/>
                  </a:cubicBezTo>
                  <a:cubicBezTo>
                    <a:pt x="109151" y="276514"/>
                    <a:pt x="109151" y="276514"/>
                    <a:pt x="109151" y="273875"/>
                  </a:cubicBezTo>
                  <a:cubicBezTo>
                    <a:pt x="110471" y="273875"/>
                    <a:pt x="113113" y="275194"/>
                    <a:pt x="115754" y="275194"/>
                  </a:cubicBezTo>
                  <a:cubicBezTo>
                    <a:pt x="121037" y="275194"/>
                    <a:pt x="124999" y="271236"/>
                    <a:pt x="124999" y="264639"/>
                  </a:cubicBezTo>
                  <a:cubicBezTo>
                    <a:pt x="124999" y="259361"/>
                    <a:pt x="121037" y="254083"/>
                    <a:pt x="115754" y="254083"/>
                  </a:cubicBezTo>
                  <a:cubicBezTo>
                    <a:pt x="113113" y="254083"/>
                    <a:pt x="110471" y="255402"/>
                    <a:pt x="109151" y="256722"/>
                  </a:cubicBezTo>
                  <a:cubicBezTo>
                    <a:pt x="109151" y="256722"/>
                    <a:pt x="109151" y="256722"/>
                    <a:pt x="109151" y="235610"/>
                  </a:cubicBezTo>
                  <a:cubicBezTo>
                    <a:pt x="109151" y="235610"/>
                    <a:pt x="109151" y="235610"/>
                    <a:pt x="168582" y="235610"/>
                  </a:cubicBezTo>
                  <a:cubicBezTo>
                    <a:pt x="168582" y="235610"/>
                    <a:pt x="168582" y="235610"/>
                    <a:pt x="168582" y="110259"/>
                  </a:cubicBezTo>
                  <a:cubicBezTo>
                    <a:pt x="168582" y="110259"/>
                    <a:pt x="168582" y="110259"/>
                    <a:pt x="61606" y="110259"/>
                  </a:cubicBezTo>
                  <a:cubicBezTo>
                    <a:pt x="61606" y="110259"/>
                    <a:pt x="61606" y="110259"/>
                    <a:pt x="61606" y="126093"/>
                  </a:cubicBezTo>
                  <a:cubicBezTo>
                    <a:pt x="61606" y="126093"/>
                    <a:pt x="61606" y="126093"/>
                    <a:pt x="36512" y="126093"/>
                  </a:cubicBezTo>
                  <a:cubicBezTo>
                    <a:pt x="36512" y="126093"/>
                    <a:pt x="36512" y="126093"/>
                    <a:pt x="36512" y="99703"/>
                  </a:cubicBezTo>
                  <a:cubicBezTo>
                    <a:pt x="36512" y="90467"/>
                    <a:pt x="45757" y="82550"/>
                    <a:pt x="55002" y="82550"/>
                  </a:cubicBezTo>
                  <a:close/>
                  <a:moveTo>
                    <a:pt x="102729" y="0"/>
                  </a:moveTo>
                  <a:cubicBezTo>
                    <a:pt x="102729" y="0"/>
                    <a:pt x="102729" y="0"/>
                    <a:pt x="305260" y="0"/>
                  </a:cubicBezTo>
                  <a:cubicBezTo>
                    <a:pt x="323672" y="0"/>
                    <a:pt x="338138" y="15802"/>
                    <a:pt x="338138" y="34237"/>
                  </a:cubicBezTo>
                  <a:cubicBezTo>
                    <a:pt x="338138" y="34237"/>
                    <a:pt x="338138" y="34237"/>
                    <a:pt x="338138" y="188306"/>
                  </a:cubicBezTo>
                  <a:cubicBezTo>
                    <a:pt x="338138" y="206741"/>
                    <a:pt x="323672" y="221226"/>
                    <a:pt x="305260" y="221226"/>
                  </a:cubicBezTo>
                  <a:cubicBezTo>
                    <a:pt x="305260" y="221226"/>
                    <a:pt x="305260" y="221226"/>
                    <a:pt x="234242" y="221226"/>
                  </a:cubicBezTo>
                  <a:cubicBezTo>
                    <a:pt x="234242" y="221226"/>
                    <a:pt x="234242" y="221226"/>
                    <a:pt x="234242" y="243612"/>
                  </a:cubicBezTo>
                  <a:cubicBezTo>
                    <a:pt x="234242" y="243612"/>
                    <a:pt x="234242" y="243612"/>
                    <a:pt x="265806" y="243612"/>
                  </a:cubicBezTo>
                  <a:cubicBezTo>
                    <a:pt x="272381" y="243612"/>
                    <a:pt x="277642" y="250196"/>
                    <a:pt x="277642" y="256780"/>
                  </a:cubicBezTo>
                  <a:cubicBezTo>
                    <a:pt x="277642" y="256780"/>
                    <a:pt x="277642" y="256780"/>
                    <a:pt x="277642" y="272582"/>
                  </a:cubicBezTo>
                  <a:cubicBezTo>
                    <a:pt x="277642" y="280483"/>
                    <a:pt x="272381" y="285750"/>
                    <a:pt x="265806" y="285750"/>
                  </a:cubicBezTo>
                  <a:cubicBezTo>
                    <a:pt x="265806" y="285750"/>
                    <a:pt x="265806" y="285750"/>
                    <a:pt x="205309" y="285750"/>
                  </a:cubicBezTo>
                  <a:cubicBezTo>
                    <a:pt x="207940" y="280483"/>
                    <a:pt x="209255" y="275216"/>
                    <a:pt x="210570" y="269948"/>
                  </a:cubicBezTo>
                  <a:cubicBezTo>
                    <a:pt x="210570" y="268632"/>
                    <a:pt x="210570" y="213325"/>
                    <a:pt x="210570" y="213325"/>
                  </a:cubicBezTo>
                  <a:cubicBezTo>
                    <a:pt x="210570" y="213325"/>
                    <a:pt x="210570" y="213325"/>
                    <a:pt x="210570" y="172504"/>
                  </a:cubicBezTo>
                  <a:cubicBezTo>
                    <a:pt x="210570" y="172504"/>
                    <a:pt x="210570" y="172504"/>
                    <a:pt x="296054" y="172504"/>
                  </a:cubicBezTo>
                  <a:cubicBezTo>
                    <a:pt x="303945" y="172504"/>
                    <a:pt x="309205" y="165920"/>
                    <a:pt x="309205" y="159335"/>
                  </a:cubicBezTo>
                  <a:cubicBezTo>
                    <a:pt x="309205" y="159335"/>
                    <a:pt x="309205" y="159335"/>
                    <a:pt x="309205" y="39504"/>
                  </a:cubicBezTo>
                  <a:cubicBezTo>
                    <a:pt x="309205" y="32920"/>
                    <a:pt x="303945" y="27653"/>
                    <a:pt x="296054" y="27653"/>
                  </a:cubicBezTo>
                  <a:cubicBezTo>
                    <a:pt x="296054" y="27653"/>
                    <a:pt x="296054" y="27653"/>
                    <a:pt x="110620" y="27653"/>
                  </a:cubicBezTo>
                  <a:cubicBezTo>
                    <a:pt x="104044" y="27653"/>
                    <a:pt x="98783" y="32920"/>
                    <a:pt x="98783" y="39504"/>
                  </a:cubicBezTo>
                  <a:cubicBezTo>
                    <a:pt x="98783" y="39504"/>
                    <a:pt x="98783" y="39504"/>
                    <a:pt x="98783" y="65841"/>
                  </a:cubicBezTo>
                  <a:cubicBezTo>
                    <a:pt x="98783" y="65841"/>
                    <a:pt x="98783" y="65841"/>
                    <a:pt x="69850" y="65841"/>
                  </a:cubicBezTo>
                  <a:cubicBezTo>
                    <a:pt x="69850" y="65841"/>
                    <a:pt x="69850" y="65841"/>
                    <a:pt x="69850" y="34237"/>
                  </a:cubicBezTo>
                  <a:cubicBezTo>
                    <a:pt x="69850" y="15802"/>
                    <a:pt x="84317" y="0"/>
                    <a:pt x="102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9" name="íş1ïḑe"/>
            <p:cNvSpPr/>
            <p:nvPr/>
          </p:nvSpPr>
          <p:spPr bwMode="auto">
            <a:xfrm>
              <a:off x="7461690" y="3122712"/>
              <a:ext cx="434310" cy="367023"/>
            </a:xfrm>
            <a:custGeom>
              <a:avLst/>
              <a:gdLst>
                <a:gd name="connsiteX0" fmla="*/ 46038 w 338138"/>
                <a:gd name="connsiteY0" fmla="*/ 261938 h 285751"/>
                <a:gd name="connsiteX1" fmla="*/ 38100 w 338138"/>
                <a:gd name="connsiteY1" fmla="*/ 270670 h 285751"/>
                <a:gd name="connsiteX2" fmla="*/ 46038 w 338138"/>
                <a:gd name="connsiteY2" fmla="*/ 279402 h 285751"/>
                <a:gd name="connsiteX3" fmla="*/ 53976 w 338138"/>
                <a:gd name="connsiteY3" fmla="*/ 270670 h 285751"/>
                <a:gd name="connsiteX4" fmla="*/ 46038 w 338138"/>
                <a:gd name="connsiteY4" fmla="*/ 261938 h 285751"/>
                <a:gd name="connsiteX5" fmla="*/ 288131 w 338138"/>
                <a:gd name="connsiteY5" fmla="*/ 184150 h 285751"/>
                <a:gd name="connsiteX6" fmla="*/ 277812 w 338138"/>
                <a:gd name="connsiteY6" fmla="*/ 194469 h 285751"/>
                <a:gd name="connsiteX7" fmla="*/ 288131 w 338138"/>
                <a:gd name="connsiteY7" fmla="*/ 204788 h 285751"/>
                <a:gd name="connsiteX8" fmla="*/ 298450 w 338138"/>
                <a:gd name="connsiteY8" fmla="*/ 194469 h 285751"/>
                <a:gd name="connsiteX9" fmla="*/ 288131 w 338138"/>
                <a:gd name="connsiteY9" fmla="*/ 184150 h 285751"/>
                <a:gd name="connsiteX10" fmla="*/ 19050 w 338138"/>
                <a:gd name="connsiteY10" fmla="*/ 165100 h 285751"/>
                <a:gd name="connsiteX11" fmla="*/ 19050 w 338138"/>
                <a:gd name="connsiteY11" fmla="*/ 242888 h 285751"/>
                <a:gd name="connsiteX12" fmla="*/ 73025 w 338138"/>
                <a:gd name="connsiteY12" fmla="*/ 242888 h 285751"/>
                <a:gd name="connsiteX13" fmla="*/ 73025 w 338138"/>
                <a:gd name="connsiteY13" fmla="*/ 165100 h 285751"/>
                <a:gd name="connsiteX14" fmla="*/ 12010 w 338138"/>
                <a:gd name="connsiteY14" fmla="*/ 141288 h 285751"/>
                <a:gd name="connsiteX15" fmla="*/ 81400 w 338138"/>
                <a:gd name="connsiteY15" fmla="*/ 141288 h 285751"/>
                <a:gd name="connsiteX16" fmla="*/ 92075 w 338138"/>
                <a:gd name="connsiteY16" fmla="*/ 153107 h 285751"/>
                <a:gd name="connsiteX17" fmla="*/ 92075 w 338138"/>
                <a:gd name="connsiteY17" fmla="*/ 273932 h 285751"/>
                <a:gd name="connsiteX18" fmla="*/ 81400 w 338138"/>
                <a:gd name="connsiteY18" fmla="*/ 285751 h 285751"/>
                <a:gd name="connsiteX19" fmla="*/ 12010 w 338138"/>
                <a:gd name="connsiteY19" fmla="*/ 285751 h 285751"/>
                <a:gd name="connsiteX20" fmla="*/ 0 w 338138"/>
                <a:gd name="connsiteY20" fmla="*/ 273932 h 285751"/>
                <a:gd name="connsiteX21" fmla="*/ 0 w 338138"/>
                <a:gd name="connsiteY21" fmla="*/ 153107 h 285751"/>
                <a:gd name="connsiteX22" fmla="*/ 12010 w 338138"/>
                <a:gd name="connsiteY22" fmla="*/ 141288 h 285751"/>
                <a:gd name="connsiteX23" fmla="*/ 55002 w 338138"/>
                <a:gd name="connsiteY23" fmla="*/ 82550 h 285751"/>
                <a:gd name="connsiteX24" fmla="*/ 175185 w 338138"/>
                <a:gd name="connsiteY24" fmla="*/ 82550 h 285751"/>
                <a:gd name="connsiteX25" fmla="*/ 193675 w 338138"/>
                <a:gd name="connsiteY25" fmla="*/ 99703 h 285751"/>
                <a:gd name="connsiteX26" fmla="*/ 193675 w 338138"/>
                <a:gd name="connsiteY26" fmla="*/ 268597 h 285751"/>
                <a:gd name="connsiteX27" fmla="*/ 175185 w 338138"/>
                <a:gd name="connsiteY27" fmla="*/ 285750 h 285751"/>
                <a:gd name="connsiteX28" fmla="*/ 107830 w 338138"/>
                <a:gd name="connsiteY28" fmla="*/ 285750 h 285751"/>
                <a:gd name="connsiteX29" fmla="*/ 109151 w 338138"/>
                <a:gd name="connsiteY29" fmla="*/ 276514 h 285751"/>
                <a:gd name="connsiteX30" fmla="*/ 109151 w 338138"/>
                <a:gd name="connsiteY30" fmla="*/ 273875 h 285751"/>
                <a:gd name="connsiteX31" fmla="*/ 115754 w 338138"/>
                <a:gd name="connsiteY31" fmla="*/ 275194 h 285751"/>
                <a:gd name="connsiteX32" fmla="*/ 124999 w 338138"/>
                <a:gd name="connsiteY32" fmla="*/ 264639 h 285751"/>
                <a:gd name="connsiteX33" fmla="*/ 115754 w 338138"/>
                <a:gd name="connsiteY33" fmla="*/ 254083 h 285751"/>
                <a:gd name="connsiteX34" fmla="*/ 109151 w 338138"/>
                <a:gd name="connsiteY34" fmla="*/ 256722 h 285751"/>
                <a:gd name="connsiteX35" fmla="*/ 109151 w 338138"/>
                <a:gd name="connsiteY35" fmla="*/ 235610 h 285751"/>
                <a:gd name="connsiteX36" fmla="*/ 168582 w 338138"/>
                <a:gd name="connsiteY36" fmla="*/ 235610 h 285751"/>
                <a:gd name="connsiteX37" fmla="*/ 168582 w 338138"/>
                <a:gd name="connsiteY37" fmla="*/ 110259 h 285751"/>
                <a:gd name="connsiteX38" fmla="*/ 61606 w 338138"/>
                <a:gd name="connsiteY38" fmla="*/ 110259 h 285751"/>
                <a:gd name="connsiteX39" fmla="*/ 61606 w 338138"/>
                <a:gd name="connsiteY39" fmla="*/ 126093 h 285751"/>
                <a:gd name="connsiteX40" fmla="*/ 36512 w 338138"/>
                <a:gd name="connsiteY40" fmla="*/ 126093 h 285751"/>
                <a:gd name="connsiteX41" fmla="*/ 36512 w 338138"/>
                <a:gd name="connsiteY41" fmla="*/ 99703 h 285751"/>
                <a:gd name="connsiteX42" fmla="*/ 55002 w 338138"/>
                <a:gd name="connsiteY42" fmla="*/ 82550 h 285751"/>
                <a:gd name="connsiteX43" fmla="*/ 102729 w 338138"/>
                <a:gd name="connsiteY43" fmla="*/ 0 h 285751"/>
                <a:gd name="connsiteX44" fmla="*/ 305260 w 338138"/>
                <a:gd name="connsiteY44" fmla="*/ 0 h 285751"/>
                <a:gd name="connsiteX45" fmla="*/ 338138 w 338138"/>
                <a:gd name="connsiteY45" fmla="*/ 34237 h 285751"/>
                <a:gd name="connsiteX46" fmla="*/ 338138 w 338138"/>
                <a:gd name="connsiteY46" fmla="*/ 188306 h 285751"/>
                <a:gd name="connsiteX47" fmla="*/ 305260 w 338138"/>
                <a:gd name="connsiteY47" fmla="*/ 221226 h 285751"/>
                <a:gd name="connsiteX48" fmla="*/ 234242 w 338138"/>
                <a:gd name="connsiteY48" fmla="*/ 221226 h 285751"/>
                <a:gd name="connsiteX49" fmla="*/ 234242 w 338138"/>
                <a:gd name="connsiteY49" fmla="*/ 243612 h 285751"/>
                <a:gd name="connsiteX50" fmla="*/ 265806 w 338138"/>
                <a:gd name="connsiteY50" fmla="*/ 243612 h 285751"/>
                <a:gd name="connsiteX51" fmla="*/ 277642 w 338138"/>
                <a:gd name="connsiteY51" fmla="*/ 256780 h 285751"/>
                <a:gd name="connsiteX52" fmla="*/ 277642 w 338138"/>
                <a:gd name="connsiteY52" fmla="*/ 272582 h 285751"/>
                <a:gd name="connsiteX53" fmla="*/ 265806 w 338138"/>
                <a:gd name="connsiteY53" fmla="*/ 285750 h 285751"/>
                <a:gd name="connsiteX54" fmla="*/ 205309 w 338138"/>
                <a:gd name="connsiteY54" fmla="*/ 285750 h 285751"/>
                <a:gd name="connsiteX55" fmla="*/ 210570 w 338138"/>
                <a:gd name="connsiteY55" fmla="*/ 269948 h 285751"/>
                <a:gd name="connsiteX56" fmla="*/ 210570 w 338138"/>
                <a:gd name="connsiteY56" fmla="*/ 213325 h 285751"/>
                <a:gd name="connsiteX57" fmla="*/ 210570 w 338138"/>
                <a:gd name="connsiteY57" fmla="*/ 172504 h 285751"/>
                <a:gd name="connsiteX58" fmla="*/ 296054 w 338138"/>
                <a:gd name="connsiteY58" fmla="*/ 172504 h 285751"/>
                <a:gd name="connsiteX59" fmla="*/ 309205 w 338138"/>
                <a:gd name="connsiteY59" fmla="*/ 159335 h 285751"/>
                <a:gd name="connsiteX60" fmla="*/ 309205 w 338138"/>
                <a:gd name="connsiteY60" fmla="*/ 39504 h 285751"/>
                <a:gd name="connsiteX61" fmla="*/ 296054 w 338138"/>
                <a:gd name="connsiteY61" fmla="*/ 27653 h 285751"/>
                <a:gd name="connsiteX62" fmla="*/ 110620 w 338138"/>
                <a:gd name="connsiteY62" fmla="*/ 27653 h 285751"/>
                <a:gd name="connsiteX63" fmla="*/ 98783 w 338138"/>
                <a:gd name="connsiteY63" fmla="*/ 39504 h 285751"/>
                <a:gd name="connsiteX64" fmla="*/ 98783 w 338138"/>
                <a:gd name="connsiteY64" fmla="*/ 65841 h 285751"/>
                <a:gd name="connsiteX65" fmla="*/ 69850 w 338138"/>
                <a:gd name="connsiteY65" fmla="*/ 65841 h 285751"/>
                <a:gd name="connsiteX66" fmla="*/ 69850 w 338138"/>
                <a:gd name="connsiteY66" fmla="*/ 34237 h 285751"/>
                <a:gd name="connsiteX67" fmla="*/ 102729 w 338138"/>
                <a:gd name="connsiteY67" fmla="*/ 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38138" h="285751">
                  <a:moveTo>
                    <a:pt x="46038" y="261938"/>
                  </a:moveTo>
                  <a:cubicBezTo>
                    <a:pt x="41654" y="261938"/>
                    <a:pt x="38100" y="265847"/>
                    <a:pt x="38100" y="270670"/>
                  </a:cubicBezTo>
                  <a:cubicBezTo>
                    <a:pt x="38100" y="275493"/>
                    <a:pt x="41654" y="279402"/>
                    <a:pt x="46038" y="279402"/>
                  </a:cubicBezTo>
                  <a:cubicBezTo>
                    <a:pt x="50422" y="279402"/>
                    <a:pt x="53976" y="275493"/>
                    <a:pt x="53976" y="270670"/>
                  </a:cubicBezTo>
                  <a:cubicBezTo>
                    <a:pt x="53976" y="265847"/>
                    <a:pt x="50422" y="261938"/>
                    <a:pt x="46038" y="261938"/>
                  </a:cubicBezTo>
                  <a:close/>
                  <a:moveTo>
                    <a:pt x="288131" y="184150"/>
                  </a:moveTo>
                  <a:cubicBezTo>
                    <a:pt x="282432" y="184150"/>
                    <a:pt x="277812" y="188770"/>
                    <a:pt x="277812" y="194469"/>
                  </a:cubicBezTo>
                  <a:cubicBezTo>
                    <a:pt x="277812" y="200168"/>
                    <a:pt x="282432" y="204788"/>
                    <a:pt x="288131" y="204788"/>
                  </a:cubicBezTo>
                  <a:cubicBezTo>
                    <a:pt x="293830" y="204788"/>
                    <a:pt x="298450" y="200168"/>
                    <a:pt x="298450" y="194469"/>
                  </a:cubicBezTo>
                  <a:cubicBezTo>
                    <a:pt x="298450" y="188770"/>
                    <a:pt x="293830" y="184150"/>
                    <a:pt x="288131" y="184150"/>
                  </a:cubicBezTo>
                  <a:close/>
                  <a:moveTo>
                    <a:pt x="19050" y="165100"/>
                  </a:moveTo>
                  <a:lnTo>
                    <a:pt x="19050" y="242888"/>
                  </a:lnTo>
                  <a:lnTo>
                    <a:pt x="73025" y="242888"/>
                  </a:lnTo>
                  <a:lnTo>
                    <a:pt x="73025" y="165100"/>
                  </a:lnTo>
                  <a:close/>
                  <a:moveTo>
                    <a:pt x="12010" y="141288"/>
                  </a:moveTo>
                  <a:cubicBezTo>
                    <a:pt x="12010" y="141288"/>
                    <a:pt x="12010" y="141288"/>
                    <a:pt x="81400" y="141288"/>
                  </a:cubicBezTo>
                  <a:cubicBezTo>
                    <a:pt x="86738" y="141288"/>
                    <a:pt x="92075" y="146541"/>
                    <a:pt x="92075" y="153107"/>
                  </a:cubicBezTo>
                  <a:cubicBezTo>
                    <a:pt x="92075" y="153107"/>
                    <a:pt x="92075" y="153107"/>
                    <a:pt x="92075" y="273932"/>
                  </a:cubicBezTo>
                  <a:cubicBezTo>
                    <a:pt x="92075" y="280498"/>
                    <a:pt x="86738" y="285751"/>
                    <a:pt x="81400" y="285751"/>
                  </a:cubicBezTo>
                  <a:cubicBezTo>
                    <a:pt x="81400" y="285751"/>
                    <a:pt x="81400" y="285751"/>
                    <a:pt x="12010" y="285751"/>
                  </a:cubicBezTo>
                  <a:cubicBezTo>
                    <a:pt x="5337" y="285751"/>
                    <a:pt x="0" y="280498"/>
                    <a:pt x="0" y="273932"/>
                  </a:cubicBezTo>
                  <a:cubicBezTo>
                    <a:pt x="0" y="273932"/>
                    <a:pt x="0" y="273932"/>
                    <a:pt x="0" y="153107"/>
                  </a:cubicBezTo>
                  <a:cubicBezTo>
                    <a:pt x="0" y="146541"/>
                    <a:pt x="5337" y="141288"/>
                    <a:pt x="12010" y="141288"/>
                  </a:cubicBezTo>
                  <a:close/>
                  <a:moveTo>
                    <a:pt x="55002" y="82550"/>
                  </a:moveTo>
                  <a:cubicBezTo>
                    <a:pt x="55002" y="82550"/>
                    <a:pt x="55002" y="82550"/>
                    <a:pt x="175185" y="82550"/>
                  </a:cubicBezTo>
                  <a:cubicBezTo>
                    <a:pt x="185751" y="82550"/>
                    <a:pt x="193675" y="90467"/>
                    <a:pt x="193675" y="99703"/>
                  </a:cubicBezTo>
                  <a:cubicBezTo>
                    <a:pt x="193675" y="99703"/>
                    <a:pt x="193675" y="99703"/>
                    <a:pt x="193675" y="268597"/>
                  </a:cubicBezTo>
                  <a:cubicBezTo>
                    <a:pt x="193675" y="277833"/>
                    <a:pt x="185751" y="285750"/>
                    <a:pt x="175185" y="285750"/>
                  </a:cubicBezTo>
                  <a:cubicBezTo>
                    <a:pt x="175185" y="285750"/>
                    <a:pt x="175185" y="285750"/>
                    <a:pt x="107830" y="285750"/>
                  </a:cubicBezTo>
                  <a:cubicBezTo>
                    <a:pt x="109151" y="283111"/>
                    <a:pt x="109151" y="280472"/>
                    <a:pt x="109151" y="276514"/>
                  </a:cubicBezTo>
                  <a:cubicBezTo>
                    <a:pt x="109151" y="276514"/>
                    <a:pt x="109151" y="276514"/>
                    <a:pt x="109151" y="273875"/>
                  </a:cubicBezTo>
                  <a:cubicBezTo>
                    <a:pt x="110471" y="273875"/>
                    <a:pt x="113113" y="275194"/>
                    <a:pt x="115754" y="275194"/>
                  </a:cubicBezTo>
                  <a:cubicBezTo>
                    <a:pt x="121037" y="275194"/>
                    <a:pt x="124999" y="271236"/>
                    <a:pt x="124999" y="264639"/>
                  </a:cubicBezTo>
                  <a:cubicBezTo>
                    <a:pt x="124999" y="259361"/>
                    <a:pt x="121037" y="254083"/>
                    <a:pt x="115754" y="254083"/>
                  </a:cubicBezTo>
                  <a:cubicBezTo>
                    <a:pt x="113113" y="254083"/>
                    <a:pt x="110471" y="255402"/>
                    <a:pt x="109151" y="256722"/>
                  </a:cubicBezTo>
                  <a:cubicBezTo>
                    <a:pt x="109151" y="256722"/>
                    <a:pt x="109151" y="256722"/>
                    <a:pt x="109151" y="235610"/>
                  </a:cubicBezTo>
                  <a:cubicBezTo>
                    <a:pt x="109151" y="235610"/>
                    <a:pt x="109151" y="235610"/>
                    <a:pt x="168582" y="235610"/>
                  </a:cubicBezTo>
                  <a:cubicBezTo>
                    <a:pt x="168582" y="235610"/>
                    <a:pt x="168582" y="235610"/>
                    <a:pt x="168582" y="110259"/>
                  </a:cubicBezTo>
                  <a:cubicBezTo>
                    <a:pt x="168582" y="110259"/>
                    <a:pt x="168582" y="110259"/>
                    <a:pt x="61606" y="110259"/>
                  </a:cubicBezTo>
                  <a:cubicBezTo>
                    <a:pt x="61606" y="110259"/>
                    <a:pt x="61606" y="110259"/>
                    <a:pt x="61606" y="126093"/>
                  </a:cubicBezTo>
                  <a:cubicBezTo>
                    <a:pt x="61606" y="126093"/>
                    <a:pt x="61606" y="126093"/>
                    <a:pt x="36512" y="126093"/>
                  </a:cubicBezTo>
                  <a:cubicBezTo>
                    <a:pt x="36512" y="126093"/>
                    <a:pt x="36512" y="126093"/>
                    <a:pt x="36512" y="99703"/>
                  </a:cubicBezTo>
                  <a:cubicBezTo>
                    <a:pt x="36512" y="90467"/>
                    <a:pt x="45757" y="82550"/>
                    <a:pt x="55002" y="82550"/>
                  </a:cubicBezTo>
                  <a:close/>
                  <a:moveTo>
                    <a:pt x="102729" y="0"/>
                  </a:moveTo>
                  <a:cubicBezTo>
                    <a:pt x="102729" y="0"/>
                    <a:pt x="102729" y="0"/>
                    <a:pt x="305260" y="0"/>
                  </a:cubicBezTo>
                  <a:cubicBezTo>
                    <a:pt x="323672" y="0"/>
                    <a:pt x="338138" y="15802"/>
                    <a:pt x="338138" y="34237"/>
                  </a:cubicBezTo>
                  <a:cubicBezTo>
                    <a:pt x="338138" y="34237"/>
                    <a:pt x="338138" y="34237"/>
                    <a:pt x="338138" y="188306"/>
                  </a:cubicBezTo>
                  <a:cubicBezTo>
                    <a:pt x="338138" y="206741"/>
                    <a:pt x="323672" y="221226"/>
                    <a:pt x="305260" y="221226"/>
                  </a:cubicBezTo>
                  <a:cubicBezTo>
                    <a:pt x="305260" y="221226"/>
                    <a:pt x="305260" y="221226"/>
                    <a:pt x="234242" y="221226"/>
                  </a:cubicBezTo>
                  <a:cubicBezTo>
                    <a:pt x="234242" y="221226"/>
                    <a:pt x="234242" y="221226"/>
                    <a:pt x="234242" y="243612"/>
                  </a:cubicBezTo>
                  <a:cubicBezTo>
                    <a:pt x="234242" y="243612"/>
                    <a:pt x="234242" y="243612"/>
                    <a:pt x="265806" y="243612"/>
                  </a:cubicBezTo>
                  <a:cubicBezTo>
                    <a:pt x="272381" y="243612"/>
                    <a:pt x="277642" y="250196"/>
                    <a:pt x="277642" y="256780"/>
                  </a:cubicBezTo>
                  <a:cubicBezTo>
                    <a:pt x="277642" y="256780"/>
                    <a:pt x="277642" y="256780"/>
                    <a:pt x="277642" y="272582"/>
                  </a:cubicBezTo>
                  <a:cubicBezTo>
                    <a:pt x="277642" y="280483"/>
                    <a:pt x="272381" y="285750"/>
                    <a:pt x="265806" y="285750"/>
                  </a:cubicBezTo>
                  <a:cubicBezTo>
                    <a:pt x="265806" y="285750"/>
                    <a:pt x="265806" y="285750"/>
                    <a:pt x="205309" y="285750"/>
                  </a:cubicBezTo>
                  <a:cubicBezTo>
                    <a:pt x="207940" y="280483"/>
                    <a:pt x="209255" y="275216"/>
                    <a:pt x="210570" y="269948"/>
                  </a:cubicBezTo>
                  <a:cubicBezTo>
                    <a:pt x="210570" y="268632"/>
                    <a:pt x="210570" y="213325"/>
                    <a:pt x="210570" y="213325"/>
                  </a:cubicBezTo>
                  <a:cubicBezTo>
                    <a:pt x="210570" y="213325"/>
                    <a:pt x="210570" y="213325"/>
                    <a:pt x="210570" y="172504"/>
                  </a:cubicBezTo>
                  <a:cubicBezTo>
                    <a:pt x="210570" y="172504"/>
                    <a:pt x="210570" y="172504"/>
                    <a:pt x="296054" y="172504"/>
                  </a:cubicBezTo>
                  <a:cubicBezTo>
                    <a:pt x="303945" y="172504"/>
                    <a:pt x="309205" y="165920"/>
                    <a:pt x="309205" y="159335"/>
                  </a:cubicBezTo>
                  <a:cubicBezTo>
                    <a:pt x="309205" y="159335"/>
                    <a:pt x="309205" y="159335"/>
                    <a:pt x="309205" y="39504"/>
                  </a:cubicBezTo>
                  <a:cubicBezTo>
                    <a:pt x="309205" y="32920"/>
                    <a:pt x="303945" y="27653"/>
                    <a:pt x="296054" y="27653"/>
                  </a:cubicBezTo>
                  <a:cubicBezTo>
                    <a:pt x="296054" y="27653"/>
                    <a:pt x="296054" y="27653"/>
                    <a:pt x="110620" y="27653"/>
                  </a:cubicBezTo>
                  <a:cubicBezTo>
                    <a:pt x="104044" y="27653"/>
                    <a:pt x="98783" y="32920"/>
                    <a:pt x="98783" y="39504"/>
                  </a:cubicBezTo>
                  <a:cubicBezTo>
                    <a:pt x="98783" y="39504"/>
                    <a:pt x="98783" y="39504"/>
                    <a:pt x="98783" y="65841"/>
                  </a:cubicBezTo>
                  <a:cubicBezTo>
                    <a:pt x="98783" y="65841"/>
                    <a:pt x="98783" y="65841"/>
                    <a:pt x="69850" y="65841"/>
                  </a:cubicBezTo>
                  <a:cubicBezTo>
                    <a:pt x="69850" y="65841"/>
                    <a:pt x="69850" y="65841"/>
                    <a:pt x="69850" y="34237"/>
                  </a:cubicBezTo>
                  <a:cubicBezTo>
                    <a:pt x="69850" y="15802"/>
                    <a:pt x="84317" y="0"/>
                    <a:pt x="1027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0" name="ïšḻîďê"/>
            <p:cNvSpPr/>
            <p:nvPr/>
          </p:nvSpPr>
          <p:spPr bwMode="auto">
            <a:xfrm>
              <a:off x="6226452" y="2745329"/>
              <a:ext cx="478726" cy="404558"/>
            </a:xfrm>
            <a:custGeom>
              <a:avLst/>
              <a:gdLst>
                <a:gd name="connsiteX0" fmla="*/ 46038 w 338138"/>
                <a:gd name="connsiteY0" fmla="*/ 261938 h 285751"/>
                <a:gd name="connsiteX1" fmla="*/ 38100 w 338138"/>
                <a:gd name="connsiteY1" fmla="*/ 270670 h 285751"/>
                <a:gd name="connsiteX2" fmla="*/ 46038 w 338138"/>
                <a:gd name="connsiteY2" fmla="*/ 279402 h 285751"/>
                <a:gd name="connsiteX3" fmla="*/ 53976 w 338138"/>
                <a:gd name="connsiteY3" fmla="*/ 270670 h 285751"/>
                <a:gd name="connsiteX4" fmla="*/ 46038 w 338138"/>
                <a:gd name="connsiteY4" fmla="*/ 261938 h 285751"/>
                <a:gd name="connsiteX5" fmla="*/ 288131 w 338138"/>
                <a:gd name="connsiteY5" fmla="*/ 184150 h 285751"/>
                <a:gd name="connsiteX6" fmla="*/ 277812 w 338138"/>
                <a:gd name="connsiteY6" fmla="*/ 194469 h 285751"/>
                <a:gd name="connsiteX7" fmla="*/ 288131 w 338138"/>
                <a:gd name="connsiteY7" fmla="*/ 204788 h 285751"/>
                <a:gd name="connsiteX8" fmla="*/ 298450 w 338138"/>
                <a:gd name="connsiteY8" fmla="*/ 194469 h 285751"/>
                <a:gd name="connsiteX9" fmla="*/ 288131 w 338138"/>
                <a:gd name="connsiteY9" fmla="*/ 184150 h 285751"/>
                <a:gd name="connsiteX10" fmla="*/ 19050 w 338138"/>
                <a:gd name="connsiteY10" fmla="*/ 165100 h 285751"/>
                <a:gd name="connsiteX11" fmla="*/ 19050 w 338138"/>
                <a:gd name="connsiteY11" fmla="*/ 242888 h 285751"/>
                <a:gd name="connsiteX12" fmla="*/ 73025 w 338138"/>
                <a:gd name="connsiteY12" fmla="*/ 242888 h 285751"/>
                <a:gd name="connsiteX13" fmla="*/ 73025 w 338138"/>
                <a:gd name="connsiteY13" fmla="*/ 165100 h 285751"/>
                <a:gd name="connsiteX14" fmla="*/ 12010 w 338138"/>
                <a:gd name="connsiteY14" fmla="*/ 141288 h 285751"/>
                <a:gd name="connsiteX15" fmla="*/ 81400 w 338138"/>
                <a:gd name="connsiteY15" fmla="*/ 141288 h 285751"/>
                <a:gd name="connsiteX16" fmla="*/ 92075 w 338138"/>
                <a:gd name="connsiteY16" fmla="*/ 153107 h 285751"/>
                <a:gd name="connsiteX17" fmla="*/ 92075 w 338138"/>
                <a:gd name="connsiteY17" fmla="*/ 273932 h 285751"/>
                <a:gd name="connsiteX18" fmla="*/ 81400 w 338138"/>
                <a:gd name="connsiteY18" fmla="*/ 285751 h 285751"/>
                <a:gd name="connsiteX19" fmla="*/ 12010 w 338138"/>
                <a:gd name="connsiteY19" fmla="*/ 285751 h 285751"/>
                <a:gd name="connsiteX20" fmla="*/ 0 w 338138"/>
                <a:gd name="connsiteY20" fmla="*/ 273932 h 285751"/>
                <a:gd name="connsiteX21" fmla="*/ 0 w 338138"/>
                <a:gd name="connsiteY21" fmla="*/ 153107 h 285751"/>
                <a:gd name="connsiteX22" fmla="*/ 12010 w 338138"/>
                <a:gd name="connsiteY22" fmla="*/ 141288 h 285751"/>
                <a:gd name="connsiteX23" fmla="*/ 55002 w 338138"/>
                <a:gd name="connsiteY23" fmla="*/ 82550 h 285751"/>
                <a:gd name="connsiteX24" fmla="*/ 175185 w 338138"/>
                <a:gd name="connsiteY24" fmla="*/ 82550 h 285751"/>
                <a:gd name="connsiteX25" fmla="*/ 193675 w 338138"/>
                <a:gd name="connsiteY25" fmla="*/ 99703 h 285751"/>
                <a:gd name="connsiteX26" fmla="*/ 193675 w 338138"/>
                <a:gd name="connsiteY26" fmla="*/ 268597 h 285751"/>
                <a:gd name="connsiteX27" fmla="*/ 175185 w 338138"/>
                <a:gd name="connsiteY27" fmla="*/ 285750 h 285751"/>
                <a:gd name="connsiteX28" fmla="*/ 107830 w 338138"/>
                <a:gd name="connsiteY28" fmla="*/ 285750 h 285751"/>
                <a:gd name="connsiteX29" fmla="*/ 109151 w 338138"/>
                <a:gd name="connsiteY29" fmla="*/ 276514 h 285751"/>
                <a:gd name="connsiteX30" fmla="*/ 109151 w 338138"/>
                <a:gd name="connsiteY30" fmla="*/ 273875 h 285751"/>
                <a:gd name="connsiteX31" fmla="*/ 115754 w 338138"/>
                <a:gd name="connsiteY31" fmla="*/ 275194 h 285751"/>
                <a:gd name="connsiteX32" fmla="*/ 124999 w 338138"/>
                <a:gd name="connsiteY32" fmla="*/ 264639 h 285751"/>
                <a:gd name="connsiteX33" fmla="*/ 115754 w 338138"/>
                <a:gd name="connsiteY33" fmla="*/ 254083 h 285751"/>
                <a:gd name="connsiteX34" fmla="*/ 109151 w 338138"/>
                <a:gd name="connsiteY34" fmla="*/ 256722 h 285751"/>
                <a:gd name="connsiteX35" fmla="*/ 109151 w 338138"/>
                <a:gd name="connsiteY35" fmla="*/ 235610 h 285751"/>
                <a:gd name="connsiteX36" fmla="*/ 168582 w 338138"/>
                <a:gd name="connsiteY36" fmla="*/ 235610 h 285751"/>
                <a:gd name="connsiteX37" fmla="*/ 168582 w 338138"/>
                <a:gd name="connsiteY37" fmla="*/ 110259 h 285751"/>
                <a:gd name="connsiteX38" fmla="*/ 61606 w 338138"/>
                <a:gd name="connsiteY38" fmla="*/ 110259 h 285751"/>
                <a:gd name="connsiteX39" fmla="*/ 61606 w 338138"/>
                <a:gd name="connsiteY39" fmla="*/ 126093 h 285751"/>
                <a:gd name="connsiteX40" fmla="*/ 36512 w 338138"/>
                <a:gd name="connsiteY40" fmla="*/ 126093 h 285751"/>
                <a:gd name="connsiteX41" fmla="*/ 36512 w 338138"/>
                <a:gd name="connsiteY41" fmla="*/ 99703 h 285751"/>
                <a:gd name="connsiteX42" fmla="*/ 55002 w 338138"/>
                <a:gd name="connsiteY42" fmla="*/ 82550 h 285751"/>
                <a:gd name="connsiteX43" fmla="*/ 102729 w 338138"/>
                <a:gd name="connsiteY43" fmla="*/ 0 h 285751"/>
                <a:gd name="connsiteX44" fmla="*/ 305260 w 338138"/>
                <a:gd name="connsiteY44" fmla="*/ 0 h 285751"/>
                <a:gd name="connsiteX45" fmla="*/ 338138 w 338138"/>
                <a:gd name="connsiteY45" fmla="*/ 34237 h 285751"/>
                <a:gd name="connsiteX46" fmla="*/ 338138 w 338138"/>
                <a:gd name="connsiteY46" fmla="*/ 188306 h 285751"/>
                <a:gd name="connsiteX47" fmla="*/ 305260 w 338138"/>
                <a:gd name="connsiteY47" fmla="*/ 221226 h 285751"/>
                <a:gd name="connsiteX48" fmla="*/ 234242 w 338138"/>
                <a:gd name="connsiteY48" fmla="*/ 221226 h 285751"/>
                <a:gd name="connsiteX49" fmla="*/ 234242 w 338138"/>
                <a:gd name="connsiteY49" fmla="*/ 243612 h 285751"/>
                <a:gd name="connsiteX50" fmla="*/ 265806 w 338138"/>
                <a:gd name="connsiteY50" fmla="*/ 243612 h 285751"/>
                <a:gd name="connsiteX51" fmla="*/ 277642 w 338138"/>
                <a:gd name="connsiteY51" fmla="*/ 256780 h 285751"/>
                <a:gd name="connsiteX52" fmla="*/ 277642 w 338138"/>
                <a:gd name="connsiteY52" fmla="*/ 272582 h 285751"/>
                <a:gd name="connsiteX53" fmla="*/ 265806 w 338138"/>
                <a:gd name="connsiteY53" fmla="*/ 285750 h 285751"/>
                <a:gd name="connsiteX54" fmla="*/ 205309 w 338138"/>
                <a:gd name="connsiteY54" fmla="*/ 285750 h 285751"/>
                <a:gd name="connsiteX55" fmla="*/ 210570 w 338138"/>
                <a:gd name="connsiteY55" fmla="*/ 269948 h 285751"/>
                <a:gd name="connsiteX56" fmla="*/ 210570 w 338138"/>
                <a:gd name="connsiteY56" fmla="*/ 213325 h 285751"/>
                <a:gd name="connsiteX57" fmla="*/ 210570 w 338138"/>
                <a:gd name="connsiteY57" fmla="*/ 172504 h 285751"/>
                <a:gd name="connsiteX58" fmla="*/ 296054 w 338138"/>
                <a:gd name="connsiteY58" fmla="*/ 172504 h 285751"/>
                <a:gd name="connsiteX59" fmla="*/ 309205 w 338138"/>
                <a:gd name="connsiteY59" fmla="*/ 159335 h 285751"/>
                <a:gd name="connsiteX60" fmla="*/ 309205 w 338138"/>
                <a:gd name="connsiteY60" fmla="*/ 39504 h 285751"/>
                <a:gd name="connsiteX61" fmla="*/ 296054 w 338138"/>
                <a:gd name="connsiteY61" fmla="*/ 27653 h 285751"/>
                <a:gd name="connsiteX62" fmla="*/ 110620 w 338138"/>
                <a:gd name="connsiteY62" fmla="*/ 27653 h 285751"/>
                <a:gd name="connsiteX63" fmla="*/ 98783 w 338138"/>
                <a:gd name="connsiteY63" fmla="*/ 39504 h 285751"/>
                <a:gd name="connsiteX64" fmla="*/ 98783 w 338138"/>
                <a:gd name="connsiteY64" fmla="*/ 65841 h 285751"/>
                <a:gd name="connsiteX65" fmla="*/ 69850 w 338138"/>
                <a:gd name="connsiteY65" fmla="*/ 65841 h 285751"/>
                <a:gd name="connsiteX66" fmla="*/ 69850 w 338138"/>
                <a:gd name="connsiteY66" fmla="*/ 34237 h 285751"/>
                <a:gd name="connsiteX67" fmla="*/ 102729 w 338138"/>
                <a:gd name="connsiteY67" fmla="*/ 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38138" h="285751">
                  <a:moveTo>
                    <a:pt x="46038" y="261938"/>
                  </a:moveTo>
                  <a:cubicBezTo>
                    <a:pt x="41654" y="261938"/>
                    <a:pt x="38100" y="265847"/>
                    <a:pt x="38100" y="270670"/>
                  </a:cubicBezTo>
                  <a:cubicBezTo>
                    <a:pt x="38100" y="275493"/>
                    <a:pt x="41654" y="279402"/>
                    <a:pt x="46038" y="279402"/>
                  </a:cubicBezTo>
                  <a:cubicBezTo>
                    <a:pt x="50422" y="279402"/>
                    <a:pt x="53976" y="275493"/>
                    <a:pt x="53976" y="270670"/>
                  </a:cubicBezTo>
                  <a:cubicBezTo>
                    <a:pt x="53976" y="265847"/>
                    <a:pt x="50422" y="261938"/>
                    <a:pt x="46038" y="261938"/>
                  </a:cubicBezTo>
                  <a:close/>
                  <a:moveTo>
                    <a:pt x="288131" y="184150"/>
                  </a:moveTo>
                  <a:cubicBezTo>
                    <a:pt x="282432" y="184150"/>
                    <a:pt x="277812" y="188770"/>
                    <a:pt x="277812" y="194469"/>
                  </a:cubicBezTo>
                  <a:cubicBezTo>
                    <a:pt x="277812" y="200168"/>
                    <a:pt x="282432" y="204788"/>
                    <a:pt x="288131" y="204788"/>
                  </a:cubicBezTo>
                  <a:cubicBezTo>
                    <a:pt x="293830" y="204788"/>
                    <a:pt x="298450" y="200168"/>
                    <a:pt x="298450" y="194469"/>
                  </a:cubicBezTo>
                  <a:cubicBezTo>
                    <a:pt x="298450" y="188770"/>
                    <a:pt x="293830" y="184150"/>
                    <a:pt x="288131" y="184150"/>
                  </a:cubicBezTo>
                  <a:close/>
                  <a:moveTo>
                    <a:pt x="19050" y="165100"/>
                  </a:moveTo>
                  <a:lnTo>
                    <a:pt x="19050" y="242888"/>
                  </a:lnTo>
                  <a:lnTo>
                    <a:pt x="73025" y="242888"/>
                  </a:lnTo>
                  <a:lnTo>
                    <a:pt x="73025" y="165100"/>
                  </a:lnTo>
                  <a:close/>
                  <a:moveTo>
                    <a:pt x="12010" y="141288"/>
                  </a:moveTo>
                  <a:cubicBezTo>
                    <a:pt x="12010" y="141288"/>
                    <a:pt x="12010" y="141288"/>
                    <a:pt x="81400" y="141288"/>
                  </a:cubicBezTo>
                  <a:cubicBezTo>
                    <a:pt x="86738" y="141288"/>
                    <a:pt x="92075" y="146541"/>
                    <a:pt x="92075" y="153107"/>
                  </a:cubicBezTo>
                  <a:cubicBezTo>
                    <a:pt x="92075" y="153107"/>
                    <a:pt x="92075" y="153107"/>
                    <a:pt x="92075" y="273932"/>
                  </a:cubicBezTo>
                  <a:cubicBezTo>
                    <a:pt x="92075" y="280498"/>
                    <a:pt x="86738" y="285751"/>
                    <a:pt x="81400" y="285751"/>
                  </a:cubicBezTo>
                  <a:cubicBezTo>
                    <a:pt x="81400" y="285751"/>
                    <a:pt x="81400" y="285751"/>
                    <a:pt x="12010" y="285751"/>
                  </a:cubicBezTo>
                  <a:cubicBezTo>
                    <a:pt x="5337" y="285751"/>
                    <a:pt x="0" y="280498"/>
                    <a:pt x="0" y="273932"/>
                  </a:cubicBezTo>
                  <a:cubicBezTo>
                    <a:pt x="0" y="273932"/>
                    <a:pt x="0" y="273932"/>
                    <a:pt x="0" y="153107"/>
                  </a:cubicBezTo>
                  <a:cubicBezTo>
                    <a:pt x="0" y="146541"/>
                    <a:pt x="5337" y="141288"/>
                    <a:pt x="12010" y="141288"/>
                  </a:cubicBezTo>
                  <a:close/>
                  <a:moveTo>
                    <a:pt x="55002" y="82550"/>
                  </a:moveTo>
                  <a:cubicBezTo>
                    <a:pt x="55002" y="82550"/>
                    <a:pt x="55002" y="82550"/>
                    <a:pt x="175185" y="82550"/>
                  </a:cubicBezTo>
                  <a:cubicBezTo>
                    <a:pt x="185751" y="82550"/>
                    <a:pt x="193675" y="90467"/>
                    <a:pt x="193675" y="99703"/>
                  </a:cubicBezTo>
                  <a:cubicBezTo>
                    <a:pt x="193675" y="99703"/>
                    <a:pt x="193675" y="99703"/>
                    <a:pt x="193675" y="268597"/>
                  </a:cubicBezTo>
                  <a:cubicBezTo>
                    <a:pt x="193675" y="277833"/>
                    <a:pt x="185751" y="285750"/>
                    <a:pt x="175185" y="285750"/>
                  </a:cubicBezTo>
                  <a:cubicBezTo>
                    <a:pt x="175185" y="285750"/>
                    <a:pt x="175185" y="285750"/>
                    <a:pt x="107830" y="285750"/>
                  </a:cubicBezTo>
                  <a:cubicBezTo>
                    <a:pt x="109151" y="283111"/>
                    <a:pt x="109151" y="280472"/>
                    <a:pt x="109151" y="276514"/>
                  </a:cubicBezTo>
                  <a:cubicBezTo>
                    <a:pt x="109151" y="276514"/>
                    <a:pt x="109151" y="276514"/>
                    <a:pt x="109151" y="273875"/>
                  </a:cubicBezTo>
                  <a:cubicBezTo>
                    <a:pt x="110471" y="273875"/>
                    <a:pt x="113113" y="275194"/>
                    <a:pt x="115754" y="275194"/>
                  </a:cubicBezTo>
                  <a:cubicBezTo>
                    <a:pt x="121037" y="275194"/>
                    <a:pt x="124999" y="271236"/>
                    <a:pt x="124999" y="264639"/>
                  </a:cubicBezTo>
                  <a:cubicBezTo>
                    <a:pt x="124999" y="259361"/>
                    <a:pt x="121037" y="254083"/>
                    <a:pt x="115754" y="254083"/>
                  </a:cubicBezTo>
                  <a:cubicBezTo>
                    <a:pt x="113113" y="254083"/>
                    <a:pt x="110471" y="255402"/>
                    <a:pt x="109151" y="256722"/>
                  </a:cubicBezTo>
                  <a:cubicBezTo>
                    <a:pt x="109151" y="256722"/>
                    <a:pt x="109151" y="256722"/>
                    <a:pt x="109151" y="235610"/>
                  </a:cubicBezTo>
                  <a:cubicBezTo>
                    <a:pt x="109151" y="235610"/>
                    <a:pt x="109151" y="235610"/>
                    <a:pt x="168582" y="235610"/>
                  </a:cubicBezTo>
                  <a:cubicBezTo>
                    <a:pt x="168582" y="235610"/>
                    <a:pt x="168582" y="235610"/>
                    <a:pt x="168582" y="110259"/>
                  </a:cubicBezTo>
                  <a:cubicBezTo>
                    <a:pt x="168582" y="110259"/>
                    <a:pt x="168582" y="110259"/>
                    <a:pt x="61606" y="110259"/>
                  </a:cubicBezTo>
                  <a:cubicBezTo>
                    <a:pt x="61606" y="110259"/>
                    <a:pt x="61606" y="110259"/>
                    <a:pt x="61606" y="126093"/>
                  </a:cubicBezTo>
                  <a:cubicBezTo>
                    <a:pt x="61606" y="126093"/>
                    <a:pt x="61606" y="126093"/>
                    <a:pt x="36512" y="126093"/>
                  </a:cubicBezTo>
                  <a:cubicBezTo>
                    <a:pt x="36512" y="126093"/>
                    <a:pt x="36512" y="126093"/>
                    <a:pt x="36512" y="99703"/>
                  </a:cubicBezTo>
                  <a:cubicBezTo>
                    <a:pt x="36512" y="90467"/>
                    <a:pt x="45757" y="82550"/>
                    <a:pt x="55002" y="82550"/>
                  </a:cubicBezTo>
                  <a:close/>
                  <a:moveTo>
                    <a:pt x="102729" y="0"/>
                  </a:moveTo>
                  <a:cubicBezTo>
                    <a:pt x="102729" y="0"/>
                    <a:pt x="102729" y="0"/>
                    <a:pt x="305260" y="0"/>
                  </a:cubicBezTo>
                  <a:cubicBezTo>
                    <a:pt x="323672" y="0"/>
                    <a:pt x="338138" y="15802"/>
                    <a:pt x="338138" y="34237"/>
                  </a:cubicBezTo>
                  <a:cubicBezTo>
                    <a:pt x="338138" y="34237"/>
                    <a:pt x="338138" y="34237"/>
                    <a:pt x="338138" y="188306"/>
                  </a:cubicBezTo>
                  <a:cubicBezTo>
                    <a:pt x="338138" y="206741"/>
                    <a:pt x="323672" y="221226"/>
                    <a:pt x="305260" y="221226"/>
                  </a:cubicBezTo>
                  <a:cubicBezTo>
                    <a:pt x="305260" y="221226"/>
                    <a:pt x="305260" y="221226"/>
                    <a:pt x="234242" y="221226"/>
                  </a:cubicBezTo>
                  <a:cubicBezTo>
                    <a:pt x="234242" y="221226"/>
                    <a:pt x="234242" y="221226"/>
                    <a:pt x="234242" y="243612"/>
                  </a:cubicBezTo>
                  <a:cubicBezTo>
                    <a:pt x="234242" y="243612"/>
                    <a:pt x="234242" y="243612"/>
                    <a:pt x="265806" y="243612"/>
                  </a:cubicBezTo>
                  <a:cubicBezTo>
                    <a:pt x="272381" y="243612"/>
                    <a:pt x="277642" y="250196"/>
                    <a:pt x="277642" y="256780"/>
                  </a:cubicBezTo>
                  <a:cubicBezTo>
                    <a:pt x="277642" y="256780"/>
                    <a:pt x="277642" y="256780"/>
                    <a:pt x="277642" y="272582"/>
                  </a:cubicBezTo>
                  <a:cubicBezTo>
                    <a:pt x="277642" y="280483"/>
                    <a:pt x="272381" y="285750"/>
                    <a:pt x="265806" y="285750"/>
                  </a:cubicBezTo>
                  <a:cubicBezTo>
                    <a:pt x="265806" y="285750"/>
                    <a:pt x="265806" y="285750"/>
                    <a:pt x="205309" y="285750"/>
                  </a:cubicBezTo>
                  <a:cubicBezTo>
                    <a:pt x="207940" y="280483"/>
                    <a:pt x="209255" y="275216"/>
                    <a:pt x="210570" y="269948"/>
                  </a:cubicBezTo>
                  <a:cubicBezTo>
                    <a:pt x="210570" y="268632"/>
                    <a:pt x="210570" y="213325"/>
                    <a:pt x="210570" y="213325"/>
                  </a:cubicBezTo>
                  <a:cubicBezTo>
                    <a:pt x="210570" y="213325"/>
                    <a:pt x="210570" y="213325"/>
                    <a:pt x="210570" y="172504"/>
                  </a:cubicBezTo>
                  <a:cubicBezTo>
                    <a:pt x="210570" y="172504"/>
                    <a:pt x="210570" y="172504"/>
                    <a:pt x="296054" y="172504"/>
                  </a:cubicBezTo>
                  <a:cubicBezTo>
                    <a:pt x="303945" y="172504"/>
                    <a:pt x="309205" y="165920"/>
                    <a:pt x="309205" y="159335"/>
                  </a:cubicBezTo>
                  <a:cubicBezTo>
                    <a:pt x="309205" y="159335"/>
                    <a:pt x="309205" y="159335"/>
                    <a:pt x="309205" y="39504"/>
                  </a:cubicBezTo>
                  <a:cubicBezTo>
                    <a:pt x="309205" y="32920"/>
                    <a:pt x="303945" y="27653"/>
                    <a:pt x="296054" y="27653"/>
                  </a:cubicBezTo>
                  <a:cubicBezTo>
                    <a:pt x="296054" y="27653"/>
                    <a:pt x="296054" y="27653"/>
                    <a:pt x="110620" y="27653"/>
                  </a:cubicBezTo>
                  <a:cubicBezTo>
                    <a:pt x="104044" y="27653"/>
                    <a:pt x="98783" y="32920"/>
                    <a:pt x="98783" y="39504"/>
                  </a:cubicBezTo>
                  <a:cubicBezTo>
                    <a:pt x="98783" y="39504"/>
                    <a:pt x="98783" y="39504"/>
                    <a:pt x="98783" y="65841"/>
                  </a:cubicBezTo>
                  <a:cubicBezTo>
                    <a:pt x="98783" y="65841"/>
                    <a:pt x="98783" y="65841"/>
                    <a:pt x="69850" y="65841"/>
                  </a:cubicBezTo>
                  <a:cubicBezTo>
                    <a:pt x="69850" y="65841"/>
                    <a:pt x="69850" y="65841"/>
                    <a:pt x="69850" y="34237"/>
                  </a:cubicBezTo>
                  <a:cubicBezTo>
                    <a:pt x="69850" y="15802"/>
                    <a:pt x="84317" y="0"/>
                    <a:pt x="1027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37" name="c448ca72-daa5-4b7b-accd-76a4db21f3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0" y="1130300"/>
            <a:ext cx="12195806" cy="5013325"/>
            <a:chOff x="0" y="1130300"/>
            <a:chExt cx="12195806" cy="5013325"/>
          </a:xfrm>
        </p:grpSpPr>
        <p:sp>
          <p:nvSpPr>
            <p:cNvPr id="38" name="íṥľíḋè"/>
            <p:cNvSpPr/>
            <p:nvPr/>
          </p:nvSpPr>
          <p:spPr>
            <a:xfrm>
              <a:off x="0" y="1130300"/>
              <a:ext cx="12195806" cy="1994308"/>
            </a:xfrm>
            <a:prstGeom prst="rect">
              <a:avLst/>
            </a:prstGeom>
            <a:blipFill>
              <a:blip r:embed="rId2"/>
              <a:stretch>
                <a:fillRect t="-122770" b="-121216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 dirty="0">
                <a:solidFill>
                  <a:schemeClr val="lt1"/>
                </a:solidFill>
              </a:endParaRPr>
            </a:p>
          </p:txBody>
        </p:sp>
        <p:sp>
          <p:nvSpPr>
            <p:cNvPr id="39" name="ïṥļîďé"/>
            <p:cNvSpPr/>
            <p:nvPr/>
          </p:nvSpPr>
          <p:spPr>
            <a:xfrm>
              <a:off x="0" y="2826768"/>
              <a:ext cx="12191997" cy="29784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85000" lnSpcReduction="10000"/>
            </a:bodyPr>
            <a:lstStyle/>
            <a:p>
              <a:pPr defTabSz="914400"/>
              <a:endParaRPr lang="zh-CN" altLang="en-US"/>
            </a:p>
          </p:txBody>
        </p:sp>
        <p:grpSp>
          <p:nvGrpSpPr>
            <p:cNvPr id="40" name="í$1ïdê"/>
            <p:cNvGrpSpPr/>
            <p:nvPr/>
          </p:nvGrpSpPr>
          <p:grpSpPr>
            <a:xfrm>
              <a:off x="1999710" y="2489949"/>
              <a:ext cx="971478" cy="971478"/>
              <a:chOff x="1999710" y="2266864"/>
              <a:chExt cx="971478" cy="971478"/>
            </a:xfrm>
          </p:grpSpPr>
          <p:sp>
            <p:nvSpPr>
              <p:cNvPr id="72" name="ïṩḷîḑe"/>
              <p:cNvSpPr/>
              <p:nvPr/>
            </p:nvSpPr>
            <p:spPr>
              <a:xfrm flipH="1">
                <a:off x="1999710" y="2266864"/>
                <a:ext cx="971478" cy="971478"/>
              </a:xfrm>
              <a:prstGeom prst="ellipse">
                <a:avLst/>
              </a:prstGeom>
              <a:solidFill>
                <a:schemeClr val="bg1"/>
              </a:solidFill>
              <a:ln w="38100" cap="flat" cmpd="sng" algn="ctr">
                <a:solidFill>
                  <a:schemeClr val="tx2">
                    <a:lumMod val="20000"/>
                    <a:lumOff val="80000"/>
                  </a:schemeClr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 lang="zh-CN" altLang="en-US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73" name="îŝ1idé" title="S8je3JnNJtZFZzf"/>
              <p:cNvSpPr/>
              <p:nvPr/>
            </p:nvSpPr>
            <p:spPr bwMode="auto">
              <a:xfrm>
                <a:off x="2208725" y="2476294"/>
                <a:ext cx="553449" cy="552618"/>
              </a:xfrm>
              <a:custGeom>
                <a:avLst/>
                <a:gdLst>
                  <a:gd name="connsiteX0" fmla="*/ 482139 w 607634"/>
                  <a:gd name="connsiteY0" fmla="*/ 527565 h 606722"/>
                  <a:gd name="connsiteX1" fmla="*/ 462292 w 607634"/>
                  <a:gd name="connsiteY1" fmla="*/ 547377 h 606722"/>
                  <a:gd name="connsiteX2" fmla="*/ 482139 w 607634"/>
                  <a:gd name="connsiteY2" fmla="*/ 567099 h 606722"/>
                  <a:gd name="connsiteX3" fmla="*/ 501896 w 607634"/>
                  <a:gd name="connsiteY3" fmla="*/ 547377 h 606722"/>
                  <a:gd name="connsiteX4" fmla="*/ 482139 w 607634"/>
                  <a:gd name="connsiteY4" fmla="*/ 527565 h 606722"/>
                  <a:gd name="connsiteX5" fmla="*/ 257600 w 607634"/>
                  <a:gd name="connsiteY5" fmla="*/ 527565 h 606722"/>
                  <a:gd name="connsiteX6" fmla="*/ 237753 w 607634"/>
                  <a:gd name="connsiteY6" fmla="*/ 547377 h 606722"/>
                  <a:gd name="connsiteX7" fmla="*/ 257600 w 607634"/>
                  <a:gd name="connsiteY7" fmla="*/ 567099 h 606722"/>
                  <a:gd name="connsiteX8" fmla="*/ 277446 w 607634"/>
                  <a:gd name="connsiteY8" fmla="*/ 547377 h 606722"/>
                  <a:gd name="connsiteX9" fmla="*/ 257600 w 607634"/>
                  <a:gd name="connsiteY9" fmla="*/ 527565 h 606722"/>
                  <a:gd name="connsiteX10" fmla="*/ 482139 w 607634"/>
                  <a:gd name="connsiteY10" fmla="*/ 488031 h 606722"/>
                  <a:gd name="connsiteX11" fmla="*/ 541590 w 607634"/>
                  <a:gd name="connsiteY11" fmla="*/ 547377 h 606722"/>
                  <a:gd name="connsiteX12" fmla="*/ 482139 w 607634"/>
                  <a:gd name="connsiteY12" fmla="*/ 606722 h 606722"/>
                  <a:gd name="connsiteX13" fmla="*/ 422687 w 607634"/>
                  <a:gd name="connsiteY13" fmla="*/ 547377 h 606722"/>
                  <a:gd name="connsiteX14" fmla="*/ 482139 w 607634"/>
                  <a:gd name="connsiteY14" fmla="*/ 488031 h 606722"/>
                  <a:gd name="connsiteX15" fmla="*/ 257600 w 607634"/>
                  <a:gd name="connsiteY15" fmla="*/ 488031 h 606722"/>
                  <a:gd name="connsiteX16" fmla="*/ 317051 w 607634"/>
                  <a:gd name="connsiteY16" fmla="*/ 547377 h 606722"/>
                  <a:gd name="connsiteX17" fmla="*/ 257600 w 607634"/>
                  <a:gd name="connsiteY17" fmla="*/ 606722 h 606722"/>
                  <a:gd name="connsiteX18" fmla="*/ 198148 w 607634"/>
                  <a:gd name="connsiteY18" fmla="*/ 547377 h 606722"/>
                  <a:gd name="connsiteX19" fmla="*/ 257600 w 607634"/>
                  <a:gd name="connsiteY19" fmla="*/ 488031 h 606722"/>
                  <a:gd name="connsiteX20" fmla="*/ 482143 w 607634"/>
                  <a:gd name="connsiteY20" fmla="*/ 171433 h 606722"/>
                  <a:gd name="connsiteX21" fmla="*/ 462295 w 607634"/>
                  <a:gd name="connsiteY21" fmla="*/ 191251 h 606722"/>
                  <a:gd name="connsiteX22" fmla="*/ 462295 w 607634"/>
                  <a:gd name="connsiteY22" fmla="*/ 270346 h 606722"/>
                  <a:gd name="connsiteX23" fmla="*/ 482143 w 607634"/>
                  <a:gd name="connsiteY23" fmla="*/ 290164 h 606722"/>
                  <a:gd name="connsiteX24" fmla="*/ 501902 w 607634"/>
                  <a:gd name="connsiteY24" fmla="*/ 270346 h 606722"/>
                  <a:gd name="connsiteX25" fmla="*/ 501902 w 607634"/>
                  <a:gd name="connsiteY25" fmla="*/ 191251 h 606722"/>
                  <a:gd name="connsiteX26" fmla="*/ 482143 w 607634"/>
                  <a:gd name="connsiteY26" fmla="*/ 171433 h 606722"/>
                  <a:gd name="connsiteX27" fmla="*/ 363232 w 607634"/>
                  <a:gd name="connsiteY27" fmla="*/ 171433 h 606722"/>
                  <a:gd name="connsiteX28" fmla="*/ 343472 w 607634"/>
                  <a:gd name="connsiteY28" fmla="*/ 191251 h 606722"/>
                  <a:gd name="connsiteX29" fmla="*/ 343472 w 607634"/>
                  <a:gd name="connsiteY29" fmla="*/ 270346 h 606722"/>
                  <a:gd name="connsiteX30" fmla="*/ 363232 w 607634"/>
                  <a:gd name="connsiteY30" fmla="*/ 290164 h 606722"/>
                  <a:gd name="connsiteX31" fmla="*/ 383080 w 607634"/>
                  <a:gd name="connsiteY31" fmla="*/ 270346 h 606722"/>
                  <a:gd name="connsiteX32" fmla="*/ 383080 w 607634"/>
                  <a:gd name="connsiteY32" fmla="*/ 191251 h 606722"/>
                  <a:gd name="connsiteX33" fmla="*/ 363232 w 607634"/>
                  <a:gd name="connsiteY33" fmla="*/ 171433 h 606722"/>
                  <a:gd name="connsiteX34" fmla="*/ 244320 w 607634"/>
                  <a:gd name="connsiteY34" fmla="*/ 171433 h 606722"/>
                  <a:gd name="connsiteX35" fmla="*/ 224561 w 607634"/>
                  <a:gd name="connsiteY35" fmla="*/ 191251 h 606722"/>
                  <a:gd name="connsiteX36" fmla="*/ 224561 w 607634"/>
                  <a:gd name="connsiteY36" fmla="*/ 270346 h 606722"/>
                  <a:gd name="connsiteX37" fmla="*/ 244320 w 607634"/>
                  <a:gd name="connsiteY37" fmla="*/ 290164 h 606722"/>
                  <a:gd name="connsiteX38" fmla="*/ 264169 w 607634"/>
                  <a:gd name="connsiteY38" fmla="*/ 270346 h 606722"/>
                  <a:gd name="connsiteX39" fmla="*/ 264169 w 607634"/>
                  <a:gd name="connsiteY39" fmla="*/ 191251 h 606722"/>
                  <a:gd name="connsiteX40" fmla="*/ 244320 w 607634"/>
                  <a:gd name="connsiteY40" fmla="*/ 171433 h 606722"/>
                  <a:gd name="connsiteX41" fmla="*/ 19848 w 607634"/>
                  <a:gd name="connsiteY41" fmla="*/ 0 h 606722"/>
                  <a:gd name="connsiteX42" fmla="*/ 112236 w 607634"/>
                  <a:gd name="connsiteY42" fmla="*/ 0 h 606722"/>
                  <a:gd name="connsiteX43" fmla="*/ 131728 w 607634"/>
                  <a:gd name="connsiteY43" fmla="*/ 15997 h 606722"/>
                  <a:gd name="connsiteX44" fmla="*/ 146503 w 607634"/>
                  <a:gd name="connsiteY44" fmla="*/ 92337 h 606722"/>
                  <a:gd name="connsiteX45" fmla="*/ 587793 w 607634"/>
                  <a:gd name="connsiteY45" fmla="*/ 92337 h 606722"/>
                  <a:gd name="connsiteX46" fmla="*/ 607374 w 607634"/>
                  <a:gd name="connsiteY46" fmla="*/ 115355 h 606722"/>
                  <a:gd name="connsiteX47" fmla="*/ 571149 w 607634"/>
                  <a:gd name="connsiteY47" fmla="*/ 332378 h 606722"/>
                  <a:gd name="connsiteX48" fmla="*/ 581206 w 607634"/>
                  <a:gd name="connsiteY48" fmla="*/ 349530 h 606722"/>
                  <a:gd name="connsiteX49" fmla="*/ 565007 w 607634"/>
                  <a:gd name="connsiteY49" fmla="*/ 368904 h 606722"/>
                  <a:gd name="connsiteX50" fmla="*/ 564918 w 607634"/>
                  <a:gd name="connsiteY50" fmla="*/ 369260 h 606722"/>
                  <a:gd name="connsiteX51" fmla="*/ 561358 w 607634"/>
                  <a:gd name="connsiteY51" fmla="*/ 369260 h 606722"/>
                  <a:gd name="connsiteX52" fmla="*/ 178278 w 607634"/>
                  <a:gd name="connsiteY52" fmla="*/ 369260 h 606722"/>
                  <a:gd name="connsiteX53" fmla="*/ 158519 w 607634"/>
                  <a:gd name="connsiteY53" fmla="*/ 389078 h 606722"/>
                  <a:gd name="connsiteX54" fmla="*/ 178278 w 607634"/>
                  <a:gd name="connsiteY54" fmla="*/ 408896 h 606722"/>
                  <a:gd name="connsiteX55" fmla="*/ 561358 w 607634"/>
                  <a:gd name="connsiteY55" fmla="*/ 408896 h 606722"/>
                  <a:gd name="connsiteX56" fmla="*/ 581206 w 607634"/>
                  <a:gd name="connsiteY56" fmla="*/ 428626 h 606722"/>
                  <a:gd name="connsiteX57" fmla="*/ 561358 w 607634"/>
                  <a:gd name="connsiteY57" fmla="*/ 448444 h 606722"/>
                  <a:gd name="connsiteX58" fmla="*/ 178278 w 607634"/>
                  <a:gd name="connsiteY58" fmla="*/ 448444 h 606722"/>
                  <a:gd name="connsiteX59" fmla="*/ 118911 w 607634"/>
                  <a:gd name="connsiteY59" fmla="*/ 389078 h 606722"/>
                  <a:gd name="connsiteX60" fmla="*/ 153268 w 607634"/>
                  <a:gd name="connsiteY60" fmla="*/ 335400 h 606722"/>
                  <a:gd name="connsiteX61" fmla="*/ 106184 w 607634"/>
                  <a:gd name="connsiteY61" fmla="*/ 92337 h 606722"/>
                  <a:gd name="connsiteX62" fmla="*/ 95948 w 607634"/>
                  <a:gd name="connsiteY62" fmla="*/ 39548 h 606722"/>
                  <a:gd name="connsiteX63" fmla="*/ 19848 w 607634"/>
                  <a:gd name="connsiteY63" fmla="*/ 39548 h 606722"/>
                  <a:gd name="connsiteX64" fmla="*/ 0 w 607634"/>
                  <a:gd name="connsiteY64" fmla="*/ 19818 h 606722"/>
                  <a:gd name="connsiteX65" fmla="*/ 19848 w 607634"/>
                  <a:gd name="connsiteY65" fmla="*/ 0 h 60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</a:cxnLst>
                <a:rect l="l" t="t" r="r" b="b"/>
                <a:pathLst>
                  <a:path w="607634" h="606722">
                    <a:moveTo>
                      <a:pt x="482139" y="527565"/>
                    </a:moveTo>
                    <a:cubicBezTo>
                      <a:pt x="471192" y="527565"/>
                      <a:pt x="462292" y="536449"/>
                      <a:pt x="462292" y="547377"/>
                    </a:cubicBezTo>
                    <a:cubicBezTo>
                      <a:pt x="462292" y="558304"/>
                      <a:pt x="471192" y="567099"/>
                      <a:pt x="482139" y="567099"/>
                    </a:cubicBezTo>
                    <a:cubicBezTo>
                      <a:pt x="493085" y="567099"/>
                      <a:pt x="501896" y="558304"/>
                      <a:pt x="501896" y="547377"/>
                    </a:cubicBezTo>
                    <a:cubicBezTo>
                      <a:pt x="501896" y="536449"/>
                      <a:pt x="493085" y="527565"/>
                      <a:pt x="482139" y="527565"/>
                    </a:cubicBezTo>
                    <a:close/>
                    <a:moveTo>
                      <a:pt x="257600" y="527565"/>
                    </a:moveTo>
                    <a:cubicBezTo>
                      <a:pt x="246653" y="527565"/>
                      <a:pt x="237753" y="536449"/>
                      <a:pt x="237753" y="547377"/>
                    </a:cubicBezTo>
                    <a:cubicBezTo>
                      <a:pt x="237753" y="558304"/>
                      <a:pt x="246653" y="567099"/>
                      <a:pt x="257600" y="567099"/>
                    </a:cubicBezTo>
                    <a:cubicBezTo>
                      <a:pt x="268546" y="567099"/>
                      <a:pt x="277446" y="558304"/>
                      <a:pt x="277446" y="547377"/>
                    </a:cubicBezTo>
                    <a:cubicBezTo>
                      <a:pt x="277446" y="536449"/>
                      <a:pt x="268546" y="527565"/>
                      <a:pt x="257600" y="527565"/>
                    </a:cubicBezTo>
                    <a:close/>
                    <a:moveTo>
                      <a:pt x="482139" y="488031"/>
                    </a:moveTo>
                    <a:cubicBezTo>
                      <a:pt x="514890" y="488031"/>
                      <a:pt x="541590" y="514683"/>
                      <a:pt x="541590" y="547377"/>
                    </a:cubicBezTo>
                    <a:cubicBezTo>
                      <a:pt x="541590" y="580070"/>
                      <a:pt x="514890" y="606722"/>
                      <a:pt x="482139" y="606722"/>
                    </a:cubicBezTo>
                    <a:cubicBezTo>
                      <a:pt x="449387" y="606722"/>
                      <a:pt x="422687" y="580070"/>
                      <a:pt x="422687" y="547377"/>
                    </a:cubicBezTo>
                    <a:cubicBezTo>
                      <a:pt x="422687" y="514683"/>
                      <a:pt x="449387" y="488031"/>
                      <a:pt x="482139" y="488031"/>
                    </a:cubicBezTo>
                    <a:close/>
                    <a:moveTo>
                      <a:pt x="257600" y="488031"/>
                    </a:moveTo>
                    <a:cubicBezTo>
                      <a:pt x="290351" y="488031"/>
                      <a:pt x="317051" y="514683"/>
                      <a:pt x="317051" y="547377"/>
                    </a:cubicBezTo>
                    <a:cubicBezTo>
                      <a:pt x="317051" y="580070"/>
                      <a:pt x="290351" y="606722"/>
                      <a:pt x="257600" y="606722"/>
                    </a:cubicBezTo>
                    <a:cubicBezTo>
                      <a:pt x="224848" y="606722"/>
                      <a:pt x="198148" y="580070"/>
                      <a:pt x="198148" y="547377"/>
                    </a:cubicBezTo>
                    <a:cubicBezTo>
                      <a:pt x="198148" y="514683"/>
                      <a:pt x="224848" y="488031"/>
                      <a:pt x="257600" y="488031"/>
                    </a:cubicBezTo>
                    <a:close/>
                    <a:moveTo>
                      <a:pt x="482143" y="171433"/>
                    </a:moveTo>
                    <a:cubicBezTo>
                      <a:pt x="471195" y="171433"/>
                      <a:pt x="462295" y="180320"/>
                      <a:pt x="462295" y="191251"/>
                    </a:cubicBezTo>
                    <a:lnTo>
                      <a:pt x="462295" y="270346"/>
                    </a:lnTo>
                    <a:cubicBezTo>
                      <a:pt x="462295" y="281277"/>
                      <a:pt x="471195" y="290164"/>
                      <a:pt x="482143" y="290164"/>
                    </a:cubicBezTo>
                    <a:cubicBezTo>
                      <a:pt x="493091" y="290164"/>
                      <a:pt x="501902" y="281277"/>
                      <a:pt x="501902" y="270346"/>
                    </a:cubicBezTo>
                    <a:lnTo>
                      <a:pt x="501902" y="191251"/>
                    </a:lnTo>
                    <a:cubicBezTo>
                      <a:pt x="501902" y="180320"/>
                      <a:pt x="493091" y="171433"/>
                      <a:pt x="482143" y="171433"/>
                    </a:cubicBezTo>
                    <a:close/>
                    <a:moveTo>
                      <a:pt x="363232" y="171433"/>
                    </a:moveTo>
                    <a:cubicBezTo>
                      <a:pt x="352284" y="171433"/>
                      <a:pt x="343472" y="180320"/>
                      <a:pt x="343472" y="191251"/>
                    </a:cubicBezTo>
                    <a:lnTo>
                      <a:pt x="343472" y="270346"/>
                    </a:lnTo>
                    <a:cubicBezTo>
                      <a:pt x="343472" y="281277"/>
                      <a:pt x="352284" y="290164"/>
                      <a:pt x="363232" y="290164"/>
                    </a:cubicBezTo>
                    <a:cubicBezTo>
                      <a:pt x="374179" y="290164"/>
                      <a:pt x="383080" y="281277"/>
                      <a:pt x="383080" y="270346"/>
                    </a:cubicBezTo>
                    <a:lnTo>
                      <a:pt x="383080" y="191251"/>
                    </a:lnTo>
                    <a:cubicBezTo>
                      <a:pt x="383080" y="180320"/>
                      <a:pt x="374179" y="171433"/>
                      <a:pt x="363232" y="171433"/>
                    </a:cubicBezTo>
                    <a:close/>
                    <a:moveTo>
                      <a:pt x="244320" y="171433"/>
                    </a:moveTo>
                    <a:cubicBezTo>
                      <a:pt x="233462" y="171433"/>
                      <a:pt x="224561" y="180320"/>
                      <a:pt x="224561" y="191251"/>
                    </a:cubicBezTo>
                    <a:lnTo>
                      <a:pt x="224561" y="270346"/>
                    </a:lnTo>
                    <a:cubicBezTo>
                      <a:pt x="224561" y="281277"/>
                      <a:pt x="233462" y="290164"/>
                      <a:pt x="244320" y="290164"/>
                    </a:cubicBezTo>
                    <a:cubicBezTo>
                      <a:pt x="255268" y="290164"/>
                      <a:pt x="264169" y="281277"/>
                      <a:pt x="264169" y="270346"/>
                    </a:cubicBezTo>
                    <a:lnTo>
                      <a:pt x="264169" y="191251"/>
                    </a:lnTo>
                    <a:cubicBezTo>
                      <a:pt x="264169" y="180320"/>
                      <a:pt x="255268" y="171433"/>
                      <a:pt x="244320" y="171433"/>
                    </a:cubicBezTo>
                    <a:close/>
                    <a:moveTo>
                      <a:pt x="19848" y="0"/>
                    </a:moveTo>
                    <a:lnTo>
                      <a:pt x="112236" y="0"/>
                    </a:lnTo>
                    <a:cubicBezTo>
                      <a:pt x="121760" y="0"/>
                      <a:pt x="129948" y="6754"/>
                      <a:pt x="131728" y="15997"/>
                    </a:cubicBezTo>
                    <a:lnTo>
                      <a:pt x="146503" y="92337"/>
                    </a:lnTo>
                    <a:lnTo>
                      <a:pt x="587793" y="92337"/>
                    </a:lnTo>
                    <a:cubicBezTo>
                      <a:pt x="599987" y="92337"/>
                      <a:pt x="609332" y="103268"/>
                      <a:pt x="607374" y="115355"/>
                    </a:cubicBezTo>
                    <a:lnTo>
                      <a:pt x="571149" y="332378"/>
                    </a:lnTo>
                    <a:cubicBezTo>
                      <a:pt x="577112" y="335755"/>
                      <a:pt x="581206" y="342154"/>
                      <a:pt x="581206" y="349530"/>
                    </a:cubicBezTo>
                    <a:cubicBezTo>
                      <a:pt x="581206" y="359217"/>
                      <a:pt x="574175" y="367216"/>
                      <a:pt x="565007" y="368904"/>
                    </a:cubicBezTo>
                    <a:lnTo>
                      <a:pt x="564918" y="369260"/>
                    </a:lnTo>
                    <a:lnTo>
                      <a:pt x="561358" y="369260"/>
                    </a:lnTo>
                    <a:lnTo>
                      <a:pt x="178278" y="369260"/>
                    </a:lnTo>
                    <a:cubicBezTo>
                      <a:pt x="167420" y="369260"/>
                      <a:pt x="158519" y="378147"/>
                      <a:pt x="158519" y="389078"/>
                    </a:cubicBezTo>
                    <a:cubicBezTo>
                      <a:pt x="158519" y="400009"/>
                      <a:pt x="167420" y="408896"/>
                      <a:pt x="178278" y="408896"/>
                    </a:cubicBezTo>
                    <a:lnTo>
                      <a:pt x="561358" y="408896"/>
                    </a:lnTo>
                    <a:cubicBezTo>
                      <a:pt x="572306" y="408896"/>
                      <a:pt x="581206" y="417695"/>
                      <a:pt x="581206" y="428626"/>
                    </a:cubicBezTo>
                    <a:cubicBezTo>
                      <a:pt x="581206" y="439557"/>
                      <a:pt x="572306" y="448444"/>
                      <a:pt x="561358" y="448444"/>
                    </a:cubicBezTo>
                    <a:lnTo>
                      <a:pt x="178278" y="448444"/>
                    </a:lnTo>
                    <a:cubicBezTo>
                      <a:pt x="145524" y="448444"/>
                      <a:pt x="118911" y="421783"/>
                      <a:pt x="118911" y="389078"/>
                    </a:cubicBezTo>
                    <a:cubicBezTo>
                      <a:pt x="118911" y="365349"/>
                      <a:pt x="133063" y="344909"/>
                      <a:pt x="153268" y="335400"/>
                    </a:cubicBezTo>
                    <a:lnTo>
                      <a:pt x="106184" y="92337"/>
                    </a:lnTo>
                    <a:lnTo>
                      <a:pt x="95948" y="39548"/>
                    </a:lnTo>
                    <a:lnTo>
                      <a:pt x="19848" y="39548"/>
                    </a:lnTo>
                    <a:cubicBezTo>
                      <a:pt x="8901" y="39548"/>
                      <a:pt x="0" y="30749"/>
                      <a:pt x="0" y="19818"/>
                    </a:cubicBezTo>
                    <a:cubicBezTo>
                      <a:pt x="0" y="8887"/>
                      <a:pt x="8901" y="0"/>
                      <a:pt x="198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41" name="iṥľîḋe"/>
            <p:cNvGrpSpPr/>
            <p:nvPr/>
          </p:nvGrpSpPr>
          <p:grpSpPr>
            <a:xfrm>
              <a:off x="9233418" y="2489949"/>
              <a:ext cx="971478" cy="971478"/>
              <a:chOff x="1647897" y="1288637"/>
              <a:chExt cx="971478" cy="971478"/>
            </a:xfrm>
          </p:grpSpPr>
          <p:sp>
            <p:nvSpPr>
              <p:cNvPr id="70" name="îşlîḋé"/>
              <p:cNvSpPr/>
              <p:nvPr/>
            </p:nvSpPr>
            <p:spPr>
              <a:xfrm flipH="1">
                <a:off x="1647897" y="1288637"/>
                <a:ext cx="971478" cy="971478"/>
              </a:xfrm>
              <a:prstGeom prst="ellipse">
                <a:avLst/>
              </a:prstGeom>
              <a:solidFill>
                <a:schemeClr val="bg1"/>
              </a:solidFill>
              <a:ln w="38100" cap="flat" cmpd="sng" algn="ctr">
                <a:solidFill>
                  <a:schemeClr val="tx2">
                    <a:lumMod val="20000"/>
                    <a:lumOff val="80000"/>
                  </a:schemeClr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 lang="zh-CN" altLang="en-US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71" name="íşļíḍè" title="S8je3JnNJtZFZzf"/>
              <p:cNvSpPr/>
              <p:nvPr/>
            </p:nvSpPr>
            <p:spPr bwMode="auto">
              <a:xfrm>
                <a:off x="1856912" y="1509621"/>
                <a:ext cx="553449" cy="529508"/>
              </a:xfrm>
              <a:custGeom>
                <a:avLst/>
                <a:gdLst>
                  <a:gd name="T0" fmla="*/ 6281 w 6554"/>
                  <a:gd name="T1" fmla="*/ 4642 h 6280"/>
                  <a:gd name="T2" fmla="*/ 6554 w 6554"/>
                  <a:gd name="T3" fmla="*/ 4369 h 6280"/>
                  <a:gd name="T4" fmla="*/ 6554 w 6554"/>
                  <a:gd name="T5" fmla="*/ 1365 h 6280"/>
                  <a:gd name="T6" fmla="*/ 6281 w 6554"/>
                  <a:gd name="T7" fmla="*/ 1092 h 6280"/>
                  <a:gd name="T8" fmla="*/ 1365 w 6554"/>
                  <a:gd name="T9" fmla="*/ 1092 h 6280"/>
                  <a:gd name="T10" fmla="*/ 1365 w 6554"/>
                  <a:gd name="T11" fmla="*/ 273 h 6280"/>
                  <a:gd name="T12" fmla="*/ 1092 w 6554"/>
                  <a:gd name="T13" fmla="*/ 0 h 6280"/>
                  <a:gd name="T14" fmla="*/ 273 w 6554"/>
                  <a:gd name="T15" fmla="*/ 0 h 6280"/>
                  <a:gd name="T16" fmla="*/ 0 w 6554"/>
                  <a:gd name="T17" fmla="*/ 273 h 6280"/>
                  <a:gd name="T18" fmla="*/ 273 w 6554"/>
                  <a:gd name="T19" fmla="*/ 546 h 6280"/>
                  <a:gd name="T20" fmla="*/ 819 w 6554"/>
                  <a:gd name="T21" fmla="*/ 546 h 6280"/>
                  <a:gd name="T22" fmla="*/ 819 w 6554"/>
                  <a:gd name="T23" fmla="*/ 1365 h 6280"/>
                  <a:gd name="T24" fmla="*/ 819 w 6554"/>
                  <a:gd name="T25" fmla="*/ 1638 h 6280"/>
                  <a:gd name="T26" fmla="*/ 819 w 6554"/>
                  <a:gd name="T27" fmla="*/ 4369 h 6280"/>
                  <a:gd name="T28" fmla="*/ 819 w 6554"/>
                  <a:gd name="T29" fmla="*/ 5734 h 6280"/>
                  <a:gd name="T30" fmla="*/ 1092 w 6554"/>
                  <a:gd name="T31" fmla="*/ 6007 h 6280"/>
                  <a:gd name="T32" fmla="*/ 2260 w 6554"/>
                  <a:gd name="T33" fmla="*/ 6007 h 6280"/>
                  <a:gd name="T34" fmla="*/ 2731 w 6554"/>
                  <a:gd name="T35" fmla="*/ 6280 h 6280"/>
                  <a:gd name="T36" fmla="*/ 3201 w 6554"/>
                  <a:gd name="T37" fmla="*/ 6007 h 6280"/>
                  <a:gd name="T38" fmla="*/ 5537 w 6554"/>
                  <a:gd name="T39" fmla="*/ 6007 h 6280"/>
                  <a:gd name="T40" fmla="*/ 6007 w 6554"/>
                  <a:gd name="T41" fmla="*/ 6280 h 6280"/>
                  <a:gd name="T42" fmla="*/ 6554 w 6554"/>
                  <a:gd name="T43" fmla="*/ 5734 h 6280"/>
                  <a:gd name="T44" fmla="*/ 6007 w 6554"/>
                  <a:gd name="T45" fmla="*/ 5188 h 6280"/>
                  <a:gd name="T46" fmla="*/ 5537 w 6554"/>
                  <a:gd name="T47" fmla="*/ 5461 h 6280"/>
                  <a:gd name="T48" fmla="*/ 3201 w 6554"/>
                  <a:gd name="T49" fmla="*/ 5461 h 6280"/>
                  <a:gd name="T50" fmla="*/ 2731 w 6554"/>
                  <a:gd name="T51" fmla="*/ 5188 h 6280"/>
                  <a:gd name="T52" fmla="*/ 2260 w 6554"/>
                  <a:gd name="T53" fmla="*/ 5461 h 6280"/>
                  <a:gd name="T54" fmla="*/ 1365 w 6554"/>
                  <a:gd name="T55" fmla="*/ 5461 h 6280"/>
                  <a:gd name="T56" fmla="*/ 1365 w 6554"/>
                  <a:gd name="T57" fmla="*/ 4642 h 6280"/>
                  <a:gd name="T58" fmla="*/ 6281 w 6554"/>
                  <a:gd name="T59" fmla="*/ 4642 h 6280"/>
                  <a:gd name="T60" fmla="*/ 2811 w 6554"/>
                  <a:gd name="T61" fmla="*/ 2537 h 6280"/>
                  <a:gd name="T62" fmla="*/ 3630 w 6554"/>
                  <a:gd name="T63" fmla="*/ 1718 h 6280"/>
                  <a:gd name="T64" fmla="*/ 3719 w 6554"/>
                  <a:gd name="T65" fmla="*/ 1659 h 6280"/>
                  <a:gd name="T66" fmla="*/ 3927 w 6554"/>
                  <a:gd name="T67" fmla="*/ 1659 h 6280"/>
                  <a:gd name="T68" fmla="*/ 4016 w 6554"/>
                  <a:gd name="T69" fmla="*/ 1718 h 6280"/>
                  <a:gd name="T70" fmla="*/ 4835 w 6554"/>
                  <a:gd name="T71" fmla="*/ 2537 h 6280"/>
                  <a:gd name="T72" fmla="*/ 4835 w 6554"/>
                  <a:gd name="T73" fmla="*/ 2923 h 6280"/>
                  <a:gd name="T74" fmla="*/ 4642 w 6554"/>
                  <a:gd name="T75" fmla="*/ 3003 h 6280"/>
                  <a:gd name="T76" fmla="*/ 4449 w 6554"/>
                  <a:gd name="T77" fmla="*/ 2923 h 6280"/>
                  <a:gd name="T78" fmla="*/ 4096 w 6554"/>
                  <a:gd name="T79" fmla="*/ 2570 h 6280"/>
                  <a:gd name="T80" fmla="*/ 4096 w 6554"/>
                  <a:gd name="T81" fmla="*/ 3822 h 6280"/>
                  <a:gd name="T82" fmla="*/ 3823 w 6554"/>
                  <a:gd name="T83" fmla="*/ 4096 h 6280"/>
                  <a:gd name="T84" fmla="*/ 3550 w 6554"/>
                  <a:gd name="T85" fmla="*/ 3822 h 6280"/>
                  <a:gd name="T86" fmla="*/ 3550 w 6554"/>
                  <a:gd name="T87" fmla="*/ 2570 h 6280"/>
                  <a:gd name="T88" fmla="*/ 3197 w 6554"/>
                  <a:gd name="T89" fmla="*/ 2923 h 6280"/>
                  <a:gd name="T90" fmla="*/ 3004 w 6554"/>
                  <a:gd name="T91" fmla="*/ 3003 h 6280"/>
                  <a:gd name="T92" fmla="*/ 2811 w 6554"/>
                  <a:gd name="T93" fmla="*/ 2923 h 6280"/>
                  <a:gd name="T94" fmla="*/ 2811 w 6554"/>
                  <a:gd name="T95" fmla="*/ 2537 h 6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6554" h="6280">
                    <a:moveTo>
                      <a:pt x="6281" y="4642"/>
                    </a:moveTo>
                    <a:cubicBezTo>
                      <a:pt x="6431" y="4642"/>
                      <a:pt x="6554" y="4520"/>
                      <a:pt x="6554" y="4369"/>
                    </a:cubicBezTo>
                    <a:lnTo>
                      <a:pt x="6554" y="1365"/>
                    </a:lnTo>
                    <a:cubicBezTo>
                      <a:pt x="6554" y="1214"/>
                      <a:pt x="6431" y="1092"/>
                      <a:pt x="6281" y="1092"/>
                    </a:cubicBezTo>
                    <a:lnTo>
                      <a:pt x="1365" y="1092"/>
                    </a:lnTo>
                    <a:lnTo>
                      <a:pt x="1365" y="273"/>
                    </a:lnTo>
                    <a:cubicBezTo>
                      <a:pt x="1365" y="122"/>
                      <a:pt x="1243" y="0"/>
                      <a:pt x="1092" y="0"/>
                    </a:cubicBezTo>
                    <a:lnTo>
                      <a:pt x="273" y="0"/>
                    </a:lnTo>
                    <a:cubicBezTo>
                      <a:pt x="122" y="0"/>
                      <a:pt x="0" y="122"/>
                      <a:pt x="0" y="273"/>
                    </a:cubicBezTo>
                    <a:cubicBezTo>
                      <a:pt x="0" y="424"/>
                      <a:pt x="122" y="546"/>
                      <a:pt x="273" y="546"/>
                    </a:cubicBezTo>
                    <a:lnTo>
                      <a:pt x="819" y="546"/>
                    </a:lnTo>
                    <a:lnTo>
                      <a:pt x="819" y="1365"/>
                    </a:lnTo>
                    <a:lnTo>
                      <a:pt x="819" y="1638"/>
                    </a:lnTo>
                    <a:lnTo>
                      <a:pt x="819" y="4369"/>
                    </a:lnTo>
                    <a:lnTo>
                      <a:pt x="819" y="5734"/>
                    </a:lnTo>
                    <a:cubicBezTo>
                      <a:pt x="819" y="5885"/>
                      <a:pt x="942" y="6007"/>
                      <a:pt x="1092" y="6007"/>
                    </a:cubicBezTo>
                    <a:lnTo>
                      <a:pt x="2260" y="6007"/>
                    </a:lnTo>
                    <a:cubicBezTo>
                      <a:pt x="2355" y="6169"/>
                      <a:pt x="2529" y="6280"/>
                      <a:pt x="2731" y="6280"/>
                    </a:cubicBezTo>
                    <a:cubicBezTo>
                      <a:pt x="2932" y="6280"/>
                      <a:pt x="3106" y="6169"/>
                      <a:pt x="3201" y="6007"/>
                    </a:cubicBezTo>
                    <a:lnTo>
                      <a:pt x="5537" y="6007"/>
                    </a:lnTo>
                    <a:cubicBezTo>
                      <a:pt x="5632" y="6169"/>
                      <a:pt x="5806" y="6280"/>
                      <a:pt x="6007" y="6280"/>
                    </a:cubicBezTo>
                    <a:cubicBezTo>
                      <a:pt x="6309" y="6280"/>
                      <a:pt x="6554" y="6036"/>
                      <a:pt x="6554" y="5734"/>
                    </a:cubicBezTo>
                    <a:cubicBezTo>
                      <a:pt x="6554" y="5432"/>
                      <a:pt x="6309" y="5188"/>
                      <a:pt x="6007" y="5188"/>
                    </a:cubicBezTo>
                    <a:cubicBezTo>
                      <a:pt x="5806" y="5188"/>
                      <a:pt x="5632" y="5298"/>
                      <a:pt x="5537" y="5461"/>
                    </a:cubicBezTo>
                    <a:lnTo>
                      <a:pt x="3201" y="5461"/>
                    </a:lnTo>
                    <a:cubicBezTo>
                      <a:pt x="3106" y="5298"/>
                      <a:pt x="2932" y="5188"/>
                      <a:pt x="2731" y="5188"/>
                    </a:cubicBezTo>
                    <a:cubicBezTo>
                      <a:pt x="2529" y="5188"/>
                      <a:pt x="2355" y="5298"/>
                      <a:pt x="2260" y="5461"/>
                    </a:cubicBezTo>
                    <a:lnTo>
                      <a:pt x="1365" y="5461"/>
                    </a:lnTo>
                    <a:lnTo>
                      <a:pt x="1365" y="4642"/>
                    </a:lnTo>
                    <a:lnTo>
                      <a:pt x="6281" y="4642"/>
                    </a:lnTo>
                    <a:close/>
                    <a:moveTo>
                      <a:pt x="2811" y="2537"/>
                    </a:moveTo>
                    <a:lnTo>
                      <a:pt x="3630" y="1718"/>
                    </a:lnTo>
                    <a:cubicBezTo>
                      <a:pt x="3655" y="1693"/>
                      <a:pt x="3685" y="1673"/>
                      <a:pt x="3719" y="1659"/>
                    </a:cubicBezTo>
                    <a:cubicBezTo>
                      <a:pt x="3785" y="1631"/>
                      <a:pt x="3861" y="1631"/>
                      <a:pt x="3927" y="1659"/>
                    </a:cubicBezTo>
                    <a:cubicBezTo>
                      <a:pt x="3961" y="1673"/>
                      <a:pt x="3991" y="1693"/>
                      <a:pt x="4016" y="1718"/>
                    </a:cubicBezTo>
                    <a:lnTo>
                      <a:pt x="4835" y="2537"/>
                    </a:lnTo>
                    <a:cubicBezTo>
                      <a:pt x="4942" y="2644"/>
                      <a:pt x="4942" y="2816"/>
                      <a:pt x="4835" y="2923"/>
                    </a:cubicBezTo>
                    <a:cubicBezTo>
                      <a:pt x="4782" y="2977"/>
                      <a:pt x="4712" y="3003"/>
                      <a:pt x="4642" y="3003"/>
                    </a:cubicBezTo>
                    <a:cubicBezTo>
                      <a:pt x="4572" y="3003"/>
                      <a:pt x="4502" y="2977"/>
                      <a:pt x="4449" y="2923"/>
                    </a:cubicBezTo>
                    <a:lnTo>
                      <a:pt x="4096" y="2570"/>
                    </a:lnTo>
                    <a:lnTo>
                      <a:pt x="4096" y="3822"/>
                    </a:lnTo>
                    <a:cubicBezTo>
                      <a:pt x="4096" y="3973"/>
                      <a:pt x="3974" y="4096"/>
                      <a:pt x="3823" y="4096"/>
                    </a:cubicBezTo>
                    <a:cubicBezTo>
                      <a:pt x="3672" y="4096"/>
                      <a:pt x="3550" y="3973"/>
                      <a:pt x="3550" y="3822"/>
                    </a:cubicBezTo>
                    <a:lnTo>
                      <a:pt x="3550" y="2570"/>
                    </a:lnTo>
                    <a:lnTo>
                      <a:pt x="3197" y="2923"/>
                    </a:lnTo>
                    <a:cubicBezTo>
                      <a:pt x="3144" y="2977"/>
                      <a:pt x="3074" y="3003"/>
                      <a:pt x="3004" y="3003"/>
                    </a:cubicBezTo>
                    <a:cubicBezTo>
                      <a:pt x="2934" y="3003"/>
                      <a:pt x="2864" y="2977"/>
                      <a:pt x="2811" y="2923"/>
                    </a:cubicBezTo>
                    <a:cubicBezTo>
                      <a:pt x="2704" y="2816"/>
                      <a:pt x="2704" y="2644"/>
                      <a:pt x="2811" y="25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42" name="îṣḷiďè"/>
            <p:cNvGrpSpPr/>
            <p:nvPr/>
          </p:nvGrpSpPr>
          <p:grpSpPr>
            <a:xfrm>
              <a:off x="5610261" y="2489949"/>
              <a:ext cx="971478" cy="971478"/>
              <a:chOff x="1647897" y="1288637"/>
              <a:chExt cx="971478" cy="971478"/>
            </a:xfrm>
          </p:grpSpPr>
          <p:sp>
            <p:nvSpPr>
              <p:cNvPr id="68" name="ïSḷïḋè"/>
              <p:cNvSpPr/>
              <p:nvPr/>
            </p:nvSpPr>
            <p:spPr>
              <a:xfrm flipH="1">
                <a:off x="1647897" y="1288637"/>
                <a:ext cx="971478" cy="971478"/>
              </a:xfrm>
              <a:prstGeom prst="ellipse">
                <a:avLst/>
              </a:prstGeom>
              <a:solidFill>
                <a:schemeClr val="bg1"/>
              </a:solidFill>
              <a:ln w="38100" cap="flat" cmpd="sng" algn="ctr">
                <a:solidFill>
                  <a:schemeClr val="tx2">
                    <a:lumMod val="20000"/>
                    <a:lumOff val="80000"/>
                  </a:schemeClr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 lang="zh-CN" altLang="en-US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69" name="išľiďè" title="S8je3JnNJtZFZzf"/>
              <p:cNvSpPr/>
              <p:nvPr/>
            </p:nvSpPr>
            <p:spPr bwMode="auto">
              <a:xfrm>
                <a:off x="1856912" y="1516339"/>
                <a:ext cx="553449" cy="516072"/>
              </a:xfrm>
              <a:custGeom>
                <a:avLst/>
                <a:gdLst>
                  <a:gd name="T0" fmla="*/ 3958 w 4630"/>
                  <a:gd name="T1" fmla="*/ 1193 h 4324"/>
                  <a:gd name="T2" fmla="*/ 3772 w 4630"/>
                  <a:gd name="T3" fmla="*/ 1223 h 4324"/>
                  <a:gd name="T4" fmla="*/ 3358 w 4630"/>
                  <a:gd name="T5" fmla="*/ 1778 h 4324"/>
                  <a:gd name="T6" fmla="*/ 3055 w 4630"/>
                  <a:gd name="T7" fmla="*/ 1876 h 4324"/>
                  <a:gd name="T8" fmla="*/ 2515 w 4630"/>
                  <a:gd name="T9" fmla="*/ 1484 h 4324"/>
                  <a:gd name="T10" fmla="*/ 2515 w 4630"/>
                  <a:gd name="T11" fmla="*/ 1166 h 4324"/>
                  <a:gd name="T12" fmla="*/ 2915 w 4630"/>
                  <a:gd name="T13" fmla="*/ 600 h 4324"/>
                  <a:gd name="T14" fmla="*/ 2315 w 4630"/>
                  <a:gd name="T15" fmla="*/ 0 h 4324"/>
                  <a:gd name="T16" fmla="*/ 1715 w 4630"/>
                  <a:gd name="T17" fmla="*/ 600 h 4324"/>
                  <a:gd name="T18" fmla="*/ 2115 w 4630"/>
                  <a:gd name="T19" fmla="*/ 1166 h 4324"/>
                  <a:gd name="T20" fmla="*/ 2115 w 4630"/>
                  <a:gd name="T21" fmla="*/ 1484 h 4324"/>
                  <a:gd name="T22" fmla="*/ 1575 w 4630"/>
                  <a:gd name="T23" fmla="*/ 1877 h 4324"/>
                  <a:gd name="T24" fmla="*/ 1273 w 4630"/>
                  <a:gd name="T25" fmla="*/ 1778 h 4324"/>
                  <a:gd name="T26" fmla="*/ 858 w 4630"/>
                  <a:gd name="T27" fmla="*/ 1223 h 4324"/>
                  <a:gd name="T28" fmla="*/ 673 w 4630"/>
                  <a:gd name="T29" fmla="*/ 1193 h 4324"/>
                  <a:gd name="T30" fmla="*/ 102 w 4630"/>
                  <a:gd name="T31" fmla="*/ 1608 h 4324"/>
                  <a:gd name="T32" fmla="*/ 488 w 4630"/>
                  <a:gd name="T33" fmla="*/ 2364 h 4324"/>
                  <a:gd name="T34" fmla="*/ 673 w 4630"/>
                  <a:gd name="T35" fmla="*/ 2394 h 4324"/>
                  <a:gd name="T36" fmla="*/ 1149 w 4630"/>
                  <a:gd name="T37" fmla="*/ 2159 h 4324"/>
                  <a:gd name="T38" fmla="*/ 1452 w 4630"/>
                  <a:gd name="T39" fmla="*/ 2258 h 4324"/>
                  <a:gd name="T40" fmla="*/ 1449 w 4630"/>
                  <a:gd name="T41" fmla="*/ 2327 h 4324"/>
                  <a:gd name="T42" fmla="*/ 1658 w 4630"/>
                  <a:gd name="T43" fmla="*/ 2891 h 4324"/>
                  <a:gd name="T44" fmla="*/ 1471 w 4630"/>
                  <a:gd name="T45" fmla="*/ 3149 h 4324"/>
                  <a:gd name="T46" fmla="*/ 1301 w 4630"/>
                  <a:gd name="T47" fmla="*/ 3124 h 4324"/>
                  <a:gd name="T48" fmla="*/ 815 w 4630"/>
                  <a:gd name="T49" fmla="*/ 3371 h 4324"/>
                  <a:gd name="T50" fmla="*/ 948 w 4630"/>
                  <a:gd name="T51" fmla="*/ 4209 h 4324"/>
                  <a:gd name="T52" fmla="*/ 1300 w 4630"/>
                  <a:gd name="T53" fmla="*/ 4324 h 4324"/>
                  <a:gd name="T54" fmla="*/ 1786 w 4630"/>
                  <a:gd name="T55" fmla="*/ 4077 h 4324"/>
                  <a:gd name="T56" fmla="*/ 1795 w 4630"/>
                  <a:gd name="T57" fmla="*/ 3384 h 4324"/>
                  <a:gd name="T58" fmla="*/ 1981 w 4630"/>
                  <a:gd name="T59" fmla="*/ 3127 h 4324"/>
                  <a:gd name="T60" fmla="*/ 2315 w 4630"/>
                  <a:gd name="T61" fmla="*/ 3194 h 4324"/>
                  <a:gd name="T62" fmla="*/ 2647 w 4630"/>
                  <a:gd name="T63" fmla="*/ 3127 h 4324"/>
                  <a:gd name="T64" fmla="*/ 2836 w 4630"/>
                  <a:gd name="T65" fmla="*/ 3385 h 4324"/>
                  <a:gd name="T66" fmla="*/ 2845 w 4630"/>
                  <a:gd name="T67" fmla="*/ 4077 h 4324"/>
                  <a:gd name="T68" fmla="*/ 3331 w 4630"/>
                  <a:gd name="T69" fmla="*/ 4324 h 4324"/>
                  <a:gd name="T70" fmla="*/ 3331 w 4630"/>
                  <a:gd name="T71" fmla="*/ 4324 h 4324"/>
                  <a:gd name="T72" fmla="*/ 3683 w 4630"/>
                  <a:gd name="T73" fmla="*/ 4209 h 4324"/>
                  <a:gd name="T74" fmla="*/ 3816 w 4630"/>
                  <a:gd name="T75" fmla="*/ 3371 h 4324"/>
                  <a:gd name="T76" fmla="*/ 3330 w 4630"/>
                  <a:gd name="T77" fmla="*/ 3124 h 4324"/>
                  <a:gd name="T78" fmla="*/ 3159 w 4630"/>
                  <a:gd name="T79" fmla="*/ 3149 h 4324"/>
                  <a:gd name="T80" fmla="*/ 2971 w 4630"/>
                  <a:gd name="T81" fmla="*/ 2893 h 4324"/>
                  <a:gd name="T82" fmla="*/ 3182 w 4630"/>
                  <a:gd name="T83" fmla="*/ 2327 h 4324"/>
                  <a:gd name="T84" fmla="*/ 3179 w 4630"/>
                  <a:gd name="T85" fmla="*/ 2257 h 4324"/>
                  <a:gd name="T86" fmla="*/ 3481 w 4630"/>
                  <a:gd name="T87" fmla="*/ 2159 h 4324"/>
                  <a:gd name="T88" fmla="*/ 3957 w 4630"/>
                  <a:gd name="T89" fmla="*/ 2394 h 4324"/>
                  <a:gd name="T90" fmla="*/ 3957 w 4630"/>
                  <a:gd name="T91" fmla="*/ 2394 h 4324"/>
                  <a:gd name="T92" fmla="*/ 4143 w 4630"/>
                  <a:gd name="T93" fmla="*/ 2364 h 4324"/>
                  <a:gd name="T94" fmla="*/ 4528 w 4630"/>
                  <a:gd name="T95" fmla="*/ 1608 h 4324"/>
                  <a:gd name="T96" fmla="*/ 3958 w 4630"/>
                  <a:gd name="T97" fmla="*/ 1193 h 4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630" h="4324">
                    <a:moveTo>
                      <a:pt x="3958" y="1193"/>
                    </a:moveTo>
                    <a:cubicBezTo>
                      <a:pt x="3895" y="1193"/>
                      <a:pt x="3832" y="1203"/>
                      <a:pt x="3772" y="1223"/>
                    </a:cubicBezTo>
                    <a:cubicBezTo>
                      <a:pt x="3524" y="1304"/>
                      <a:pt x="3364" y="1531"/>
                      <a:pt x="3358" y="1778"/>
                    </a:cubicBezTo>
                    <a:lnTo>
                      <a:pt x="3055" y="1876"/>
                    </a:lnTo>
                    <a:cubicBezTo>
                      <a:pt x="2936" y="1682"/>
                      <a:pt x="2743" y="1538"/>
                      <a:pt x="2515" y="1484"/>
                    </a:cubicBezTo>
                    <a:lnTo>
                      <a:pt x="2515" y="1166"/>
                    </a:lnTo>
                    <a:cubicBezTo>
                      <a:pt x="2748" y="1083"/>
                      <a:pt x="2915" y="861"/>
                      <a:pt x="2915" y="600"/>
                    </a:cubicBezTo>
                    <a:cubicBezTo>
                      <a:pt x="2915" y="270"/>
                      <a:pt x="2646" y="0"/>
                      <a:pt x="2315" y="0"/>
                    </a:cubicBezTo>
                    <a:cubicBezTo>
                      <a:pt x="1984" y="0"/>
                      <a:pt x="1715" y="270"/>
                      <a:pt x="1715" y="600"/>
                    </a:cubicBezTo>
                    <a:cubicBezTo>
                      <a:pt x="1715" y="861"/>
                      <a:pt x="1882" y="1083"/>
                      <a:pt x="2115" y="1166"/>
                    </a:cubicBezTo>
                    <a:lnTo>
                      <a:pt x="2115" y="1484"/>
                    </a:lnTo>
                    <a:cubicBezTo>
                      <a:pt x="1887" y="1538"/>
                      <a:pt x="1694" y="1682"/>
                      <a:pt x="1575" y="1877"/>
                    </a:cubicBezTo>
                    <a:lnTo>
                      <a:pt x="1273" y="1778"/>
                    </a:lnTo>
                    <a:cubicBezTo>
                      <a:pt x="1266" y="1531"/>
                      <a:pt x="1107" y="1304"/>
                      <a:pt x="858" y="1223"/>
                    </a:cubicBezTo>
                    <a:cubicBezTo>
                      <a:pt x="798" y="1203"/>
                      <a:pt x="736" y="1193"/>
                      <a:pt x="673" y="1193"/>
                    </a:cubicBezTo>
                    <a:cubicBezTo>
                      <a:pt x="412" y="1193"/>
                      <a:pt x="183" y="1360"/>
                      <a:pt x="102" y="1608"/>
                    </a:cubicBezTo>
                    <a:cubicBezTo>
                      <a:pt x="0" y="1923"/>
                      <a:pt x="173" y="2262"/>
                      <a:pt x="488" y="2364"/>
                    </a:cubicBezTo>
                    <a:cubicBezTo>
                      <a:pt x="548" y="2384"/>
                      <a:pt x="610" y="2394"/>
                      <a:pt x="673" y="2394"/>
                    </a:cubicBezTo>
                    <a:cubicBezTo>
                      <a:pt x="864" y="2394"/>
                      <a:pt x="1038" y="2304"/>
                      <a:pt x="1149" y="2159"/>
                    </a:cubicBezTo>
                    <a:lnTo>
                      <a:pt x="1452" y="2258"/>
                    </a:lnTo>
                    <a:cubicBezTo>
                      <a:pt x="1450" y="2281"/>
                      <a:pt x="1449" y="2304"/>
                      <a:pt x="1449" y="2327"/>
                    </a:cubicBezTo>
                    <a:cubicBezTo>
                      <a:pt x="1449" y="2542"/>
                      <a:pt x="1528" y="2740"/>
                      <a:pt x="1658" y="2891"/>
                    </a:cubicBezTo>
                    <a:lnTo>
                      <a:pt x="1471" y="3149"/>
                    </a:lnTo>
                    <a:cubicBezTo>
                      <a:pt x="1416" y="3132"/>
                      <a:pt x="1359" y="3124"/>
                      <a:pt x="1301" y="3124"/>
                    </a:cubicBezTo>
                    <a:cubicBezTo>
                      <a:pt x="1109" y="3124"/>
                      <a:pt x="927" y="3216"/>
                      <a:pt x="815" y="3371"/>
                    </a:cubicBezTo>
                    <a:cubicBezTo>
                      <a:pt x="620" y="3639"/>
                      <a:pt x="680" y="4015"/>
                      <a:pt x="948" y="4209"/>
                    </a:cubicBezTo>
                    <a:cubicBezTo>
                      <a:pt x="1051" y="4284"/>
                      <a:pt x="1173" y="4324"/>
                      <a:pt x="1300" y="4324"/>
                    </a:cubicBezTo>
                    <a:cubicBezTo>
                      <a:pt x="1492" y="4324"/>
                      <a:pt x="1673" y="4232"/>
                      <a:pt x="1786" y="4077"/>
                    </a:cubicBezTo>
                    <a:cubicBezTo>
                      <a:pt x="1939" y="3866"/>
                      <a:pt x="1934" y="3588"/>
                      <a:pt x="1795" y="3384"/>
                    </a:cubicBezTo>
                    <a:lnTo>
                      <a:pt x="1981" y="3127"/>
                    </a:lnTo>
                    <a:cubicBezTo>
                      <a:pt x="2084" y="3170"/>
                      <a:pt x="2197" y="3194"/>
                      <a:pt x="2315" y="3194"/>
                    </a:cubicBezTo>
                    <a:cubicBezTo>
                      <a:pt x="2433" y="3194"/>
                      <a:pt x="2545" y="3170"/>
                      <a:pt x="2647" y="3127"/>
                    </a:cubicBezTo>
                    <a:lnTo>
                      <a:pt x="2836" y="3385"/>
                    </a:lnTo>
                    <a:cubicBezTo>
                      <a:pt x="2696" y="3588"/>
                      <a:pt x="2692" y="3866"/>
                      <a:pt x="2845" y="4077"/>
                    </a:cubicBezTo>
                    <a:cubicBezTo>
                      <a:pt x="2957" y="4232"/>
                      <a:pt x="3139" y="4324"/>
                      <a:pt x="3331" y="4324"/>
                    </a:cubicBezTo>
                    <a:lnTo>
                      <a:pt x="3331" y="4324"/>
                    </a:lnTo>
                    <a:cubicBezTo>
                      <a:pt x="3458" y="4324"/>
                      <a:pt x="3580" y="4284"/>
                      <a:pt x="3683" y="4209"/>
                    </a:cubicBezTo>
                    <a:cubicBezTo>
                      <a:pt x="3951" y="4015"/>
                      <a:pt x="4010" y="3639"/>
                      <a:pt x="3816" y="3371"/>
                    </a:cubicBezTo>
                    <a:cubicBezTo>
                      <a:pt x="3703" y="3216"/>
                      <a:pt x="3522" y="3124"/>
                      <a:pt x="3330" y="3124"/>
                    </a:cubicBezTo>
                    <a:cubicBezTo>
                      <a:pt x="3271" y="3124"/>
                      <a:pt x="3214" y="3133"/>
                      <a:pt x="3159" y="3149"/>
                    </a:cubicBezTo>
                    <a:lnTo>
                      <a:pt x="2971" y="2893"/>
                    </a:lnTo>
                    <a:cubicBezTo>
                      <a:pt x="3102" y="2741"/>
                      <a:pt x="3182" y="2543"/>
                      <a:pt x="3182" y="2327"/>
                    </a:cubicBezTo>
                    <a:cubicBezTo>
                      <a:pt x="3182" y="2303"/>
                      <a:pt x="3181" y="2280"/>
                      <a:pt x="3179" y="2257"/>
                    </a:cubicBezTo>
                    <a:lnTo>
                      <a:pt x="3481" y="2159"/>
                    </a:lnTo>
                    <a:cubicBezTo>
                      <a:pt x="3592" y="2304"/>
                      <a:pt x="3766" y="2394"/>
                      <a:pt x="3957" y="2394"/>
                    </a:cubicBezTo>
                    <a:lnTo>
                      <a:pt x="3957" y="2394"/>
                    </a:lnTo>
                    <a:cubicBezTo>
                      <a:pt x="4020" y="2394"/>
                      <a:pt x="4083" y="2384"/>
                      <a:pt x="4143" y="2364"/>
                    </a:cubicBezTo>
                    <a:cubicBezTo>
                      <a:pt x="4458" y="2262"/>
                      <a:pt x="4630" y="1923"/>
                      <a:pt x="4528" y="1608"/>
                    </a:cubicBezTo>
                    <a:cubicBezTo>
                      <a:pt x="4447" y="1360"/>
                      <a:pt x="4218" y="1193"/>
                      <a:pt x="3958" y="11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43" name="íş1îḓe"/>
            <p:cNvSpPr txBox="1"/>
            <p:nvPr/>
          </p:nvSpPr>
          <p:spPr bwMode="auto">
            <a:xfrm>
              <a:off x="1234911" y="3681732"/>
              <a:ext cx="2501075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44" name="ïśľïďè"/>
            <p:cNvSpPr txBox="1"/>
            <p:nvPr/>
          </p:nvSpPr>
          <p:spPr bwMode="auto">
            <a:xfrm>
              <a:off x="4844668" y="3681732"/>
              <a:ext cx="2501075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45" name="islïḍe"/>
            <p:cNvSpPr txBox="1"/>
            <p:nvPr/>
          </p:nvSpPr>
          <p:spPr bwMode="auto">
            <a:xfrm>
              <a:off x="8454425" y="3681732"/>
              <a:ext cx="2501075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cxnSp>
          <p:nvCxnSpPr>
            <p:cNvPr id="46" name="直接连接符 45"/>
            <p:cNvCxnSpPr/>
            <p:nvPr/>
          </p:nvCxnSpPr>
          <p:spPr>
            <a:xfrm>
              <a:off x="4290327" y="3233723"/>
              <a:ext cx="0" cy="2909902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7900084" y="3233723"/>
              <a:ext cx="0" cy="2909902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" name="ïṣḻîḋê"/>
            <p:cNvGrpSpPr/>
            <p:nvPr/>
          </p:nvGrpSpPr>
          <p:grpSpPr>
            <a:xfrm>
              <a:off x="764985" y="4477750"/>
              <a:ext cx="3440928" cy="405822"/>
              <a:chOff x="670502" y="4415254"/>
              <a:chExt cx="3440928" cy="405822"/>
            </a:xfrm>
          </p:grpSpPr>
          <p:sp>
            <p:nvSpPr>
              <p:cNvPr id="65" name="iṩ1îḑé"/>
              <p:cNvSpPr/>
              <p:nvPr/>
            </p:nvSpPr>
            <p:spPr>
              <a:xfrm>
                <a:off x="670502" y="4415254"/>
                <a:ext cx="1060498" cy="40582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îŝľïďè"/>
              <p:cNvSpPr/>
              <p:nvPr/>
            </p:nvSpPr>
            <p:spPr>
              <a:xfrm>
                <a:off x="1860717" y="4415254"/>
                <a:ext cx="1060498" cy="40582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iś1ïḍè"/>
              <p:cNvSpPr/>
              <p:nvPr/>
            </p:nvSpPr>
            <p:spPr>
              <a:xfrm>
                <a:off x="3050932" y="4415254"/>
                <a:ext cx="1060498" cy="40582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9" name="iS1îḓê"/>
            <p:cNvGrpSpPr/>
            <p:nvPr/>
          </p:nvGrpSpPr>
          <p:grpSpPr>
            <a:xfrm>
              <a:off x="764985" y="5020675"/>
              <a:ext cx="3440928" cy="405822"/>
              <a:chOff x="670502" y="4415254"/>
              <a:chExt cx="3440928" cy="405822"/>
            </a:xfrm>
          </p:grpSpPr>
          <p:sp>
            <p:nvSpPr>
              <p:cNvPr id="62" name="îṧlíḑe"/>
              <p:cNvSpPr/>
              <p:nvPr/>
            </p:nvSpPr>
            <p:spPr>
              <a:xfrm>
                <a:off x="670502" y="4415254"/>
                <a:ext cx="1060498" cy="40582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ïs1íḓe"/>
              <p:cNvSpPr/>
              <p:nvPr/>
            </p:nvSpPr>
            <p:spPr>
              <a:xfrm>
                <a:off x="1860717" y="4415254"/>
                <a:ext cx="1060498" cy="40582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ïsľíḋè"/>
              <p:cNvSpPr/>
              <p:nvPr/>
            </p:nvSpPr>
            <p:spPr>
              <a:xfrm>
                <a:off x="3050932" y="4415254"/>
                <a:ext cx="1060498" cy="40582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0" name="is1íḋè"/>
            <p:cNvGrpSpPr/>
            <p:nvPr/>
          </p:nvGrpSpPr>
          <p:grpSpPr>
            <a:xfrm>
              <a:off x="4375536" y="4477750"/>
              <a:ext cx="3440928" cy="405822"/>
              <a:chOff x="670502" y="4415254"/>
              <a:chExt cx="3440928" cy="405822"/>
            </a:xfrm>
          </p:grpSpPr>
          <p:sp>
            <p:nvSpPr>
              <p:cNvPr id="59" name="íṧlíďe"/>
              <p:cNvSpPr/>
              <p:nvPr/>
            </p:nvSpPr>
            <p:spPr>
              <a:xfrm>
                <a:off x="670502" y="4415254"/>
                <a:ext cx="1060498" cy="40582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ï$ľiḓé"/>
              <p:cNvSpPr/>
              <p:nvPr/>
            </p:nvSpPr>
            <p:spPr>
              <a:xfrm>
                <a:off x="1860717" y="4415254"/>
                <a:ext cx="1060498" cy="40582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iśḷiḍé"/>
              <p:cNvSpPr/>
              <p:nvPr/>
            </p:nvSpPr>
            <p:spPr>
              <a:xfrm>
                <a:off x="3050932" y="4415254"/>
                <a:ext cx="1060498" cy="40582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1" name="í$1iḋe"/>
            <p:cNvGrpSpPr/>
            <p:nvPr/>
          </p:nvGrpSpPr>
          <p:grpSpPr>
            <a:xfrm>
              <a:off x="7986087" y="4477750"/>
              <a:ext cx="3440928" cy="405822"/>
              <a:chOff x="670502" y="4415254"/>
              <a:chExt cx="3440928" cy="405822"/>
            </a:xfrm>
          </p:grpSpPr>
          <p:sp>
            <p:nvSpPr>
              <p:cNvPr id="56" name="ïṥḻiḑè"/>
              <p:cNvSpPr/>
              <p:nvPr/>
            </p:nvSpPr>
            <p:spPr>
              <a:xfrm>
                <a:off x="670502" y="4415254"/>
                <a:ext cx="1060498" cy="40582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í$ḻiḓê"/>
              <p:cNvSpPr/>
              <p:nvPr/>
            </p:nvSpPr>
            <p:spPr>
              <a:xfrm>
                <a:off x="1860717" y="4415254"/>
                <a:ext cx="1060498" cy="40582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ïṣ1îḑé"/>
              <p:cNvSpPr/>
              <p:nvPr/>
            </p:nvSpPr>
            <p:spPr>
              <a:xfrm>
                <a:off x="3050932" y="4415254"/>
                <a:ext cx="1060498" cy="40582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2" name="ï$ľíďé"/>
            <p:cNvGrpSpPr/>
            <p:nvPr/>
          </p:nvGrpSpPr>
          <p:grpSpPr>
            <a:xfrm>
              <a:off x="7986087" y="5020675"/>
              <a:ext cx="3440928" cy="405822"/>
              <a:chOff x="670502" y="4415254"/>
              <a:chExt cx="3440928" cy="405822"/>
            </a:xfrm>
          </p:grpSpPr>
          <p:sp>
            <p:nvSpPr>
              <p:cNvPr id="53" name="iSḷiḓè"/>
              <p:cNvSpPr/>
              <p:nvPr/>
            </p:nvSpPr>
            <p:spPr>
              <a:xfrm>
                <a:off x="670502" y="4415254"/>
                <a:ext cx="1060498" cy="40582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îŝľídè"/>
              <p:cNvSpPr/>
              <p:nvPr/>
            </p:nvSpPr>
            <p:spPr>
              <a:xfrm>
                <a:off x="1860717" y="4415254"/>
                <a:ext cx="1060498" cy="40582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íşļïḑé"/>
              <p:cNvSpPr/>
              <p:nvPr/>
            </p:nvSpPr>
            <p:spPr>
              <a:xfrm>
                <a:off x="3050932" y="4415254"/>
                <a:ext cx="1060498" cy="40582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Text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fe7db89f-b838-43b3-9433-d1bf0805016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0719" y="2079000"/>
            <a:ext cx="10850563" cy="3847537"/>
            <a:chOff x="670719" y="2079000"/>
            <a:chExt cx="10850563" cy="3847537"/>
          </a:xfrm>
        </p:grpSpPr>
        <p:sp>
          <p:nvSpPr>
            <p:cNvPr id="6" name="íSļîḑe"/>
            <p:cNvSpPr/>
            <p:nvPr/>
          </p:nvSpPr>
          <p:spPr>
            <a:xfrm rot="5400000">
              <a:off x="4940516" y="1780130"/>
              <a:ext cx="690630" cy="3472365"/>
            </a:xfrm>
            <a:prstGeom prst="leftBracket">
              <a:avLst>
                <a:gd name="adj" fmla="val 429983"/>
              </a:avLst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7" name="iŝ1íďé"/>
            <p:cNvSpPr/>
            <p:nvPr/>
          </p:nvSpPr>
          <p:spPr>
            <a:xfrm flipV="1">
              <a:off x="4336463" y="2135937"/>
              <a:ext cx="1899019" cy="881691"/>
            </a:xfrm>
            <a:custGeom>
              <a:avLst/>
              <a:gdLst/>
              <a:ahLst/>
              <a:cxnLst/>
              <a:rect l="l" t="t" r="r" b="b"/>
              <a:pathLst>
                <a:path w="1343204" h="644411">
                  <a:moveTo>
                    <a:pt x="0" y="644411"/>
                  </a:moveTo>
                  <a:lnTo>
                    <a:pt x="1343204" y="644411"/>
                  </a:lnTo>
                  <a:lnTo>
                    <a:pt x="1343204" y="187211"/>
                  </a:lnTo>
                  <a:lnTo>
                    <a:pt x="750417" y="187211"/>
                  </a:lnTo>
                  <a:lnTo>
                    <a:pt x="671602" y="0"/>
                  </a:lnTo>
                  <a:lnTo>
                    <a:pt x="592788" y="187211"/>
                  </a:lnTo>
                  <a:lnTo>
                    <a:pt x="0" y="18721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8" name="iS1íḑè"/>
            <p:cNvSpPr/>
            <p:nvPr/>
          </p:nvSpPr>
          <p:spPr>
            <a:xfrm>
              <a:off x="1811524" y="3645024"/>
              <a:ext cx="8744147" cy="17633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9" name="íŝḻîḋê"/>
            <p:cNvSpPr/>
            <p:nvPr/>
          </p:nvSpPr>
          <p:spPr>
            <a:xfrm>
              <a:off x="3549651" y="3645024"/>
              <a:ext cx="3478510" cy="1945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0" name="isľïḑe"/>
            <p:cNvSpPr/>
            <p:nvPr/>
          </p:nvSpPr>
          <p:spPr>
            <a:xfrm>
              <a:off x="1648685" y="3570351"/>
              <a:ext cx="325677" cy="32567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1" name="îṣḷíḍé"/>
            <p:cNvSpPr/>
            <p:nvPr/>
          </p:nvSpPr>
          <p:spPr>
            <a:xfrm>
              <a:off x="1721349" y="3643015"/>
              <a:ext cx="180349" cy="18034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2" name="îṣ1iďe"/>
            <p:cNvSpPr/>
            <p:nvPr/>
          </p:nvSpPr>
          <p:spPr>
            <a:xfrm>
              <a:off x="3386811" y="3570351"/>
              <a:ext cx="325677" cy="3256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3" name="iṥľïḑé"/>
            <p:cNvSpPr/>
            <p:nvPr/>
          </p:nvSpPr>
          <p:spPr>
            <a:xfrm>
              <a:off x="3459475" y="3643015"/>
              <a:ext cx="180349" cy="18034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4" name="îṣ1ïḓé"/>
            <p:cNvSpPr/>
            <p:nvPr/>
          </p:nvSpPr>
          <p:spPr>
            <a:xfrm>
              <a:off x="5124938" y="3570351"/>
              <a:ext cx="325677" cy="3256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5" name="îṧḷîḋè"/>
            <p:cNvSpPr/>
            <p:nvPr/>
          </p:nvSpPr>
          <p:spPr>
            <a:xfrm>
              <a:off x="5197602" y="3643015"/>
              <a:ext cx="180349" cy="18034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6" name="îś1ïďè"/>
            <p:cNvSpPr/>
            <p:nvPr/>
          </p:nvSpPr>
          <p:spPr>
            <a:xfrm>
              <a:off x="6863064" y="3570351"/>
              <a:ext cx="325677" cy="3256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7" name="iṣḷíḓe"/>
            <p:cNvSpPr/>
            <p:nvPr/>
          </p:nvSpPr>
          <p:spPr>
            <a:xfrm>
              <a:off x="6935728" y="3643015"/>
              <a:ext cx="180349" cy="18034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8" name="iśḷïḍé"/>
            <p:cNvSpPr/>
            <p:nvPr/>
          </p:nvSpPr>
          <p:spPr>
            <a:xfrm>
              <a:off x="8601190" y="3570351"/>
              <a:ext cx="325677" cy="32567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9" name="íṩļïḋê"/>
            <p:cNvSpPr/>
            <p:nvPr/>
          </p:nvSpPr>
          <p:spPr>
            <a:xfrm>
              <a:off x="8673854" y="3643015"/>
              <a:ext cx="180349" cy="18034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0" name="iŝḻiḓé"/>
            <p:cNvSpPr/>
            <p:nvPr/>
          </p:nvSpPr>
          <p:spPr>
            <a:xfrm>
              <a:off x="10339318" y="3570351"/>
              <a:ext cx="325677" cy="32567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1" name="ïSlîḍé"/>
            <p:cNvSpPr/>
            <p:nvPr/>
          </p:nvSpPr>
          <p:spPr>
            <a:xfrm>
              <a:off x="10411983" y="3643015"/>
              <a:ext cx="180349" cy="18034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2" name="ï$ļiḓê"/>
            <p:cNvSpPr txBox="1"/>
            <p:nvPr/>
          </p:nvSpPr>
          <p:spPr>
            <a:xfrm>
              <a:off x="10027279" y="4010236"/>
              <a:ext cx="949756" cy="328098"/>
            </a:xfrm>
            <a:prstGeom prst="rect">
              <a:avLst/>
            </a:prstGeom>
          </p:spPr>
          <p:txBody>
            <a:bodyPr wrap="none" lIns="90000" tIns="46800" rIns="90000" bIns="46800" anchor="ctr">
              <a:normAutofit lnSpcReduction="10000"/>
            </a:bodyPr>
            <a:lstStyle/>
            <a:p>
              <a:pPr algn="ctr"/>
              <a:r>
                <a:rPr lang="en-US" altLang="ko-KR" sz="16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2015</a:t>
              </a:r>
              <a:endParaRPr lang="en-US" altLang="ko-KR" sz="1600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3" name="ïsḻiḓè"/>
            <p:cNvSpPr txBox="1"/>
            <p:nvPr/>
          </p:nvSpPr>
          <p:spPr>
            <a:xfrm>
              <a:off x="1336646" y="4010236"/>
              <a:ext cx="949756" cy="328098"/>
            </a:xfrm>
            <a:prstGeom prst="rect">
              <a:avLst/>
            </a:prstGeom>
          </p:spPr>
          <p:txBody>
            <a:bodyPr wrap="none" lIns="90000" tIns="46800" rIns="90000" bIns="46800" anchor="ctr">
              <a:normAutofit lnSpcReduction="10000"/>
            </a:bodyPr>
            <a:lstStyle/>
            <a:p>
              <a:pPr algn="ctr"/>
              <a:r>
                <a:rPr lang="en-US" altLang="ko-KR" sz="16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2017</a:t>
              </a:r>
              <a:endParaRPr lang="en-US" altLang="ko-KR" sz="1600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4" name="îŝľiḋê"/>
            <p:cNvSpPr txBox="1"/>
            <p:nvPr/>
          </p:nvSpPr>
          <p:spPr>
            <a:xfrm>
              <a:off x="3074772" y="4010236"/>
              <a:ext cx="949756" cy="328098"/>
            </a:xfrm>
            <a:prstGeom prst="rect">
              <a:avLst/>
            </a:prstGeom>
          </p:spPr>
          <p:txBody>
            <a:bodyPr wrap="none" lIns="90000" tIns="46800" rIns="90000" bIns="46800" anchor="ctr">
              <a:normAutofit lnSpcReduction="10000"/>
            </a:bodyPr>
            <a:lstStyle/>
            <a:p>
              <a:pPr algn="ctr"/>
              <a:r>
                <a:rPr lang="en-US" altLang="ko-KR" sz="16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2011</a:t>
              </a:r>
              <a:endParaRPr lang="en-US" altLang="ko-KR" sz="1600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5" name="ïş1iďe"/>
            <p:cNvSpPr txBox="1"/>
            <p:nvPr/>
          </p:nvSpPr>
          <p:spPr>
            <a:xfrm>
              <a:off x="4812898" y="4010236"/>
              <a:ext cx="949756" cy="328098"/>
            </a:xfrm>
            <a:prstGeom prst="rect">
              <a:avLst/>
            </a:prstGeom>
          </p:spPr>
          <p:txBody>
            <a:bodyPr wrap="none" lIns="90000" tIns="46800" rIns="90000" bIns="46800" anchor="ctr">
              <a:normAutofit lnSpcReduction="10000"/>
            </a:bodyPr>
            <a:lstStyle/>
            <a:p>
              <a:pPr algn="ctr"/>
              <a:r>
                <a:rPr lang="en-US" altLang="ko-KR" sz="16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2018</a:t>
              </a:r>
              <a:endParaRPr lang="en-US" altLang="ko-KR" sz="1600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6" name="íšḷiḑê"/>
            <p:cNvSpPr txBox="1"/>
            <p:nvPr/>
          </p:nvSpPr>
          <p:spPr>
            <a:xfrm>
              <a:off x="6551024" y="4010236"/>
              <a:ext cx="949756" cy="328098"/>
            </a:xfrm>
            <a:prstGeom prst="rect">
              <a:avLst/>
            </a:prstGeom>
          </p:spPr>
          <p:txBody>
            <a:bodyPr wrap="none" lIns="90000" tIns="46800" rIns="90000" bIns="46800" anchor="ctr">
              <a:normAutofit lnSpcReduction="10000"/>
            </a:bodyPr>
            <a:lstStyle/>
            <a:p>
              <a:pPr algn="ctr"/>
              <a:r>
                <a:rPr lang="en-US" altLang="ko-KR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2013</a:t>
              </a:r>
              <a:endPara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7" name="îṥḻide"/>
            <p:cNvSpPr txBox="1"/>
            <p:nvPr/>
          </p:nvSpPr>
          <p:spPr>
            <a:xfrm>
              <a:off x="8289150" y="4010236"/>
              <a:ext cx="949756" cy="328098"/>
            </a:xfrm>
            <a:prstGeom prst="rect">
              <a:avLst/>
            </a:prstGeom>
          </p:spPr>
          <p:txBody>
            <a:bodyPr wrap="none" lIns="90000" tIns="46800" rIns="90000" bIns="46800" anchor="ctr">
              <a:normAutofit lnSpcReduction="10000"/>
            </a:bodyPr>
            <a:lstStyle/>
            <a:p>
              <a:pPr algn="ctr"/>
              <a:r>
                <a:rPr lang="en-US" altLang="ko-KR" sz="16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2014</a:t>
              </a:r>
              <a:endParaRPr lang="en-US" altLang="ko-KR" sz="1600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1811523" y="2969927"/>
              <a:ext cx="0" cy="600424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8762084" y="2969927"/>
              <a:ext cx="0" cy="600424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10502156" y="2969927"/>
              <a:ext cx="0" cy="600424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iśḷîďe"/>
            <p:cNvSpPr txBox="1"/>
            <p:nvPr/>
          </p:nvSpPr>
          <p:spPr bwMode="auto">
            <a:xfrm>
              <a:off x="670719" y="4813919"/>
              <a:ext cx="10850563" cy="1112618"/>
            </a:xfrm>
            <a:prstGeom prst="rect">
              <a:avLst/>
            </a:prstGeom>
          </p:spPr>
          <p:txBody>
            <a:bodyPr wrap="square" lIns="90000" tIns="46800" rIns="90000" bIns="46800" anchor="t" anchorCtr="1">
              <a:normAutofit/>
              <a:scene3d>
                <a:camera prst="orthographicFront"/>
                <a:lightRig rig="threePt" dir="t"/>
              </a:scene3d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400" dirty="0"/>
                <a:t>Unified fonts make reading more fluent.</a:t>
              </a:r>
              <a:endParaRPr lang="en-US" altLang="zh-CN" sz="14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400" b="1" dirty="0"/>
                <a:t>Theme color makes PPT more convenient to change.</a:t>
              </a:r>
              <a:endParaRPr lang="en-US" altLang="zh-CN" sz="1400" b="1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400" dirty="0"/>
                <a:t>Adjust the spacing to adapt to Chinese typesetting, use the reference line in PPT.</a:t>
              </a:r>
              <a:endParaRPr lang="en-US" altLang="zh-CN" sz="1400" b="1" dirty="0"/>
            </a:p>
          </p:txBody>
        </p:sp>
        <p:sp>
          <p:nvSpPr>
            <p:cNvPr id="32" name="isḻíḍe"/>
            <p:cNvSpPr/>
            <p:nvPr/>
          </p:nvSpPr>
          <p:spPr>
            <a:xfrm>
              <a:off x="7907329" y="2079000"/>
              <a:ext cx="1709510" cy="660499"/>
            </a:xfrm>
            <a:prstGeom prst="rect">
              <a:avLst/>
            </a:prstGeom>
          </p:spPr>
          <p:txBody>
            <a:bodyPr wrap="square" lIns="90000" tIns="46800" rIns="90000" bIns="46800">
              <a:normAutofit lnSpcReduction="1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33" name="iṧḷíḓè"/>
            <p:cNvSpPr/>
            <p:nvPr/>
          </p:nvSpPr>
          <p:spPr>
            <a:xfrm>
              <a:off x="9647401" y="2079000"/>
              <a:ext cx="1709510" cy="660499"/>
            </a:xfrm>
            <a:prstGeom prst="rect">
              <a:avLst/>
            </a:prstGeom>
          </p:spPr>
          <p:txBody>
            <a:bodyPr wrap="square" lIns="90000" tIns="46800" rIns="90000" bIns="46800">
              <a:normAutofit lnSpcReduction="1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34" name="îŝľíḓê"/>
            <p:cNvSpPr/>
            <p:nvPr/>
          </p:nvSpPr>
          <p:spPr>
            <a:xfrm>
              <a:off x="955106" y="2079000"/>
              <a:ext cx="1709510" cy="660499"/>
            </a:xfrm>
            <a:prstGeom prst="rect">
              <a:avLst/>
            </a:prstGeom>
          </p:spPr>
          <p:txBody>
            <a:bodyPr wrap="square" lIns="90000" tIns="46800" rIns="90000" bIns="46800">
              <a:normAutofit lnSpcReduction="1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35" name="iṧľiḋe"/>
            <p:cNvSpPr/>
            <p:nvPr/>
          </p:nvSpPr>
          <p:spPr>
            <a:xfrm>
              <a:off x="4431217" y="2135937"/>
              <a:ext cx="1709510" cy="660499"/>
            </a:xfrm>
            <a:prstGeom prst="rect">
              <a:avLst/>
            </a:prstGeom>
          </p:spPr>
          <p:txBody>
            <a:bodyPr wrap="square" lIns="90000" tIns="46800" rIns="90000" bIns="46800">
              <a:normAutofit lnSpcReduction="1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100" dirty="0">
                  <a:solidFill>
                    <a:schemeClr val="bg1"/>
                  </a:solidFill>
                </a:rPr>
                <a:t>Copy paste fonts. Choose the only option to retain text.</a:t>
              </a:r>
              <a:endParaRPr lang="en-US" altLang="zh-CN" sz="11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5.4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0b3a6a29-b8b1-4c16-adab-076eb22ca73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123950"/>
            <a:ext cx="10850563" cy="5019675"/>
            <a:chOff x="669925" y="1123950"/>
            <a:chExt cx="10850563" cy="5019675"/>
          </a:xfrm>
        </p:grpSpPr>
        <p:grpSp>
          <p:nvGrpSpPr>
            <p:cNvPr id="6" name="íṧḷîḋê"/>
            <p:cNvGrpSpPr/>
            <p:nvPr/>
          </p:nvGrpSpPr>
          <p:grpSpPr>
            <a:xfrm>
              <a:off x="3952875" y="1123950"/>
              <a:ext cx="4286249" cy="2528856"/>
              <a:chOff x="831000" y="2226137"/>
              <a:chExt cx="4875074" cy="2876257"/>
            </a:xfrm>
          </p:grpSpPr>
          <p:grpSp>
            <p:nvGrpSpPr>
              <p:cNvPr id="24" name="ïṥļïḋe"/>
              <p:cNvGrpSpPr/>
              <p:nvPr/>
            </p:nvGrpSpPr>
            <p:grpSpPr>
              <a:xfrm>
                <a:off x="831000" y="2226137"/>
                <a:ext cx="4875074" cy="2876257"/>
                <a:chOff x="1660525" y="3814763"/>
                <a:chExt cx="10310812" cy="6083300"/>
              </a:xfrm>
              <a:solidFill>
                <a:schemeClr val="tx2">
                  <a:lumMod val="20000"/>
                  <a:lumOff val="80000"/>
                </a:schemeClr>
              </a:solidFill>
            </p:grpSpPr>
            <p:sp>
              <p:nvSpPr>
                <p:cNvPr id="26" name="îs1ídê"/>
                <p:cNvSpPr/>
                <p:nvPr/>
              </p:nvSpPr>
              <p:spPr bwMode="auto">
                <a:xfrm>
                  <a:off x="2898775" y="4237038"/>
                  <a:ext cx="7829550" cy="4830763"/>
                </a:xfrm>
                <a:custGeom>
                  <a:avLst/>
                  <a:gdLst>
                    <a:gd name="T0" fmla="*/ 0 w 4932"/>
                    <a:gd name="T1" fmla="*/ 3043 h 3043"/>
                    <a:gd name="T2" fmla="*/ 4932 w 4932"/>
                    <a:gd name="T3" fmla="*/ 3043 h 3043"/>
                    <a:gd name="T4" fmla="*/ 4932 w 4932"/>
                    <a:gd name="T5" fmla="*/ 0 h 3043"/>
                    <a:gd name="T6" fmla="*/ 0 w 4932"/>
                    <a:gd name="T7" fmla="*/ 0 h 3043"/>
                    <a:gd name="T8" fmla="*/ 0 w 4932"/>
                    <a:gd name="T9" fmla="*/ 3043 h 3043"/>
                    <a:gd name="T10" fmla="*/ 41 w 4932"/>
                    <a:gd name="T11" fmla="*/ 40 h 3043"/>
                    <a:gd name="T12" fmla="*/ 4891 w 4932"/>
                    <a:gd name="T13" fmla="*/ 40 h 3043"/>
                    <a:gd name="T14" fmla="*/ 4891 w 4932"/>
                    <a:gd name="T15" fmla="*/ 3003 h 3043"/>
                    <a:gd name="T16" fmla="*/ 41 w 4932"/>
                    <a:gd name="T17" fmla="*/ 3003 h 3043"/>
                    <a:gd name="T18" fmla="*/ 41 w 4932"/>
                    <a:gd name="T19" fmla="*/ 40 h 30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932" h="3043">
                      <a:moveTo>
                        <a:pt x="0" y="3043"/>
                      </a:moveTo>
                      <a:lnTo>
                        <a:pt x="4932" y="3043"/>
                      </a:lnTo>
                      <a:lnTo>
                        <a:pt x="4932" y="0"/>
                      </a:lnTo>
                      <a:lnTo>
                        <a:pt x="0" y="0"/>
                      </a:lnTo>
                      <a:lnTo>
                        <a:pt x="0" y="3043"/>
                      </a:lnTo>
                      <a:close/>
                      <a:moveTo>
                        <a:pt x="41" y="40"/>
                      </a:moveTo>
                      <a:lnTo>
                        <a:pt x="4891" y="40"/>
                      </a:lnTo>
                      <a:lnTo>
                        <a:pt x="4891" y="3003"/>
                      </a:lnTo>
                      <a:lnTo>
                        <a:pt x="41" y="3003"/>
                      </a:lnTo>
                      <a:lnTo>
                        <a:pt x="41" y="4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7" name="ïṥļïḓê"/>
                <p:cNvSpPr/>
                <p:nvPr/>
              </p:nvSpPr>
              <p:spPr bwMode="auto">
                <a:xfrm>
                  <a:off x="6777038" y="4057651"/>
                  <a:ext cx="76200" cy="7143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8" name="iśḻïḋè"/>
                <p:cNvSpPr/>
                <p:nvPr/>
              </p:nvSpPr>
              <p:spPr bwMode="auto">
                <a:xfrm>
                  <a:off x="1660525" y="3814763"/>
                  <a:ext cx="10310812" cy="6083300"/>
                </a:xfrm>
                <a:custGeom>
                  <a:avLst/>
                  <a:gdLst>
                    <a:gd name="T0" fmla="*/ 2333 w 2547"/>
                    <a:gd name="T1" fmla="*/ 1380 h 1525"/>
                    <a:gd name="T2" fmla="*/ 2333 w 2547"/>
                    <a:gd name="T3" fmla="*/ 115 h 1525"/>
                    <a:gd name="T4" fmla="*/ 2218 w 2547"/>
                    <a:gd name="T5" fmla="*/ 0 h 1525"/>
                    <a:gd name="T6" fmla="*/ 329 w 2547"/>
                    <a:gd name="T7" fmla="*/ 0 h 1525"/>
                    <a:gd name="T8" fmla="*/ 214 w 2547"/>
                    <a:gd name="T9" fmla="*/ 115 h 1525"/>
                    <a:gd name="T10" fmla="*/ 214 w 2547"/>
                    <a:gd name="T11" fmla="*/ 1380 h 1525"/>
                    <a:gd name="T12" fmla="*/ 0 w 2547"/>
                    <a:gd name="T13" fmla="*/ 1380 h 1525"/>
                    <a:gd name="T14" fmla="*/ 0 w 2547"/>
                    <a:gd name="T15" fmla="*/ 1418 h 1525"/>
                    <a:gd name="T16" fmla="*/ 107 w 2547"/>
                    <a:gd name="T17" fmla="*/ 1525 h 1525"/>
                    <a:gd name="T18" fmla="*/ 2440 w 2547"/>
                    <a:gd name="T19" fmla="*/ 1525 h 1525"/>
                    <a:gd name="T20" fmla="*/ 2547 w 2547"/>
                    <a:gd name="T21" fmla="*/ 1418 h 1525"/>
                    <a:gd name="T22" fmla="*/ 2547 w 2547"/>
                    <a:gd name="T23" fmla="*/ 1380 h 1525"/>
                    <a:gd name="T24" fmla="*/ 2333 w 2547"/>
                    <a:gd name="T25" fmla="*/ 1380 h 1525"/>
                    <a:gd name="T26" fmla="*/ 246 w 2547"/>
                    <a:gd name="T27" fmla="*/ 115 h 1525"/>
                    <a:gd name="T28" fmla="*/ 329 w 2547"/>
                    <a:gd name="T29" fmla="*/ 32 h 1525"/>
                    <a:gd name="T30" fmla="*/ 2218 w 2547"/>
                    <a:gd name="T31" fmla="*/ 32 h 1525"/>
                    <a:gd name="T32" fmla="*/ 2301 w 2547"/>
                    <a:gd name="T33" fmla="*/ 115 h 1525"/>
                    <a:gd name="T34" fmla="*/ 2301 w 2547"/>
                    <a:gd name="T35" fmla="*/ 1380 h 1525"/>
                    <a:gd name="T36" fmla="*/ 246 w 2547"/>
                    <a:gd name="T37" fmla="*/ 1380 h 1525"/>
                    <a:gd name="T38" fmla="*/ 246 w 2547"/>
                    <a:gd name="T39" fmla="*/ 115 h 1525"/>
                    <a:gd name="T40" fmla="*/ 1486 w 2547"/>
                    <a:gd name="T41" fmla="*/ 1412 h 1525"/>
                    <a:gd name="T42" fmla="*/ 1446 w 2547"/>
                    <a:gd name="T43" fmla="*/ 1448 h 1525"/>
                    <a:gd name="T44" fmla="*/ 1100 w 2547"/>
                    <a:gd name="T45" fmla="*/ 1448 h 1525"/>
                    <a:gd name="T46" fmla="*/ 1061 w 2547"/>
                    <a:gd name="T47" fmla="*/ 1412 h 1525"/>
                    <a:gd name="T48" fmla="*/ 1486 w 2547"/>
                    <a:gd name="T49" fmla="*/ 1412 h 1525"/>
                    <a:gd name="T50" fmla="*/ 2515 w 2547"/>
                    <a:gd name="T51" fmla="*/ 1418 h 1525"/>
                    <a:gd name="T52" fmla="*/ 2440 w 2547"/>
                    <a:gd name="T53" fmla="*/ 1493 h 1525"/>
                    <a:gd name="T54" fmla="*/ 107 w 2547"/>
                    <a:gd name="T55" fmla="*/ 1493 h 1525"/>
                    <a:gd name="T56" fmla="*/ 32 w 2547"/>
                    <a:gd name="T57" fmla="*/ 1418 h 1525"/>
                    <a:gd name="T58" fmla="*/ 32 w 2547"/>
                    <a:gd name="T59" fmla="*/ 1412 h 1525"/>
                    <a:gd name="T60" fmla="*/ 1045 w 2547"/>
                    <a:gd name="T61" fmla="*/ 1412 h 1525"/>
                    <a:gd name="T62" fmla="*/ 1100 w 2547"/>
                    <a:gd name="T63" fmla="*/ 1464 h 1525"/>
                    <a:gd name="T64" fmla="*/ 1446 w 2547"/>
                    <a:gd name="T65" fmla="*/ 1464 h 1525"/>
                    <a:gd name="T66" fmla="*/ 1502 w 2547"/>
                    <a:gd name="T67" fmla="*/ 1412 h 1525"/>
                    <a:gd name="T68" fmla="*/ 2515 w 2547"/>
                    <a:gd name="T69" fmla="*/ 1412 h 1525"/>
                    <a:gd name="T70" fmla="*/ 2515 w 2547"/>
                    <a:gd name="T71" fmla="*/ 1418 h 15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2547" h="1525">
                      <a:moveTo>
                        <a:pt x="2333" y="1380"/>
                      </a:moveTo>
                      <a:cubicBezTo>
                        <a:pt x="2333" y="115"/>
                        <a:pt x="2333" y="115"/>
                        <a:pt x="2333" y="115"/>
                      </a:cubicBezTo>
                      <a:cubicBezTo>
                        <a:pt x="2333" y="51"/>
                        <a:pt x="2281" y="0"/>
                        <a:pt x="2218" y="0"/>
                      </a:cubicBezTo>
                      <a:cubicBezTo>
                        <a:pt x="329" y="0"/>
                        <a:pt x="329" y="0"/>
                        <a:pt x="329" y="0"/>
                      </a:cubicBezTo>
                      <a:cubicBezTo>
                        <a:pt x="265" y="0"/>
                        <a:pt x="214" y="51"/>
                        <a:pt x="214" y="115"/>
                      </a:cubicBezTo>
                      <a:cubicBezTo>
                        <a:pt x="214" y="1380"/>
                        <a:pt x="214" y="1380"/>
                        <a:pt x="214" y="1380"/>
                      </a:cubicBezTo>
                      <a:cubicBezTo>
                        <a:pt x="0" y="1380"/>
                        <a:pt x="0" y="1380"/>
                        <a:pt x="0" y="1380"/>
                      </a:cubicBezTo>
                      <a:cubicBezTo>
                        <a:pt x="0" y="1418"/>
                        <a:pt x="0" y="1418"/>
                        <a:pt x="0" y="1418"/>
                      </a:cubicBezTo>
                      <a:cubicBezTo>
                        <a:pt x="0" y="1477"/>
                        <a:pt x="48" y="1525"/>
                        <a:pt x="107" y="1525"/>
                      </a:cubicBezTo>
                      <a:cubicBezTo>
                        <a:pt x="2440" y="1525"/>
                        <a:pt x="2440" y="1525"/>
                        <a:pt x="2440" y="1525"/>
                      </a:cubicBezTo>
                      <a:cubicBezTo>
                        <a:pt x="2499" y="1525"/>
                        <a:pt x="2547" y="1477"/>
                        <a:pt x="2547" y="1418"/>
                      </a:cubicBezTo>
                      <a:cubicBezTo>
                        <a:pt x="2547" y="1380"/>
                        <a:pt x="2547" y="1380"/>
                        <a:pt x="2547" y="1380"/>
                      </a:cubicBezTo>
                      <a:lnTo>
                        <a:pt x="2333" y="1380"/>
                      </a:lnTo>
                      <a:close/>
                      <a:moveTo>
                        <a:pt x="246" y="115"/>
                      </a:moveTo>
                      <a:cubicBezTo>
                        <a:pt x="246" y="69"/>
                        <a:pt x="283" y="32"/>
                        <a:pt x="329" y="32"/>
                      </a:cubicBezTo>
                      <a:cubicBezTo>
                        <a:pt x="2218" y="32"/>
                        <a:pt x="2218" y="32"/>
                        <a:pt x="2218" y="32"/>
                      </a:cubicBezTo>
                      <a:cubicBezTo>
                        <a:pt x="2264" y="32"/>
                        <a:pt x="2301" y="69"/>
                        <a:pt x="2301" y="115"/>
                      </a:cubicBezTo>
                      <a:cubicBezTo>
                        <a:pt x="2301" y="1380"/>
                        <a:pt x="2301" y="1380"/>
                        <a:pt x="2301" y="1380"/>
                      </a:cubicBezTo>
                      <a:cubicBezTo>
                        <a:pt x="246" y="1380"/>
                        <a:pt x="246" y="1380"/>
                        <a:pt x="246" y="1380"/>
                      </a:cubicBezTo>
                      <a:lnTo>
                        <a:pt x="246" y="115"/>
                      </a:lnTo>
                      <a:close/>
                      <a:moveTo>
                        <a:pt x="1486" y="1412"/>
                      </a:moveTo>
                      <a:cubicBezTo>
                        <a:pt x="1485" y="1432"/>
                        <a:pt x="1467" y="1448"/>
                        <a:pt x="1446" y="1448"/>
                      </a:cubicBezTo>
                      <a:cubicBezTo>
                        <a:pt x="1100" y="1448"/>
                        <a:pt x="1100" y="1448"/>
                        <a:pt x="1100" y="1448"/>
                      </a:cubicBezTo>
                      <a:cubicBezTo>
                        <a:pt x="1080" y="1448"/>
                        <a:pt x="1062" y="1432"/>
                        <a:pt x="1061" y="1412"/>
                      </a:cubicBezTo>
                      <a:lnTo>
                        <a:pt x="1486" y="1412"/>
                      </a:lnTo>
                      <a:close/>
                      <a:moveTo>
                        <a:pt x="2515" y="1418"/>
                      </a:moveTo>
                      <a:cubicBezTo>
                        <a:pt x="2515" y="1460"/>
                        <a:pt x="2481" y="1493"/>
                        <a:pt x="2440" y="1493"/>
                      </a:cubicBezTo>
                      <a:cubicBezTo>
                        <a:pt x="107" y="1493"/>
                        <a:pt x="107" y="1493"/>
                        <a:pt x="107" y="1493"/>
                      </a:cubicBezTo>
                      <a:cubicBezTo>
                        <a:pt x="66" y="1493"/>
                        <a:pt x="32" y="1460"/>
                        <a:pt x="32" y="1418"/>
                      </a:cubicBezTo>
                      <a:cubicBezTo>
                        <a:pt x="32" y="1412"/>
                        <a:pt x="32" y="1412"/>
                        <a:pt x="32" y="1412"/>
                      </a:cubicBezTo>
                      <a:cubicBezTo>
                        <a:pt x="1045" y="1412"/>
                        <a:pt x="1045" y="1412"/>
                        <a:pt x="1045" y="1412"/>
                      </a:cubicBezTo>
                      <a:cubicBezTo>
                        <a:pt x="1046" y="1441"/>
                        <a:pt x="1071" y="1464"/>
                        <a:pt x="1100" y="1464"/>
                      </a:cubicBezTo>
                      <a:cubicBezTo>
                        <a:pt x="1446" y="1464"/>
                        <a:pt x="1446" y="1464"/>
                        <a:pt x="1446" y="1464"/>
                      </a:cubicBezTo>
                      <a:cubicBezTo>
                        <a:pt x="1476" y="1464"/>
                        <a:pt x="1501" y="1441"/>
                        <a:pt x="1502" y="1412"/>
                      </a:cubicBezTo>
                      <a:cubicBezTo>
                        <a:pt x="2515" y="1412"/>
                        <a:pt x="2515" y="1412"/>
                        <a:pt x="2515" y="1412"/>
                      </a:cubicBezTo>
                      <a:lnTo>
                        <a:pt x="2515" y="141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25" name="íṣḷîďê"/>
              <p:cNvSpPr/>
              <p:nvPr/>
            </p:nvSpPr>
            <p:spPr>
              <a:xfrm>
                <a:off x="1538755" y="2481075"/>
                <a:ext cx="3519442" cy="2168300"/>
              </a:xfrm>
              <a:prstGeom prst="rect">
                <a:avLst/>
              </a:prstGeom>
              <a:blipFill>
                <a:blip r:embed="rId2"/>
                <a:stretch>
                  <a:fillRect l="-4784" r="-4744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7" name="íṩḻîḍé"/>
            <p:cNvGrpSpPr/>
            <p:nvPr/>
          </p:nvGrpSpPr>
          <p:grpSpPr>
            <a:xfrm>
              <a:off x="669925" y="4882346"/>
              <a:ext cx="2527565" cy="1261279"/>
              <a:chOff x="3981000" y="1539000"/>
              <a:chExt cx="2250000" cy="1261279"/>
            </a:xfrm>
          </p:grpSpPr>
          <p:sp>
            <p:nvSpPr>
              <p:cNvPr id="22" name="ïṣļîḍe"/>
              <p:cNvSpPr/>
              <p:nvPr/>
            </p:nvSpPr>
            <p:spPr bwMode="auto">
              <a:xfrm>
                <a:off x="3981000" y="1539000"/>
                <a:ext cx="2250000" cy="4050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Q1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ïṩlidé"/>
              <p:cNvSpPr/>
              <p:nvPr/>
            </p:nvSpPr>
            <p:spPr bwMode="auto">
              <a:xfrm>
                <a:off x="3981000" y="1944000"/>
                <a:ext cx="2250000" cy="856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zh-CN" altLang="en-US" sz="1100" dirty="0"/>
              </a:p>
            </p:txBody>
          </p:sp>
        </p:grpSp>
        <p:grpSp>
          <p:nvGrpSpPr>
            <p:cNvPr id="8" name="îşļiḍe"/>
            <p:cNvGrpSpPr/>
            <p:nvPr/>
          </p:nvGrpSpPr>
          <p:grpSpPr>
            <a:xfrm>
              <a:off x="3444258" y="4882346"/>
              <a:ext cx="2527565" cy="1261279"/>
              <a:chOff x="3981000" y="1539000"/>
              <a:chExt cx="2250000" cy="1261279"/>
            </a:xfrm>
          </p:grpSpPr>
          <p:sp>
            <p:nvSpPr>
              <p:cNvPr id="20" name="ïṡ1îďê"/>
              <p:cNvSpPr/>
              <p:nvPr/>
            </p:nvSpPr>
            <p:spPr bwMode="auto">
              <a:xfrm>
                <a:off x="3981000" y="1539000"/>
                <a:ext cx="2250000" cy="4050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Q2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îŝliďe"/>
              <p:cNvSpPr/>
              <p:nvPr/>
            </p:nvSpPr>
            <p:spPr bwMode="auto">
              <a:xfrm>
                <a:off x="3981000" y="1944000"/>
                <a:ext cx="2250000" cy="856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zh-CN" altLang="en-US" sz="1100" dirty="0"/>
              </a:p>
            </p:txBody>
          </p:sp>
        </p:grpSp>
        <p:grpSp>
          <p:nvGrpSpPr>
            <p:cNvPr id="9" name="ïşliďe"/>
            <p:cNvGrpSpPr/>
            <p:nvPr/>
          </p:nvGrpSpPr>
          <p:grpSpPr>
            <a:xfrm>
              <a:off x="6218590" y="4882346"/>
              <a:ext cx="2527565" cy="1261279"/>
              <a:chOff x="3981000" y="1539000"/>
              <a:chExt cx="2250000" cy="1261279"/>
            </a:xfrm>
          </p:grpSpPr>
          <p:sp>
            <p:nvSpPr>
              <p:cNvPr id="18" name="íṩ1iḓè"/>
              <p:cNvSpPr/>
              <p:nvPr/>
            </p:nvSpPr>
            <p:spPr bwMode="auto">
              <a:xfrm>
                <a:off x="3981000" y="1539000"/>
                <a:ext cx="2250000" cy="4050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Q3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ïSlíḍè"/>
              <p:cNvSpPr/>
              <p:nvPr/>
            </p:nvSpPr>
            <p:spPr bwMode="auto">
              <a:xfrm>
                <a:off x="3981000" y="1944000"/>
                <a:ext cx="2250000" cy="856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zh-CN" altLang="en-US" sz="1100" dirty="0"/>
              </a:p>
            </p:txBody>
          </p:sp>
        </p:grpSp>
        <p:grpSp>
          <p:nvGrpSpPr>
            <p:cNvPr id="10" name="ïsḷiďé"/>
            <p:cNvGrpSpPr/>
            <p:nvPr/>
          </p:nvGrpSpPr>
          <p:grpSpPr>
            <a:xfrm>
              <a:off x="8992923" y="4882346"/>
              <a:ext cx="2527565" cy="1261279"/>
              <a:chOff x="3981000" y="1539000"/>
              <a:chExt cx="2250000" cy="1261279"/>
            </a:xfrm>
          </p:grpSpPr>
          <p:sp>
            <p:nvSpPr>
              <p:cNvPr id="16" name="i$lîdè"/>
              <p:cNvSpPr/>
              <p:nvPr/>
            </p:nvSpPr>
            <p:spPr bwMode="auto">
              <a:xfrm>
                <a:off x="3981000" y="1539000"/>
                <a:ext cx="2250000" cy="4050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Q4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îṧlíḋê"/>
              <p:cNvSpPr/>
              <p:nvPr/>
            </p:nvSpPr>
            <p:spPr bwMode="auto">
              <a:xfrm>
                <a:off x="3981000" y="1944000"/>
                <a:ext cx="2250000" cy="856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zh-CN" altLang="en-US" sz="1100" dirty="0"/>
              </a:p>
            </p:txBody>
          </p:sp>
        </p:grpSp>
        <p:sp>
          <p:nvSpPr>
            <p:cNvPr id="11" name="íṧḷïḋe"/>
            <p:cNvSpPr/>
            <p:nvPr/>
          </p:nvSpPr>
          <p:spPr bwMode="auto">
            <a:xfrm>
              <a:off x="4832218" y="3712663"/>
              <a:ext cx="2527565" cy="373965"/>
            </a:xfrm>
            <a:prstGeom prst="roundRect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</a:rPr>
                <a:t>2018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2" name="肘形连接符 25"/>
            <p:cNvCxnSpPr>
              <a:stCxn id="11" idx="2"/>
              <a:endCxn id="22" idx="0"/>
            </p:cNvCxnSpPr>
            <p:nvPr/>
          </p:nvCxnSpPr>
          <p:spPr>
            <a:xfrm rot="5400000">
              <a:off x="3616996" y="2403341"/>
              <a:ext cx="795718" cy="4162293"/>
            </a:xfrm>
            <a:prstGeom prst="bentConnector3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肘形连接符 27"/>
            <p:cNvCxnSpPr>
              <a:stCxn id="11" idx="2"/>
              <a:endCxn id="16" idx="0"/>
            </p:cNvCxnSpPr>
            <p:nvPr/>
          </p:nvCxnSpPr>
          <p:spPr>
            <a:xfrm rot="16200000" flipH="1">
              <a:off x="7778494" y="2404134"/>
              <a:ext cx="795718" cy="4160705"/>
            </a:xfrm>
            <a:prstGeom prst="bentConnector3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肘形连接符 29"/>
            <p:cNvCxnSpPr>
              <a:stCxn id="20" idx="0"/>
              <a:endCxn id="11" idx="2"/>
            </p:cNvCxnSpPr>
            <p:nvPr/>
          </p:nvCxnSpPr>
          <p:spPr>
            <a:xfrm rot="5400000" flipH="1" flipV="1">
              <a:off x="5004162" y="3790507"/>
              <a:ext cx="795718" cy="1387960"/>
            </a:xfrm>
            <a:prstGeom prst="bentConnector3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肘形连接符 31"/>
            <p:cNvCxnSpPr>
              <a:stCxn id="18" idx="0"/>
              <a:endCxn id="11" idx="2"/>
            </p:cNvCxnSpPr>
            <p:nvPr/>
          </p:nvCxnSpPr>
          <p:spPr>
            <a:xfrm rot="16200000" flipV="1">
              <a:off x="6391328" y="3791301"/>
              <a:ext cx="795718" cy="1386372"/>
            </a:xfrm>
            <a:prstGeom prst="bentConnector3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Section Header Here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/>
              <a:t>Supporting text here.</a:t>
            </a:r>
            <a:endParaRPr lang="en-US" altLang="zh-CN"/>
          </a:p>
          <a:p>
            <a:pPr lvl="0"/>
            <a:r>
              <a:rPr lang="en-US" altLang="zh-CN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564817" y="2984046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2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/06</a:t>
            </a:r>
            <a:endParaRPr lang="zh-CN" altLang="en-US" spc="100" dirty="0">
              <a:solidFill>
                <a:schemeClr val="accent2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4140" y="5264785"/>
            <a:ext cx="1477645" cy="13766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2a409207-447b-4de4-80f5-22ef7a60ef1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482221" y="1164828"/>
            <a:ext cx="9227558" cy="4880756"/>
            <a:chOff x="1482221" y="1164828"/>
            <a:chExt cx="9227558" cy="4880756"/>
          </a:xfrm>
        </p:grpSpPr>
        <p:sp>
          <p:nvSpPr>
            <p:cNvPr id="6" name="îṥļiďê"/>
            <p:cNvSpPr/>
            <p:nvPr/>
          </p:nvSpPr>
          <p:spPr>
            <a:xfrm>
              <a:off x="7360868" y="3930907"/>
              <a:ext cx="1701451" cy="1718463"/>
            </a:xfrm>
            <a:prstGeom prst="ellipse">
              <a:avLst/>
            </a:prstGeom>
            <a:solidFill>
              <a:schemeClr val="accent4">
                <a:alpha val="2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7" name="i$1ïdé"/>
            <p:cNvSpPr/>
            <p:nvPr/>
          </p:nvSpPr>
          <p:spPr>
            <a:xfrm>
              <a:off x="5524385" y="2529000"/>
              <a:ext cx="2127782" cy="2149057"/>
            </a:xfrm>
            <a:prstGeom prst="ellipse">
              <a:avLst/>
            </a:prstGeom>
            <a:solidFill>
              <a:schemeClr val="accent3">
                <a:alpha val="2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8" name="işľîďê"/>
            <p:cNvSpPr/>
            <p:nvPr/>
          </p:nvSpPr>
          <p:spPr>
            <a:xfrm>
              <a:off x="2755967" y="2529726"/>
              <a:ext cx="1982992" cy="2002819"/>
            </a:xfrm>
            <a:prstGeom prst="ellipse">
              <a:avLst/>
            </a:prstGeom>
            <a:solidFill>
              <a:schemeClr val="accent2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9" name="iśḷíḑè"/>
            <p:cNvSpPr/>
            <p:nvPr/>
          </p:nvSpPr>
          <p:spPr>
            <a:xfrm>
              <a:off x="8070417" y="2711801"/>
              <a:ext cx="2639362" cy="266575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0" name="ïŝľïḑe"/>
            <p:cNvSpPr/>
            <p:nvPr/>
          </p:nvSpPr>
          <p:spPr>
            <a:xfrm>
              <a:off x="6692079" y="2711801"/>
              <a:ext cx="1802720" cy="182074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1" name="îSḷïďê"/>
            <p:cNvSpPr/>
            <p:nvPr/>
          </p:nvSpPr>
          <p:spPr>
            <a:xfrm>
              <a:off x="1482221" y="2529999"/>
              <a:ext cx="1802720" cy="182074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2" name="îSḻîḋé"/>
            <p:cNvSpPr txBox="1"/>
            <p:nvPr/>
          </p:nvSpPr>
          <p:spPr>
            <a:xfrm>
              <a:off x="1555581" y="3758239"/>
              <a:ext cx="1656000" cy="430886"/>
            </a:xfrm>
            <a:prstGeom prst="rect">
              <a:avLst/>
            </a:prstGeom>
            <a:noFill/>
          </p:spPr>
          <p:txBody>
            <a:bodyPr wrap="none" lIns="90000" tIns="46800" rIns="90000" bIns="4680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24</a:t>
              </a:r>
              <a:r>
                <a:rPr lang="en-US" sz="2400" b="1" dirty="0">
                  <a:solidFill>
                    <a:schemeClr val="bg1"/>
                  </a:solidFill>
                </a:rPr>
                <a:t>%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íṣļîḋê"/>
            <p:cNvSpPr txBox="1"/>
            <p:nvPr/>
          </p:nvSpPr>
          <p:spPr>
            <a:xfrm flipH="1">
              <a:off x="1555581" y="2691618"/>
              <a:ext cx="1656000" cy="396212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0">
              <a:norm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Text Here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íṡḷîde"/>
            <p:cNvSpPr/>
            <p:nvPr/>
          </p:nvSpPr>
          <p:spPr>
            <a:xfrm flipH="1">
              <a:off x="1555581" y="3087832"/>
              <a:ext cx="1656000" cy="670408"/>
            </a:xfrm>
            <a:prstGeom prst="rect">
              <a:avLst/>
            </a:prstGeom>
          </p:spPr>
          <p:txBody>
            <a:bodyPr wrap="square" lIns="90000" tIns="46800" rIns="90000" bIns="46800">
              <a:normAutofit fontScale="92500" lnSpcReduction="1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/>
                  </a:solidFill>
                </a:rPr>
                <a:t>Copy paste fonts. Choose the only option to retain text.</a:t>
              </a:r>
              <a:endParaRPr lang="en-US" altLang="zh-CN" sz="1200" dirty="0">
                <a:solidFill>
                  <a:schemeClr val="bg1"/>
                </a:solidFill>
              </a:endParaRPr>
            </a:p>
          </p:txBody>
        </p:sp>
        <p:sp>
          <p:nvSpPr>
            <p:cNvPr id="15" name="ísḻíḋè"/>
            <p:cNvSpPr/>
            <p:nvPr/>
          </p:nvSpPr>
          <p:spPr>
            <a:xfrm>
              <a:off x="3485603" y="3043268"/>
              <a:ext cx="1982992" cy="200281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6" name="íṡļïḋe"/>
            <p:cNvSpPr/>
            <p:nvPr/>
          </p:nvSpPr>
          <p:spPr>
            <a:xfrm>
              <a:off x="4981829" y="3622173"/>
              <a:ext cx="2399420" cy="242341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7" name="ïṩḻîdê"/>
            <p:cNvSpPr txBox="1"/>
            <p:nvPr/>
          </p:nvSpPr>
          <p:spPr>
            <a:xfrm>
              <a:off x="3649099" y="4362545"/>
              <a:ext cx="1656000" cy="430886"/>
            </a:xfrm>
            <a:prstGeom prst="rect">
              <a:avLst/>
            </a:prstGeom>
            <a:noFill/>
          </p:spPr>
          <p:txBody>
            <a:bodyPr wrap="none" lIns="90000" tIns="46800" rIns="90000" bIns="4680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41</a:t>
              </a:r>
              <a:r>
                <a:rPr lang="en-US" sz="2400" b="1" dirty="0">
                  <a:solidFill>
                    <a:schemeClr val="bg1"/>
                  </a:solidFill>
                </a:rPr>
                <a:t>%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ïśḻiďe"/>
            <p:cNvSpPr txBox="1"/>
            <p:nvPr/>
          </p:nvSpPr>
          <p:spPr>
            <a:xfrm flipH="1">
              <a:off x="3649099" y="3295924"/>
              <a:ext cx="1656000" cy="396212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0">
              <a:norm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Text Here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9" name="î$ļîḍe"/>
            <p:cNvSpPr/>
            <p:nvPr/>
          </p:nvSpPr>
          <p:spPr>
            <a:xfrm flipH="1">
              <a:off x="3649099" y="3692138"/>
              <a:ext cx="1656000" cy="670408"/>
            </a:xfrm>
            <a:prstGeom prst="rect">
              <a:avLst/>
            </a:prstGeom>
          </p:spPr>
          <p:txBody>
            <a:bodyPr wrap="square" lIns="90000" tIns="46800" rIns="90000" bIns="46800">
              <a:normAutofit fontScale="92500" lnSpcReduction="1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/>
                  </a:solidFill>
                </a:rPr>
                <a:t>Copy paste fonts. Choose the only option to retain text.</a:t>
              </a:r>
              <a:endParaRPr lang="en-US" altLang="zh-CN" sz="1200" dirty="0">
                <a:solidFill>
                  <a:schemeClr val="bg1"/>
                </a:solidFill>
              </a:endParaRPr>
            </a:p>
          </p:txBody>
        </p:sp>
        <p:sp>
          <p:nvSpPr>
            <p:cNvPr id="20" name="íSḻïḍê"/>
            <p:cNvSpPr txBox="1"/>
            <p:nvPr/>
          </p:nvSpPr>
          <p:spPr>
            <a:xfrm>
              <a:off x="5353539" y="5151746"/>
              <a:ext cx="1656000" cy="430886"/>
            </a:xfrm>
            <a:prstGeom prst="rect">
              <a:avLst/>
            </a:prstGeom>
            <a:noFill/>
          </p:spPr>
          <p:txBody>
            <a:bodyPr wrap="none" lIns="90000" tIns="46800" rIns="90000" bIns="4680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73</a:t>
              </a:r>
              <a:r>
                <a:rPr lang="en-US" sz="2400" b="1" dirty="0">
                  <a:solidFill>
                    <a:schemeClr val="bg1"/>
                  </a:solidFill>
                </a:rPr>
                <a:t>%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isḷîḋê"/>
            <p:cNvSpPr txBox="1"/>
            <p:nvPr/>
          </p:nvSpPr>
          <p:spPr>
            <a:xfrm flipH="1">
              <a:off x="5353539" y="4085125"/>
              <a:ext cx="1656000" cy="396212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0">
              <a:norm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Text Here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2" name="ïṥľîḓé"/>
            <p:cNvSpPr/>
            <p:nvPr/>
          </p:nvSpPr>
          <p:spPr>
            <a:xfrm flipH="1">
              <a:off x="5353539" y="4481339"/>
              <a:ext cx="1656000" cy="670408"/>
            </a:xfrm>
            <a:prstGeom prst="rect">
              <a:avLst/>
            </a:prstGeom>
          </p:spPr>
          <p:txBody>
            <a:bodyPr wrap="square" lIns="90000" tIns="46800" rIns="90000" bIns="46800">
              <a:normAutofit fontScale="92500" lnSpcReduction="1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/>
                  </a:solidFill>
                </a:rPr>
                <a:t>Copy paste fonts. Choose the only option to retain text.</a:t>
              </a:r>
              <a:endParaRPr lang="en-US" altLang="zh-CN" sz="1200" dirty="0">
                <a:solidFill>
                  <a:schemeClr val="bg1"/>
                </a:solidFill>
              </a:endParaRPr>
            </a:p>
          </p:txBody>
        </p:sp>
        <p:sp>
          <p:nvSpPr>
            <p:cNvPr id="23" name="ïṧlïḓê"/>
            <p:cNvSpPr txBox="1"/>
            <p:nvPr/>
          </p:nvSpPr>
          <p:spPr>
            <a:xfrm>
              <a:off x="6765439" y="3940041"/>
              <a:ext cx="1656000" cy="430886"/>
            </a:xfrm>
            <a:prstGeom prst="rect">
              <a:avLst/>
            </a:prstGeom>
            <a:noFill/>
          </p:spPr>
          <p:txBody>
            <a:bodyPr wrap="none" lIns="90000" tIns="46800" rIns="90000" bIns="4680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35</a:t>
              </a:r>
              <a:r>
                <a:rPr lang="en-US" sz="2400" b="1" dirty="0">
                  <a:solidFill>
                    <a:schemeClr val="bg1"/>
                  </a:solidFill>
                </a:rPr>
                <a:t>%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4" name="i$1ïḓe"/>
            <p:cNvSpPr txBox="1"/>
            <p:nvPr/>
          </p:nvSpPr>
          <p:spPr>
            <a:xfrm flipH="1">
              <a:off x="6765439" y="2873420"/>
              <a:ext cx="1656000" cy="396212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0">
              <a:norm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Text Here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5" name="ïšḻíḑe"/>
            <p:cNvSpPr/>
            <p:nvPr/>
          </p:nvSpPr>
          <p:spPr>
            <a:xfrm flipH="1">
              <a:off x="6765439" y="3269634"/>
              <a:ext cx="1656000" cy="670408"/>
            </a:xfrm>
            <a:prstGeom prst="rect">
              <a:avLst/>
            </a:prstGeom>
          </p:spPr>
          <p:txBody>
            <a:bodyPr wrap="square" lIns="90000" tIns="46800" rIns="90000" bIns="46800">
              <a:normAutofit fontScale="92500" lnSpcReduction="1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/>
                  </a:solidFill>
                </a:rPr>
                <a:t>Copy paste fonts. Choose the only option to retain text.</a:t>
              </a:r>
              <a:endParaRPr lang="en-US" altLang="zh-CN" sz="1200" dirty="0">
                <a:solidFill>
                  <a:schemeClr val="bg1"/>
                </a:solidFill>
              </a:endParaRPr>
            </a:p>
          </p:txBody>
        </p:sp>
        <p:sp>
          <p:nvSpPr>
            <p:cNvPr id="26" name="is1iḑe"/>
            <p:cNvSpPr txBox="1"/>
            <p:nvPr/>
          </p:nvSpPr>
          <p:spPr>
            <a:xfrm>
              <a:off x="8562098" y="4362545"/>
              <a:ext cx="1656000" cy="430886"/>
            </a:xfrm>
            <a:prstGeom prst="rect">
              <a:avLst/>
            </a:prstGeom>
            <a:noFill/>
          </p:spPr>
          <p:txBody>
            <a:bodyPr wrap="none" lIns="90000" tIns="46800" rIns="90000" bIns="4680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8</a:t>
              </a:r>
              <a:r>
                <a:rPr lang="en-US" sz="2400" b="1" dirty="0">
                  <a:solidFill>
                    <a:schemeClr val="bg1"/>
                  </a:solidFill>
                </a:rPr>
                <a:t>6%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íṡ1iḋè"/>
            <p:cNvSpPr txBox="1"/>
            <p:nvPr/>
          </p:nvSpPr>
          <p:spPr>
            <a:xfrm flipH="1">
              <a:off x="8562098" y="3295924"/>
              <a:ext cx="1656000" cy="396212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0">
              <a:norm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</a:rPr>
                <a:t>Text Here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8" name="îSļïḓé"/>
            <p:cNvSpPr/>
            <p:nvPr/>
          </p:nvSpPr>
          <p:spPr>
            <a:xfrm flipH="1">
              <a:off x="8562098" y="3692138"/>
              <a:ext cx="1656000" cy="670408"/>
            </a:xfrm>
            <a:prstGeom prst="rect">
              <a:avLst/>
            </a:prstGeom>
          </p:spPr>
          <p:txBody>
            <a:bodyPr wrap="square" lIns="90000" tIns="46800" rIns="90000" bIns="46800">
              <a:normAutofit fontScale="92500" lnSpcReduction="100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bg1"/>
                  </a:solidFill>
                </a:rPr>
                <a:t>Copy paste fonts. Choose the only option to retain text.</a:t>
              </a:r>
              <a:endParaRPr lang="en-US" altLang="zh-CN" sz="1200" dirty="0">
                <a:solidFill>
                  <a:schemeClr val="bg1"/>
                </a:solidFill>
              </a:endParaRPr>
            </a:p>
          </p:txBody>
        </p:sp>
        <p:sp>
          <p:nvSpPr>
            <p:cNvPr id="29" name="ïṥľiḓe"/>
            <p:cNvSpPr/>
            <p:nvPr/>
          </p:nvSpPr>
          <p:spPr>
            <a:xfrm>
              <a:off x="5131514" y="3383630"/>
              <a:ext cx="1190227" cy="1202127"/>
            </a:xfrm>
            <a:prstGeom prst="ellipse">
              <a:avLst/>
            </a:prstGeom>
            <a:solidFill>
              <a:schemeClr val="accent5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30" name="ï$ľîďè"/>
            <p:cNvSpPr txBox="1"/>
            <p:nvPr/>
          </p:nvSpPr>
          <p:spPr>
            <a:xfrm>
              <a:off x="2886032" y="1164828"/>
              <a:ext cx="6584968" cy="1253406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400" dirty="0"/>
                <a:t>Unified fonts make reading more fluent.</a:t>
              </a:r>
              <a:endParaRPr lang="en-US" altLang="zh-CN" sz="1400" dirty="0"/>
            </a:p>
            <a:p>
              <a:pPr algn="ctr">
                <a:lnSpc>
                  <a:spcPct val="150000"/>
                </a:lnSpc>
              </a:pPr>
              <a:r>
                <a:rPr lang="en-US" altLang="zh-CN" b="1" dirty="0"/>
                <a:t>Theme color makes PPT more convenient to change.</a:t>
              </a:r>
              <a:endParaRPr lang="en-US" altLang="zh-CN" b="1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400" dirty="0"/>
                <a:t>Adjust the spacing to adapt to Chinese typesetting, use the reference line in PPT.</a:t>
              </a:r>
              <a:endParaRPr lang="en-US" sz="1600" b="1" dirty="0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c8ddaa27-8dc8-4376-99a7-501c1e8133c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811836"/>
            <a:ext cx="11522075" cy="5046164"/>
            <a:chOff x="669925" y="1811835"/>
            <a:chExt cx="11522078" cy="5046165"/>
          </a:xfrm>
        </p:grpSpPr>
        <p:grpSp>
          <p:nvGrpSpPr>
            <p:cNvPr id="6" name="íśļidè"/>
            <p:cNvGrpSpPr/>
            <p:nvPr/>
          </p:nvGrpSpPr>
          <p:grpSpPr>
            <a:xfrm>
              <a:off x="669925" y="2041516"/>
              <a:ext cx="8486076" cy="601690"/>
              <a:chOff x="669925" y="2041516"/>
              <a:chExt cx="8486076" cy="601690"/>
            </a:xfrm>
          </p:grpSpPr>
          <p:sp>
            <p:nvSpPr>
              <p:cNvPr id="20" name="îŝḻíḑè"/>
              <p:cNvSpPr/>
              <p:nvPr/>
            </p:nvSpPr>
            <p:spPr>
              <a:xfrm>
                <a:off x="966001" y="2041516"/>
                <a:ext cx="8190000" cy="60169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>
                  <a:lnSpc>
                    <a:spcPct val="120000"/>
                  </a:lnSpc>
                </a:pPr>
                <a:endParaRPr lang="en-US" altLang="zh-CN" sz="1100" dirty="0"/>
              </a:p>
            </p:txBody>
          </p:sp>
          <p:sp>
            <p:nvSpPr>
              <p:cNvPr id="21" name="îṧļidê"/>
              <p:cNvSpPr/>
              <p:nvPr/>
            </p:nvSpPr>
            <p:spPr>
              <a:xfrm>
                <a:off x="669925" y="2041516"/>
                <a:ext cx="601690" cy="601690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txBody>
              <a:bodyPr wrap="none" lIns="91425" tIns="45700" rIns="91425" bIns="45700" anchor="ctr" anchorCtr="0">
                <a:normAutofit/>
              </a:bodyPr>
              <a:lstStyle/>
              <a:p>
                <a:pPr marL="0" marR="0" lvl="0" indent="0" algn="ctr" rtl="0">
                  <a:buNone/>
                </a:pPr>
                <a:r>
                  <a:rPr lang="en-US" sz="2000" i="0" u="none" strike="noStrike" cap="none" baseline="0" dirty="0">
                    <a:solidFill>
                      <a:schemeClr val="lt1"/>
                    </a:solidFill>
                    <a:latin typeface="Impact" panose="020B0806030902050204" pitchFamily="34" charset="0"/>
                  </a:rPr>
                  <a:t>1</a:t>
                </a:r>
                <a:endParaRPr lang="en-US" sz="2000" i="0" u="none" strike="noStrike" cap="none" baseline="0" dirty="0">
                  <a:solidFill>
                    <a:schemeClr val="lt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22" name="ïṣľïḋe"/>
              <p:cNvSpPr txBox="1"/>
              <p:nvPr/>
            </p:nvSpPr>
            <p:spPr bwMode="auto">
              <a:xfrm>
                <a:off x="1271615" y="2109599"/>
                <a:ext cx="6219385" cy="465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zh-CN" sz="1400" dirty="0"/>
                  <a:t>Copy paste fonts. Choose the only option to retain text.</a:t>
                </a:r>
                <a:endParaRPr lang="en-US" altLang="zh-CN" sz="1400" dirty="0"/>
              </a:p>
            </p:txBody>
          </p:sp>
        </p:grpSp>
        <p:grpSp>
          <p:nvGrpSpPr>
            <p:cNvPr id="7" name="iṣľiḋê"/>
            <p:cNvGrpSpPr/>
            <p:nvPr/>
          </p:nvGrpSpPr>
          <p:grpSpPr>
            <a:xfrm>
              <a:off x="1393529" y="3207875"/>
              <a:ext cx="7762472" cy="601690"/>
              <a:chOff x="669925" y="2041516"/>
              <a:chExt cx="7762472" cy="601690"/>
            </a:xfrm>
          </p:grpSpPr>
          <p:sp>
            <p:nvSpPr>
              <p:cNvPr id="17" name="îṩlîḓè"/>
              <p:cNvSpPr/>
              <p:nvPr/>
            </p:nvSpPr>
            <p:spPr>
              <a:xfrm>
                <a:off x="966001" y="2041516"/>
                <a:ext cx="7466396" cy="60169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>
                  <a:lnSpc>
                    <a:spcPct val="120000"/>
                  </a:lnSpc>
                </a:pPr>
                <a:endParaRPr lang="en-US" altLang="zh-CN" sz="1100" dirty="0"/>
              </a:p>
            </p:txBody>
          </p:sp>
          <p:sp>
            <p:nvSpPr>
              <p:cNvPr id="18" name="îṧļîde"/>
              <p:cNvSpPr/>
              <p:nvPr/>
            </p:nvSpPr>
            <p:spPr>
              <a:xfrm>
                <a:off x="669925" y="2041516"/>
                <a:ext cx="601690" cy="601690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txBody>
              <a:bodyPr wrap="none" lIns="91425" tIns="45700" rIns="91425" bIns="45700" anchor="ctr" anchorCtr="0">
                <a:normAutofit/>
              </a:bodyPr>
              <a:lstStyle/>
              <a:p>
                <a:pPr marL="0" marR="0" lvl="0" indent="0" algn="ctr" rtl="0">
                  <a:buNone/>
                </a:pPr>
                <a:r>
                  <a:rPr lang="en-US" sz="2000" i="0" u="none" strike="noStrike" cap="none" baseline="0" dirty="0">
                    <a:solidFill>
                      <a:schemeClr val="lt1"/>
                    </a:solidFill>
                    <a:latin typeface="Impact" panose="020B0806030902050204" pitchFamily="34" charset="0"/>
                  </a:rPr>
                  <a:t>2</a:t>
                </a:r>
                <a:endParaRPr lang="en-US" sz="2000" i="0" u="none" strike="noStrike" cap="none" baseline="0" dirty="0">
                  <a:solidFill>
                    <a:schemeClr val="lt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9" name="ísļíďé"/>
              <p:cNvSpPr txBox="1"/>
              <p:nvPr/>
            </p:nvSpPr>
            <p:spPr bwMode="auto">
              <a:xfrm>
                <a:off x="1271615" y="2109599"/>
                <a:ext cx="6219385" cy="465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zh-CN" sz="1400" dirty="0"/>
                  <a:t>Copy paste fonts. Choose the only option to retain text.</a:t>
                </a:r>
                <a:endParaRPr lang="en-US" altLang="zh-CN" sz="1400" dirty="0"/>
              </a:p>
            </p:txBody>
          </p:sp>
        </p:grpSp>
        <p:grpSp>
          <p:nvGrpSpPr>
            <p:cNvPr id="8" name="î$ḷîḋè"/>
            <p:cNvGrpSpPr/>
            <p:nvPr/>
          </p:nvGrpSpPr>
          <p:grpSpPr>
            <a:xfrm>
              <a:off x="2273658" y="4374234"/>
              <a:ext cx="6882343" cy="601690"/>
              <a:chOff x="669925" y="2041516"/>
              <a:chExt cx="6882343" cy="601690"/>
            </a:xfrm>
          </p:grpSpPr>
          <p:sp>
            <p:nvSpPr>
              <p:cNvPr id="14" name="ïṡľiḍé"/>
              <p:cNvSpPr/>
              <p:nvPr/>
            </p:nvSpPr>
            <p:spPr>
              <a:xfrm>
                <a:off x="966001" y="2041516"/>
                <a:ext cx="6586267" cy="60169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>
                  <a:lnSpc>
                    <a:spcPct val="120000"/>
                  </a:lnSpc>
                </a:pPr>
                <a:endParaRPr lang="en-US" altLang="zh-CN" sz="1100" dirty="0"/>
              </a:p>
            </p:txBody>
          </p:sp>
          <p:sp>
            <p:nvSpPr>
              <p:cNvPr id="15" name="íŝḻíḋè"/>
              <p:cNvSpPr/>
              <p:nvPr/>
            </p:nvSpPr>
            <p:spPr>
              <a:xfrm>
                <a:off x="669925" y="2041516"/>
                <a:ext cx="601690" cy="601690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txBody>
              <a:bodyPr wrap="none" lIns="91425" tIns="45700" rIns="91425" bIns="45700" anchor="ctr" anchorCtr="0">
                <a:normAutofit/>
              </a:bodyPr>
              <a:lstStyle/>
              <a:p>
                <a:pPr marL="0" marR="0" lvl="0" indent="0" algn="ctr" rtl="0">
                  <a:buNone/>
                </a:pPr>
                <a:r>
                  <a:rPr lang="en-US" sz="2000" i="0" u="none" strike="noStrike" cap="none" baseline="0" dirty="0">
                    <a:solidFill>
                      <a:schemeClr val="lt1"/>
                    </a:solidFill>
                    <a:latin typeface="Impact" panose="020B0806030902050204" pitchFamily="34" charset="0"/>
                  </a:rPr>
                  <a:t>3</a:t>
                </a:r>
                <a:endParaRPr lang="en-US" sz="2000" i="0" u="none" strike="noStrike" cap="none" baseline="0" dirty="0">
                  <a:solidFill>
                    <a:schemeClr val="lt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6" name="îṧḻîḑè"/>
              <p:cNvSpPr txBox="1"/>
              <p:nvPr/>
            </p:nvSpPr>
            <p:spPr bwMode="auto">
              <a:xfrm>
                <a:off x="1271615" y="2109599"/>
                <a:ext cx="6219385" cy="465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zh-CN" sz="1400" dirty="0"/>
                  <a:t>Copy paste fonts. Choose the only option to retain text.</a:t>
                </a:r>
                <a:endParaRPr lang="en-US" altLang="zh-CN" sz="1400" dirty="0"/>
              </a:p>
            </p:txBody>
          </p:sp>
        </p:grpSp>
        <p:grpSp>
          <p:nvGrpSpPr>
            <p:cNvPr id="9" name="işḻïḋé"/>
            <p:cNvGrpSpPr/>
            <p:nvPr/>
          </p:nvGrpSpPr>
          <p:grpSpPr>
            <a:xfrm>
              <a:off x="7381877" y="1811835"/>
              <a:ext cx="4810126" cy="5046165"/>
              <a:chOff x="7806768" y="2257578"/>
              <a:chExt cx="4385232" cy="4600422"/>
            </a:xfrm>
          </p:grpSpPr>
          <p:sp>
            <p:nvSpPr>
              <p:cNvPr id="10" name="iS1îḑê"/>
              <p:cNvSpPr/>
              <p:nvPr/>
            </p:nvSpPr>
            <p:spPr>
              <a:xfrm>
                <a:off x="7806768" y="2257578"/>
                <a:ext cx="3369878" cy="3369883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  <a:alpha val="7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" name="ïSḷíḓê"/>
              <p:cNvSpPr/>
              <p:nvPr/>
            </p:nvSpPr>
            <p:spPr>
              <a:xfrm>
                <a:off x="8014056" y="2466971"/>
                <a:ext cx="2959435" cy="2959436"/>
              </a:xfrm>
              <a:prstGeom prst="ellipse">
                <a:avLst/>
              </a:prstGeom>
              <a:blipFill>
                <a:blip r:embed="rId2"/>
                <a:stretch>
                  <a:fillRect l="-39041" r="-38737"/>
                </a:stretch>
              </a:blipFill>
              <a:ln w="28575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12" name="iṥḷïdê"/>
              <p:cNvSpPr/>
              <p:nvPr/>
            </p:nvSpPr>
            <p:spPr>
              <a:xfrm>
                <a:off x="10447518" y="5136498"/>
                <a:ext cx="1744482" cy="1721502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9892" y="0"/>
                    </a:moveTo>
                    <a:lnTo>
                      <a:pt x="0" y="16747"/>
                    </a:lnTo>
                    <a:lnTo>
                      <a:pt x="86032" y="120000"/>
                    </a:lnTo>
                    <a:lnTo>
                      <a:pt x="120000" y="120000"/>
                    </a:lnTo>
                    <a:lnTo>
                      <a:pt x="19892" y="0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" name="ïṡ1îḋê"/>
              <p:cNvSpPr/>
              <p:nvPr/>
            </p:nvSpPr>
            <p:spPr>
              <a:xfrm>
                <a:off x="10332613" y="5025770"/>
                <a:ext cx="553637" cy="518122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91245" y="0"/>
                    </a:moveTo>
                    <a:lnTo>
                      <a:pt x="0" y="81454"/>
                    </a:lnTo>
                    <a:lnTo>
                      <a:pt x="28301" y="120000"/>
                    </a:lnTo>
                    <a:lnTo>
                      <a:pt x="28301" y="120000"/>
                    </a:lnTo>
                    <a:lnTo>
                      <a:pt x="36452" y="117575"/>
                    </a:lnTo>
                    <a:lnTo>
                      <a:pt x="44603" y="114181"/>
                    </a:lnTo>
                    <a:lnTo>
                      <a:pt x="51849" y="111030"/>
                    </a:lnTo>
                    <a:lnTo>
                      <a:pt x="58867" y="107151"/>
                    </a:lnTo>
                    <a:lnTo>
                      <a:pt x="65660" y="103030"/>
                    </a:lnTo>
                    <a:lnTo>
                      <a:pt x="72452" y="98909"/>
                    </a:lnTo>
                    <a:lnTo>
                      <a:pt x="78566" y="94303"/>
                    </a:lnTo>
                    <a:lnTo>
                      <a:pt x="84226" y="89454"/>
                    </a:lnTo>
                    <a:lnTo>
                      <a:pt x="90113" y="84121"/>
                    </a:lnTo>
                    <a:lnTo>
                      <a:pt x="95094" y="78787"/>
                    </a:lnTo>
                    <a:lnTo>
                      <a:pt x="100301" y="72484"/>
                    </a:lnTo>
                    <a:lnTo>
                      <a:pt x="104830" y="66666"/>
                    </a:lnTo>
                    <a:lnTo>
                      <a:pt x="109132" y="60121"/>
                    </a:lnTo>
                    <a:lnTo>
                      <a:pt x="112981" y="53090"/>
                    </a:lnTo>
                    <a:lnTo>
                      <a:pt x="116377" y="46060"/>
                    </a:lnTo>
                    <a:lnTo>
                      <a:pt x="120000" y="38545"/>
                    </a:lnTo>
                    <a:lnTo>
                      <a:pt x="91245" y="0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289" name="eac49d86-03ea-4686-a413-eaa613efcdb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8170" y="1016450"/>
            <a:ext cx="10842319" cy="4846380"/>
            <a:chOff x="678170" y="1016450"/>
            <a:chExt cx="10842319" cy="4846380"/>
          </a:xfrm>
        </p:grpSpPr>
        <p:grpSp>
          <p:nvGrpSpPr>
            <p:cNvPr id="290" name="íṥḻíḍé"/>
            <p:cNvGrpSpPr/>
            <p:nvPr/>
          </p:nvGrpSpPr>
          <p:grpSpPr>
            <a:xfrm>
              <a:off x="4110889" y="1016450"/>
              <a:ext cx="3970222" cy="4825099"/>
              <a:chOff x="1465378" y="1239878"/>
              <a:chExt cx="3970222" cy="4825099"/>
            </a:xfrm>
          </p:grpSpPr>
          <p:grpSp>
            <p:nvGrpSpPr>
              <p:cNvPr id="313" name="ïSľiḓê"/>
              <p:cNvGrpSpPr/>
              <p:nvPr/>
            </p:nvGrpSpPr>
            <p:grpSpPr>
              <a:xfrm>
                <a:off x="1465378" y="1239878"/>
                <a:ext cx="3970222" cy="4825099"/>
                <a:chOff x="2240078" y="1077963"/>
                <a:chExt cx="3777022" cy="4590297"/>
              </a:xfrm>
            </p:grpSpPr>
            <p:grpSp>
              <p:nvGrpSpPr>
                <p:cNvPr id="317" name="iṣļïḑê"/>
                <p:cNvGrpSpPr/>
                <p:nvPr/>
              </p:nvGrpSpPr>
              <p:grpSpPr>
                <a:xfrm>
                  <a:off x="2240078" y="3115269"/>
                  <a:ext cx="1718233" cy="1843677"/>
                  <a:chOff x="5329489" y="3419531"/>
                  <a:chExt cx="1718233" cy="1843677"/>
                </a:xfrm>
              </p:grpSpPr>
              <p:sp>
                <p:nvSpPr>
                  <p:cNvPr id="337" name="î$ļíḑè"/>
                  <p:cNvSpPr/>
                  <p:nvPr/>
                </p:nvSpPr>
                <p:spPr>
                  <a:xfrm rot="746739">
                    <a:off x="6592858" y="3994013"/>
                    <a:ext cx="454864" cy="616000"/>
                  </a:xfrm>
                  <a:custGeom>
                    <a:avLst/>
                    <a:gdLst>
                      <a:gd name="connsiteX0" fmla="*/ 220316 w 3023737"/>
                      <a:gd name="connsiteY0" fmla="*/ 440726 h 4094894"/>
                      <a:gd name="connsiteX1" fmla="*/ 2217264 w 3023737"/>
                      <a:gd name="connsiteY1" fmla="*/ 0 h 4094894"/>
                      <a:gd name="connsiteX2" fmla="*/ 3023737 w 3023737"/>
                      <a:gd name="connsiteY2" fmla="*/ 3654168 h 4094894"/>
                      <a:gd name="connsiteX3" fmla="*/ 1026790 w 3023737"/>
                      <a:gd name="connsiteY3" fmla="*/ 4094894 h 4094894"/>
                      <a:gd name="connsiteX4" fmla="*/ 644298 w 3023737"/>
                      <a:gd name="connsiteY4" fmla="*/ 2361803 h 4094894"/>
                      <a:gd name="connsiteX5" fmla="*/ 643444 w 3023737"/>
                      <a:gd name="connsiteY5" fmla="*/ 2361803 h 4094894"/>
                      <a:gd name="connsiteX6" fmla="*/ 642476 w 3023737"/>
                      <a:gd name="connsiteY6" fmla="*/ 2353551 h 4094894"/>
                      <a:gd name="connsiteX7" fmla="*/ 305315 w 3023737"/>
                      <a:gd name="connsiteY7" fmla="*/ 2138306 h 4094894"/>
                      <a:gd name="connsiteX8" fmla="*/ 103159 w 3023737"/>
                      <a:gd name="connsiteY8" fmla="*/ 2310629 h 4094894"/>
                      <a:gd name="connsiteX9" fmla="*/ 88440 w 3023737"/>
                      <a:gd name="connsiteY9" fmla="*/ 2361803 h 4094894"/>
                      <a:gd name="connsiteX10" fmla="*/ 0 w 3023737"/>
                      <a:gd name="connsiteY10" fmla="*/ 2361803 h 4094894"/>
                      <a:gd name="connsiteX11" fmla="*/ 1 w 3023737"/>
                      <a:gd name="connsiteY11" fmla="*/ 1203534 h 4094894"/>
                      <a:gd name="connsiteX12" fmla="*/ 388668 w 3023737"/>
                      <a:gd name="connsiteY12" fmla="*/ 1203534 h 40948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3023737" h="4094894">
                        <a:moveTo>
                          <a:pt x="220316" y="440726"/>
                        </a:moveTo>
                        <a:lnTo>
                          <a:pt x="2217264" y="0"/>
                        </a:lnTo>
                        <a:lnTo>
                          <a:pt x="3023737" y="3654168"/>
                        </a:lnTo>
                        <a:lnTo>
                          <a:pt x="1026790" y="4094894"/>
                        </a:lnTo>
                        <a:lnTo>
                          <a:pt x="644298" y="2361803"/>
                        </a:lnTo>
                        <a:lnTo>
                          <a:pt x="643444" y="2361803"/>
                        </a:lnTo>
                        <a:lnTo>
                          <a:pt x="642476" y="2353551"/>
                        </a:lnTo>
                        <a:cubicBezTo>
                          <a:pt x="608810" y="2201008"/>
                          <a:pt x="457858" y="2104640"/>
                          <a:pt x="305315" y="2138306"/>
                        </a:cubicBezTo>
                        <a:cubicBezTo>
                          <a:pt x="209976" y="2159348"/>
                          <a:pt x="136580" y="2226204"/>
                          <a:pt x="103159" y="2310629"/>
                        </a:cubicBezTo>
                        <a:lnTo>
                          <a:pt x="88440" y="2361803"/>
                        </a:lnTo>
                        <a:lnTo>
                          <a:pt x="0" y="2361803"/>
                        </a:lnTo>
                        <a:lnTo>
                          <a:pt x="1" y="1203534"/>
                        </a:lnTo>
                        <a:lnTo>
                          <a:pt x="388668" y="1203534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 w="762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338" name="iṥliḋe"/>
                  <p:cNvSpPr/>
                  <p:nvPr/>
                </p:nvSpPr>
                <p:spPr>
                  <a:xfrm>
                    <a:off x="5329489" y="3419531"/>
                    <a:ext cx="1660799" cy="1042335"/>
                  </a:xfrm>
                  <a:custGeom>
                    <a:avLst/>
                    <a:gdLst>
                      <a:gd name="connsiteX0" fmla="*/ 3754178 w 6196364"/>
                      <a:gd name="connsiteY0" fmla="*/ 0 h 3888906"/>
                      <a:gd name="connsiteX1" fmla="*/ 6185754 w 6196364"/>
                      <a:gd name="connsiteY1" fmla="*/ 2194290 h 3888906"/>
                      <a:gd name="connsiteX2" fmla="*/ 6194855 w 6196364"/>
                      <a:gd name="connsiteY2" fmla="*/ 2374532 h 3888906"/>
                      <a:gd name="connsiteX3" fmla="*/ 6196363 w 6196364"/>
                      <a:gd name="connsiteY3" fmla="*/ 2374532 h 3888906"/>
                      <a:gd name="connsiteX4" fmla="*/ 6196364 w 6196364"/>
                      <a:gd name="connsiteY4" fmla="*/ 3240999 h 3888906"/>
                      <a:gd name="connsiteX5" fmla="*/ 6186988 w 6196364"/>
                      <a:gd name="connsiteY5" fmla="*/ 3148000 h 3888906"/>
                      <a:gd name="connsiteX6" fmla="*/ 6146442 w 6196364"/>
                      <a:gd name="connsiteY6" fmla="*/ 3017381 h 3888906"/>
                      <a:gd name="connsiteX7" fmla="*/ 6135503 w 6196364"/>
                      <a:gd name="connsiteY7" fmla="*/ 2997228 h 3888906"/>
                      <a:gd name="connsiteX8" fmla="*/ 6082284 w 6196364"/>
                      <a:gd name="connsiteY8" fmla="*/ 2899181 h 3888906"/>
                      <a:gd name="connsiteX9" fmla="*/ 6006413 w 6196364"/>
                      <a:gd name="connsiteY9" fmla="*/ 2807222 h 3888906"/>
                      <a:gd name="connsiteX10" fmla="*/ 5988731 w 6196364"/>
                      <a:gd name="connsiteY10" fmla="*/ 2789113 h 3888906"/>
                      <a:gd name="connsiteX11" fmla="*/ 5946041 w 6196364"/>
                      <a:gd name="connsiteY11" fmla="*/ 2753891 h 3888906"/>
                      <a:gd name="connsiteX12" fmla="*/ 5859085 w 6196364"/>
                      <a:gd name="connsiteY12" fmla="*/ 2692095 h 3888906"/>
                      <a:gd name="connsiteX13" fmla="*/ 5812087 w 6196364"/>
                      <a:gd name="connsiteY13" fmla="*/ 2666586 h 3888906"/>
                      <a:gd name="connsiteX14" fmla="*/ 5711461 w 6196364"/>
                      <a:gd name="connsiteY14" fmla="*/ 2626994 h 3888906"/>
                      <a:gd name="connsiteX15" fmla="*/ 5664645 w 6196364"/>
                      <a:gd name="connsiteY15" fmla="*/ 2612462 h 3888906"/>
                      <a:gd name="connsiteX16" fmla="*/ 5505273 w 6196364"/>
                      <a:gd name="connsiteY16" fmla="*/ 2592385 h 3888906"/>
                      <a:gd name="connsiteX17" fmla="*/ 4910161 w 6196364"/>
                      <a:gd name="connsiteY17" fmla="*/ 2927413 h 3888906"/>
                      <a:gd name="connsiteX18" fmla="*/ 4872800 w 6196364"/>
                      <a:gd name="connsiteY18" fmla="*/ 3000393 h 3888906"/>
                      <a:gd name="connsiteX19" fmla="*/ 4849385 w 6196364"/>
                      <a:gd name="connsiteY19" fmla="*/ 3074089 h 3888906"/>
                      <a:gd name="connsiteX20" fmla="*/ 3933215 w 6196364"/>
                      <a:gd name="connsiteY20" fmla="*/ 3863679 h 3888906"/>
                      <a:gd name="connsiteX21" fmla="*/ 3698093 w 6196364"/>
                      <a:gd name="connsiteY21" fmla="*/ 3887380 h 3888906"/>
                      <a:gd name="connsiteX22" fmla="*/ 3698093 w 6196364"/>
                      <a:gd name="connsiteY22" fmla="*/ 3883999 h 3888906"/>
                      <a:gd name="connsiteX23" fmla="*/ 3696475 w 6196364"/>
                      <a:gd name="connsiteY23" fmla="*/ 3884246 h 3888906"/>
                      <a:gd name="connsiteX24" fmla="*/ 3604192 w 6196364"/>
                      <a:gd name="connsiteY24" fmla="*/ 3888906 h 3888906"/>
                      <a:gd name="connsiteX25" fmla="*/ 902576 w 6196364"/>
                      <a:gd name="connsiteY25" fmla="*/ 3888906 h 3888906"/>
                      <a:gd name="connsiteX26" fmla="*/ 0 w 6196364"/>
                      <a:gd name="connsiteY26" fmla="*/ 2986330 h 3888906"/>
                      <a:gd name="connsiteX27" fmla="*/ 0 w 6196364"/>
                      <a:gd name="connsiteY27" fmla="*/ 902578 h 3888906"/>
                      <a:gd name="connsiteX28" fmla="*/ 902576 w 6196364"/>
                      <a:gd name="connsiteY28" fmla="*/ 2 h 3888906"/>
                      <a:gd name="connsiteX29" fmla="*/ 3604192 w 6196364"/>
                      <a:gd name="connsiteY29" fmla="*/ 2 h 3888906"/>
                      <a:gd name="connsiteX30" fmla="*/ 3693328 w 6196364"/>
                      <a:gd name="connsiteY30" fmla="*/ 4503 h 3888906"/>
                      <a:gd name="connsiteX31" fmla="*/ 3693328 w 6196364"/>
                      <a:gd name="connsiteY31" fmla="*/ 3073 h 38889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6196364" h="3888906">
                        <a:moveTo>
                          <a:pt x="3754178" y="0"/>
                        </a:moveTo>
                        <a:cubicBezTo>
                          <a:pt x="5019701" y="0"/>
                          <a:pt x="6060587" y="961790"/>
                          <a:pt x="6185754" y="2194290"/>
                        </a:cubicBezTo>
                        <a:lnTo>
                          <a:pt x="6194855" y="2374532"/>
                        </a:lnTo>
                        <a:lnTo>
                          <a:pt x="6196363" y="2374532"/>
                        </a:lnTo>
                        <a:lnTo>
                          <a:pt x="6196364" y="3240999"/>
                        </a:lnTo>
                        <a:lnTo>
                          <a:pt x="6186988" y="3148000"/>
                        </a:lnTo>
                        <a:cubicBezTo>
                          <a:pt x="6177719" y="3102702"/>
                          <a:pt x="6164049" y="3059007"/>
                          <a:pt x="6146442" y="3017381"/>
                        </a:cubicBezTo>
                        <a:lnTo>
                          <a:pt x="6135503" y="2997228"/>
                        </a:lnTo>
                        <a:lnTo>
                          <a:pt x="6082284" y="2899181"/>
                        </a:lnTo>
                        <a:lnTo>
                          <a:pt x="6006413" y="2807222"/>
                        </a:lnTo>
                        <a:lnTo>
                          <a:pt x="5988731" y="2789113"/>
                        </a:lnTo>
                        <a:lnTo>
                          <a:pt x="5946041" y="2753891"/>
                        </a:lnTo>
                        <a:lnTo>
                          <a:pt x="5859085" y="2692095"/>
                        </a:lnTo>
                        <a:lnTo>
                          <a:pt x="5812087" y="2666586"/>
                        </a:lnTo>
                        <a:lnTo>
                          <a:pt x="5711461" y="2626994"/>
                        </a:lnTo>
                        <a:lnTo>
                          <a:pt x="5664645" y="2612462"/>
                        </a:lnTo>
                        <a:lnTo>
                          <a:pt x="5505273" y="2592385"/>
                        </a:lnTo>
                        <a:cubicBezTo>
                          <a:pt x="5253071" y="2592386"/>
                          <a:pt x="5032205" y="2726556"/>
                          <a:pt x="4910161" y="2927413"/>
                        </a:cubicBezTo>
                        <a:lnTo>
                          <a:pt x="4872800" y="3000393"/>
                        </a:lnTo>
                        <a:lnTo>
                          <a:pt x="4849385" y="3074089"/>
                        </a:lnTo>
                        <a:cubicBezTo>
                          <a:pt x="4703144" y="3473495"/>
                          <a:pt x="4357611" y="3776834"/>
                          <a:pt x="3933215" y="3863679"/>
                        </a:cubicBezTo>
                        <a:lnTo>
                          <a:pt x="3698093" y="3887380"/>
                        </a:lnTo>
                        <a:lnTo>
                          <a:pt x="3698093" y="3883999"/>
                        </a:lnTo>
                        <a:lnTo>
                          <a:pt x="3696475" y="3884246"/>
                        </a:lnTo>
                        <a:cubicBezTo>
                          <a:pt x="3666133" y="3887328"/>
                          <a:pt x="3635347" y="3888906"/>
                          <a:pt x="3604192" y="3888906"/>
                        </a:cubicBezTo>
                        <a:lnTo>
                          <a:pt x="902576" y="3888906"/>
                        </a:lnTo>
                        <a:cubicBezTo>
                          <a:pt x="404097" y="3888906"/>
                          <a:pt x="0" y="3484809"/>
                          <a:pt x="0" y="2986330"/>
                        </a:cubicBezTo>
                        <a:lnTo>
                          <a:pt x="0" y="902578"/>
                        </a:lnTo>
                        <a:cubicBezTo>
                          <a:pt x="0" y="404099"/>
                          <a:pt x="404097" y="2"/>
                          <a:pt x="902576" y="2"/>
                        </a:cubicBezTo>
                        <a:lnTo>
                          <a:pt x="3604192" y="2"/>
                        </a:lnTo>
                        <a:lnTo>
                          <a:pt x="3693328" y="4503"/>
                        </a:lnTo>
                        <a:lnTo>
                          <a:pt x="3693328" y="3073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 w="762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339" name="iš1îḑe"/>
                  <p:cNvSpPr/>
                  <p:nvPr/>
                </p:nvSpPr>
                <p:spPr>
                  <a:xfrm>
                    <a:off x="6679550" y="4368694"/>
                    <a:ext cx="310738" cy="894514"/>
                  </a:xfrm>
                  <a:prstGeom prst="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 w="762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sp>
              <p:nvSpPr>
                <p:cNvPr id="318" name="işľíḍé"/>
                <p:cNvSpPr/>
                <p:nvPr/>
              </p:nvSpPr>
              <p:spPr>
                <a:xfrm rot="20853261" flipH="1">
                  <a:off x="3826239" y="1810466"/>
                  <a:ext cx="579982" cy="785441"/>
                </a:xfrm>
                <a:custGeom>
                  <a:avLst/>
                  <a:gdLst>
                    <a:gd name="connsiteX0" fmla="*/ 220316 w 3023737"/>
                    <a:gd name="connsiteY0" fmla="*/ 440726 h 4094894"/>
                    <a:gd name="connsiteX1" fmla="*/ 2217264 w 3023737"/>
                    <a:gd name="connsiteY1" fmla="*/ 0 h 4094894"/>
                    <a:gd name="connsiteX2" fmla="*/ 3023737 w 3023737"/>
                    <a:gd name="connsiteY2" fmla="*/ 3654168 h 4094894"/>
                    <a:gd name="connsiteX3" fmla="*/ 1026790 w 3023737"/>
                    <a:gd name="connsiteY3" fmla="*/ 4094894 h 4094894"/>
                    <a:gd name="connsiteX4" fmla="*/ 644298 w 3023737"/>
                    <a:gd name="connsiteY4" fmla="*/ 2361803 h 4094894"/>
                    <a:gd name="connsiteX5" fmla="*/ 643444 w 3023737"/>
                    <a:gd name="connsiteY5" fmla="*/ 2361803 h 4094894"/>
                    <a:gd name="connsiteX6" fmla="*/ 642476 w 3023737"/>
                    <a:gd name="connsiteY6" fmla="*/ 2353551 h 4094894"/>
                    <a:gd name="connsiteX7" fmla="*/ 305315 w 3023737"/>
                    <a:gd name="connsiteY7" fmla="*/ 2138306 h 4094894"/>
                    <a:gd name="connsiteX8" fmla="*/ 103159 w 3023737"/>
                    <a:gd name="connsiteY8" fmla="*/ 2310629 h 4094894"/>
                    <a:gd name="connsiteX9" fmla="*/ 88440 w 3023737"/>
                    <a:gd name="connsiteY9" fmla="*/ 2361803 h 4094894"/>
                    <a:gd name="connsiteX10" fmla="*/ 0 w 3023737"/>
                    <a:gd name="connsiteY10" fmla="*/ 2361803 h 4094894"/>
                    <a:gd name="connsiteX11" fmla="*/ 1 w 3023737"/>
                    <a:gd name="connsiteY11" fmla="*/ 1203534 h 4094894"/>
                    <a:gd name="connsiteX12" fmla="*/ 388668 w 3023737"/>
                    <a:gd name="connsiteY12" fmla="*/ 1203534 h 40948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023737" h="4094894">
                      <a:moveTo>
                        <a:pt x="220316" y="440726"/>
                      </a:moveTo>
                      <a:lnTo>
                        <a:pt x="2217264" y="0"/>
                      </a:lnTo>
                      <a:lnTo>
                        <a:pt x="3023737" y="3654168"/>
                      </a:lnTo>
                      <a:lnTo>
                        <a:pt x="1026790" y="4094894"/>
                      </a:lnTo>
                      <a:lnTo>
                        <a:pt x="644298" y="2361803"/>
                      </a:lnTo>
                      <a:lnTo>
                        <a:pt x="643444" y="2361803"/>
                      </a:lnTo>
                      <a:lnTo>
                        <a:pt x="642476" y="2353551"/>
                      </a:lnTo>
                      <a:cubicBezTo>
                        <a:pt x="608810" y="2201008"/>
                        <a:pt x="457858" y="2104640"/>
                        <a:pt x="305315" y="2138306"/>
                      </a:cubicBezTo>
                      <a:cubicBezTo>
                        <a:pt x="209976" y="2159348"/>
                        <a:pt x="136580" y="2226204"/>
                        <a:pt x="103159" y="2310629"/>
                      </a:cubicBezTo>
                      <a:lnTo>
                        <a:pt x="88440" y="2361803"/>
                      </a:lnTo>
                      <a:lnTo>
                        <a:pt x="0" y="2361803"/>
                      </a:lnTo>
                      <a:lnTo>
                        <a:pt x="1" y="1203534"/>
                      </a:lnTo>
                      <a:lnTo>
                        <a:pt x="388668" y="1203534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19" name="isḻiďè"/>
                <p:cNvSpPr/>
                <p:nvPr/>
              </p:nvSpPr>
              <p:spPr>
                <a:xfrm flipH="1">
                  <a:off x="3899471" y="1077963"/>
                  <a:ext cx="2117629" cy="1329046"/>
                </a:xfrm>
                <a:custGeom>
                  <a:avLst/>
                  <a:gdLst>
                    <a:gd name="connsiteX0" fmla="*/ 3754178 w 6196364"/>
                    <a:gd name="connsiteY0" fmla="*/ 0 h 3888906"/>
                    <a:gd name="connsiteX1" fmla="*/ 6185754 w 6196364"/>
                    <a:gd name="connsiteY1" fmla="*/ 2194290 h 3888906"/>
                    <a:gd name="connsiteX2" fmla="*/ 6194855 w 6196364"/>
                    <a:gd name="connsiteY2" fmla="*/ 2374532 h 3888906"/>
                    <a:gd name="connsiteX3" fmla="*/ 6196363 w 6196364"/>
                    <a:gd name="connsiteY3" fmla="*/ 2374532 h 3888906"/>
                    <a:gd name="connsiteX4" fmla="*/ 6196364 w 6196364"/>
                    <a:gd name="connsiteY4" fmla="*/ 3240999 h 3888906"/>
                    <a:gd name="connsiteX5" fmla="*/ 6186988 w 6196364"/>
                    <a:gd name="connsiteY5" fmla="*/ 3148000 h 3888906"/>
                    <a:gd name="connsiteX6" fmla="*/ 6146442 w 6196364"/>
                    <a:gd name="connsiteY6" fmla="*/ 3017381 h 3888906"/>
                    <a:gd name="connsiteX7" fmla="*/ 6135503 w 6196364"/>
                    <a:gd name="connsiteY7" fmla="*/ 2997228 h 3888906"/>
                    <a:gd name="connsiteX8" fmla="*/ 6082284 w 6196364"/>
                    <a:gd name="connsiteY8" fmla="*/ 2899181 h 3888906"/>
                    <a:gd name="connsiteX9" fmla="*/ 6006413 w 6196364"/>
                    <a:gd name="connsiteY9" fmla="*/ 2807222 h 3888906"/>
                    <a:gd name="connsiteX10" fmla="*/ 5988731 w 6196364"/>
                    <a:gd name="connsiteY10" fmla="*/ 2789113 h 3888906"/>
                    <a:gd name="connsiteX11" fmla="*/ 5946041 w 6196364"/>
                    <a:gd name="connsiteY11" fmla="*/ 2753891 h 3888906"/>
                    <a:gd name="connsiteX12" fmla="*/ 5859085 w 6196364"/>
                    <a:gd name="connsiteY12" fmla="*/ 2692095 h 3888906"/>
                    <a:gd name="connsiteX13" fmla="*/ 5812087 w 6196364"/>
                    <a:gd name="connsiteY13" fmla="*/ 2666586 h 3888906"/>
                    <a:gd name="connsiteX14" fmla="*/ 5711461 w 6196364"/>
                    <a:gd name="connsiteY14" fmla="*/ 2626994 h 3888906"/>
                    <a:gd name="connsiteX15" fmla="*/ 5664645 w 6196364"/>
                    <a:gd name="connsiteY15" fmla="*/ 2612462 h 3888906"/>
                    <a:gd name="connsiteX16" fmla="*/ 5505273 w 6196364"/>
                    <a:gd name="connsiteY16" fmla="*/ 2592385 h 3888906"/>
                    <a:gd name="connsiteX17" fmla="*/ 4910161 w 6196364"/>
                    <a:gd name="connsiteY17" fmla="*/ 2927413 h 3888906"/>
                    <a:gd name="connsiteX18" fmla="*/ 4872800 w 6196364"/>
                    <a:gd name="connsiteY18" fmla="*/ 3000393 h 3888906"/>
                    <a:gd name="connsiteX19" fmla="*/ 4849385 w 6196364"/>
                    <a:gd name="connsiteY19" fmla="*/ 3074089 h 3888906"/>
                    <a:gd name="connsiteX20" fmla="*/ 3933215 w 6196364"/>
                    <a:gd name="connsiteY20" fmla="*/ 3863679 h 3888906"/>
                    <a:gd name="connsiteX21" fmla="*/ 3698093 w 6196364"/>
                    <a:gd name="connsiteY21" fmla="*/ 3887380 h 3888906"/>
                    <a:gd name="connsiteX22" fmla="*/ 3698093 w 6196364"/>
                    <a:gd name="connsiteY22" fmla="*/ 3883999 h 3888906"/>
                    <a:gd name="connsiteX23" fmla="*/ 3696475 w 6196364"/>
                    <a:gd name="connsiteY23" fmla="*/ 3884246 h 3888906"/>
                    <a:gd name="connsiteX24" fmla="*/ 3604192 w 6196364"/>
                    <a:gd name="connsiteY24" fmla="*/ 3888906 h 3888906"/>
                    <a:gd name="connsiteX25" fmla="*/ 902576 w 6196364"/>
                    <a:gd name="connsiteY25" fmla="*/ 3888906 h 3888906"/>
                    <a:gd name="connsiteX26" fmla="*/ 0 w 6196364"/>
                    <a:gd name="connsiteY26" fmla="*/ 2986330 h 3888906"/>
                    <a:gd name="connsiteX27" fmla="*/ 0 w 6196364"/>
                    <a:gd name="connsiteY27" fmla="*/ 902578 h 3888906"/>
                    <a:gd name="connsiteX28" fmla="*/ 902576 w 6196364"/>
                    <a:gd name="connsiteY28" fmla="*/ 2 h 3888906"/>
                    <a:gd name="connsiteX29" fmla="*/ 3604192 w 6196364"/>
                    <a:gd name="connsiteY29" fmla="*/ 2 h 3888906"/>
                    <a:gd name="connsiteX30" fmla="*/ 3693328 w 6196364"/>
                    <a:gd name="connsiteY30" fmla="*/ 4503 h 3888906"/>
                    <a:gd name="connsiteX31" fmla="*/ 3693328 w 6196364"/>
                    <a:gd name="connsiteY31" fmla="*/ 3073 h 38889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6196364" h="3888906">
                      <a:moveTo>
                        <a:pt x="3754178" y="0"/>
                      </a:moveTo>
                      <a:cubicBezTo>
                        <a:pt x="5019701" y="0"/>
                        <a:pt x="6060587" y="961790"/>
                        <a:pt x="6185754" y="2194290"/>
                      </a:cubicBezTo>
                      <a:lnTo>
                        <a:pt x="6194855" y="2374532"/>
                      </a:lnTo>
                      <a:lnTo>
                        <a:pt x="6196363" y="2374532"/>
                      </a:lnTo>
                      <a:lnTo>
                        <a:pt x="6196364" y="3240999"/>
                      </a:lnTo>
                      <a:lnTo>
                        <a:pt x="6186988" y="3148000"/>
                      </a:lnTo>
                      <a:cubicBezTo>
                        <a:pt x="6177719" y="3102702"/>
                        <a:pt x="6164049" y="3059007"/>
                        <a:pt x="6146442" y="3017381"/>
                      </a:cubicBezTo>
                      <a:lnTo>
                        <a:pt x="6135503" y="2997228"/>
                      </a:lnTo>
                      <a:lnTo>
                        <a:pt x="6082284" y="2899181"/>
                      </a:lnTo>
                      <a:lnTo>
                        <a:pt x="6006413" y="2807222"/>
                      </a:lnTo>
                      <a:lnTo>
                        <a:pt x="5988731" y="2789113"/>
                      </a:lnTo>
                      <a:lnTo>
                        <a:pt x="5946041" y="2753891"/>
                      </a:lnTo>
                      <a:lnTo>
                        <a:pt x="5859085" y="2692095"/>
                      </a:lnTo>
                      <a:lnTo>
                        <a:pt x="5812087" y="2666586"/>
                      </a:lnTo>
                      <a:lnTo>
                        <a:pt x="5711461" y="2626994"/>
                      </a:lnTo>
                      <a:lnTo>
                        <a:pt x="5664645" y="2612462"/>
                      </a:lnTo>
                      <a:lnTo>
                        <a:pt x="5505273" y="2592385"/>
                      </a:lnTo>
                      <a:cubicBezTo>
                        <a:pt x="5253071" y="2592386"/>
                        <a:pt x="5032205" y="2726556"/>
                        <a:pt x="4910161" y="2927413"/>
                      </a:cubicBezTo>
                      <a:lnTo>
                        <a:pt x="4872800" y="3000393"/>
                      </a:lnTo>
                      <a:lnTo>
                        <a:pt x="4849385" y="3074089"/>
                      </a:lnTo>
                      <a:cubicBezTo>
                        <a:pt x="4703144" y="3473495"/>
                        <a:pt x="4357611" y="3776834"/>
                        <a:pt x="3933215" y="3863679"/>
                      </a:cubicBezTo>
                      <a:lnTo>
                        <a:pt x="3698093" y="3887380"/>
                      </a:lnTo>
                      <a:lnTo>
                        <a:pt x="3698093" y="3883999"/>
                      </a:lnTo>
                      <a:lnTo>
                        <a:pt x="3696475" y="3884246"/>
                      </a:lnTo>
                      <a:cubicBezTo>
                        <a:pt x="3666133" y="3887328"/>
                        <a:pt x="3635347" y="3888906"/>
                        <a:pt x="3604192" y="3888906"/>
                      </a:cubicBezTo>
                      <a:lnTo>
                        <a:pt x="902576" y="3888906"/>
                      </a:lnTo>
                      <a:cubicBezTo>
                        <a:pt x="404097" y="3888906"/>
                        <a:pt x="0" y="3484809"/>
                        <a:pt x="0" y="2986330"/>
                      </a:cubicBezTo>
                      <a:lnTo>
                        <a:pt x="0" y="902578"/>
                      </a:lnTo>
                      <a:cubicBezTo>
                        <a:pt x="0" y="404099"/>
                        <a:pt x="404097" y="2"/>
                        <a:pt x="902576" y="2"/>
                      </a:cubicBezTo>
                      <a:lnTo>
                        <a:pt x="3604192" y="2"/>
                      </a:lnTo>
                      <a:lnTo>
                        <a:pt x="3693328" y="4503"/>
                      </a:lnTo>
                      <a:lnTo>
                        <a:pt x="3693328" y="3073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20" name="îSļïḋê"/>
                <p:cNvSpPr/>
                <p:nvPr/>
              </p:nvSpPr>
              <p:spPr>
                <a:xfrm flipH="1">
                  <a:off x="3899470" y="2288207"/>
                  <a:ext cx="390369" cy="2670739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  <p:grpSp>
              <p:nvGrpSpPr>
                <p:cNvPr id="321" name="íṣḷîḍè"/>
                <p:cNvGrpSpPr/>
                <p:nvPr/>
              </p:nvGrpSpPr>
              <p:grpSpPr>
                <a:xfrm>
                  <a:off x="2776819" y="2138436"/>
                  <a:ext cx="1914942" cy="2820510"/>
                  <a:chOff x="5837264" y="2442698"/>
                  <a:chExt cx="1914942" cy="2820510"/>
                </a:xfrm>
              </p:grpSpPr>
              <p:grpSp>
                <p:nvGrpSpPr>
                  <p:cNvPr id="333" name="îŝľîḍé"/>
                  <p:cNvGrpSpPr/>
                  <p:nvPr/>
                </p:nvGrpSpPr>
                <p:grpSpPr>
                  <a:xfrm>
                    <a:off x="7245267" y="3082949"/>
                    <a:ext cx="506939" cy="2180259"/>
                    <a:chOff x="7245267" y="3082949"/>
                    <a:chExt cx="506939" cy="2180259"/>
                  </a:xfrm>
                </p:grpSpPr>
                <p:sp>
                  <p:nvSpPr>
                    <p:cNvPr id="335" name="íSḷíḑê"/>
                    <p:cNvSpPr/>
                    <p:nvPr/>
                  </p:nvSpPr>
                  <p:spPr>
                    <a:xfrm rot="746739">
                      <a:off x="7245267" y="3082949"/>
                      <a:ext cx="506939" cy="686522"/>
                    </a:xfrm>
                    <a:custGeom>
                      <a:avLst/>
                      <a:gdLst>
                        <a:gd name="connsiteX0" fmla="*/ 220316 w 3023737"/>
                        <a:gd name="connsiteY0" fmla="*/ 440726 h 4094894"/>
                        <a:gd name="connsiteX1" fmla="*/ 2217264 w 3023737"/>
                        <a:gd name="connsiteY1" fmla="*/ 0 h 4094894"/>
                        <a:gd name="connsiteX2" fmla="*/ 3023737 w 3023737"/>
                        <a:gd name="connsiteY2" fmla="*/ 3654168 h 4094894"/>
                        <a:gd name="connsiteX3" fmla="*/ 1026790 w 3023737"/>
                        <a:gd name="connsiteY3" fmla="*/ 4094894 h 4094894"/>
                        <a:gd name="connsiteX4" fmla="*/ 644298 w 3023737"/>
                        <a:gd name="connsiteY4" fmla="*/ 2361803 h 4094894"/>
                        <a:gd name="connsiteX5" fmla="*/ 643444 w 3023737"/>
                        <a:gd name="connsiteY5" fmla="*/ 2361803 h 4094894"/>
                        <a:gd name="connsiteX6" fmla="*/ 642476 w 3023737"/>
                        <a:gd name="connsiteY6" fmla="*/ 2353551 h 4094894"/>
                        <a:gd name="connsiteX7" fmla="*/ 305315 w 3023737"/>
                        <a:gd name="connsiteY7" fmla="*/ 2138306 h 4094894"/>
                        <a:gd name="connsiteX8" fmla="*/ 103159 w 3023737"/>
                        <a:gd name="connsiteY8" fmla="*/ 2310629 h 4094894"/>
                        <a:gd name="connsiteX9" fmla="*/ 88440 w 3023737"/>
                        <a:gd name="connsiteY9" fmla="*/ 2361803 h 4094894"/>
                        <a:gd name="connsiteX10" fmla="*/ 0 w 3023737"/>
                        <a:gd name="connsiteY10" fmla="*/ 2361803 h 4094894"/>
                        <a:gd name="connsiteX11" fmla="*/ 1 w 3023737"/>
                        <a:gd name="connsiteY11" fmla="*/ 1203534 h 4094894"/>
                        <a:gd name="connsiteX12" fmla="*/ 388668 w 3023737"/>
                        <a:gd name="connsiteY12" fmla="*/ 1203534 h 40948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</a:cxnLst>
                      <a:rect l="l" t="t" r="r" b="b"/>
                      <a:pathLst>
                        <a:path w="3023737" h="4094894">
                          <a:moveTo>
                            <a:pt x="220316" y="440726"/>
                          </a:moveTo>
                          <a:lnTo>
                            <a:pt x="2217264" y="0"/>
                          </a:lnTo>
                          <a:lnTo>
                            <a:pt x="3023737" y="3654168"/>
                          </a:lnTo>
                          <a:lnTo>
                            <a:pt x="1026790" y="4094894"/>
                          </a:lnTo>
                          <a:lnTo>
                            <a:pt x="644298" y="2361803"/>
                          </a:lnTo>
                          <a:lnTo>
                            <a:pt x="643444" y="2361803"/>
                          </a:lnTo>
                          <a:lnTo>
                            <a:pt x="642476" y="2353551"/>
                          </a:lnTo>
                          <a:cubicBezTo>
                            <a:pt x="608810" y="2201008"/>
                            <a:pt x="457858" y="2104640"/>
                            <a:pt x="305315" y="2138306"/>
                          </a:cubicBezTo>
                          <a:cubicBezTo>
                            <a:pt x="209976" y="2159348"/>
                            <a:pt x="136580" y="2226204"/>
                            <a:pt x="103159" y="2310629"/>
                          </a:cubicBezTo>
                          <a:lnTo>
                            <a:pt x="88440" y="2361803"/>
                          </a:lnTo>
                          <a:lnTo>
                            <a:pt x="0" y="2361803"/>
                          </a:lnTo>
                          <a:lnTo>
                            <a:pt x="1" y="1203534"/>
                          </a:lnTo>
                          <a:lnTo>
                            <a:pt x="388668" y="1203534"/>
                          </a:lnTo>
                          <a:close/>
                        </a:path>
                      </a:pathLst>
                    </a:custGeom>
                    <a:solidFill>
                      <a:schemeClr val="accent4">
                        <a:lumMod val="75000"/>
                      </a:schemeClr>
                    </a:solidFill>
                    <a:ln w="762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336" name="iṥḻïḋe"/>
                    <p:cNvSpPr/>
                    <p:nvPr/>
                  </p:nvSpPr>
                  <p:spPr>
                    <a:xfrm>
                      <a:off x="7346991" y="3500524"/>
                      <a:ext cx="341206" cy="1762684"/>
                    </a:xfrm>
                    <a:prstGeom prst="rect">
                      <a:avLst/>
                    </a:prstGeom>
                    <a:solidFill>
                      <a:schemeClr val="accent4">
                        <a:lumMod val="75000"/>
                      </a:schemeClr>
                    </a:solidFill>
                    <a:ln w="762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</p:grpSp>
              <p:sp>
                <p:nvSpPr>
                  <p:cNvPr id="334" name="iṧḻiďê"/>
                  <p:cNvSpPr/>
                  <p:nvPr/>
                </p:nvSpPr>
                <p:spPr>
                  <a:xfrm>
                    <a:off x="5837264" y="2442698"/>
                    <a:ext cx="1850933" cy="1161665"/>
                  </a:xfrm>
                  <a:custGeom>
                    <a:avLst/>
                    <a:gdLst>
                      <a:gd name="connsiteX0" fmla="*/ 3754178 w 6196364"/>
                      <a:gd name="connsiteY0" fmla="*/ 0 h 3888906"/>
                      <a:gd name="connsiteX1" fmla="*/ 6185754 w 6196364"/>
                      <a:gd name="connsiteY1" fmla="*/ 2194290 h 3888906"/>
                      <a:gd name="connsiteX2" fmla="*/ 6194855 w 6196364"/>
                      <a:gd name="connsiteY2" fmla="*/ 2374532 h 3888906"/>
                      <a:gd name="connsiteX3" fmla="*/ 6196363 w 6196364"/>
                      <a:gd name="connsiteY3" fmla="*/ 2374532 h 3888906"/>
                      <a:gd name="connsiteX4" fmla="*/ 6196364 w 6196364"/>
                      <a:gd name="connsiteY4" fmla="*/ 3240999 h 3888906"/>
                      <a:gd name="connsiteX5" fmla="*/ 6186988 w 6196364"/>
                      <a:gd name="connsiteY5" fmla="*/ 3148000 h 3888906"/>
                      <a:gd name="connsiteX6" fmla="*/ 6146442 w 6196364"/>
                      <a:gd name="connsiteY6" fmla="*/ 3017381 h 3888906"/>
                      <a:gd name="connsiteX7" fmla="*/ 6135503 w 6196364"/>
                      <a:gd name="connsiteY7" fmla="*/ 2997228 h 3888906"/>
                      <a:gd name="connsiteX8" fmla="*/ 6082284 w 6196364"/>
                      <a:gd name="connsiteY8" fmla="*/ 2899181 h 3888906"/>
                      <a:gd name="connsiteX9" fmla="*/ 6006413 w 6196364"/>
                      <a:gd name="connsiteY9" fmla="*/ 2807222 h 3888906"/>
                      <a:gd name="connsiteX10" fmla="*/ 5988731 w 6196364"/>
                      <a:gd name="connsiteY10" fmla="*/ 2789113 h 3888906"/>
                      <a:gd name="connsiteX11" fmla="*/ 5946041 w 6196364"/>
                      <a:gd name="connsiteY11" fmla="*/ 2753891 h 3888906"/>
                      <a:gd name="connsiteX12" fmla="*/ 5859085 w 6196364"/>
                      <a:gd name="connsiteY12" fmla="*/ 2692095 h 3888906"/>
                      <a:gd name="connsiteX13" fmla="*/ 5812087 w 6196364"/>
                      <a:gd name="connsiteY13" fmla="*/ 2666586 h 3888906"/>
                      <a:gd name="connsiteX14" fmla="*/ 5711461 w 6196364"/>
                      <a:gd name="connsiteY14" fmla="*/ 2626994 h 3888906"/>
                      <a:gd name="connsiteX15" fmla="*/ 5664645 w 6196364"/>
                      <a:gd name="connsiteY15" fmla="*/ 2612462 h 3888906"/>
                      <a:gd name="connsiteX16" fmla="*/ 5505273 w 6196364"/>
                      <a:gd name="connsiteY16" fmla="*/ 2592385 h 3888906"/>
                      <a:gd name="connsiteX17" fmla="*/ 4910161 w 6196364"/>
                      <a:gd name="connsiteY17" fmla="*/ 2927413 h 3888906"/>
                      <a:gd name="connsiteX18" fmla="*/ 4872800 w 6196364"/>
                      <a:gd name="connsiteY18" fmla="*/ 3000393 h 3888906"/>
                      <a:gd name="connsiteX19" fmla="*/ 4849385 w 6196364"/>
                      <a:gd name="connsiteY19" fmla="*/ 3074089 h 3888906"/>
                      <a:gd name="connsiteX20" fmla="*/ 3933215 w 6196364"/>
                      <a:gd name="connsiteY20" fmla="*/ 3863679 h 3888906"/>
                      <a:gd name="connsiteX21" fmla="*/ 3698093 w 6196364"/>
                      <a:gd name="connsiteY21" fmla="*/ 3887380 h 3888906"/>
                      <a:gd name="connsiteX22" fmla="*/ 3698093 w 6196364"/>
                      <a:gd name="connsiteY22" fmla="*/ 3883999 h 3888906"/>
                      <a:gd name="connsiteX23" fmla="*/ 3696475 w 6196364"/>
                      <a:gd name="connsiteY23" fmla="*/ 3884246 h 3888906"/>
                      <a:gd name="connsiteX24" fmla="*/ 3604192 w 6196364"/>
                      <a:gd name="connsiteY24" fmla="*/ 3888906 h 3888906"/>
                      <a:gd name="connsiteX25" fmla="*/ 902576 w 6196364"/>
                      <a:gd name="connsiteY25" fmla="*/ 3888906 h 3888906"/>
                      <a:gd name="connsiteX26" fmla="*/ 0 w 6196364"/>
                      <a:gd name="connsiteY26" fmla="*/ 2986330 h 3888906"/>
                      <a:gd name="connsiteX27" fmla="*/ 0 w 6196364"/>
                      <a:gd name="connsiteY27" fmla="*/ 902578 h 3888906"/>
                      <a:gd name="connsiteX28" fmla="*/ 902576 w 6196364"/>
                      <a:gd name="connsiteY28" fmla="*/ 2 h 3888906"/>
                      <a:gd name="connsiteX29" fmla="*/ 3604192 w 6196364"/>
                      <a:gd name="connsiteY29" fmla="*/ 2 h 3888906"/>
                      <a:gd name="connsiteX30" fmla="*/ 3693328 w 6196364"/>
                      <a:gd name="connsiteY30" fmla="*/ 4503 h 3888906"/>
                      <a:gd name="connsiteX31" fmla="*/ 3693328 w 6196364"/>
                      <a:gd name="connsiteY31" fmla="*/ 3073 h 38889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6196364" h="3888906">
                        <a:moveTo>
                          <a:pt x="3754178" y="0"/>
                        </a:moveTo>
                        <a:cubicBezTo>
                          <a:pt x="5019701" y="0"/>
                          <a:pt x="6060587" y="961790"/>
                          <a:pt x="6185754" y="2194290"/>
                        </a:cubicBezTo>
                        <a:lnTo>
                          <a:pt x="6194855" y="2374532"/>
                        </a:lnTo>
                        <a:lnTo>
                          <a:pt x="6196363" y="2374532"/>
                        </a:lnTo>
                        <a:lnTo>
                          <a:pt x="6196364" y="3240999"/>
                        </a:lnTo>
                        <a:lnTo>
                          <a:pt x="6186988" y="3148000"/>
                        </a:lnTo>
                        <a:cubicBezTo>
                          <a:pt x="6177719" y="3102702"/>
                          <a:pt x="6164049" y="3059007"/>
                          <a:pt x="6146442" y="3017381"/>
                        </a:cubicBezTo>
                        <a:lnTo>
                          <a:pt x="6135503" y="2997228"/>
                        </a:lnTo>
                        <a:lnTo>
                          <a:pt x="6082284" y="2899181"/>
                        </a:lnTo>
                        <a:lnTo>
                          <a:pt x="6006413" y="2807222"/>
                        </a:lnTo>
                        <a:lnTo>
                          <a:pt x="5988731" y="2789113"/>
                        </a:lnTo>
                        <a:lnTo>
                          <a:pt x="5946041" y="2753891"/>
                        </a:lnTo>
                        <a:lnTo>
                          <a:pt x="5859085" y="2692095"/>
                        </a:lnTo>
                        <a:lnTo>
                          <a:pt x="5812087" y="2666586"/>
                        </a:lnTo>
                        <a:lnTo>
                          <a:pt x="5711461" y="2626994"/>
                        </a:lnTo>
                        <a:lnTo>
                          <a:pt x="5664645" y="2612462"/>
                        </a:lnTo>
                        <a:lnTo>
                          <a:pt x="5505273" y="2592385"/>
                        </a:lnTo>
                        <a:cubicBezTo>
                          <a:pt x="5253071" y="2592386"/>
                          <a:pt x="5032205" y="2726556"/>
                          <a:pt x="4910161" y="2927413"/>
                        </a:cubicBezTo>
                        <a:lnTo>
                          <a:pt x="4872800" y="3000393"/>
                        </a:lnTo>
                        <a:lnTo>
                          <a:pt x="4849385" y="3074089"/>
                        </a:lnTo>
                        <a:cubicBezTo>
                          <a:pt x="4703144" y="3473495"/>
                          <a:pt x="4357611" y="3776834"/>
                          <a:pt x="3933215" y="3863679"/>
                        </a:cubicBezTo>
                        <a:lnTo>
                          <a:pt x="3698093" y="3887380"/>
                        </a:lnTo>
                        <a:lnTo>
                          <a:pt x="3698093" y="3883999"/>
                        </a:lnTo>
                        <a:lnTo>
                          <a:pt x="3696475" y="3884246"/>
                        </a:lnTo>
                        <a:cubicBezTo>
                          <a:pt x="3666133" y="3887328"/>
                          <a:pt x="3635347" y="3888906"/>
                          <a:pt x="3604192" y="3888906"/>
                        </a:cubicBezTo>
                        <a:lnTo>
                          <a:pt x="902576" y="3888906"/>
                        </a:lnTo>
                        <a:cubicBezTo>
                          <a:pt x="404097" y="3888906"/>
                          <a:pt x="0" y="3484809"/>
                          <a:pt x="0" y="2986330"/>
                        </a:cubicBezTo>
                        <a:lnTo>
                          <a:pt x="0" y="902578"/>
                        </a:lnTo>
                        <a:cubicBezTo>
                          <a:pt x="0" y="404099"/>
                          <a:pt x="404097" y="2"/>
                          <a:pt x="902576" y="2"/>
                        </a:cubicBezTo>
                        <a:lnTo>
                          <a:pt x="3604192" y="2"/>
                        </a:lnTo>
                        <a:lnTo>
                          <a:pt x="3693328" y="4503"/>
                        </a:lnTo>
                        <a:lnTo>
                          <a:pt x="3693328" y="3073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 w="762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322" name="iS1íḋè"/>
                <p:cNvGrpSpPr/>
                <p:nvPr/>
              </p:nvGrpSpPr>
              <p:grpSpPr>
                <a:xfrm>
                  <a:off x="3594720" y="4899415"/>
                  <a:ext cx="1033033" cy="761226"/>
                  <a:chOff x="3594720" y="4899415"/>
                  <a:chExt cx="1033033" cy="761226"/>
                </a:xfrm>
              </p:grpSpPr>
              <p:grpSp>
                <p:nvGrpSpPr>
                  <p:cNvPr id="324" name="ïṧlídê"/>
                  <p:cNvGrpSpPr/>
                  <p:nvPr/>
                </p:nvGrpSpPr>
                <p:grpSpPr>
                  <a:xfrm>
                    <a:off x="4091720" y="4899415"/>
                    <a:ext cx="536033" cy="761225"/>
                    <a:chOff x="4091720" y="4899415"/>
                    <a:chExt cx="536033" cy="761225"/>
                  </a:xfrm>
                </p:grpSpPr>
                <p:sp>
                  <p:nvSpPr>
                    <p:cNvPr id="331" name="ísḷïḋé"/>
                    <p:cNvSpPr/>
                    <p:nvPr/>
                  </p:nvSpPr>
                  <p:spPr>
                    <a:xfrm flipV="1">
                      <a:off x="4091720" y="4958945"/>
                      <a:ext cx="536032" cy="701695"/>
                    </a:xfrm>
                    <a:prstGeom prst="triangle">
                      <a:avLst>
                        <a:gd name="adj" fmla="val 0"/>
                      </a:avLst>
                    </a:prstGeom>
                    <a:solidFill>
                      <a:schemeClr val="accent4"/>
                    </a:solidFill>
                    <a:ln w="762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332" name="íşļïḍè"/>
                    <p:cNvSpPr/>
                    <p:nvPr/>
                  </p:nvSpPr>
                  <p:spPr>
                    <a:xfrm>
                      <a:off x="4286547" y="4899415"/>
                      <a:ext cx="341206" cy="59531"/>
                    </a:xfrm>
                    <a:custGeom>
                      <a:avLst/>
                      <a:gdLst>
                        <a:gd name="connsiteX0" fmla="*/ 170603 w 341206"/>
                        <a:gd name="connsiteY0" fmla="*/ 0 h 59531"/>
                        <a:gd name="connsiteX1" fmla="*/ 341206 w 341206"/>
                        <a:gd name="connsiteY1" fmla="*/ 59531 h 59531"/>
                        <a:gd name="connsiteX2" fmla="*/ 0 w 341206"/>
                        <a:gd name="connsiteY2" fmla="*/ 59531 h 59531"/>
                        <a:gd name="connsiteX3" fmla="*/ 170603 w 341206"/>
                        <a:gd name="connsiteY3" fmla="*/ 0 h 595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41206" h="59531">
                          <a:moveTo>
                            <a:pt x="170603" y="0"/>
                          </a:moveTo>
                          <a:cubicBezTo>
                            <a:pt x="264824" y="0"/>
                            <a:pt x="341206" y="26653"/>
                            <a:pt x="341206" y="59531"/>
                          </a:cubicBezTo>
                          <a:lnTo>
                            <a:pt x="0" y="59531"/>
                          </a:lnTo>
                          <a:cubicBezTo>
                            <a:pt x="0" y="26653"/>
                            <a:pt x="76382" y="0"/>
                            <a:pt x="170603" y="0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w="762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</p:grpSp>
              <p:grpSp>
                <p:nvGrpSpPr>
                  <p:cNvPr id="325" name="ïṧlïḑê"/>
                  <p:cNvGrpSpPr/>
                  <p:nvPr/>
                </p:nvGrpSpPr>
                <p:grpSpPr>
                  <a:xfrm>
                    <a:off x="3594720" y="4899415"/>
                    <a:ext cx="496998" cy="755011"/>
                    <a:chOff x="3594720" y="4899415"/>
                    <a:chExt cx="496998" cy="755011"/>
                  </a:xfrm>
                </p:grpSpPr>
                <p:sp>
                  <p:nvSpPr>
                    <p:cNvPr id="329" name="í$ḷidè"/>
                    <p:cNvSpPr/>
                    <p:nvPr/>
                  </p:nvSpPr>
                  <p:spPr>
                    <a:xfrm flipH="1" flipV="1">
                      <a:off x="3594720" y="4952731"/>
                      <a:ext cx="496998" cy="701695"/>
                    </a:xfrm>
                    <a:prstGeom prst="triangle">
                      <a:avLst>
                        <a:gd name="adj" fmla="val 0"/>
                      </a:avLst>
                    </a:prstGeom>
                    <a:solidFill>
                      <a:schemeClr val="accent2"/>
                    </a:solidFill>
                    <a:ln w="762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330" name="íṧlíḍê"/>
                    <p:cNvSpPr/>
                    <p:nvPr/>
                  </p:nvSpPr>
                  <p:spPr>
                    <a:xfrm>
                      <a:off x="3594732" y="4899415"/>
                      <a:ext cx="308840" cy="59531"/>
                    </a:xfrm>
                    <a:custGeom>
                      <a:avLst/>
                      <a:gdLst>
                        <a:gd name="connsiteX0" fmla="*/ 154420 w 308840"/>
                        <a:gd name="connsiteY0" fmla="*/ 0 h 59531"/>
                        <a:gd name="connsiteX1" fmla="*/ 308840 w 308840"/>
                        <a:gd name="connsiteY1" fmla="*/ 59531 h 59531"/>
                        <a:gd name="connsiteX2" fmla="*/ 0 w 308840"/>
                        <a:gd name="connsiteY2" fmla="*/ 59531 h 59531"/>
                        <a:gd name="connsiteX3" fmla="*/ 154420 w 308840"/>
                        <a:gd name="connsiteY3" fmla="*/ 0 h 595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08840" h="59531">
                          <a:moveTo>
                            <a:pt x="154420" y="0"/>
                          </a:moveTo>
                          <a:cubicBezTo>
                            <a:pt x="239704" y="0"/>
                            <a:pt x="308840" y="26653"/>
                            <a:pt x="308840" y="59531"/>
                          </a:cubicBezTo>
                          <a:lnTo>
                            <a:pt x="0" y="59531"/>
                          </a:lnTo>
                          <a:cubicBezTo>
                            <a:pt x="0" y="26653"/>
                            <a:pt x="69136" y="0"/>
                            <a:pt x="154420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 w="762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</p:grpSp>
              <p:grpSp>
                <p:nvGrpSpPr>
                  <p:cNvPr id="326" name="isľîḓè"/>
                  <p:cNvGrpSpPr/>
                  <p:nvPr/>
                </p:nvGrpSpPr>
                <p:grpSpPr>
                  <a:xfrm>
                    <a:off x="3898182" y="4899415"/>
                    <a:ext cx="387076" cy="761226"/>
                    <a:chOff x="3898182" y="4899415"/>
                    <a:chExt cx="387076" cy="761226"/>
                  </a:xfrm>
                </p:grpSpPr>
                <p:sp>
                  <p:nvSpPr>
                    <p:cNvPr id="327" name="ïśḻïďe"/>
                    <p:cNvSpPr/>
                    <p:nvPr/>
                  </p:nvSpPr>
                  <p:spPr>
                    <a:xfrm flipV="1">
                      <a:off x="3898182" y="4958946"/>
                      <a:ext cx="387076" cy="701695"/>
                    </a:xfrm>
                    <a:prstGeom prst="triangle">
                      <a:avLst/>
                    </a:prstGeom>
                    <a:solidFill>
                      <a:schemeClr val="accent6"/>
                    </a:solidFill>
                    <a:ln w="762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  <p:sp>
                  <p:nvSpPr>
                    <p:cNvPr id="328" name="îṣ1îḓe"/>
                    <p:cNvSpPr/>
                    <p:nvPr/>
                  </p:nvSpPr>
                  <p:spPr>
                    <a:xfrm>
                      <a:off x="3900877" y="4899415"/>
                      <a:ext cx="384380" cy="62705"/>
                    </a:xfrm>
                    <a:custGeom>
                      <a:avLst/>
                      <a:gdLst>
                        <a:gd name="connsiteX0" fmla="*/ 192190 w 384380"/>
                        <a:gd name="connsiteY0" fmla="*/ 0 h 62705"/>
                        <a:gd name="connsiteX1" fmla="*/ 384380 w 384380"/>
                        <a:gd name="connsiteY1" fmla="*/ 59531 h 62705"/>
                        <a:gd name="connsiteX2" fmla="*/ 2695 w 384380"/>
                        <a:gd name="connsiteY2" fmla="*/ 59531 h 62705"/>
                        <a:gd name="connsiteX3" fmla="*/ 1033 w 384380"/>
                        <a:gd name="connsiteY3" fmla="*/ 62705 h 62705"/>
                        <a:gd name="connsiteX4" fmla="*/ 0 w 384380"/>
                        <a:gd name="connsiteY4" fmla="*/ 59531 h 62705"/>
                        <a:gd name="connsiteX5" fmla="*/ 192190 w 384380"/>
                        <a:gd name="connsiteY5" fmla="*/ 0 h 62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384380" h="62705">
                          <a:moveTo>
                            <a:pt x="192190" y="0"/>
                          </a:moveTo>
                          <a:cubicBezTo>
                            <a:pt x="298334" y="0"/>
                            <a:pt x="384380" y="26653"/>
                            <a:pt x="384380" y="59531"/>
                          </a:cubicBezTo>
                          <a:lnTo>
                            <a:pt x="2695" y="59531"/>
                          </a:lnTo>
                          <a:lnTo>
                            <a:pt x="1033" y="62705"/>
                          </a:lnTo>
                          <a:lnTo>
                            <a:pt x="0" y="59531"/>
                          </a:lnTo>
                          <a:cubicBezTo>
                            <a:pt x="0" y="26653"/>
                            <a:pt x="86046" y="0"/>
                            <a:pt x="192190" y="0"/>
                          </a:cubicBezTo>
                          <a:close/>
                        </a:path>
                      </a:pathLst>
                    </a:custGeom>
                    <a:solidFill>
                      <a:schemeClr val="accent6"/>
                    </a:solidFill>
                    <a:ln w="762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</a:p>
                  </p:txBody>
                </p:sp>
              </p:grpSp>
            </p:grpSp>
            <p:sp>
              <p:nvSpPr>
                <p:cNvPr id="323" name="iṥḷidé"/>
                <p:cNvSpPr/>
                <p:nvPr/>
              </p:nvSpPr>
              <p:spPr>
                <a:xfrm>
                  <a:off x="3928521" y="5327547"/>
                  <a:ext cx="341633" cy="340713"/>
                </a:xfrm>
                <a:custGeom>
                  <a:avLst/>
                  <a:gdLst>
                    <a:gd name="connsiteX0" fmla="*/ 167999 w 341633"/>
                    <a:gd name="connsiteY0" fmla="*/ 0 h 340713"/>
                    <a:gd name="connsiteX1" fmla="*/ 306303 w 341633"/>
                    <a:gd name="connsiteY1" fmla="*/ 57288 h 340713"/>
                    <a:gd name="connsiteX2" fmla="*/ 341633 w 341633"/>
                    <a:gd name="connsiteY2" fmla="*/ 109688 h 340713"/>
                    <a:gd name="connsiteX3" fmla="*/ 165151 w 341633"/>
                    <a:gd name="connsiteY3" fmla="*/ 340712 h 340713"/>
                    <a:gd name="connsiteX4" fmla="*/ 165150 w 341633"/>
                    <a:gd name="connsiteY4" fmla="*/ 340713 h 340713"/>
                    <a:gd name="connsiteX5" fmla="*/ 162344 w 341633"/>
                    <a:gd name="connsiteY5" fmla="*/ 330539 h 340713"/>
                    <a:gd name="connsiteX6" fmla="*/ 0 w 341633"/>
                    <a:gd name="connsiteY6" fmla="*/ 101331 h 340713"/>
                    <a:gd name="connsiteX7" fmla="*/ 29695 w 341633"/>
                    <a:gd name="connsiteY7" fmla="*/ 57288 h 340713"/>
                    <a:gd name="connsiteX8" fmla="*/ 167999 w 341633"/>
                    <a:gd name="connsiteY8" fmla="*/ 0 h 340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41633" h="340713">
                      <a:moveTo>
                        <a:pt x="167999" y="0"/>
                      </a:moveTo>
                      <a:cubicBezTo>
                        <a:pt x="222010" y="0"/>
                        <a:pt x="270908" y="21893"/>
                        <a:pt x="306303" y="57288"/>
                      </a:cubicBezTo>
                      <a:lnTo>
                        <a:pt x="341633" y="109688"/>
                      </a:lnTo>
                      <a:lnTo>
                        <a:pt x="165151" y="340712"/>
                      </a:lnTo>
                      <a:lnTo>
                        <a:pt x="165150" y="340713"/>
                      </a:lnTo>
                      <a:lnTo>
                        <a:pt x="162344" y="330539"/>
                      </a:lnTo>
                      <a:lnTo>
                        <a:pt x="0" y="101331"/>
                      </a:lnTo>
                      <a:lnTo>
                        <a:pt x="29695" y="57288"/>
                      </a:lnTo>
                      <a:cubicBezTo>
                        <a:pt x="65090" y="21893"/>
                        <a:pt x="113988" y="0"/>
                        <a:pt x="167999" y="0"/>
                      </a:cubicBezTo>
                      <a:close/>
                    </a:path>
                  </a:pathLst>
                </a:custGeom>
                <a:solidFill>
                  <a:schemeClr val="tx1">
                    <a:lumMod val="75000"/>
                    <a:lumOff val="25000"/>
                  </a:schemeClr>
                </a:solidFill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314" name="í$1îḍê"/>
              <p:cNvSpPr/>
              <p:nvPr/>
            </p:nvSpPr>
            <p:spPr bwMode="auto">
              <a:xfrm>
                <a:off x="2408819" y="2653629"/>
                <a:ext cx="557700" cy="556666"/>
              </a:xfrm>
              <a:custGeom>
                <a:avLst/>
                <a:gdLst>
                  <a:gd name="T0" fmla="*/ 164 w 204"/>
                  <a:gd name="T1" fmla="*/ 0 h 204"/>
                  <a:gd name="T2" fmla="*/ 39 w 204"/>
                  <a:gd name="T3" fmla="*/ 0 h 204"/>
                  <a:gd name="T4" fmla="*/ 0 w 204"/>
                  <a:gd name="T5" fmla="*/ 39 h 204"/>
                  <a:gd name="T6" fmla="*/ 0 w 204"/>
                  <a:gd name="T7" fmla="*/ 81 h 204"/>
                  <a:gd name="T8" fmla="*/ 0 w 204"/>
                  <a:gd name="T9" fmla="*/ 164 h 204"/>
                  <a:gd name="T10" fmla="*/ 39 w 204"/>
                  <a:gd name="T11" fmla="*/ 204 h 204"/>
                  <a:gd name="T12" fmla="*/ 164 w 204"/>
                  <a:gd name="T13" fmla="*/ 204 h 204"/>
                  <a:gd name="T14" fmla="*/ 204 w 204"/>
                  <a:gd name="T15" fmla="*/ 164 h 204"/>
                  <a:gd name="T16" fmla="*/ 204 w 204"/>
                  <a:gd name="T17" fmla="*/ 81 h 204"/>
                  <a:gd name="T18" fmla="*/ 204 w 204"/>
                  <a:gd name="T19" fmla="*/ 39 h 204"/>
                  <a:gd name="T20" fmla="*/ 164 w 204"/>
                  <a:gd name="T21" fmla="*/ 0 h 204"/>
                  <a:gd name="T22" fmla="*/ 176 w 204"/>
                  <a:gd name="T23" fmla="*/ 23 h 204"/>
                  <a:gd name="T24" fmla="*/ 180 w 204"/>
                  <a:gd name="T25" fmla="*/ 23 h 204"/>
                  <a:gd name="T26" fmla="*/ 180 w 204"/>
                  <a:gd name="T27" fmla="*/ 28 h 204"/>
                  <a:gd name="T28" fmla="*/ 180 w 204"/>
                  <a:gd name="T29" fmla="*/ 58 h 204"/>
                  <a:gd name="T30" fmla="*/ 146 w 204"/>
                  <a:gd name="T31" fmla="*/ 58 h 204"/>
                  <a:gd name="T32" fmla="*/ 146 w 204"/>
                  <a:gd name="T33" fmla="*/ 24 h 204"/>
                  <a:gd name="T34" fmla="*/ 176 w 204"/>
                  <a:gd name="T35" fmla="*/ 23 h 204"/>
                  <a:gd name="T36" fmla="*/ 73 w 204"/>
                  <a:gd name="T37" fmla="*/ 81 h 204"/>
                  <a:gd name="T38" fmla="*/ 102 w 204"/>
                  <a:gd name="T39" fmla="*/ 66 h 204"/>
                  <a:gd name="T40" fmla="*/ 131 w 204"/>
                  <a:gd name="T41" fmla="*/ 81 h 204"/>
                  <a:gd name="T42" fmla="*/ 138 w 204"/>
                  <a:gd name="T43" fmla="*/ 102 h 204"/>
                  <a:gd name="T44" fmla="*/ 102 w 204"/>
                  <a:gd name="T45" fmla="*/ 138 h 204"/>
                  <a:gd name="T46" fmla="*/ 66 w 204"/>
                  <a:gd name="T47" fmla="*/ 102 h 204"/>
                  <a:gd name="T48" fmla="*/ 73 w 204"/>
                  <a:gd name="T49" fmla="*/ 81 h 204"/>
                  <a:gd name="T50" fmla="*/ 184 w 204"/>
                  <a:gd name="T51" fmla="*/ 164 h 204"/>
                  <a:gd name="T52" fmla="*/ 164 w 204"/>
                  <a:gd name="T53" fmla="*/ 184 h 204"/>
                  <a:gd name="T54" fmla="*/ 39 w 204"/>
                  <a:gd name="T55" fmla="*/ 184 h 204"/>
                  <a:gd name="T56" fmla="*/ 20 w 204"/>
                  <a:gd name="T57" fmla="*/ 164 h 204"/>
                  <a:gd name="T58" fmla="*/ 20 w 204"/>
                  <a:gd name="T59" fmla="*/ 81 h 204"/>
                  <a:gd name="T60" fmla="*/ 50 w 204"/>
                  <a:gd name="T61" fmla="*/ 81 h 204"/>
                  <a:gd name="T62" fmla="*/ 46 w 204"/>
                  <a:gd name="T63" fmla="*/ 102 h 204"/>
                  <a:gd name="T64" fmla="*/ 102 w 204"/>
                  <a:gd name="T65" fmla="*/ 158 h 204"/>
                  <a:gd name="T66" fmla="*/ 157 w 204"/>
                  <a:gd name="T67" fmla="*/ 102 h 204"/>
                  <a:gd name="T68" fmla="*/ 153 w 204"/>
                  <a:gd name="T69" fmla="*/ 81 h 204"/>
                  <a:gd name="T70" fmla="*/ 184 w 204"/>
                  <a:gd name="T71" fmla="*/ 81 h 204"/>
                  <a:gd name="T72" fmla="*/ 184 w 204"/>
                  <a:gd name="T73" fmla="*/ 164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04" h="204">
                    <a:moveTo>
                      <a:pt x="164" y="0"/>
                    </a:moveTo>
                    <a:cubicBezTo>
                      <a:pt x="39" y="0"/>
                      <a:pt x="39" y="0"/>
                      <a:pt x="39" y="0"/>
                    </a:cubicBezTo>
                    <a:cubicBezTo>
                      <a:pt x="17" y="0"/>
                      <a:pt x="0" y="18"/>
                      <a:pt x="0" y="39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86"/>
                      <a:pt x="17" y="204"/>
                      <a:pt x="39" y="204"/>
                    </a:cubicBezTo>
                    <a:cubicBezTo>
                      <a:pt x="164" y="204"/>
                      <a:pt x="164" y="204"/>
                      <a:pt x="164" y="204"/>
                    </a:cubicBezTo>
                    <a:cubicBezTo>
                      <a:pt x="186" y="204"/>
                      <a:pt x="204" y="186"/>
                      <a:pt x="204" y="164"/>
                    </a:cubicBezTo>
                    <a:cubicBezTo>
                      <a:pt x="204" y="81"/>
                      <a:pt x="204" y="81"/>
                      <a:pt x="204" y="81"/>
                    </a:cubicBezTo>
                    <a:cubicBezTo>
                      <a:pt x="204" y="39"/>
                      <a:pt x="204" y="39"/>
                      <a:pt x="204" y="39"/>
                    </a:cubicBezTo>
                    <a:cubicBezTo>
                      <a:pt x="204" y="18"/>
                      <a:pt x="186" y="0"/>
                      <a:pt x="164" y="0"/>
                    </a:cubicBezTo>
                    <a:close/>
                    <a:moveTo>
                      <a:pt x="176" y="23"/>
                    </a:moveTo>
                    <a:cubicBezTo>
                      <a:pt x="180" y="23"/>
                      <a:pt x="180" y="23"/>
                      <a:pt x="180" y="23"/>
                    </a:cubicBezTo>
                    <a:cubicBezTo>
                      <a:pt x="180" y="28"/>
                      <a:pt x="180" y="28"/>
                      <a:pt x="180" y="28"/>
                    </a:cubicBezTo>
                    <a:cubicBezTo>
                      <a:pt x="180" y="58"/>
                      <a:pt x="180" y="58"/>
                      <a:pt x="180" y="58"/>
                    </a:cubicBezTo>
                    <a:cubicBezTo>
                      <a:pt x="146" y="58"/>
                      <a:pt x="146" y="58"/>
                      <a:pt x="146" y="58"/>
                    </a:cubicBezTo>
                    <a:cubicBezTo>
                      <a:pt x="146" y="24"/>
                      <a:pt x="146" y="24"/>
                      <a:pt x="146" y="24"/>
                    </a:cubicBezTo>
                    <a:lnTo>
                      <a:pt x="176" y="23"/>
                    </a:lnTo>
                    <a:close/>
                    <a:moveTo>
                      <a:pt x="73" y="81"/>
                    </a:moveTo>
                    <a:cubicBezTo>
                      <a:pt x="79" y="72"/>
                      <a:pt x="90" y="66"/>
                      <a:pt x="102" y="66"/>
                    </a:cubicBezTo>
                    <a:cubicBezTo>
                      <a:pt x="114" y="66"/>
                      <a:pt x="124" y="72"/>
                      <a:pt x="131" y="81"/>
                    </a:cubicBezTo>
                    <a:cubicBezTo>
                      <a:pt x="135" y="87"/>
                      <a:pt x="138" y="94"/>
                      <a:pt x="138" y="102"/>
                    </a:cubicBezTo>
                    <a:cubicBezTo>
                      <a:pt x="138" y="122"/>
                      <a:pt x="121" y="138"/>
                      <a:pt x="102" y="138"/>
                    </a:cubicBezTo>
                    <a:cubicBezTo>
                      <a:pt x="82" y="138"/>
                      <a:pt x="66" y="122"/>
                      <a:pt x="66" y="102"/>
                    </a:cubicBezTo>
                    <a:cubicBezTo>
                      <a:pt x="66" y="94"/>
                      <a:pt x="68" y="87"/>
                      <a:pt x="73" y="81"/>
                    </a:cubicBezTo>
                    <a:close/>
                    <a:moveTo>
                      <a:pt x="184" y="164"/>
                    </a:moveTo>
                    <a:cubicBezTo>
                      <a:pt x="184" y="175"/>
                      <a:pt x="175" y="184"/>
                      <a:pt x="164" y="184"/>
                    </a:cubicBezTo>
                    <a:cubicBezTo>
                      <a:pt x="39" y="184"/>
                      <a:pt x="39" y="184"/>
                      <a:pt x="39" y="184"/>
                    </a:cubicBezTo>
                    <a:cubicBezTo>
                      <a:pt x="28" y="184"/>
                      <a:pt x="20" y="175"/>
                      <a:pt x="20" y="164"/>
                    </a:cubicBezTo>
                    <a:cubicBezTo>
                      <a:pt x="20" y="81"/>
                      <a:pt x="20" y="81"/>
                      <a:pt x="20" y="81"/>
                    </a:cubicBezTo>
                    <a:cubicBezTo>
                      <a:pt x="50" y="81"/>
                      <a:pt x="50" y="81"/>
                      <a:pt x="50" y="81"/>
                    </a:cubicBezTo>
                    <a:cubicBezTo>
                      <a:pt x="47" y="87"/>
                      <a:pt x="46" y="95"/>
                      <a:pt x="46" y="102"/>
                    </a:cubicBezTo>
                    <a:cubicBezTo>
                      <a:pt x="46" y="133"/>
                      <a:pt x="71" y="158"/>
                      <a:pt x="102" y="158"/>
                    </a:cubicBezTo>
                    <a:cubicBezTo>
                      <a:pt x="132" y="158"/>
                      <a:pt x="157" y="133"/>
                      <a:pt x="157" y="102"/>
                    </a:cubicBezTo>
                    <a:cubicBezTo>
                      <a:pt x="157" y="95"/>
                      <a:pt x="156" y="87"/>
                      <a:pt x="153" y="81"/>
                    </a:cubicBezTo>
                    <a:cubicBezTo>
                      <a:pt x="184" y="81"/>
                      <a:pt x="184" y="81"/>
                      <a:pt x="184" y="81"/>
                    </a:cubicBezTo>
                    <a:lnTo>
                      <a:pt x="184" y="16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5" name="íSḷíḓe"/>
              <p:cNvSpPr/>
              <p:nvPr/>
            </p:nvSpPr>
            <p:spPr bwMode="auto">
              <a:xfrm>
                <a:off x="4187326" y="1631149"/>
                <a:ext cx="747630" cy="614488"/>
              </a:xfrm>
              <a:custGeom>
                <a:avLst/>
                <a:gdLst>
                  <a:gd name="T0" fmla="*/ 285 w 293"/>
                  <a:gd name="T1" fmla="*/ 32 h 238"/>
                  <a:gd name="T2" fmla="*/ 259 w 293"/>
                  <a:gd name="T3" fmla="*/ 38 h 238"/>
                  <a:gd name="T4" fmla="*/ 275 w 293"/>
                  <a:gd name="T5" fmla="*/ 24 h 238"/>
                  <a:gd name="T6" fmla="*/ 285 w 293"/>
                  <a:gd name="T7" fmla="*/ 4 h 238"/>
                  <a:gd name="T8" fmla="*/ 257 w 293"/>
                  <a:gd name="T9" fmla="*/ 16 h 238"/>
                  <a:gd name="T10" fmla="*/ 237 w 293"/>
                  <a:gd name="T11" fmla="*/ 11 h 238"/>
                  <a:gd name="T12" fmla="*/ 216 w 293"/>
                  <a:gd name="T13" fmla="*/ 1 h 238"/>
                  <a:gd name="T14" fmla="*/ 203 w 293"/>
                  <a:gd name="T15" fmla="*/ 0 h 238"/>
                  <a:gd name="T16" fmla="*/ 179 w 293"/>
                  <a:gd name="T17" fmla="*/ 5 h 238"/>
                  <a:gd name="T18" fmla="*/ 154 w 293"/>
                  <a:gd name="T19" fmla="*/ 27 h 238"/>
                  <a:gd name="T20" fmla="*/ 143 w 293"/>
                  <a:gd name="T21" fmla="*/ 54 h 238"/>
                  <a:gd name="T22" fmla="*/ 143 w 293"/>
                  <a:gd name="T23" fmla="*/ 67 h 238"/>
                  <a:gd name="T24" fmla="*/ 126 w 293"/>
                  <a:gd name="T25" fmla="*/ 72 h 238"/>
                  <a:gd name="T26" fmla="*/ 75 w 293"/>
                  <a:gd name="T27" fmla="*/ 55 h 238"/>
                  <a:gd name="T28" fmla="*/ 33 w 293"/>
                  <a:gd name="T29" fmla="*/ 24 h 238"/>
                  <a:gd name="T30" fmla="*/ 17 w 293"/>
                  <a:gd name="T31" fmla="*/ 17 h 238"/>
                  <a:gd name="T32" fmla="*/ 12 w 293"/>
                  <a:gd name="T33" fmla="*/ 41 h 238"/>
                  <a:gd name="T34" fmla="*/ 14 w 293"/>
                  <a:gd name="T35" fmla="*/ 57 h 238"/>
                  <a:gd name="T36" fmla="*/ 23 w 293"/>
                  <a:gd name="T37" fmla="*/ 76 h 238"/>
                  <a:gd name="T38" fmla="*/ 39 w 293"/>
                  <a:gd name="T39" fmla="*/ 91 h 238"/>
                  <a:gd name="T40" fmla="*/ 25 w 293"/>
                  <a:gd name="T41" fmla="*/ 89 h 238"/>
                  <a:gd name="T42" fmla="*/ 12 w 293"/>
                  <a:gd name="T43" fmla="*/ 84 h 238"/>
                  <a:gd name="T44" fmla="*/ 13 w 293"/>
                  <a:gd name="T45" fmla="*/ 95 h 238"/>
                  <a:gd name="T46" fmla="*/ 25 w 293"/>
                  <a:gd name="T47" fmla="*/ 123 h 238"/>
                  <a:gd name="T48" fmla="*/ 50 w 293"/>
                  <a:gd name="T49" fmla="*/ 140 h 238"/>
                  <a:gd name="T50" fmla="*/ 52 w 293"/>
                  <a:gd name="T51" fmla="*/ 145 h 238"/>
                  <a:gd name="T52" fmla="*/ 33 w 293"/>
                  <a:gd name="T53" fmla="*/ 145 h 238"/>
                  <a:gd name="T54" fmla="*/ 41 w 293"/>
                  <a:gd name="T55" fmla="*/ 161 h 238"/>
                  <a:gd name="T56" fmla="*/ 62 w 293"/>
                  <a:gd name="T57" fmla="*/ 179 h 238"/>
                  <a:gd name="T58" fmla="*/ 89 w 293"/>
                  <a:gd name="T59" fmla="*/ 186 h 238"/>
                  <a:gd name="T60" fmla="*/ 73 w 293"/>
                  <a:gd name="T61" fmla="*/ 197 h 238"/>
                  <a:gd name="T62" fmla="*/ 45 w 293"/>
                  <a:gd name="T63" fmla="*/ 208 h 238"/>
                  <a:gd name="T64" fmla="*/ 14 w 293"/>
                  <a:gd name="T65" fmla="*/ 212 h 238"/>
                  <a:gd name="T66" fmla="*/ 0 w 293"/>
                  <a:gd name="T67" fmla="*/ 211 h 238"/>
                  <a:gd name="T68" fmla="*/ 32 w 293"/>
                  <a:gd name="T69" fmla="*/ 227 h 238"/>
                  <a:gd name="T70" fmla="*/ 68 w 293"/>
                  <a:gd name="T71" fmla="*/ 237 h 238"/>
                  <a:gd name="T72" fmla="*/ 93 w 293"/>
                  <a:gd name="T73" fmla="*/ 238 h 238"/>
                  <a:gd name="T74" fmla="*/ 149 w 293"/>
                  <a:gd name="T75" fmla="*/ 229 h 238"/>
                  <a:gd name="T76" fmla="*/ 195 w 293"/>
                  <a:gd name="T77" fmla="*/ 205 h 238"/>
                  <a:gd name="T78" fmla="*/ 229 w 293"/>
                  <a:gd name="T79" fmla="*/ 169 h 238"/>
                  <a:gd name="T80" fmla="*/ 252 w 293"/>
                  <a:gd name="T81" fmla="*/ 127 h 238"/>
                  <a:gd name="T82" fmla="*/ 262 w 293"/>
                  <a:gd name="T83" fmla="*/ 82 h 238"/>
                  <a:gd name="T84" fmla="*/ 263 w 293"/>
                  <a:gd name="T85" fmla="*/ 59 h 238"/>
                  <a:gd name="T86" fmla="*/ 280 w 293"/>
                  <a:gd name="T87" fmla="*/ 45 h 238"/>
                  <a:gd name="T88" fmla="*/ 293 w 293"/>
                  <a:gd name="T89" fmla="*/ 28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293" h="238">
                    <a:moveTo>
                      <a:pt x="293" y="28"/>
                    </a:moveTo>
                    <a:lnTo>
                      <a:pt x="293" y="28"/>
                    </a:lnTo>
                    <a:lnTo>
                      <a:pt x="285" y="32"/>
                    </a:lnTo>
                    <a:lnTo>
                      <a:pt x="277" y="34"/>
                    </a:lnTo>
                    <a:lnTo>
                      <a:pt x="267" y="36"/>
                    </a:lnTo>
                    <a:lnTo>
                      <a:pt x="259" y="38"/>
                    </a:lnTo>
                    <a:lnTo>
                      <a:pt x="259" y="38"/>
                    </a:lnTo>
                    <a:lnTo>
                      <a:pt x="267" y="31"/>
                    </a:lnTo>
                    <a:lnTo>
                      <a:pt x="275" y="24"/>
                    </a:lnTo>
                    <a:lnTo>
                      <a:pt x="281" y="14"/>
                    </a:lnTo>
                    <a:lnTo>
                      <a:pt x="285" y="4"/>
                    </a:lnTo>
                    <a:lnTo>
                      <a:pt x="285" y="4"/>
                    </a:lnTo>
                    <a:lnTo>
                      <a:pt x="277" y="9"/>
                    </a:lnTo>
                    <a:lnTo>
                      <a:pt x="266" y="13"/>
                    </a:lnTo>
                    <a:lnTo>
                      <a:pt x="257" y="16"/>
                    </a:lnTo>
                    <a:lnTo>
                      <a:pt x="247" y="18"/>
                    </a:lnTo>
                    <a:lnTo>
                      <a:pt x="247" y="18"/>
                    </a:lnTo>
                    <a:lnTo>
                      <a:pt x="237" y="11"/>
                    </a:lnTo>
                    <a:lnTo>
                      <a:pt x="227" y="5"/>
                    </a:lnTo>
                    <a:lnTo>
                      <a:pt x="222" y="3"/>
                    </a:lnTo>
                    <a:lnTo>
                      <a:pt x="216" y="1"/>
                    </a:lnTo>
                    <a:lnTo>
                      <a:pt x="209" y="0"/>
                    </a:lnTo>
                    <a:lnTo>
                      <a:pt x="203" y="0"/>
                    </a:lnTo>
                    <a:lnTo>
                      <a:pt x="203" y="0"/>
                    </a:lnTo>
                    <a:lnTo>
                      <a:pt x="197" y="0"/>
                    </a:lnTo>
                    <a:lnTo>
                      <a:pt x="191" y="1"/>
                    </a:lnTo>
                    <a:lnTo>
                      <a:pt x="179" y="5"/>
                    </a:lnTo>
                    <a:lnTo>
                      <a:pt x="169" y="10"/>
                    </a:lnTo>
                    <a:lnTo>
                      <a:pt x="161" y="17"/>
                    </a:lnTo>
                    <a:lnTo>
                      <a:pt x="154" y="27"/>
                    </a:lnTo>
                    <a:lnTo>
                      <a:pt x="147" y="37"/>
                    </a:lnTo>
                    <a:lnTo>
                      <a:pt x="144" y="48"/>
                    </a:lnTo>
                    <a:lnTo>
                      <a:pt x="143" y="54"/>
                    </a:lnTo>
                    <a:lnTo>
                      <a:pt x="143" y="60"/>
                    </a:lnTo>
                    <a:lnTo>
                      <a:pt x="143" y="60"/>
                    </a:lnTo>
                    <a:lnTo>
                      <a:pt x="143" y="67"/>
                    </a:lnTo>
                    <a:lnTo>
                      <a:pt x="144" y="74"/>
                    </a:lnTo>
                    <a:lnTo>
                      <a:pt x="144" y="74"/>
                    </a:lnTo>
                    <a:lnTo>
                      <a:pt x="126" y="72"/>
                    </a:lnTo>
                    <a:lnTo>
                      <a:pt x="108" y="68"/>
                    </a:lnTo>
                    <a:lnTo>
                      <a:pt x="92" y="63"/>
                    </a:lnTo>
                    <a:lnTo>
                      <a:pt x="75" y="55"/>
                    </a:lnTo>
                    <a:lnTo>
                      <a:pt x="59" y="46"/>
                    </a:lnTo>
                    <a:lnTo>
                      <a:pt x="45" y="36"/>
                    </a:lnTo>
                    <a:lnTo>
                      <a:pt x="33" y="24"/>
                    </a:lnTo>
                    <a:lnTo>
                      <a:pt x="20" y="11"/>
                    </a:lnTo>
                    <a:lnTo>
                      <a:pt x="20" y="11"/>
                    </a:lnTo>
                    <a:lnTo>
                      <a:pt x="17" y="17"/>
                    </a:lnTo>
                    <a:lnTo>
                      <a:pt x="15" y="26"/>
                    </a:lnTo>
                    <a:lnTo>
                      <a:pt x="13" y="33"/>
                    </a:lnTo>
                    <a:lnTo>
                      <a:pt x="12" y="41"/>
                    </a:lnTo>
                    <a:lnTo>
                      <a:pt x="12" y="41"/>
                    </a:lnTo>
                    <a:lnTo>
                      <a:pt x="13" y="48"/>
                    </a:lnTo>
                    <a:lnTo>
                      <a:pt x="14" y="57"/>
                    </a:lnTo>
                    <a:lnTo>
                      <a:pt x="17" y="63"/>
                    </a:lnTo>
                    <a:lnTo>
                      <a:pt x="20" y="70"/>
                    </a:lnTo>
                    <a:lnTo>
                      <a:pt x="23" y="76"/>
                    </a:lnTo>
                    <a:lnTo>
                      <a:pt x="28" y="81"/>
                    </a:lnTo>
                    <a:lnTo>
                      <a:pt x="34" y="87"/>
                    </a:lnTo>
                    <a:lnTo>
                      <a:pt x="39" y="91"/>
                    </a:lnTo>
                    <a:lnTo>
                      <a:pt x="39" y="91"/>
                    </a:lnTo>
                    <a:lnTo>
                      <a:pt x="32" y="91"/>
                    </a:lnTo>
                    <a:lnTo>
                      <a:pt x="25" y="89"/>
                    </a:lnTo>
                    <a:lnTo>
                      <a:pt x="18" y="87"/>
                    </a:lnTo>
                    <a:lnTo>
                      <a:pt x="12" y="84"/>
                    </a:lnTo>
                    <a:lnTo>
                      <a:pt x="12" y="84"/>
                    </a:lnTo>
                    <a:lnTo>
                      <a:pt x="12" y="85"/>
                    </a:lnTo>
                    <a:lnTo>
                      <a:pt x="12" y="85"/>
                    </a:lnTo>
                    <a:lnTo>
                      <a:pt x="13" y="95"/>
                    </a:lnTo>
                    <a:lnTo>
                      <a:pt x="16" y="105"/>
                    </a:lnTo>
                    <a:lnTo>
                      <a:pt x="20" y="115"/>
                    </a:lnTo>
                    <a:lnTo>
                      <a:pt x="25" y="123"/>
                    </a:lnTo>
                    <a:lnTo>
                      <a:pt x="33" y="130"/>
                    </a:lnTo>
                    <a:lnTo>
                      <a:pt x="41" y="136"/>
                    </a:lnTo>
                    <a:lnTo>
                      <a:pt x="50" y="140"/>
                    </a:lnTo>
                    <a:lnTo>
                      <a:pt x="60" y="143"/>
                    </a:lnTo>
                    <a:lnTo>
                      <a:pt x="60" y="143"/>
                    </a:lnTo>
                    <a:lnTo>
                      <a:pt x="52" y="145"/>
                    </a:lnTo>
                    <a:lnTo>
                      <a:pt x="44" y="146"/>
                    </a:lnTo>
                    <a:lnTo>
                      <a:pt x="44" y="146"/>
                    </a:lnTo>
                    <a:lnTo>
                      <a:pt x="33" y="145"/>
                    </a:lnTo>
                    <a:lnTo>
                      <a:pt x="33" y="145"/>
                    </a:lnTo>
                    <a:lnTo>
                      <a:pt x="37" y="153"/>
                    </a:lnTo>
                    <a:lnTo>
                      <a:pt x="41" y="161"/>
                    </a:lnTo>
                    <a:lnTo>
                      <a:pt x="47" y="168"/>
                    </a:lnTo>
                    <a:lnTo>
                      <a:pt x="54" y="175"/>
                    </a:lnTo>
                    <a:lnTo>
                      <a:pt x="62" y="179"/>
                    </a:lnTo>
                    <a:lnTo>
                      <a:pt x="71" y="183"/>
                    </a:lnTo>
                    <a:lnTo>
                      <a:pt x="79" y="185"/>
                    </a:lnTo>
                    <a:lnTo>
                      <a:pt x="89" y="186"/>
                    </a:lnTo>
                    <a:lnTo>
                      <a:pt x="89" y="186"/>
                    </a:lnTo>
                    <a:lnTo>
                      <a:pt x="81" y="192"/>
                    </a:lnTo>
                    <a:lnTo>
                      <a:pt x="73" y="197"/>
                    </a:lnTo>
                    <a:lnTo>
                      <a:pt x="64" y="201"/>
                    </a:lnTo>
                    <a:lnTo>
                      <a:pt x="54" y="206"/>
                    </a:lnTo>
                    <a:lnTo>
                      <a:pt x="45" y="208"/>
                    </a:lnTo>
                    <a:lnTo>
                      <a:pt x="35" y="210"/>
                    </a:lnTo>
                    <a:lnTo>
                      <a:pt x="25" y="212"/>
                    </a:lnTo>
                    <a:lnTo>
                      <a:pt x="14" y="212"/>
                    </a:lnTo>
                    <a:lnTo>
                      <a:pt x="14" y="212"/>
                    </a:lnTo>
                    <a:lnTo>
                      <a:pt x="0" y="211"/>
                    </a:lnTo>
                    <a:lnTo>
                      <a:pt x="0" y="211"/>
                    </a:lnTo>
                    <a:lnTo>
                      <a:pt x="10" y="217"/>
                    </a:lnTo>
                    <a:lnTo>
                      <a:pt x="21" y="222"/>
                    </a:lnTo>
                    <a:lnTo>
                      <a:pt x="32" y="227"/>
                    </a:lnTo>
                    <a:lnTo>
                      <a:pt x="44" y="231"/>
                    </a:lnTo>
                    <a:lnTo>
                      <a:pt x="55" y="235"/>
                    </a:lnTo>
                    <a:lnTo>
                      <a:pt x="68" y="237"/>
                    </a:lnTo>
                    <a:lnTo>
                      <a:pt x="80" y="238"/>
                    </a:lnTo>
                    <a:lnTo>
                      <a:pt x="93" y="238"/>
                    </a:lnTo>
                    <a:lnTo>
                      <a:pt x="93" y="238"/>
                    </a:lnTo>
                    <a:lnTo>
                      <a:pt x="112" y="237"/>
                    </a:lnTo>
                    <a:lnTo>
                      <a:pt x="132" y="233"/>
                    </a:lnTo>
                    <a:lnTo>
                      <a:pt x="149" y="229"/>
                    </a:lnTo>
                    <a:lnTo>
                      <a:pt x="166" y="222"/>
                    </a:lnTo>
                    <a:lnTo>
                      <a:pt x="180" y="215"/>
                    </a:lnTo>
                    <a:lnTo>
                      <a:pt x="195" y="205"/>
                    </a:lnTo>
                    <a:lnTo>
                      <a:pt x="207" y="194"/>
                    </a:lnTo>
                    <a:lnTo>
                      <a:pt x="220" y="183"/>
                    </a:lnTo>
                    <a:lnTo>
                      <a:pt x="229" y="169"/>
                    </a:lnTo>
                    <a:lnTo>
                      <a:pt x="238" y="156"/>
                    </a:lnTo>
                    <a:lnTo>
                      <a:pt x="246" y="141"/>
                    </a:lnTo>
                    <a:lnTo>
                      <a:pt x="252" y="127"/>
                    </a:lnTo>
                    <a:lnTo>
                      <a:pt x="257" y="112"/>
                    </a:lnTo>
                    <a:lnTo>
                      <a:pt x="260" y="97"/>
                    </a:lnTo>
                    <a:lnTo>
                      <a:pt x="262" y="82"/>
                    </a:lnTo>
                    <a:lnTo>
                      <a:pt x="263" y="67"/>
                    </a:lnTo>
                    <a:lnTo>
                      <a:pt x="263" y="67"/>
                    </a:lnTo>
                    <a:lnTo>
                      <a:pt x="263" y="59"/>
                    </a:lnTo>
                    <a:lnTo>
                      <a:pt x="263" y="59"/>
                    </a:lnTo>
                    <a:lnTo>
                      <a:pt x="271" y="52"/>
                    </a:lnTo>
                    <a:lnTo>
                      <a:pt x="280" y="45"/>
                    </a:lnTo>
                    <a:lnTo>
                      <a:pt x="287" y="37"/>
                    </a:lnTo>
                    <a:lnTo>
                      <a:pt x="293" y="28"/>
                    </a:lnTo>
                    <a:lnTo>
                      <a:pt x="293" y="28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6" name="îšḷïde"/>
              <p:cNvSpPr/>
              <p:nvPr/>
            </p:nvSpPr>
            <p:spPr bwMode="auto">
              <a:xfrm>
                <a:off x="1733130" y="3630041"/>
                <a:ext cx="592888" cy="571326"/>
              </a:xfrm>
              <a:custGeom>
                <a:avLst/>
                <a:gdLst>
                  <a:gd name="T0" fmla="*/ 0 w 208"/>
                  <a:gd name="T1" fmla="*/ 68 h 201"/>
                  <a:gd name="T2" fmla="*/ 8 w 208"/>
                  <a:gd name="T3" fmla="*/ 78 h 201"/>
                  <a:gd name="T4" fmla="*/ 31 w 208"/>
                  <a:gd name="T5" fmla="*/ 72 h 201"/>
                  <a:gd name="T6" fmla="*/ 64 w 208"/>
                  <a:gd name="T7" fmla="*/ 172 h 201"/>
                  <a:gd name="T8" fmla="*/ 106 w 208"/>
                  <a:gd name="T9" fmla="*/ 189 h 201"/>
                  <a:gd name="T10" fmla="*/ 197 w 208"/>
                  <a:gd name="T11" fmla="*/ 62 h 201"/>
                  <a:gd name="T12" fmla="*/ 114 w 208"/>
                  <a:gd name="T13" fmla="*/ 67 h 201"/>
                  <a:gd name="T14" fmla="*/ 137 w 208"/>
                  <a:gd name="T15" fmla="*/ 94 h 201"/>
                  <a:gd name="T16" fmla="*/ 109 w 208"/>
                  <a:gd name="T17" fmla="*/ 130 h 201"/>
                  <a:gd name="T18" fmla="*/ 93 w 208"/>
                  <a:gd name="T19" fmla="*/ 90 h 201"/>
                  <a:gd name="T20" fmla="*/ 60 w 208"/>
                  <a:gd name="T21" fmla="*/ 22 h 201"/>
                  <a:gd name="T22" fmla="*/ 0 w 208"/>
                  <a:gd name="T23" fmla="*/ 68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8" h="201">
                    <a:moveTo>
                      <a:pt x="0" y="68"/>
                    </a:moveTo>
                    <a:cubicBezTo>
                      <a:pt x="8" y="78"/>
                      <a:pt x="8" y="78"/>
                      <a:pt x="8" y="78"/>
                    </a:cubicBezTo>
                    <a:cubicBezTo>
                      <a:pt x="8" y="78"/>
                      <a:pt x="25" y="65"/>
                      <a:pt x="31" y="72"/>
                    </a:cubicBezTo>
                    <a:cubicBezTo>
                      <a:pt x="36" y="78"/>
                      <a:pt x="57" y="157"/>
                      <a:pt x="64" y="172"/>
                    </a:cubicBezTo>
                    <a:cubicBezTo>
                      <a:pt x="70" y="184"/>
                      <a:pt x="87" y="201"/>
                      <a:pt x="106" y="189"/>
                    </a:cubicBezTo>
                    <a:cubicBezTo>
                      <a:pt x="125" y="177"/>
                      <a:pt x="186" y="124"/>
                      <a:pt x="197" y="62"/>
                    </a:cubicBezTo>
                    <a:cubicBezTo>
                      <a:pt x="208" y="0"/>
                      <a:pt x="123" y="13"/>
                      <a:pt x="114" y="67"/>
                    </a:cubicBezTo>
                    <a:cubicBezTo>
                      <a:pt x="137" y="54"/>
                      <a:pt x="149" y="73"/>
                      <a:pt x="137" y="94"/>
                    </a:cubicBezTo>
                    <a:cubicBezTo>
                      <a:pt x="126" y="116"/>
                      <a:pt x="115" y="130"/>
                      <a:pt x="109" y="130"/>
                    </a:cubicBezTo>
                    <a:cubicBezTo>
                      <a:pt x="104" y="130"/>
                      <a:pt x="100" y="116"/>
                      <a:pt x="93" y="90"/>
                    </a:cubicBezTo>
                    <a:cubicBezTo>
                      <a:pt x="87" y="64"/>
                      <a:pt x="87" y="17"/>
                      <a:pt x="60" y="22"/>
                    </a:cubicBezTo>
                    <a:cubicBezTo>
                      <a:pt x="34" y="27"/>
                      <a:pt x="0" y="68"/>
                      <a:pt x="0" y="6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291" name="îš1íḓê"/>
            <p:cNvGrpSpPr/>
            <p:nvPr/>
          </p:nvGrpSpPr>
          <p:grpSpPr>
            <a:xfrm>
              <a:off x="8644543" y="1497814"/>
              <a:ext cx="2875945" cy="1029692"/>
              <a:chOff x="8644542" y="2827390"/>
              <a:chExt cx="2875945" cy="1029692"/>
            </a:xfrm>
          </p:grpSpPr>
          <p:sp>
            <p:nvSpPr>
              <p:cNvPr id="311" name="îṥ1íḍê"/>
              <p:cNvSpPr/>
              <p:nvPr/>
            </p:nvSpPr>
            <p:spPr bwMode="auto">
              <a:xfrm>
                <a:off x="8644542" y="3246625"/>
                <a:ext cx="2875945" cy="610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Supporting text here.</a:t>
                </a:r>
                <a:endParaRPr lang="en-US" altLang="zh-CN" sz="8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Copy paste fonts. Choose the only option to retain text.</a:t>
                </a:r>
                <a:endParaRPr lang="en-US" altLang="zh-CN" sz="800" dirty="0"/>
              </a:p>
            </p:txBody>
          </p:sp>
          <p:sp>
            <p:nvSpPr>
              <p:cNvPr id="312" name="išļîďè"/>
              <p:cNvSpPr txBox="1"/>
              <p:nvPr/>
            </p:nvSpPr>
            <p:spPr bwMode="auto">
              <a:xfrm>
                <a:off x="8644542" y="2827390"/>
                <a:ext cx="2875945" cy="419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 b="1">
                    <a:solidFill>
                      <a:schemeClr val="accent2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>
                    <a:solidFill>
                      <a:schemeClr val="tx1"/>
                    </a:solidFill>
                  </a:rPr>
                  <a:t>Text here</a:t>
                </a:r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92" name="íṡḷïďé"/>
            <p:cNvGrpSpPr/>
            <p:nvPr/>
          </p:nvGrpSpPr>
          <p:grpSpPr>
            <a:xfrm>
              <a:off x="8644543" y="3165476"/>
              <a:ext cx="2875945" cy="1029692"/>
              <a:chOff x="8644542" y="3987446"/>
              <a:chExt cx="2875945" cy="1029692"/>
            </a:xfrm>
          </p:grpSpPr>
          <p:sp>
            <p:nvSpPr>
              <p:cNvPr id="309" name="îsḷîde"/>
              <p:cNvSpPr/>
              <p:nvPr/>
            </p:nvSpPr>
            <p:spPr bwMode="auto">
              <a:xfrm>
                <a:off x="8644542" y="4406681"/>
                <a:ext cx="2875945" cy="610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Supporting text here.</a:t>
                </a:r>
                <a:endParaRPr lang="en-US" altLang="zh-CN" sz="8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Copy paste fonts. Choose the only option to retain text.</a:t>
                </a:r>
                <a:endParaRPr lang="en-US" altLang="zh-CN" sz="800" dirty="0"/>
              </a:p>
            </p:txBody>
          </p:sp>
          <p:sp>
            <p:nvSpPr>
              <p:cNvPr id="310" name="ïśḻïḍê"/>
              <p:cNvSpPr txBox="1"/>
              <p:nvPr/>
            </p:nvSpPr>
            <p:spPr bwMode="auto">
              <a:xfrm>
                <a:off x="8644542" y="3987446"/>
                <a:ext cx="2875945" cy="419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 b="1">
                    <a:solidFill>
                      <a:schemeClr val="accent3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>
                    <a:solidFill>
                      <a:schemeClr val="tx1"/>
                    </a:solidFill>
                  </a:rPr>
                  <a:t>Text here</a:t>
                </a:r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93" name="ïŝľiďê"/>
            <p:cNvGrpSpPr/>
            <p:nvPr/>
          </p:nvGrpSpPr>
          <p:grpSpPr>
            <a:xfrm>
              <a:off x="8644543" y="4833138"/>
              <a:ext cx="2875945" cy="1029692"/>
              <a:chOff x="8644542" y="5210771"/>
              <a:chExt cx="2875945" cy="1029692"/>
            </a:xfrm>
          </p:grpSpPr>
          <p:sp>
            <p:nvSpPr>
              <p:cNvPr id="307" name="ísḻidê"/>
              <p:cNvSpPr/>
              <p:nvPr/>
            </p:nvSpPr>
            <p:spPr bwMode="auto">
              <a:xfrm>
                <a:off x="8644542" y="5630006"/>
                <a:ext cx="2875945" cy="610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Supporting text here.</a:t>
                </a:r>
                <a:endParaRPr lang="en-US" altLang="zh-CN" sz="8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Copy paste fonts. Choose the only option to retain text.</a:t>
                </a:r>
                <a:endParaRPr lang="en-US" altLang="zh-CN" sz="800" dirty="0"/>
              </a:p>
            </p:txBody>
          </p:sp>
          <p:sp>
            <p:nvSpPr>
              <p:cNvPr id="308" name="iṩļîḑé"/>
              <p:cNvSpPr txBox="1"/>
              <p:nvPr/>
            </p:nvSpPr>
            <p:spPr bwMode="auto">
              <a:xfrm>
                <a:off x="8644542" y="5210771"/>
                <a:ext cx="2875945" cy="419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Text here</a:t>
                </a:r>
                <a:endParaRPr lang="en-US" altLang="zh-CN" b="1" dirty="0"/>
              </a:p>
            </p:txBody>
          </p:sp>
        </p:grpSp>
        <p:cxnSp>
          <p:nvCxnSpPr>
            <p:cNvPr id="294" name="直接连接符 293"/>
            <p:cNvCxnSpPr/>
            <p:nvPr/>
          </p:nvCxnSpPr>
          <p:spPr>
            <a:xfrm>
              <a:off x="8645353" y="2846491"/>
              <a:ext cx="2875136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连接符 294"/>
            <p:cNvCxnSpPr/>
            <p:nvPr/>
          </p:nvCxnSpPr>
          <p:spPr>
            <a:xfrm>
              <a:off x="8645353" y="4514153"/>
              <a:ext cx="2875136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6" name="îşľïḓé"/>
            <p:cNvGrpSpPr/>
            <p:nvPr/>
          </p:nvGrpSpPr>
          <p:grpSpPr>
            <a:xfrm>
              <a:off x="678170" y="1497814"/>
              <a:ext cx="2875945" cy="1029692"/>
              <a:chOff x="8644542" y="2827390"/>
              <a:chExt cx="2875945" cy="1029692"/>
            </a:xfrm>
          </p:grpSpPr>
          <p:sp>
            <p:nvSpPr>
              <p:cNvPr id="305" name="îšḷíḍé"/>
              <p:cNvSpPr/>
              <p:nvPr/>
            </p:nvSpPr>
            <p:spPr bwMode="auto">
              <a:xfrm>
                <a:off x="8644542" y="3246625"/>
                <a:ext cx="2875945" cy="610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Supporting text here.</a:t>
                </a:r>
                <a:endParaRPr lang="en-US" altLang="zh-CN" sz="8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Copy paste fonts. Choose the only option to retain text.</a:t>
                </a:r>
                <a:endParaRPr lang="en-US" altLang="zh-CN" sz="800" dirty="0"/>
              </a:p>
            </p:txBody>
          </p:sp>
          <p:sp>
            <p:nvSpPr>
              <p:cNvPr id="306" name="íṧ1íḓé"/>
              <p:cNvSpPr txBox="1"/>
              <p:nvPr/>
            </p:nvSpPr>
            <p:spPr bwMode="auto">
              <a:xfrm>
                <a:off x="8644542" y="2827390"/>
                <a:ext cx="2875945" cy="419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 b="1">
                    <a:solidFill>
                      <a:schemeClr val="accent2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>
                    <a:solidFill>
                      <a:schemeClr val="tx1"/>
                    </a:solidFill>
                  </a:rPr>
                  <a:t>Text here</a:t>
                </a:r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97" name="iṧ1îḑe"/>
            <p:cNvGrpSpPr/>
            <p:nvPr/>
          </p:nvGrpSpPr>
          <p:grpSpPr>
            <a:xfrm>
              <a:off x="678170" y="3165476"/>
              <a:ext cx="2875945" cy="1029692"/>
              <a:chOff x="8644542" y="3987446"/>
              <a:chExt cx="2875945" cy="1029692"/>
            </a:xfrm>
          </p:grpSpPr>
          <p:sp>
            <p:nvSpPr>
              <p:cNvPr id="303" name="íSḷîďê"/>
              <p:cNvSpPr/>
              <p:nvPr/>
            </p:nvSpPr>
            <p:spPr bwMode="auto">
              <a:xfrm>
                <a:off x="8644542" y="4406681"/>
                <a:ext cx="2875945" cy="610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Supporting text here.</a:t>
                </a:r>
                <a:endParaRPr lang="en-US" altLang="zh-CN" sz="8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Copy paste fonts. Choose the only option to retain text.</a:t>
                </a:r>
                <a:endParaRPr lang="en-US" altLang="zh-CN" sz="800" dirty="0"/>
              </a:p>
            </p:txBody>
          </p:sp>
          <p:sp>
            <p:nvSpPr>
              <p:cNvPr id="304" name="iŝ1idè"/>
              <p:cNvSpPr txBox="1"/>
              <p:nvPr/>
            </p:nvSpPr>
            <p:spPr bwMode="auto">
              <a:xfrm>
                <a:off x="8644542" y="3987446"/>
                <a:ext cx="2875945" cy="419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b="1" dirty="0"/>
                  <a:t>Text here</a:t>
                </a:r>
                <a:endParaRPr lang="en-US" altLang="zh-CN" b="1" dirty="0"/>
              </a:p>
            </p:txBody>
          </p:sp>
        </p:grpSp>
        <p:grpSp>
          <p:nvGrpSpPr>
            <p:cNvPr id="298" name="iṥlïďè"/>
            <p:cNvGrpSpPr/>
            <p:nvPr/>
          </p:nvGrpSpPr>
          <p:grpSpPr>
            <a:xfrm>
              <a:off x="678170" y="4833138"/>
              <a:ext cx="2875945" cy="1029692"/>
              <a:chOff x="8644542" y="5210771"/>
              <a:chExt cx="2875945" cy="1029692"/>
            </a:xfrm>
          </p:grpSpPr>
          <p:sp>
            <p:nvSpPr>
              <p:cNvPr id="301" name="ïSḻîḍé"/>
              <p:cNvSpPr/>
              <p:nvPr/>
            </p:nvSpPr>
            <p:spPr bwMode="auto">
              <a:xfrm>
                <a:off x="8644542" y="5630006"/>
                <a:ext cx="2875945" cy="610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Supporting text here.</a:t>
                </a:r>
                <a:endParaRPr lang="en-US" altLang="zh-CN" sz="8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227965" algn="l"/>
                  </a:tabLst>
                  <a:defRPr/>
                </a:pPr>
                <a:r>
                  <a:rPr lang="en-US" altLang="zh-CN" sz="800" dirty="0"/>
                  <a:t>Copy paste fonts. Choose the only option to retain text.</a:t>
                </a:r>
                <a:endParaRPr lang="en-US" altLang="zh-CN" sz="800" dirty="0"/>
              </a:p>
            </p:txBody>
          </p:sp>
          <p:sp>
            <p:nvSpPr>
              <p:cNvPr id="302" name="ïSļiďè"/>
              <p:cNvSpPr txBox="1"/>
              <p:nvPr/>
            </p:nvSpPr>
            <p:spPr bwMode="auto">
              <a:xfrm>
                <a:off x="8644542" y="5210771"/>
                <a:ext cx="2875945" cy="419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 b="1">
                    <a:solidFill>
                      <a:schemeClr val="accen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>
                    <a:solidFill>
                      <a:schemeClr val="tx1"/>
                    </a:solidFill>
                  </a:rPr>
                  <a:t>Text here</a:t>
                </a:r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299" name="直接连接符 298"/>
            <p:cNvCxnSpPr/>
            <p:nvPr/>
          </p:nvCxnSpPr>
          <p:spPr>
            <a:xfrm>
              <a:off x="678980" y="2846491"/>
              <a:ext cx="2875136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连接符 299"/>
            <p:cNvCxnSpPr/>
            <p:nvPr/>
          </p:nvCxnSpPr>
          <p:spPr>
            <a:xfrm>
              <a:off x="678980" y="4514153"/>
              <a:ext cx="2875136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3724d6cb-7aae-4159-9dc1-33fa08816bb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3140" y="1202654"/>
            <a:ext cx="10847348" cy="4937317"/>
            <a:chOff x="673140" y="1202654"/>
            <a:chExt cx="10847348" cy="4937317"/>
          </a:xfrm>
        </p:grpSpPr>
        <p:grpSp>
          <p:nvGrpSpPr>
            <p:cNvPr id="6" name="iṩḻïďé"/>
            <p:cNvGrpSpPr/>
            <p:nvPr/>
          </p:nvGrpSpPr>
          <p:grpSpPr>
            <a:xfrm>
              <a:off x="3941284" y="1359000"/>
              <a:ext cx="4309432" cy="4309428"/>
              <a:chOff x="3986286" y="1505077"/>
              <a:chExt cx="4309432" cy="4309428"/>
            </a:xfrm>
          </p:grpSpPr>
          <p:sp>
            <p:nvSpPr>
              <p:cNvPr id="27" name="îŝḷiḓe"/>
              <p:cNvSpPr/>
              <p:nvPr/>
            </p:nvSpPr>
            <p:spPr>
              <a:xfrm>
                <a:off x="3998116" y="1516907"/>
                <a:ext cx="4285772" cy="4285768"/>
              </a:xfrm>
              <a:prstGeom prst="ellipse">
                <a:avLst/>
              </a:prstGeom>
              <a:blipFill>
                <a:blip r:embed="rId2"/>
                <a:stretch>
                  <a:fillRect l="-39004" r="-38774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/>
                <a:endParaRPr lang="zh-CN" altLang="en-US"/>
              </a:p>
            </p:txBody>
          </p:sp>
          <p:sp>
            <p:nvSpPr>
              <p:cNvPr id="28" name="íṣḻidè"/>
              <p:cNvSpPr/>
              <p:nvPr/>
            </p:nvSpPr>
            <p:spPr>
              <a:xfrm>
                <a:off x="3986286" y="1505077"/>
                <a:ext cx="4309432" cy="4309428"/>
              </a:xfrm>
              <a:prstGeom prst="donut">
                <a:avLst/>
              </a:prstGeom>
              <a:solidFill>
                <a:schemeClr val="tx2">
                  <a:lumMod val="20000"/>
                  <a:lumOff val="80000"/>
                  <a:alpha val="70000"/>
                </a:schemeClr>
              </a:solidFill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" name="ïṩḻidé"/>
            <p:cNvGrpSpPr/>
            <p:nvPr/>
          </p:nvGrpSpPr>
          <p:grpSpPr>
            <a:xfrm>
              <a:off x="4295934" y="1538935"/>
              <a:ext cx="742792" cy="742790"/>
              <a:chOff x="683975" y="1866715"/>
              <a:chExt cx="577851" cy="577851"/>
            </a:xfrm>
          </p:grpSpPr>
          <p:sp>
            <p:nvSpPr>
              <p:cNvPr id="25" name="íṣḻíḍe"/>
              <p:cNvSpPr/>
              <p:nvPr/>
            </p:nvSpPr>
            <p:spPr>
              <a:xfrm>
                <a:off x="683975" y="1866715"/>
                <a:ext cx="577851" cy="577851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 w="38100" cap="flat">
                <a:solidFill>
                  <a:schemeClr val="bg1"/>
                </a:solidFill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 algn="ctr">
                  <a:defRPr sz="3200"/>
                </a:pPr>
                <a:endParaRPr sz="1600"/>
              </a:p>
            </p:txBody>
          </p:sp>
          <p:sp>
            <p:nvSpPr>
              <p:cNvPr id="26" name="íSľïḋê"/>
              <p:cNvSpPr/>
              <p:nvPr/>
            </p:nvSpPr>
            <p:spPr>
              <a:xfrm>
                <a:off x="831997" y="2024253"/>
                <a:ext cx="281804" cy="262772"/>
              </a:xfrm>
              <a:custGeom>
                <a:avLst/>
                <a:gdLst>
                  <a:gd name="T0" fmla="*/ 3958 w 4630"/>
                  <a:gd name="T1" fmla="*/ 1193 h 4324"/>
                  <a:gd name="T2" fmla="*/ 3772 w 4630"/>
                  <a:gd name="T3" fmla="*/ 1223 h 4324"/>
                  <a:gd name="T4" fmla="*/ 3358 w 4630"/>
                  <a:gd name="T5" fmla="*/ 1778 h 4324"/>
                  <a:gd name="T6" fmla="*/ 3055 w 4630"/>
                  <a:gd name="T7" fmla="*/ 1876 h 4324"/>
                  <a:gd name="T8" fmla="*/ 2515 w 4630"/>
                  <a:gd name="T9" fmla="*/ 1484 h 4324"/>
                  <a:gd name="T10" fmla="*/ 2515 w 4630"/>
                  <a:gd name="T11" fmla="*/ 1166 h 4324"/>
                  <a:gd name="T12" fmla="*/ 2915 w 4630"/>
                  <a:gd name="T13" fmla="*/ 600 h 4324"/>
                  <a:gd name="T14" fmla="*/ 2315 w 4630"/>
                  <a:gd name="T15" fmla="*/ 0 h 4324"/>
                  <a:gd name="T16" fmla="*/ 1715 w 4630"/>
                  <a:gd name="T17" fmla="*/ 600 h 4324"/>
                  <a:gd name="T18" fmla="*/ 2115 w 4630"/>
                  <a:gd name="T19" fmla="*/ 1166 h 4324"/>
                  <a:gd name="T20" fmla="*/ 2115 w 4630"/>
                  <a:gd name="T21" fmla="*/ 1484 h 4324"/>
                  <a:gd name="T22" fmla="*/ 1575 w 4630"/>
                  <a:gd name="T23" fmla="*/ 1877 h 4324"/>
                  <a:gd name="T24" fmla="*/ 1273 w 4630"/>
                  <a:gd name="T25" fmla="*/ 1778 h 4324"/>
                  <a:gd name="T26" fmla="*/ 858 w 4630"/>
                  <a:gd name="T27" fmla="*/ 1223 h 4324"/>
                  <a:gd name="T28" fmla="*/ 673 w 4630"/>
                  <a:gd name="T29" fmla="*/ 1193 h 4324"/>
                  <a:gd name="T30" fmla="*/ 102 w 4630"/>
                  <a:gd name="T31" fmla="*/ 1608 h 4324"/>
                  <a:gd name="T32" fmla="*/ 488 w 4630"/>
                  <a:gd name="T33" fmla="*/ 2364 h 4324"/>
                  <a:gd name="T34" fmla="*/ 673 w 4630"/>
                  <a:gd name="T35" fmla="*/ 2394 h 4324"/>
                  <a:gd name="T36" fmla="*/ 1149 w 4630"/>
                  <a:gd name="T37" fmla="*/ 2159 h 4324"/>
                  <a:gd name="T38" fmla="*/ 1452 w 4630"/>
                  <a:gd name="T39" fmla="*/ 2258 h 4324"/>
                  <a:gd name="T40" fmla="*/ 1449 w 4630"/>
                  <a:gd name="T41" fmla="*/ 2327 h 4324"/>
                  <a:gd name="T42" fmla="*/ 1658 w 4630"/>
                  <a:gd name="T43" fmla="*/ 2891 h 4324"/>
                  <a:gd name="T44" fmla="*/ 1471 w 4630"/>
                  <a:gd name="T45" fmla="*/ 3149 h 4324"/>
                  <a:gd name="T46" fmla="*/ 1301 w 4630"/>
                  <a:gd name="T47" fmla="*/ 3124 h 4324"/>
                  <a:gd name="T48" fmla="*/ 815 w 4630"/>
                  <a:gd name="T49" fmla="*/ 3371 h 4324"/>
                  <a:gd name="T50" fmla="*/ 948 w 4630"/>
                  <a:gd name="T51" fmla="*/ 4209 h 4324"/>
                  <a:gd name="T52" fmla="*/ 1300 w 4630"/>
                  <a:gd name="T53" fmla="*/ 4324 h 4324"/>
                  <a:gd name="T54" fmla="*/ 1786 w 4630"/>
                  <a:gd name="T55" fmla="*/ 4077 h 4324"/>
                  <a:gd name="T56" fmla="*/ 1795 w 4630"/>
                  <a:gd name="T57" fmla="*/ 3384 h 4324"/>
                  <a:gd name="T58" fmla="*/ 1981 w 4630"/>
                  <a:gd name="T59" fmla="*/ 3127 h 4324"/>
                  <a:gd name="T60" fmla="*/ 2315 w 4630"/>
                  <a:gd name="T61" fmla="*/ 3194 h 4324"/>
                  <a:gd name="T62" fmla="*/ 2647 w 4630"/>
                  <a:gd name="T63" fmla="*/ 3127 h 4324"/>
                  <a:gd name="T64" fmla="*/ 2836 w 4630"/>
                  <a:gd name="T65" fmla="*/ 3385 h 4324"/>
                  <a:gd name="T66" fmla="*/ 2845 w 4630"/>
                  <a:gd name="T67" fmla="*/ 4077 h 4324"/>
                  <a:gd name="T68" fmla="*/ 3331 w 4630"/>
                  <a:gd name="T69" fmla="*/ 4324 h 4324"/>
                  <a:gd name="T70" fmla="*/ 3331 w 4630"/>
                  <a:gd name="T71" fmla="*/ 4324 h 4324"/>
                  <a:gd name="T72" fmla="*/ 3683 w 4630"/>
                  <a:gd name="T73" fmla="*/ 4209 h 4324"/>
                  <a:gd name="T74" fmla="*/ 3816 w 4630"/>
                  <a:gd name="T75" fmla="*/ 3371 h 4324"/>
                  <a:gd name="T76" fmla="*/ 3330 w 4630"/>
                  <a:gd name="T77" fmla="*/ 3124 h 4324"/>
                  <a:gd name="T78" fmla="*/ 3159 w 4630"/>
                  <a:gd name="T79" fmla="*/ 3149 h 4324"/>
                  <a:gd name="T80" fmla="*/ 2971 w 4630"/>
                  <a:gd name="T81" fmla="*/ 2893 h 4324"/>
                  <a:gd name="T82" fmla="*/ 3182 w 4630"/>
                  <a:gd name="T83" fmla="*/ 2327 h 4324"/>
                  <a:gd name="T84" fmla="*/ 3179 w 4630"/>
                  <a:gd name="T85" fmla="*/ 2257 h 4324"/>
                  <a:gd name="T86" fmla="*/ 3481 w 4630"/>
                  <a:gd name="T87" fmla="*/ 2159 h 4324"/>
                  <a:gd name="T88" fmla="*/ 3957 w 4630"/>
                  <a:gd name="T89" fmla="*/ 2394 h 4324"/>
                  <a:gd name="T90" fmla="*/ 3957 w 4630"/>
                  <a:gd name="T91" fmla="*/ 2394 h 4324"/>
                  <a:gd name="T92" fmla="*/ 4143 w 4630"/>
                  <a:gd name="T93" fmla="*/ 2364 h 4324"/>
                  <a:gd name="T94" fmla="*/ 4528 w 4630"/>
                  <a:gd name="T95" fmla="*/ 1608 h 4324"/>
                  <a:gd name="T96" fmla="*/ 3958 w 4630"/>
                  <a:gd name="T97" fmla="*/ 1193 h 4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630" h="4324">
                    <a:moveTo>
                      <a:pt x="3958" y="1193"/>
                    </a:moveTo>
                    <a:cubicBezTo>
                      <a:pt x="3895" y="1193"/>
                      <a:pt x="3832" y="1203"/>
                      <a:pt x="3772" y="1223"/>
                    </a:cubicBezTo>
                    <a:cubicBezTo>
                      <a:pt x="3524" y="1304"/>
                      <a:pt x="3364" y="1531"/>
                      <a:pt x="3358" y="1778"/>
                    </a:cubicBezTo>
                    <a:lnTo>
                      <a:pt x="3055" y="1876"/>
                    </a:lnTo>
                    <a:cubicBezTo>
                      <a:pt x="2936" y="1682"/>
                      <a:pt x="2743" y="1538"/>
                      <a:pt x="2515" y="1484"/>
                    </a:cubicBezTo>
                    <a:lnTo>
                      <a:pt x="2515" y="1166"/>
                    </a:lnTo>
                    <a:cubicBezTo>
                      <a:pt x="2748" y="1083"/>
                      <a:pt x="2915" y="861"/>
                      <a:pt x="2915" y="600"/>
                    </a:cubicBezTo>
                    <a:cubicBezTo>
                      <a:pt x="2915" y="270"/>
                      <a:pt x="2646" y="0"/>
                      <a:pt x="2315" y="0"/>
                    </a:cubicBezTo>
                    <a:cubicBezTo>
                      <a:pt x="1984" y="0"/>
                      <a:pt x="1715" y="270"/>
                      <a:pt x="1715" y="600"/>
                    </a:cubicBezTo>
                    <a:cubicBezTo>
                      <a:pt x="1715" y="861"/>
                      <a:pt x="1882" y="1083"/>
                      <a:pt x="2115" y="1166"/>
                    </a:cubicBezTo>
                    <a:lnTo>
                      <a:pt x="2115" y="1484"/>
                    </a:lnTo>
                    <a:cubicBezTo>
                      <a:pt x="1887" y="1538"/>
                      <a:pt x="1694" y="1682"/>
                      <a:pt x="1575" y="1877"/>
                    </a:cubicBezTo>
                    <a:lnTo>
                      <a:pt x="1273" y="1778"/>
                    </a:lnTo>
                    <a:cubicBezTo>
                      <a:pt x="1266" y="1531"/>
                      <a:pt x="1107" y="1304"/>
                      <a:pt x="858" y="1223"/>
                    </a:cubicBezTo>
                    <a:cubicBezTo>
                      <a:pt x="798" y="1203"/>
                      <a:pt x="736" y="1193"/>
                      <a:pt x="673" y="1193"/>
                    </a:cubicBezTo>
                    <a:cubicBezTo>
                      <a:pt x="412" y="1193"/>
                      <a:pt x="183" y="1360"/>
                      <a:pt x="102" y="1608"/>
                    </a:cubicBezTo>
                    <a:cubicBezTo>
                      <a:pt x="0" y="1923"/>
                      <a:pt x="173" y="2262"/>
                      <a:pt x="488" y="2364"/>
                    </a:cubicBezTo>
                    <a:cubicBezTo>
                      <a:pt x="548" y="2384"/>
                      <a:pt x="610" y="2394"/>
                      <a:pt x="673" y="2394"/>
                    </a:cubicBezTo>
                    <a:cubicBezTo>
                      <a:pt x="864" y="2394"/>
                      <a:pt x="1038" y="2304"/>
                      <a:pt x="1149" y="2159"/>
                    </a:cubicBezTo>
                    <a:lnTo>
                      <a:pt x="1452" y="2258"/>
                    </a:lnTo>
                    <a:cubicBezTo>
                      <a:pt x="1450" y="2281"/>
                      <a:pt x="1449" y="2304"/>
                      <a:pt x="1449" y="2327"/>
                    </a:cubicBezTo>
                    <a:cubicBezTo>
                      <a:pt x="1449" y="2542"/>
                      <a:pt x="1528" y="2740"/>
                      <a:pt x="1658" y="2891"/>
                    </a:cubicBezTo>
                    <a:lnTo>
                      <a:pt x="1471" y="3149"/>
                    </a:lnTo>
                    <a:cubicBezTo>
                      <a:pt x="1416" y="3132"/>
                      <a:pt x="1359" y="3124"/>
                      <a:pt x="1301" y="3124"/>
                    </a:cubicBezTo>
                    <a:cubicBezTo>
                      <a:pt x="1109" y="3124"/>
                      <a:pt x="927" y="3216"/>
                      <a:pt x="815" y="3371"/>
                    </a:cubicBezTo>
                    <a:cubicBezTo>
                      <a:pt x="620" y="3639"/>
                      <a:pt x="680" y="4015"/>
                      <a:pt x="948" y="4209"/>
                    </a:cubicBezTo>
                    <a:cubicBezTo>
                      <a:pt x="1051" y="4284"/>
                      <a:pt x="1173" y="4324"/>
                      <a:pt x="1300" y="4324"/>
                    </a:cubicBezTo>
                    <a:cubicBezTo>
                      <a:pt x="1492" y="4324"/>
                      <a:pt x="1673" y="4232"/>
                      <a:pt x="1786" y="4077"/>
                    </a:cubicBezTo>
                    <a:cubicBezTo>
                      <a:pt x="1939" y="3866"/>
                      <a:pt x="1934" y="3588"/>
                      <a:pt x="1795" y="3384"/>
                    </a:cubicBezTo>
                    <a:lnTo>
                      <a:pt x="1981" y="3127"/>
                    </a:lnTo>
                    <a:cubicBezTo>
                      <a:pt x="2084" y="3170"/>
                      <a:pt x="2197" y="3194"/>
                      <a:pt x="2315" y="3194"/>
                    </a:cubicBezTo>
                    <a:cubicBezTo>
                      <a:pt x="2433" y="3194"/>
                      <a:pt x="2545" y="3170"/>
                      <a:pt x="2647" y="3127"/>
                    </a:cubicBezTo>
                    <a:lnTo>
                      <a:pt x="2836" y="3385"/>
                    </a:lnTo>
                    <a:cubicBezTo>
                      <a:pt x="2696" y="3588"/>
                      <a:pt x="2692" y="3866"/>
                      <a:pt x="2845" y="4077"/>
                    </a:cubicBezTo>
                    <a:cubicBezTo>
                      <a:pt x="2957" y="4232"/>
                      <a:pt x="3139" y="4324"/>
                      <a:pt x="3331" y="4324"/>
                    </a:cubicBezTo>
                    <a:lnTo>
                      <a:pt x="3331" y="4324"/>
                    </a:lnTo>
                    <a:cubicBezTo>
                      <a:pt x="3458" y="4324"/>
                      <a:pt x="3580" y="4284"/>
                      <a:pt x="3683" y="4209"/>
                    </a:cubicBezTo>
                    <a:cubicBezTo>
                      <a:pt x="3951" y="4015"/>
                      <a:pt x="4010" y="3639"/>
                      <a:pt x="3816" y="3371"/>
                    </a:cubicBezTo>
                    <a:cubicBezTo>
                      <a:pt x="3703" y="3216"/>
                      <a:pt x="3522" y="3124"/>
                      <a:pt x="3330" y="3124"/>
                    </a:cubicBezTo>
                    <a:cubicBezTo>
                      <a:pt x="3271" y="3124"/>
                      <a:pt x="3214" y="3133"/>
                      <a:pt x="3159" y="3149"/>
                    </a:cubicBezTo>
                    <a:lnTo>
                      <a:pt x="2971" y="2893"/>
                    </a:lnTo>
                    <a:cubicBezTo>
                      <a:pt x="3102" y="2741"/>
                      <a:pt x="3182" y="2543"/>
                      <a:pt x="3182" y="2327"/>
                    </a:cubicBezTo>
                    <a:cubicBezTo>
                      <a:pt x="3182" y="2303"/>
                      <a:pt x="3181" y="2280"/>
                      <a:pt x="3179" y="2257"/>
                    </a:cubicBezTo>
                    <a:lnTo>
                      <a:pt x="3481" y="2159"/>
                    </a:lnTo>
                    <a:cubicBezTo>
                      <a:pt x="3592" y="2304"/>
                      <a:pt x="3766" y="2394"/>
                      <a:pt x="3957" y="2394"/>
                    </a:cubicBezTo>
                    <a:lnTo>
                      <a:pt x="3957" y="2394"/>
                    </a:lnTo>
                    <a:cubicBezTo>
                      <a:pt x="4020" y="2394"/>
                      <a:pt x="4083" y="2384"/>
                      <a:pt x="4143" y="2364"/>
                    </a:cubicBezTo>
                    <a:cubicBezTo>
                      <a:pt x="4458" y="2262"/>
                      <a:pt x="4630" y="1923"/>
                      <a:pt x="4528" y="1608"/>
                    </a:cubicBezTo>
                    <a:cubicBezTo>
                      <a:pt x="4447" y="1360"/>
                      <a:pt x="4218" y="1193"/>
                      <a:pt x="3958" y="1193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2286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1500"/>
              </a:p>
            </p:txBody>
          </p:sp>
        </p:grpSp>
        <p:grpSp>
          <p:nvGrpSpPr>
            <p:cNvPr id="8" name="î$ḷíďê"/>
            <p:cNvGrpSpPr/>
            <p:nvPr/>
          </p:nvGrpSpPr>
          <p:grpSpPr>
            <a:xfrm>
              <a:off x="7120338" y="1538935"/>
              <a:ext cx="742792" cy="742790"/>
              <a:chOff x="683975" y="1866715"/>
              <a:chExt cx="577851" cy="577851"/>
            </a:xfrm>
          </p:grpSpPr>
          <p:sp>
            <p:nvSpPr>
              <p:cNvPr id="23" name="i$1ïḑe"/>
              <p:cNvSpPr/>
              <p:nvPr/>
            </p:nvSpPr>
            <p:spPr>
              <a:xfrm>
                <a:off x="683975" y="1866715"/>
                <a:ext cx="577851" cy="577851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 w="38100" cap="flat">
                <a:solidFill>
                  <a:schemeClr val="bg1"/>
                </a:solidFill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 algn="ctr">
                  <a:defRPr sz="3200"/>
                </a:pPr>
                <a:endParaRPr sz="1600"/>
              </a:p>
            </p:txBody>
          </p:sp>
          <p:sp>
            <p:nvSpPr>
              <p:cNvPr id="24" name="iṩ1ïḑè"/>
              <p:cNvSpPr/>
              <p:nvPr/>
            </p:nvSpPr>
            <p:spPr>
              <a:xfrm>
                <a:off x="831997" y="2024253"/>
                <a:ext cx="281804" cy="262772"/>
              </a:xfrm>
              <a:custGeom>
                <a:avLst/>
                <a:gdLst>
                  <a:gd name="T0" fmla="*/ 3958 w 4630"/>
                  <a:gd name="T1" fmla="*/ 1193 h 4324"/>
                  <a:gd name="T2" fmla="*/ 3772 w 4630"/>
                  <a:gd name="T3" fmla="*/ 1223 h 4324"/>
                  <a:gd name="T4" fmla="*/ 3358 w 4630"/>
                  <a:gd name="T5" fmla="*/ 1778 h 4324"/>
                  <a:gd name="T6" fmla="*/ 3055 w 4630"/>
                  <a:gd name="T7" fmla="*/ 1876 h 4324"/>
                  <a:gd name="T8" fmla="*/ 2515 w 4630"/>
                  <a:gd name="T9" fmla="*/ 1484 h 4324"/>
                  <a:gd name="T10" fmla="*/ 2515 w 4630"/>
                  <a:gd name="T11" fmla="*/ 1166 h 4324"/>
                  <a:gd name="T12" fmla="*/ 2915 w 4630"/>
                  <a:gd name="T13" fmla="*/ 600 h 4324"/>
                  <a:gd name="T14" fmla="*/ 2315 w 4630"/>
                  <a:gd name="T15" fmla="*/ 0 h 4324"/>
                  <a:gd name="T16" fmla="*/ 1715 w 4630"/>
                  <a:gd name="T17" fmla="*/ 600 h 4324"/>
                  <a:gd name="T18" fmla="*/ 2115 w 4630"/>
                  <a:gd name="T19" fmla="*/ 1166 h 4324"/>
                  <a:gd name="T20" fmla="*/ 2115 w 4630"/>
                  <a:gd name="T21" fmla="*/ 1484 h 4324"/>
                  <a:gd name="T22" fmla="*/ 1575 w 4630"/>
                  <a:gd name="T23" fmla="*/ 1877 h 4324"/>
                  <a:gd name="T24" fmla="*/ 1273 w 4630"/>
                  <a:gd name="T25" fmla="*/ 1778 h 4324"/>
                  <a:gd name="T26" fmla="*/ 858 w 4630"/>
                  <a:gd name="T27" fmla="*/ 1223 h 4324"/>
                  <a:gd name="T28" fmla="*/ 673 w 4630"/>
                  <a:gd name="T29" fmla="*/ 1193 h 4324"/>
                  <a:gd name="T30" fmla="*/ 102 w 4630"/>
                  <a:gd name="T31" fmla="*/ 1608 h 4324"/>
                  <a:gd name="T32" fmla="*/ 488 w 4630"/>
                  <a:gd name="T33" fmla="*/ 2364 h 4324"/>
                  <a:gd name="T34" fmla="*/ 673 w 4630"/>
                  <a:gd name="T35" fmla="*/ 2394 h 4324"/>
                  <a:gd name="T36" fmla="*/ 1149 w 4630"/>
                  <a:gd name="T37" fmla="*/ 2159 h 4324"/>
                  <a:gd name="T38" fmla="*/ 1452 w 4630"/>
                  <a:gd name="T39" fmla="*/ 2258 h 4324"/>
                  <a:gd name="T40" fmla="*/ 1449 w 4630"/>
                  <a:gd name="T41" fmla="*/ 2327 h 4324"/>
                  <a:gd name="T42" fmla="*/ 1658 w 4630"/>
                  <a:gd name="T43" fmla="*/ 2891 h 4324"/>
                  <a:gd name="T44" fmla="*/ 1471 w 4630"/>
                  <a:gd name="T45" fmla="*/ 3149 h 4324"/>
                  <a:gd name="T46" fmla="*/ 1301 w 4630"/>
                  <a:gd name="T47" fmla="*/ 3124 h 4324"/>
                  <a:gd name="T48" fmla="*/ 815 w 4630"/>
                  <a:gd name="T49" fmla="*/ 3371 h 4324"/>
                  <a:gd name="T50" fmla="*/ 948 w 4630"/>
                  <a:gd name="T51" fmla="*/ 4209 h 4324"/>
                  <a:gd name="T52" fmla="*/ 1300 w 4630"/>
                  <a:gd name="T53" fmla="*/ 4324 h 4324"/>
                  <a:gd name="T54" fmla="*/ 1786 w 4630"/>
                  <a:gd name="T55" fmla="*/ 4077 h 4324"/>
                  <a:gd name="T56" fmla="*/ 1795 w 4630"/>
                  <a:gd name="T57" fmla="*/ 3384 h 4324"/>
                  <a:gd name="T58" fmla="*/ 1981 w 4630"/>
                  <a:gd name="T59" fmla="*/ 3127 h 4324"/>
                  <a:gd name="T60" fmla="*/ 2315 w 4630"/>
                  <a:gd name="T61" fmla="*/ 3194 h 4324"/>
                  <a:gd name="T62" fmla="*/ 2647 w 4630"/>
                  <a:gd name="T63" fmla="*/ 3127 h 4324"/>
                  <a:gd name="T64" fmla="*/ 2836 w 4630"/>
                  <a:gd name="T65" fmla="*/ 3385 h 4324"/>
                  <a:gd name="T66" fmla="*/ 2845 w 4630"/>
                  <a:gd name="T67" fmla="*/ 4077 h 4324"/>
                  <a:gd name="T68" fmla="*/ 3331 w 4630"/>
                  <a:gd name="T69" fmla="*/ 4324 h 4324"/>
                  <a:gd name="T70" fmla="*/ 3331 w 4630"/>
                  <a:gd name="T71" fmla="*/ 4324 h 4324"/>
                  <a:gd name="T72" fmla="*/ 3683 w 4630"/>
                  <a:gd name="T73" fmla="*/ 4209 h 4324"/>
                  <a:gd name="T74" fmla="*/ 3816 w 4630"/>
                  <a:gd name="T75" fmla="*/ 3371 h 4324"/>
                  <a:gd name="T76" fmla="*/ 3330 w 4630"/>
                  <a:gd name="T77" fmla="*/ 3124 h 4324"/>
                  <a:gd name="T78" fmla="*/ 3159 w 4630"/>
                  <a:gd name="T79" fmla="*/ 3149 h 4324"/>
                  <a:gd name="T80" fmla="*/ 2971 w 4630"/>
                  <a:gd name="T81" fmla="*/ 2893 h 4324"/>
                  <a:gd name="T82" fmla="*/ 3182 w 4630"/>
                  <a:gd name="T83" fmla="*/ 2327 h 4324"/>
                  <a:gd name="T84" fmla="*/ 3179 w 4630"/>
                  <a:gd name="T85" fmla="*/ 2257 h 4324"/>
                  <a:gd name="T86" fmla="*/ 3481 w 4630"/>
                  <a:gd name="T87" fmla="*/ 2159 h 4324"/>
                  <a:gd name="T88" fmla="*/ 3957 w 4630"/>
                  <a:gd name="T89" fmla="*/ 2394 h 4324"/>
                  <a:gd name="T90" fmla="*/ 3957 w 4630"/>
                  <a:gd name="T91" fmla="*/ 2394 h 4324"/>
                  <a:gd name="T92" fmla="*/ 4143 w 4630"/>
                  <a:gd name="T93" fmla="*/ 2364 h 4324"/>
                  <a:gd name="T94" fmla="*/ 4528 w 4630"/>
                  <a:gd name="T95" fmla="*/ 1608 h 4324"/>
                  <a:gd name="T96" fmla="*/ 3958 w 4630"/>
                  <a:gd name="T97" fmla="*/ 1193 h 4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630" h="4324">
                    <a:moveTo>
                      <a:pt x="3958" y="1193"/>
                    </a:moveTo>
                    <a:cubicBezTo>
                      <a:pt x="3895" y="1193"/>
                      <a:pt x="3832" y="1203"/>
                      <a:pt x="3772" y="1223"/>
                    </a:cubicBezTo>
                    <a:cubicBezTo>
                      <a:pt x="3524" y="1304"/>
                      <a:pt x="3364" y="1531"/>
                      <a:pt x="3358" y="1778"/>
                    </a:cubicBezTo>
                    <a:lnTo>
                      <a:pt x="3055" y="1876"/>
                    </a:lnTo>
                    <a:cubicBezTo>
                      <a:pt x="2936" y="1682"/>
                      <a:pt x="2743" y="1538"/>
                      <a:pt x="2515" y="1484"/>
                    </a:cubicBezTo>
                    <a:lnTo>
                      <a:pt x="2515" y="1166"/>
                    </a:lnTo>
                    <a:cubicBezTo>
                      <a:pt x="2748" y="1083"/>
                      <a:pt x="2915" y="861"/>
                      <a:pt x="2915" y="600"/>
                    </a:cubicBezTo>
                    <a:cubicBezTo>
                      <a:pt x="2915" y="270"/>
                      <a:pt x="2646" y="0"/>
                      <a:pt x="2315" y="0"/>
                    </a:cubicBezTo>
                    <a:cubicBezTo>
                      <a:pt x="1984" y="0"/>
                      <a:pt x="1715" y="270"/>
                      <a:pt x="1715" y="600"/>
                    </a:cubicBezTo>
                    <a:cubicBezTo>
                      <a:pt x="1715" y="861"/>
                      <a:pt x="1882" y="1083"/>
                      <a:pt x="2115" y="1166"/>
                    </a:cubicBezTo>
                    <a:lnTo>
                      <a:pt x="2115" y="1484"/>
                    </a:lnTo>
                    <a:cubicBezTo>
                      <a:pt x="1887" y="1538"/>
                      <a:pt x="1694" y="1682"/>
                      <a:pt x="1575" y="1877"/>
                    </a:cubicBezTo>
                    <a:lnTo>
                      <a:pt x="1273" y="1778"/>
                    </a:lnTo>
                    <a:cubicBezTo>
                      <a:pt x="1266" y="1531"/>
                      <a:pt x="1107" y="1304"/>
                      <a:pt x="858" y="1223"/>
                    </a:cubicBezTo>
                    <a:cubicBezTo>
                      <a:pt x="798" y="1203"/>
                      <a:pt x="736" y="1193"/>
                      <a:pt x="673" y="1193"/>
                    </a:cubicBezTo>
                    <a:cubicBezTo>
                      <a:pt x="412" y="1193"/>
                      <a:pt x="183" y="1360"/>
                      <a:pt x="102" y="1608"/>
                    </a:cubicBezTo>
                    <a:cubicBezTo>
                      <a:pt x="0" y="1923"/>
                      <a:pt x="173" y="2262"/>
                      <a:pt x="488" y="2364"/>
                    </a:cubicBezTo>
                    <a:cubicBezTo>
                      <a:pt x="548" y="2384"/>
                      <a:pt x="610" y="2394"/>
                      <a:pt x="673" y="2394"/>
                    </a:cubicBezTo>
                    <a:cubicBezTo>
                      <a:pt x="864" y="2394"/>
                      <a:pt x="1038" y="2304"/>
                      <a:pt x="1149" y="2159"/>
                    </a:cubicBezTo>
                    <a:lnTo>
                      <a:pt x="1452" y="2258"/>
                    </a:lnTo>
                    <a:cubicBezTo>
                      <a:pt x="1450" y="2281"/>
                      <a:pt x="1449" y="2304"/>
                      <a:pt x="1449" y="2327"/>
                    </a:cubicBezTo>
                    <a:cubicBezTo>
                      <a:pt x="1449" y="2542"/>
                      <a:pt x="1528" y="2740"/>
                      <a:pt x="1658" y="2891"/>
                    </a:cubicBezTo>
                    <a:lnTo>
                      <a:pt x="1471" y="3149"/>
                    </a:lnTo>
                    <a:cubicBezTo>
                      <a:pt x="1416" y="3132"/>
                      <a:pt x="1359" y="3124"/>
                      <a:pt x="1301" y="3124"/>
                    </a:cubicBezTo>
                    <a:cubicBezTo>
                      <a:pt x="1109" y="3124"/>
                      <a:pt x="927" y="3216"/>
                      <a:pt x="815" y="3371"/>
                    </a:cubicBezTo>
                    <a:cubicBezTo>
                      <a:pt x="620" y="3639"/>
                      <a:pt x="680" y="4015"/>
                      <a:pt x="948" y="4209"/>
                    </a:cubicBezTo>
                    <a:cubicBezTo>
                      <a:pt x="1051" y="4284"/>
                      <a:pt x="1173" y="4324"/>
                      <a:pt x="1300" y="4324"/>
                    </a:cubicBezTo>
                    <a:cubicBezTo>
                      <a:pt x="1492" y="4324"/>
                      <a:pt x="1673" y="4232"/>
                      <a:pt x="1786" y="4077"/>
                    </a:cubicBezTo>
                    <a:cubicBezTo>
                      <a:pt x="1939" y="3866"/>
                      <a:pt x="1934" y="3588"/>
                      <a:pt x="1795" y="3384"/>
                    </a:cubicBezTo>
                    <a:lnTo>
                      <a:pt x="1981" y="3127"/>
                    </a:lnTo>
                    <a:cubicBezTo>
                      <a:pt x="2084" y="3170"/>
                      <a:pt x="2197" y="3194"/>
                      <a:pt x="2315" y="3194"/>
                    </a:cubicBezTo>
                    <a:cubicBezTo>
                      <a:pt x="2433" y="3194"/>
                      <a:pt x="2545" y="3170"/>
                      <a:pt x="2647" y="3127"/>
                    </a:cubicBezTo>
                    <a:lnTo>
                      <a:pt x="2836" y="3385"/>
                    </a:lnTo>
                    <a:cubicBezTo>
                      <a:pt x="2696" y="3588"/>
                      <a:pt x="2692" y="3866"/>
                      <a:pt x="2845" y="4077"/>
                    </a:cubicBezTo>
                    <a:cubicBezTo>
                      <a:pt x="2957" y="4232"/>
                      <a:pt x="3139" y="4324"/>
                      <a:pt x="3331" y="4324"/>
                    </a:cubicBezTo>
                    <a:lnTo>
                      <a:pt x="3331" y="4324"/>
                    </a:lnTo>
                    <a:cubicBezTo>
                      <a:pt x="3458" y="4324"/>
                      <a:pt x="3580" y="4284"/>
                      <a:pt x="3683" y="4209"/>
                    </a:cubicBezTo>
                    <a:cubicBezTo>
                      <a:pt x="3951" y="4015"/>
                      <a:pt x="4010" y="3639"/>
                      <a:pt x="3816" y="3371"/>
                    </a:cubicBezTo>
                    <a:cubicBezTo>
                      <a:pt x="3703" y="3216"/>
                      <a:pt x="3522" y="3124"/>
                      <a:pt x="3330" y="3124"/>
                    </a:cubicBezTo>
                    <a:cubicBezTo>
                      <a:pt x="3271" y="3124"/>
                      <a:pt x="3214" y="3133"/>
                      <a:pt x="3159" y="3149"/>
                    </a:cubicBezTo>
                    <a:lnTo>
                      <a:pt x="2971" y="2893"/>
                    </a:lnTo>
                    <a:cubicBezTo>
                      <a:pt x="3102" y="2741"/>
                      <a:pt x="3182" y="2543"/>
                      <a:pt x="3182" y="2327"/>
                    </a:cubicBezTo>
                    <a:cubicBezTo>
                      <a:pt x="3182" y="2303"/>
                      <a:pt x="3181" y="2280"/>
                      <a:pt x="3179" y="2257"/>
                    </a:cubicBezTo>
                    <a:lnTo>
                      <a:pt x="3481" y="2159"/>
                    </a:lnTo>
                    <a:cubicBezTo>
                      <a:pt x="3592" y="2304"/>
                      <a:pt x="3766" y="2394"/>
                      <a:pt x="3957" y="2394"/>
                    </a:cubicBezTo>
                    <a:lnTo>
                      <a:pt x="3957" y="2394"/>
                    </a:lnTo>
                    <a:cubicBezTo>
                      <a:pt x="4020" y="2394"/>
                      <a:pt x="4083" y="2384"/>
                      <a:pt x="4143" y="2364"/>
                    </a:cubicBezTo>
                    <a:cubicBezTo>
                      <a:pt x="4458" y="2262"/>
                      <a:pt x="4630" y="1923"/>
                      <a:pt x="4528" y="1608"/>
                    </a:cubicBezTo>
                    <a:cubicBezTo>
                      <a:pt x="4447" y="1360"/>
                      <a:pt x="4218" y="1193"/>
                      <a:pt x="3958" y="1193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2286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1500"/>
              </a:p>
            </p:txBody>
          </p:sp>
        </p:grpSp>
        <p:grpSp>
          <p:nvGrpSpPr>
            <p:cNvPr id="9" name="îsḻîḋé"/>
            <p:cNvGrpSpPr/>
            <p:nvPr/>
          </p:nvGrpSpPr>
          <p:grpSpPr>
            <a:xfrm>
              <a:off x="4295934" y="4744380"/>
              <a:ext cx="742792" cy="742790"/>
              <a:chOff x="683975" y="1866715"/>
              <a:chExt cx="577851" cy="577851"/>
            </a:xfrm>
          </p:grpSpPr>
          <p:sp>
            <p:nvSpPr>
              <p:cNvPr id="21" name="îşḻíďé"/>
              <p:cNvSpPr/>
              <p:nvPr/>
            </p:nvSpPr>
            <p:spPr>
              <a:xfrm>
                <a:off x="683975" y="1866715"/>
                <a:ext cx="577851" cy="577851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 w="38100" cap="flat">
                <a:solidFill>
                  <a:schemeClr val="bg1"/>
                </a:solidFill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 algn="ctr">
                  <a:defRPr sz="3200"/>
                </a:pPr>
                <a:endParaRPr sz="1600"/>
              </a:p>
            </p:txBody>
          </p:sp>
          <p:sp>
            <p:nvSpPr>
              <p:cNvPr id="22" name="ïṣ1îḋé"/>
              <p:cNvSpPr/>
              <p:nvPr/>
            </p:nvSpPr>
            <p:spPr>
              <a:xfrm>
                <a:off x="831997" y="2024253"/>
                <a:ext cx="281804" cy="262772"/>
              </a:xfrm>
              <a:custGeom>
                <a:avLst/>
                <a:gdLst>
                  <a:gd name="T0" fmla="*/ 3958 w 4630"/>
                  <a:gd name="T1" fmla="*/ 1193 h 4324"/>
                  <a:gd name="T2" fmla="*/ 3772 w 4630"/>
                  <a:gd name="T3" fmla="*/ 1223 h 4324"/>
                  <a:gd name="T4" fmla="*/ 3358 w 4630"/>
                  <a:gd name="T5" fmla="*/ 1778 h 4324"/>
                  <a:gd name="T6" fmla="*/ 3055 w 4630"/>
                  <a:gd name="T7" fmla="*/ 1876 h 4324"/>
                  <a:gd name="T8" fmla="*/ 2515 w 4630"/>
                  <a:gd name="T9" fmla="*/ 1484 h 4324"/>
                  <a:gd name="T10" fmla="*/ 2515 w 4630"/>
                  <a:gd name="T11" fmla="*/ 1166 h 4324"/>
                  <a:gd name="T12" fmla="*/ 2915 w 4630"/>
                  <a:gd name="T13" fmla="*/ 600 h 4324"/>
                  <a:gd name="T14" fmla="*/ 2315 w 4630"/>
                  <a:gd name="T15" fmla="*/ 0 h 4324"/>
                  <a:gd name="T16" fmla="*/ 1715 w 4630"/>
                  <a:gd name="T17" fmla="*/ 600 h 4324"/>
                  <a:gd name="T18" fmla="*/ 2115 w 4630"/>
                  <a:gd name="T19" fmla="*/ 1166 h 4324"/>
                  <a:gd name="T20" fmla="*/ 2115 w 4630"/>
                  <a:gd name="T21" fmla="*/ 1484 h 4324"/>
                  <a:gd name="T22" fmla="*/ 1575 w 4630"/>
                  <a:gd name="T23" fmla="*/ 1877 h 4324"/>
                  <a:gd name="T24" fmla="*/ 1273 w 4630"/>
                  <a:gd name="T25" fmla="*/ 1778 h 4324"/>
                  <a:gd name="T26" fmla="*/ 858 w 4630"/>
                  <a:gd name="T27" fmla="*/ 1223 h 4324"/>
                  <a:gd name="T28" fmla="*/ 673 w 4630"/>
                  <a:gd name="T29" fmla="*/ 1193 h 4324"/>
                  <a:gd name="T30" fmla="*/ 102 w 4630"/>
                  <a:gd name="T31" fmla="*/ 1608 h 4324"/>
                  <a:gd name="T32" fmla="*/ 488 w 4630"/>
                  <a:gd name="T33" fmla="*/ 2364 h 4324"/>
                  <a:gd name="T34" fmla="*/ 673 w 4630"/>
                  <a:gd name="T35" fmla="*/ 2394 h 4324"/>
                  <a:gd name="T36" fmla="*/ 1149 w 4630"/>
                  <a:gd name="T37" fmla="*/ 2159 h 4324"/>
                  <a:gd name="T38" fmla="*/ 1452 w 4630"/>
                  <a:gd name="T39" fmla="*/ 2258 h 4324"/>
                  <a:gd name="T40" fmla="*/ 1449 w 4630"/>
                  <a:gd name="T41" fmla="*/ 2327 h 4324"/>
                  <a:gd name="T42" fmla="*/ 1658 w 4630"/>
                  <a:gd name="T43" fmla="*/ 2891 h 4324"/>
                  <a:gd name="T44" fmla="*/ 1471 w 4630"/>
                  <a:gd name="T45" fmla="*/ 3149 h 4324"/>
                  <a:gd name="T46" fmla="*/ 1301 w 4630"/>
                  <a:gd name="T47" fmla="*/ 3124 h 4324"/>
                  <a:gd name="T48" fmla="*/ 815 w 4630"/>
                  <a:gd name="T49" fmla="*/ 3371 h 4324"/>
                  <a:gd name="T50" fmla="*/ 948 w 4630"/>
                  <a:gd name="T51" fmla="*/ 4209 h 4324"/>
                  <a:gd name="T52" fmla="*/ 1300 w 4630"/>
                  <a:gd name="T53" fmla="*/ 4324 h 4324"/>
                  <a:gd name="T54" fmla="*/ 1786 w 4630"/>
                  <a:gd name="T55" fmla="*/ 4077 h 4324"/>
                  <a:gd name="T56" fmla="*/ 1795 w 4630"/>
                  <a:gd name="T57" fmla="*/ 3384 h 4324"/>
                  <a:gd name="T58" fmla="*/ 1981 w 4630"/>
                  <a:gd name="T59" fmla="*/ 3127 h 4324"/>
                  <a:gd name="T60" fmla="*/ 2315 w 4630"/>
                  <a:gd name="T61" fmla="*/ 3194 h 4324"/>
                  <a:gd name="T62" fmla="*/ 2647 w 4630"/>
                  <a:gd name="T63" fmla="*/ 3127 h 4324"/>
                  <a:gd name="T64" fmla="*/ 2836 w 4630"/>
                  <a:gd name="T65" fmla="*/ 3385 h 4324"/>
                  <a:gd name="T66" fmla="*/ 2845 w 4630"/>
                  <a:gd name="T67" fmla="*/ 4077 h 4324"/>
                  <a:gd name="T68" fmla="*/ 3331 w 4630"/>
                  <a:gd name="T69" fmla="*/ 4324 h 4324"/>
                  <a:gd name="T70" fmla="*/ 3331 w 4630"/>
                  <a:gd name="T71" fmla="*/ 4324 h 4324"/>
                  <a:gd name="T72" fmla="*/ 3683 w 4630"/>
                  <a:gd name="T73" fmla="*/ 4209 h 4324"/>
                  <a:gd name="T74" fmla="*/ 3816 w 4630"/>
                  <a:gd name="T75" fmla="*/ 3371 h 4324"/>
                  <a:gd name="T76" fmla="*/ 3330 w 4630"/>
                  <a:gd name="T77" fmla="*/ 3124 h 4324"/>
                  <a:gd name="T78" fmla="*/ 3159 w 4630"/>
                  <a:gd name="T79" fmla="*/ 3149 h 4324"/>
                  <a:gd name="T80" fmla="*/ 2971 w 4630"/>
                  <a:gd name="T81" fmla="*/ 2893 h 4324"/>
                  <a:gd name="T82" fmla="*/ 3182 w 4630"/>
                  <a:gd name="T83" fmla="*/ 2327 h 4324"/>
                  <a:gd name="T84" fmla="*/ 3179 w 4630"/>
                  <a:gd name="T85" fmla="*/ 2257 h 4324"/>
                  <a:gd name="T86" fmla="*/ 3481 w 4630"/>
                  <a:gd name="T87" fmla="*/ 2159 h 4324"/>
                  <a:gd name="T88" fmla="*/ 3957 w 4630"/>
                  <a:gd name="T89" fmla="*/ 2394 h 4324"/>
                  <a:gd name="T90" fmla="*/ 3957 w 4630"/>
                  <a:gd name="T91" fmla="*/ 2394 h 4324"/>
                  <a:gd name="T92" fmla="*/ 4143 w 4630"/>
                  <a:gd name="T93" fmla="*/ 2364 h 4324"/>
                  <a:gd name="T94" fmla="*/ 4528 w 4630"/>
                  <a:gd name="T95" fmla="*/ 1608 h 4324"/>
                  <a:gd name="T96" fmla="*/ 3958 w 4630"/>
                  <a:gd name="T97" fmla="*/ 1193 h 4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630" h="4324">
                    <a:moveTo>
                      <a:pt x="3958" y="1193"/>
                    </a:moveTo>
                    <a:cubicBezTo>
                      <a:pt x="3895" y="1193"/>
                      <a:pt x="3832" y="1203"/>
                      <a:pt x="3772" y="1223"/>
                    </a:cubicBezTo>
                    <a:cubicBezTo>
                      <a:pt x="3524" y="1304"/>
                      <a:pt x="3364" y="1531"/>
                      <a:pt x="3358" y="1778"/>
                    </a:cubicBezTo>
                    <a:lnTo>
                      <a:pt x="3055" y="1876"/>
                    </a:lnTo>
                    <a:cubicBezTo>
                      <a:pt x="2936" y="1682"/>
                      <a:pt x="2743" y="1538"/>
                      <a:pt x="2515" y="1484"/>
                    </a:cubicBezTo>
                    <a:lnTo>
                      <a:pt x="2515" y="1166"/>
                    </a:lnTo>
                    <a:cubicBezTo>
                      <a:pt x="2748" y="1083"/>
                      <a:pt x="2915" y="861"/>
                      <a:pt x="2915" y="600"/>
                    </a:cubicBezTo>
                    <a:cubicBezTo>
                      <a:pt x="2915" y="270"/>
                      <a:pt x="2646" y="0"/>
                      <a:pt x="2315" y="0"/>
                    </a:cubicBezTo>
                    <a:cubicBezTo>
                      <a:pt x="1984" y="0"/>
                      <a:pt x="1715" y="270"/>
                      <a:pt x="1715" y="600"/>
                    </a:cubicBezTo>
                    <a:cubicBezTo>
                      <a:pt x="1715" y="861"/>
                      <a:pt x="1882" y="1083"/>
                      <a:pt x="2115" y="1166"/>
                    </a:cubicBezTo>
                    <a:lnTo>
                      <a:pt x="2115" y="1484"/>
                    </a:lnTo>
                    <a:cubicBezTo>
                      <a:pt x="1887" y="1538"/>
                      <a:pt x="1694" y="1682"/>
                      <a:pt x="1575" y="1877"/>
                    </a:cubicBezTo>
                    <a:lnTo>
                      <a:pt x="1273" y="1778"/>
                    </a:lnTo>
                    <a:cubicBezTo>
                      <a:pt x="1266" y="1531"/>
                      <a:pt x="1107" y="1304"/>
                      <a:pt x="858" y="1223"/>
                    </a:cubicBezTo>
                    <a:cubicBezTo>
                      <a:pt x="798" y="1203"/>
                      <a:pt x="736" y="1193"/>
                      <a:pt x="673" y="1193"/>
                    </a:cubicBezTo>
                    <a:cubicBezTo>
                      <a:pt x="412" y="1193"/>
                      <a:pt x="183" y="1360"/>
                      <a:pt x="102" y="1608"/>
                    </a:cubicBezTo>
                    <a:cubicBezTo>
                      <a:pt x="0" y="1923"/>
                      <a:pt x="173" y="2262"/>
                      <a:pt x="488" y="2364"/>
                    </a:cubicBezTo>
                    <a:cubicBezTo>
                      <a:pt x="548" y="2384"/>
                      <a:pt x="610" y="2394"/>
                      <a:pt x="673" y="2394"/>
                    </a:cubicBezTo>
                    <a:cubicBezTo>
                      <a:pt x="864" y="2394"/>
                      <a:pt x="1038" y="2304"/>
                      <a:pt x="1149" y="2159"/>
                    </a:cubicBezTo>
                    <a:lnTo>
                      <a:pt x="1452" y="2258"/>
                    </a:lnTo>
                    <a:cubicBezTo>
                      <a:pt x="1450" y="2281"/>
                      <a:pt x="1449" y="2304"/>
                      <a:pt x="1449" y="2327"/>
                    </a:cubicBezTo>
                    <a:cubicBezTo>
                      <a:pt x="1449" y="2542"/>
                      <a:pt x="1528" y="2740"/>
                      <a:pt x="1658" y="2891"/>
                    </a:cubicBezTo>
                    <a:lnTo>
                      <a:pt x="1471" y="3149"/>
                    </a:lnTo>
                    <a:cubicBezTo>
                      <a:pt x="1416" y="3132"/>
                      <a:pt x="1359" y="3124"/>
                      <a:pt x="1301" y="3124"/>
                    </a:cubicBezTo>
                    <a:cubicBezTo>
                      <a:pt x="1109" y="3124"/>
                      <a:pt x="927" y="3216"/>
                      <a:pt x="815" y="3371"/>
                    </a:cubicBezTo>
                    <a:cubicBezTo>
                      <a:pt x="620" y="3639"/>
                      <a:pt x="680" y="4015"/>
                      <a:pt x="948" y="4209"/>
                    </a:cubicBezTo>
                    <a:cubicBezTo>
                      <a:pt x="1051" y="4284"/>
                      <a:pt x="1173" y="4324"/>
                      <a:pt x="1300" y="4324"/>
                    </a:cubicBezTo>
                    <a:cubicBezTo>
                      <a:pt x="1492" y="4324"/>
                      <a:pt x="1673" y="4232"/>
                      <a:pt x="1786" y="4077"/>
                    </a:cubicBezTo>
                    <a:cubicBezTo>
                      <a:pt x="1939" y="3866"/>
                      <a:pt x="1934" y="3588"/>
                      <a:pt x="1795" y="3384"/>
                    </a:cubicBezTo>
                    <a:lnTo>
                      <a:pt x="1981" y="3127"/>
                    </a:lnTo>
                    <a:cubicBezTo>
                      <a:pt x="2084" y="3170"/>
                      <a:pt x="2197" y="3194"/>
                      <a:pt x="2315" y="3194"/>
                    </a:cubicBezTo>
                    <a:cubicBezTo>
                      <a:pt x="2433" y="3194"/>
                      <a:pt x="2545" y="3170"/>
                      <a:pt x="2647" y="3127"/>
                    </a:cubicBezTo>
                    <a:lnTo>
                      <a:pt x="2836" y="3385"/>
                    </a:lnTo>
                    <a:cubicBezTo>
                      <a:pt x="2696" y="3588"/>
                      <a:pt x="2692" y="3866"/>
                      <a:pt x="2845" y="4077"/>
                    </a:cubicBezTo>
                    <a:cubicBezTo>
                      <a:pt x="2957" y="4232"/>
                      <a:pt x="3139" y="4324"/>
                      <a:pt x="3331" y="4324"/>
                    </a:cubicBezTo>
                    <a:lnTo>
                      <a:pt x="3331" y="4324"/>
                    </a:lnTo>
                    <a:cubicBezTo>
                      <a:pt x="3458" y="4324"/>
                      <a:pt x="3580" y="4284"/>
                      <a:pt x="3683" y="4209"/>
                    </a:cubicBezTo>
                    <a:cubicBezTo>
                      <a:pt x="3951" y="4015"/>
                      <a:pt x="4010" y="3639"/>
                      <a:pt x="3816" y="3371"/>
                    </a:cubicBezTo>
                    <a:cubicBezTo>
                      <a:pt x="3703" y="3216"/>
                      <a:pt x="3522" y="3124"/>
                      <a:pt x="3330" y="3124"/>
                    </a:cubicBezTo>
                    <a:cubicBezTo>
                      <a:pt x="3271" y="3124"/>
                      <a:pt x="3214" y="3133"/>
                      <a:pt x="3159" y="3149"/>
                    </a:cubicBezTo>
                    <a:lnTo>
                      <a:pt x="2971" y="2893"/>
                    </a:lnTo>
                    <a:cubicBezTo>
                      <a:pt x="3102" y="2741"/>
                      <a:pt x="3182" y="2543"/>
                      <a:pt x="3182" y="2327"/>
                    </a:cubicBezTo>
                    <a:cubicBezTo>
                      <a:pt x="3182" y="2303"/>
                      <a:pt x="3181" y="2280"/>
                      <a:pt x="3179" y="2257"/>
                    </a:cubicBezTo>
                    <a:lnTo>
                      <a:pt x="3481" y="2159"/>
                    </a:lnTo>
                    <a:cubicBezTo>
                      <a:pt x="3592" y="2304"/>
                      <a:pt x="3766" y="2394"/>
                      <a:pt x="3957" y="2394"/>
                    </a:cubicBezTo>
                    <a:lnTo>
                      <a:pt x="3957" y="2394"/>
                    </a:lnTo>
                    <a:cubicBezTo>
                      <a:pt x="4020" y="2394"/>
                      <a:pt x="4083" y="2384"/>
                      <a:pt x="4143" y="2364"/>
                    </a:cubicBezTo>
                    <a:cubicBezTo>
                      <a:pt x="4458" y="2262"/>
                      <a:pt x="4630" y="1923"/>
                      <a:pt x="4528" y="1608"/>
                    </a:cubicBezTo>
                    <a:cubicBezTo>
                      <a:pt x="4447" y="1360"/>
                      <a:pt x="4218" y="1193"/>
                      <a:pt x="3958" y="1193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2286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1500"/>
              </a:p>
            </p:txBody>
          </p:sp>
        </p:grpSp>
        <p:grpSp>
          <p:nvGrpSpPr>
            <p:cNvPr id="10" name="ïślïdê"/>
            <p:cNvGrpSpPr/>
            <p:nvPr/>
          </p:nvGrpSpPr>
          <p:grpSpPr>
            <a:xfrm>
              <a:off x="7120338" y="4744380"/>
              <a:ext cx="742792" cy="742790"/>
              <a:chOff x="683975" y="1866715"/>
              <a:chExt cx="577851" cy="577851"/>
            </a:xfrm>
          </p:grpSpPr>
          <p:sp>
            <p:nvSpPr>
              <p:cNvPr id="19" name="íṣļîḍe"/>
              <p:cNvSpPr/>
              <p:nvPr/>
            </p:nvSpPr>
            <p:spPr>
              <a:xfrm>
                <a:off x="683975" y="1866715"/>
                <a:ext cx="577851" cy="577851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 w="38100" cap="flat">
                <a:solidFill>
                  <a:schemeClr val="bg1"/>
                </a:solidFill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 algn="ctr">
                  <a:defRPr sz="3200"/>
                </a:pPr>
                <a:endParaRPr sz="1600"/>
              </a:p>
            </p:txBody>
          </p:sp>
          <p:sp>
            <p:nvSpPr>
              <p:cNvPr id="20" name="íṧļîdé"/>
              <p:cNvSpPr/>
              <p:nvPr/>
            </p:nvSpPr>
            <p:spPr>
              <a:xfrm>
                <a:off x="831997" y="2024253"/>
                <a:ext cx="281804" cy="262772"/>
              </a:xfrm>
              <a:custGeom>
                <a:avLst/>
                <a:gdLst>
                  <a:gd name="T0" fmla="*/ 3958 w 4630"/>
                  <a:gd name="T1" fmla="*/ 1193 h 4324"/>
                  <a:gd name="T2" fmla="*/ 3772 w 4630"/>
                  <a:gd name="T3" fmla="*/ 1223 h 4324"/>
                  <a:gd name="T4" fmla="*/ 3358 w 4630"/>
                  <a:gd name="T5" fmla="*/ 1778 h 4324"/>
                  <a:gd name="T6" fmla="*/ 3055 w 4630"/>
                  <a:gd name="T7" fmla="*/ 1876 h 4324"/>
                  <a:gd name="T8" fmla="*/ 2515 w 4630"/>
                  <a:gd name="T9" fmla="*/ 1484 h 4324"/>
                  <a:gd name="T10" fmla="*/ 2515 w 4630"/>
                  <a:gd name="T11" fmla="*/ 1166 h 4324"/>
                  <a:gd name="T12" fmla="*/ 2915 w 4630"/>
                  <a:gd name="T13" fmla="*/ 600 h 4324"/>
                  <a:gd name="T14" fmla="*/ 2315 w 4630"/>
                  <a:gd name="T15" fmla="*/ 0 h 4324"/>
                  <a:gd name="T16" fmla="*/ 1715 w 4630"/>
                  <a:gd name="T17" fmla="*/ 600 h 4324"/>
                  <a:gd name="T18" fmla="*/ 2115 w 4630"/>
                  <a:gd name="T19" fmla="*/ 1166 h 4324"/>
                  <a:gd name="T20" fmla="*/ 2115 w 4630"/>
                  <a:gd name="T21" fmla="*/ 1484 h 4324"/>
                  <a:gd name="T22" fmla="*/ 1575 w 4630"/>
                  <a:gd name="T23" fmla="*/ 1877 h 4324"/>
                  <a:gd name="T24" fmla="*/ 1273 w 4630"/>
                  <a:gd name="T25" fmla="*/ 1778 h 4324"/>
                  <a:gd name="T26" fmla="*/ 858 w 4630"/>
                  <a:gd name="T27" fmla="*/ 1223 h 4324"/>
                  <a:gd name="T28" fmla="*/ 673 w 4630"/>
                  <a:gd name="T29" fmla="*/ 1193 h 4324"/>
                  <a:gd name="T30" fmla="*/ 102 w 4630"/>
                  <a:gd name="T31" fmla="*/ 1608 h 4324"/>
                  <a:gd name="T32" fmla="*/ 488 w 4630"/>
                  <a:gd name="T33" fmla="*/ 2364 h 4324"/>
                  <a:gd name="T34" fmla="*/ 673 w 4630"/>
                  <a:gd name="T35" fmla="*/ 2394 h 4324"/>
                  <a:gd name="T36" fmla="*/ 1149 w 4630"/>
                  <a:gd name="T37" fmla="*/ 2159 h 4324"/>
                  <a:gd name="T38" fmla="*/ 1452 w 4630"/>
                  <a:gd name="T39" fmla="*/ 2258 h 4324"/>
                  <a:gd name="T40" fmla="*/ 1449 w 4630"/>
                  <a:gd name="T41" fmla="*/ 2327 h 4324"/>
                  <a:gd name="T42" fmla="*/ 1658 w 4630"/>
                  <a:gd name="T43" fmla="*/ 2891 h 4324"/>
                  <a:gd name="T44" fmla="*/ 1471 w 4630"/>
                  <a:gd name="T45" fmla="*/ 3149 h 4324"/>
                  <a:gd name="T46" fmla="*/ 1301 w 4630"/>
                  <a:gd name="T47" fmla="*/ 3124 h 4324"/>
                  <a:gd name="T48" fmla="*/ 815 w 4630"/>
                  <a:gd name="T49" fmla="*/ 3371 h 4324"/>
                  <a:gd name="T50" fmla="*/ 948 w 4630"/>
                  <a:gd name="T51" fmla="*/ 4209 h 4324"/>
                  <a:gd name="T52" fmla="*/ 1300 w 4630"/>
                  <a:gd name="T53" fmla="*/ 4324 h 4324"/>
                  <a:gd name="T54" fmla="*/ 1786 w 4630"/>
                  <a:gd name="T55" fmla="*/ 4077 h 4324"/>
                  <a:gd name="T56" fmla="*/ 1795 w 4630"/>
                  <a:gd name="T57" fmla="*/ 3384 h 4324"/>
                  <a:gd name="T58" fmla="*/ 1981 w 4630"/>
                  <a:gd name="T59" fmla="*/ 3127 h 4324"/>
                  <a:gd name="T60" fmla="*/ 2315 w 4630"/>
                  <a:gd name="T61" fmla="*/ 3194 h 4324"/>
                  <a:gd name="T62" fmla="*/ 2647 w 4630"/>
                  <a:gd name="T63" fmla="*/ 3127 h 4324"/>
                  <a:gd name="T64" fmla="*/ 2836 w 4630"/>
                  <a:gd name="T65" fmla="*/ 3385 h 4324"/>
                  <a:gd name="T66" fmla="*/ 2845 w 4630"/>
                  <a:gd name="T67" fmla="*/ 4077 h 4324"/>
                  <a:gd name="T68" fmla="*/ 3331 w 4630"/>
                  <a:gd name="T69" fmla="*/ 4324 h 4324"/>
                  <a:gd name="T70" fmla="*/ 3331 w 4630"/>
                  <a:gd name="T71" fmla="*/ 4324 h 4324"/>
                  <a:gd name="T72" fmla="*/ 3683 w 4630"/>
                  <a:gd name="T73" fmla="*/ 4209 h 4324"/>
                  <a:gd name="T74" fmla="*/ 3816 w 4630"/>
                  <a:gd name="T75" fmla="*/ 3371 h 4324"/>
                  <a:gd name="T76" fmla="*/ 3330 w 4630"/>
                  <a:gd name="T77" fmla="*/ 3124 h 4324"/>
                  <a:gd name="T78" fmla="*/ 3159 w 4630"/>
                  <a:gd name="T79" fmla="*/ 3149 h 4324"/>
                  <a:gd name="T80" fmla="*/ 2971 w 4630"/>
                  <a:gd name="T81" fmla="*/ 2893 h 4324"/>
                  <a:gd name="T82" fmla="*/ 3182 w 4630"/>
                  <a:gd name="T83" fmla="*/ 2327 h 4324"/>
                  <a:gd name="T84" fmla="*/ 3179 w 4630"/>
                  <a:gd name="T85" fmla="*/ 2257 h 4324"/>
                  <a:gd name="T86" fmla="*/ 3481 w 4630"/>
                  <a:gd name="T87" fmla="*/ 2159 h 4324"/>
                  <a:gd name="T88" fmla="*/ 3957 w 4630"/>
                  <a:gd name="T89" fmla="*/ 2394 h 4324"/>
                  <a:gd name="T90" fmla="*/ 3957 w 4630"/>
                  <a:gd name="T91" fmla="*/ 2394 h 4324"/>
                  <a:gd name="T92" fmla="*/ 4143 w 4630"/>
                  <a:gd name="T93" fmla="*/ 2364 h 4324"/>
                  <a:gd name="T94" fmla="*/ 4528 w 4630"/>
                  <a:gd name="T95" fmla="*/ 1608 h 4324"/>
                  <a:gd name="T96" fmla="*/ 3958 w 4630"/>
                  <a:gd name="T97" fmla="*/ 1193 h 4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630" h="4324">
                    <a:moveTo>
                      <a:pt x="3958" y="1193"/>
                    </a:moveTo>
                    <a:cubicBezTo>
                      <a:pt x="3895" y="1193"/>
                      <a:pt x="3832" y="1203"/>
                      <a:pt x="3772" y="1223"/>
                    </a:cubicBezTo>
                    <a:cubicBezTo>
                      <a:pt x="3524" y="1304"/>
                      <a:pt x="3364" y="1531"/>
                      <a:pt x="3358" y="1778"/>
                    </a:cubicBezTo>
                    <a:lnTo>
                      <a:pt x="3055" y="1876"/>
                    </a:lnTo>
                    <a:cubicBezTo>
                      <a:pt x="2936" y="1682"/>
                      <a:pt x="2743" y="1538"/>
                      <a:pt x="2515" y="1484"/>
                    </a:cubicBezTo>
                    <a:lnTo>
                      <a:pt x="2515" y="1166"/>
                    </a:lnTo>
                    <a:cubicBezTo>
                      <a:pt x="2748" y="1083"/>
                      <a:pt x="2915" y="861"/>
                      <a:pt x="2915" y="600"/>
                    </a:cubicBezTo>
                    <a:cubicBezTo>
                      <a:pt x="2915" y="270"/>
                      <a:pt x="2646" y="0"/>
                      <a:pt x="2315" y="0"/>
                    </a:cubicBezTo>
                    <a:cubicBezTo>
                      <a:pt x="1984" y="0"/>
                      <a:pt x="1715" y="270"/>
                      <a:pt x="1715" y="600"/>
                    </a:cubicBezTo>
                    <a:cubicBezTo>
                      <a:pt x="1715" y="861"/>
                      <a:pt x="1882" y="1083"/>
                      <a:pt x="2115" y="1166"/>
                    </a:cubicBezTo>
                    <a:lnTo>
                      <a:pt x="2115" y="1484"/>
                    </a:lnTo>
                    <a:cubicBezTo>
                      <a:pt x="1887" y="1538"/>
                      <a:pt x="1694" y="1682"/>
                      <a:pt x="1575" y="1877"/>
                    </a:cubicBezTo>
                    <a:lnTo>
                      <a:pt x="1273" y="1778"/>
                    </a:lnTo>
                    <a:cubicBezTo>
                      <a:pt x="1266" y="1531"/>
                      <a:pt x="1107" y="1304"/>
                      <a:pt x="858" y="1223"/>
                    </a:cubicBezTo>
                    <a:cubicBezTo>
                      <a:pt x="798" y="1203"/>
                      <a:pt x="736" y="1193"/>
                      <a:pt x="673" y="1193"/>
                    </a:cubicBezTo>
                    <a:cubicBezTo>
                      <a:pt x="412" y="1193"/>
                      <a:pt x="183" y="1360"/>
                      <a:pt x="102" y="1608"/>
                    </a:cubicBezTo>
                    <a:cubicBezTo>
                      <a:pt x="0" y="1923"/>
                      <a:pt x="173" y="2262"/>
                      <a:pt x="488" y="2364"/>
                    </a:cubicBezTo>
                    <a:cubicBezTo>
                      <a:pt x="548" y="2384"/>
                      <a:pt x="610" y="2394"/>
                      <a:pt x="673" y="2394"/>
                    </a:cubicBezTo>
                    <a:cubicBezTo>
                      <a:pt x="864" y="2394"/>
                      <a:pt x="1038" y="2304"/>
                      <a:pt x="1149" y="2159"/>
                    </a:cubicBezTo>
                    <a:lnTo>
                      <a:pt x="1452" y="2258"/>
                    </a:lnTo>
                    <a:cubicBezTo>
                      <a:pt x="1450" y="2281"/>
                      <a:pt x="1449" y="2304"/>
                      <a:pt x="1449" y="2327"/>
                    </a:cubicBezTo>
                    <a:cubicBezTo>
                      <a:pt x="1449" y="2542"/>
                      <a:pt x="1528" y="2740"/>
                      <a:pt x="1658" y="2891"/>
                    </a:cubicBezTo>
                    <a:lnTo>
                      <a:pt x="1471" y="3149"/>
                    </a:lnTo>
                    <a:cubicBezTo>
                      <a:pt x="1416" y="3132"/>
                      <a:pt x="1359" y="3124"/>
                      <a:pt x="1301" y="3124"/>
                    </a:cubicBezTo>
                    <a:cubicBezTo>
                      <a:pt x="1109" y="3124"/>
                      <a:pt x="927" y="3216"/>
                      <a:pt x="815" y="3371"/>
                    </a:cubicBezTo>
                    <a:cubicBezTo>
                      <a:pt x="620" y="3639"/>
                      <a:pt x="680" y="4015"/>
                      <a:pt x="948" y="4209"/>
                    </a:cubicBezTo>
                    <a:cubicBezTo>
                      <a:pt x="1051" y="4284"/>
                      <a:pt x="1173" y="4324"/>
                      <a:pt x="1300" y="4324"/>
                    </a:cubicBezTo>
                    <a:cubicBezTo>
                      <a:pt x="1492" y="4324"/>
                      <a:pt x="1673" y="4232"/>
                      <a:pt x="1786" y="4077"/>
                    </a:cubicBezTo>
                    <a:cubicBezTo>
                      <a:pt x="1939" y="3866"/>
                      <a:pt x="1934" y="3588"/>
                      <a:pt x="1795" y="3384"/>
                    </a:cubicBezTo>
                    <a:lnTo>
                      <a:pt x="1981" y="3127"/>
                    </a:lnTo>
                    <a:cubicBezTo>
                      <a:pt x="2084" y="3170"/>
                      <a:pt x="2197" y="3194"/>
                      <a:pt x="2315" y="3194"/>
                    </a:cubicBezTo>
                    <a:cubicBezTo>
                      <a:pt x="2433" y="3194"/>
                      <a:pt x="2545" y="3170"/>
                      <a:pt x="2647" y="3127"/>
                    </a:cubicBezTo>
                    <a:lnTo>
                      <a:pt x="2836" y="3385"/>
                    </a:lnTo>
                    <a:cubicBezTo>
                      <a:pt x="2696" y="3588"/>
                      <a:pt x="2692" y="3866"/>
                      <a:pt x="2845" y="4077"/>
                    </a:cubicBezTo>
                    <a:cubicBezTo>
                      <a:pt x="2957" y="4232"/>
                      <a:pt x="3139" y="4324"/>
                      <a:pt x="3331" y="4324"/>
                    </a:cubicBezTo>
                    <a:lnTo>
                      <a:pt x="3331" y="4324"/>
                    </a:lnTo>
                    <a:cubicBezTo>
                      <a:pt x="3458" y="4324"/>
                      <a:pt x="3580" y="4284"/>
                      <a:pt x="3683" y="4209"/>
                    </a:cubicBezTo>
                    <a:cubicBezTo>
                      <a:pt x="3951" y="4015"/>
                      <a:pt x="4010" y="3639"/>
                      <a:pt x="3816" y="3371"/>
                    </a:cubicBezTo>
                    <a:cubicBezTo>
                      <a:pt x="3703" y="3216"/>
                      <a:pt x="3522" y="3124"/>
                      <a:pt x="3330" y="3124"/>
                    </a:cubicBezTo>
                    <a:cubicBezTo>
                      <a:pt x="3271" y="3124"/>
                      <a:pt x="3214" y="3133"/>
                      <a:pt x="3159" y="3149"/>
                    </a:cubicBezTo>
                    <a:lnTo>
                      <a:pt x="2971" y="2893"/>
                    </a:lnTo>
                    <a:cubicBezTo>
                      <a:pt x="3102" y="2741"/>
                      <a:pt x="3182" y="2543"/>
                      <a:pt x="3182" y="2327"/>
                    </a:cubicBezTo>
                    <a:cubicBezTo>
                      <a:pt x="3182" y="2303"/>
                      <a:pt x="3181" y="2280"/>
                      <a:pt x="3179" y="2257"/>
                    </a:cubicBezTo>
                    <a:lnTo>
                      <a:pt x="3481" y="2159"/>
                    </a:lnTo>
                    <a:cubicBezTo>
                      <a:pt x="3592" y="2304"/>
                      <a:pt x="3766" y="2394"/>
                      <a:pt x="3957" y="2394"/>
                    </a:cubicBezTo>
                    <a:lnTo>
                      <a:pt x="3957" y="2394"/>
                    </a:lnTo>
                    <a:cubicBezTo>
                      <a:pt x="4020" y="2394"/>
                      <a:pt x="4083" y="2384"/>
                      <a:pt x="4143" y="2364"/>
                    </a:cubicBezTo>
                    <a:cubicBezTo>
                      <a:pt x="4458" y="2262"/>
                      <a:pt x="4630" y="1923"/>
                      <a:pt x="4528" y="1608"/>
                    </a:cubicBezTo>
                    <a:cubicBezTo>
                      <a:pt x="4447" y="1360"/>
                      <a:pt x="4218" y="1193"/>
                      <a:pt x="3958" y="1193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19050" tIns="19050" rIns="19050" bIns="19050" numCol="1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2286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1500"/>
              </a:p>
            </p:txBody>
          </p:sp>
        </p:grpSp>
        <p:sp>
          <p:nvSpPr>
            <p:cNvPr id="11" name="iṩ1îďé"/>
            <p:cNvSpPr/>
            <p:nvPr/>
          </p:nvSpPr>
          <p:spPr bwMode="auto">
            <a:xfrm>
              <a:off x="673140" y="1615534"/>
              <a:ext cx="3622790" cy="969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000" dirty="0"/>
                <a:t>Supporting text here.</a:t>
              </a:r>
              <a:endParaRPr lang="en-US" altLang="zh-CN" sz="10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000" dirty="0"/>
                <a:t>When you copy &amp; paste, choose "keep text only" option.</a:t>
              </a:r>
              <a:endParaRPr lang="en-US" altLang="zh-CN" sz="1000" dirty="0"/>
            </a:p>
          </p:txBody>
        </p:sp>
        <p:sp>
          <p:nvSpPr>
            <p:cNvPr id="12" name="iṡ1îḓè"/>
            <p:cNvSpPr txBox="1"/>
            <p:nvPr/>
          </p:nvSpPr>
          <p:spPr bwMode="auto">
            <a:xfrm>
              <a:off x="673140" y="1202654"/>
              <a:ext cx="3622790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13" name="í$1ïďé"/>
            <p:cNvSpPr/>
            <p:nvPr/>
          </p:nvSpPr>
          <p:spPr bwMode="auto">
            <a:xfrm>
              <a:off x="7897698" y="1615534"/>
              <a:ext cx="3622790" cy="969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000" dirty="0"/>
                <a:t>Supporting text here.</a:t>
              </a:r>
              <a:endParaRPr lang="en-US" altLang="zh-CN" sz="1000" dirty="0"/>
            </a:p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000" dirty="0"/>
                <a:t>When you copy &amp; paste, choose "keep text only" option.</a:t>
              </a:r>
              <a:endParaRPr lang="en-US" altLang="zh-CN" sz="1000" dirty="0"/>
            </a:p>
          </p:txBody>
        </p:sp>
        <p:sp>
          <p:nvSpPr>
            <p:cNvPr id="14" name="ïṥḻîḍê"/>
            <p:cNvSpPr txBox="1"/>
            <p:nvPr/>
          </p:nvSpPr>
          <p:spPr bwMode="auto">
            <a:xfrm>
              <a:off x="7897698" y="1202654"/>
              <a:ext cx="3622790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15" name="îṡ1ïḑê"/>
            <p:cNvSpPr/>
            <p:nvPr/>
          </p:nvSpPr>
          <p:spPr bwMode="auto">
            <a:xfrm>
              <a:off x="673140" y="5170578"/>
              <a:ext cx="3622790" cy="969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000" dirty="0"/>
                <a:t>Supporting text here.</a:t>
              </a:r>
              <a:endParaRPr lang="en-US" altLang="zh-CN" sz="10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000" dirty="0"/>
                <a:t>When you copy &amp; paste, choose "keep text only" option.</a:t>
              </a:r>
              <a:endParaRPr lang="en-US" altLang="zh-CN" sz="1000" dirty="0"/>
            </a:p>
          </p:txBody>
        </p:sp>
        <p:sp>
          <p:nvSpPr>
            <p:cNvPr id="16" name="ïšḷiḋè"/>
            <p:cNvSpPr txBox="1"/>
            <p:nvPr/>
          </p:nvSpPr>
          <p:spPr bwMode="auto">
            <a:xfrm>
              <a:off x="673140" y="4757698"/>
              <a:ext cx="3622790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17" name="îśḷîḍê"/>
            <p:cNvSpPr/>
            <p:nvPr/>
          </p:nvSpPr>
          <p:spPr bwMode="auto">
            <a:xfrm>
              <a:off x="7897698" y="5170578"/>
              <a:ext cx="3622790" cy="969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000" dirty="0"/>
                <a:t>Supporting text here.</a:t>
              </a:r>
              <a:endParaRPr lang="en-US" altLang="zh-CN" sz="1000" dirty="0"/>
            </a:p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000" dirty="0"/>
                <a:t>When you copy &amp; paste, choose "keep text only" option.</a:t>
              </a:r>
              <a:endParaRPr lang="en-US" altLang="zh-CN" sz="1000" dirty="0"/>
            </a:p>
          </p:txBody>
        </p:sp>
        <p:sp>
          <p:nvSpPr>
            <p:cNvPr id="18" name="îṣḷiḍè"/>
            <p:cNvSpPr txBox="1"/>
            <p:nvPr/>
          </p:nvSpPr>
          <p:spPr bwMode="auto">
            <a:xfrm>
              <a:off x="7897698" y="4757698"/>
              <a:ext cx="3622790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3219448" y="1733550"/>
            <a:ext cx="3858360" cy="74295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Thanks.</a:t>
            </a:r>
            <a:br>
              <a:rPr lang="en-US" altLang="zh-CN" dirty="0"/>
            </a:br>
            <a:r>
              <a:rPr lang="en-US" altLang="zh-CN" b="0" dirty="0"/>
              <a:t>And Your Slogan Here.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7"/>
          </p:nvPr>
        </p:nvSpPr>
        <p:spPr>
          <a:xfrm>
            <a:off x="3219447" y="3147438"/>
            <a:ext cx="4055003" cy="310871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Speaker name and title</a:t>
            </a:r>
            <a:endParaRPr lang="en-US" altLang="zh-CN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8"/>
          </p:nvPr>
        </p:nvSpPr>
        <p:spPr>
          <a:xfrm>
            <a:off x="3219447" y="3463072"/>
            <a:ext cx="4055003" cy="310871"/>
          </a:xfrm>
        </p:spPr>
        <p:txBody>
          <a:bodyPr>
            <a:normAutofit lnSpcReduction="10000"/>
          </a:bodyPr>
          <a:lstStyle/>
          <a:p>
            <a:r>
              <a:rPr lang="en-US" altLang="zh-CN"/>
              <a:t>www.islide.cc</a:t>
            </a:r>
            <a:endParaRPr lang="en-US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1523758" y="3618507"/>
            <a:ext cx="1638300" cy="1638300"/>
            <a:chOff x="1549071" y="3554881"/>
            <a:chExt cx="1638300" cy="1638300"/>
          </a:xfrm>
        </p:grpSpPr>
        <p:sp>
          <p:nvSpPr>
            <p:cNvPr id="9" name="椭圆 8"/>
            <p:cNvSpPr/>
            <p:nvPr/>
          </p:nvSpPr>
          <p:spPr>
            <a:xfrm>
              <a:off x="1549071" y="3554881"/>
              <a:ext cx="1638300" cy="1638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76"/>
            <p:cNvSpPr txBox="1"/>
            <p:nvPr/>
          </p:nvSpPr>
          <p:spPr>
            <a:xfrm>
              <a:off x="1654183" y="4114800"/>
              <a:ext cx="1428078" cy="518462"/>
            </a:xfrm>
            <a:prstGeom prst="rect">
              <a:avLst/>
            </a:prstGeom>
            <a:noFill/>
          </p:spPr>
          <p:txBody>
            <a:bodyPr wrap="none" numCol="1" rtlCol="0">
              <a:prstTxWarp prst="textPlain">
                <a:avLst/>
              </a:prstTxWarp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600" dirty="0">
                  <a:solidFill>
                    <a:schemeClr val="bg1"/>
                  </a:solidFill>
                  <a:latin typeface="Impact" panose="020B0806030902050204" pitchFamily="34" charset="0"/>
                </a:rPr>
                <a:t>THANKS</a:t>
              </a:r>
              <a:endParaRPr lang="zh-CN" altLang="en-US" sz="166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ISLIDE.DIAGRAM" val="3e8992b5-5db5-46cc-947c-ea2e40ebc0ca"/>
</p:tagLst>
</file>

<file path=ppt/tags/tag2.xml><?xml version="1.0" encoding="utf-8"?>
<p:tagLst xmlns:p="http://schemas.openxmlformats.org/presentationml/2006/main">
  <p:tag name="ISLIDE.DIAGRAM" val="451225da-3c90-4c5b-b1b3-854286319c65"/>
</p:tagLst>
</file>

<file path=ppt/tags/tag3.xml><?xml version="1.0" encoding="utf-8"?>
<p:tagLst xmlns:p="http://schemas.openxmlformats.org/presentationml/2006/main">
  <p:tag name="ISLIDE.DIAGRAM" val="73dd3c15-0711-4946-a04f-d2b41b2deb0c"/>
</p:tagLst>
</file>

<file path=ppt/tags/tag4.xml><?xml version="1.0" encoding="utf-8"?>
<p:tagLst xmlns:p="http://schemas.openxmlformats.org/presentationml/2006/main">
  <p:tag name="ISLIDE.DIAGRAM" val="d24af4d3-2ce9-43ee-b8d4-1a224eca20fd"/>
</p:tagLst>
</file>

<file path=ppt/tags/tag5.xml><?xml version="1.0" encoding="utf-8"?>
<p:tagLst xmlns:p="http://schemas.openxmlformats.org/presentationml/2006/main">
  <p:tag name="ISLIDE.DIAGRAM" val="5421325e-66d4-4ffe-9309-b6aea6215e7c"/>
</p:tagLst>
</file>

<file path=ppt/tags/tag6.xml><?xml version="1.0" encoding="utf-8"?>
<p:tagLst xmlns:p="http://schemas.openxmlformats.org/presentationml/2006/main">
  <p:tag name="ISLIDE.DIAGRAM" val="6593355a-d145-4b3a-b681-a37f0829a9bd"/>
</p:tagLst>
</file>

<file path=ppt/tags/tag7.xml><?xml version="1.0" encoding="utf-8"?>
<p:tagLst xmlns:p="http://schemas.openxmlformats.org/presentationml/2006/main">
  <p:tag name="ISLIDE.DIAGRAM" val="fb450ce9-1188-4399-bf19-b5a55dee3586"/>
</p:tagLst>
</file>

<file path=ppt/tags/tag8.xml><?xml version="1.0" encoding="utf-8"?>
<p:tagLst xmlns:p="http://schemas.openxmlformats.org/presentationml/2006/main">
  <p:tag name="ISLIDE.DIAGRAM" val="1fb93039-9820-49f2-a2d8-03677a8acbc3"/>
</p:tagLst>
</file>

<file path=ppt/tags/tag9.xml><?xml version="1.0" encoding="utf-8"?>
<p:tagLst xmlns:p="http://schemas.openxmlformats.org/presentationml/2006/main">
  <p:tag name="ISLIDE.DIAGRAM" val="fd8de0ab-3dad-4098-896f-7ce913f98de5"/>
</p:tagLst>
</file>

<file path=ppt/tags/tag10.xml><?xml version="1.0" encoding="utf-8"?>
<p:tagLst xmlns:p="http://schemas.openxmlformats.org/presentationml/2006/main">
  <p:tag name="ISLIDE.DIAGRAM" val="ffbb72a8-5dff-466b-9c6a-8e58da746473"/>
</p:tagLst>
</file>

<file path=ppt/tags/tag11.xml><?xml version="1.0" encoding="utf-8"?>
<p:tagLst xmlns:p="http://schemas.openxmlformats.org/presentationml/2006/main">
  <p:tag name="ISLIDE.DIAGRAM" val="fbe0075e-cf09-42ba-8571-6f0a9d6384bd"/>
</p:tagLst>
</file>

<file path=ppt/tags/tag12.xml><?xml version="1.0" encoding="utf-8"?>
<p:tagLst xmlns:p="http://schemas.openxmlformats.org/presentationml/2006/main">
  <p:tag name="ISLIDE.DIAGRAM" val="fed3f8bb-e284-4adc-ab02-e7044f36fb5f"/>
</p:tagLst>
</file>

<file path=ppt/tags/tag13.xml><?xml version="1.0" encoding="utf-8"?>
<p:tagLst xmlns:p="http://schemas.openxmlformats.org/presentationml/2006/main">
  <p:tag name="ISLIDE.DIAGRAM" val="e3352c6b-b50d-470a-a1b7-01fde01956c7"/>
</p:tagLst>
</file>

<file path=ppt/tags/tag14.xml><?xml version="1.0" encoding="utf-8"?>
<p:tagLst xmlns:p="http://schemas.openxmlformats.org/presentationml/2006/main">
  <p:tag name="ISLIDE.DIAGRAM" val="ff7024f3-6678-4065-8ed6-e18a0932b3f7"/>
</p:tagLst>
</file>

<file path=ppt/tags/tag15.xml><?xml version="1.0" encoding="utf-8"?>
<p:tagLst xmlns:p="http://schemas.openxmlformats.org/presentationml/2006/main">
  <p:tag name="ISLIDE.DIAGRAM" val="930ce228-8c20-4b72-b864-6c8a8b565a84"/>
</p:tagLst>
</file>

<file path=ppt/tags/tag16.xml><?xml version="1.0" encoding="utf-8"?>
<p:tagLst xmlns:p="http://schemas.openxmlformats.org/presentationml/2006/main">
  <p:tag name="ISLIDE.DIAGRAM" val="fe4f6d2b-596d-407c-a481-6e18eac9b7c2"/>
</p:tagLst>
</file>

<file path=ppt/tags/tag17.xml><?xml version="1.0" encoding="utf-8"?>
<p:tagLst xmlns:p="http://schemas.openxmlformats.org/presentationml/2006/main">
  <p:tag name="ISLIDE.DIAGRAM" val="bb483d66-73c1-4d1a-b355-2e96e9233a5f"/>
</p:tagLst>
</file>

<file path=ppt/tags/tag18.xml><?xml version="1.0" encoding="utf-8"?>
<p:tagLst xmlns:p="http://schemas.openxmlformats.org/presentationml/2006/main">
  <p:tag name="ISLIDE.DIAGRAM" val="e861b794-e99e-4d08-93e2-e71add61c31d"/>
</p:tagLst>
</file>

<file path=ppt/tags/tag19.xml><?xml version="1.0" encoding="utf-8"?>
<p:tagLst xmlns:p="http://schemas.openxmlformats.org/presentationml/2006/main">
  <p:tag name="ISLIDE.DIAGRAM" val="c448ca72-daa5-4b7b-accd-76a4db21f316"/>
</p:tagLst>
</file>

<file path=ppt/tags/tag20.xml><?xml version="1.0" encoding="utf-8"?>
<p:tagLst xmlns:p="http://schemas.openxmlformats.org/presentationml/2006/main">
  <p:tag name="ISLIDE.DIAGRAM" val="fe7db89f-b838-43b3-9433-d1bf08050165"/>
</p:tagLst>
</file>

<file path=ppt/tags/tag21.xml><?xml version="1.0" encoding="utf-8"?>
<p:tagLst xmlns:p="http://schemas.openxmlformats.org/presentationml/2006/main">
  <p:tag name="ISLIDE.DIAGRAM" val="0b3a6a29-b8b1-4c16-adab-076eb22ca73b"/>
</p:tagLst>
</file>

<file path=ppt/tags/tag22.xml><?xml version="1.0" encoding="utf-8"?>
<p:tagLst xmlns:p="http://schemas.openxmlformats.org/presentationml/2006/main">
  <p:tag name="ISLIDE.DIAGRAM" val="2a409207-447b-4de4-80f5-22ef7a60ef1c"/>
</p:tagLst>
</file>

<file path=ppt/tags/tag23.xml><?xml version="1.0" encoding="utf-8"?>
<p:tagLst xmlns:p="http://schemas.openxmlformats.org/presentationml/2006/main">
  <p:tag name="ISLIDE.DIAGRAM" val="c8ddaa27-8dc8-4376-99a7-501c1e8133c0"/>
</p:tagLst>
</file>

<file path=ppt/tags/tag24.xml><?xml version="1.0" encoding="utf-8"?>
<p:tagLst xmlns:p="http://schemas.openxmlformats.org/presentationml/2006/main">
  <p:tag name="ISLIDE.DIAGRAM" val="eac49d86-03ea-4686-a413-eaa613efcdba"/>
</p:tagLst>
</file>

<file path=ppt/tags/tag25.xml><?xml version="1.0" encoding="utf-8"?>
<p:tagLst xmlns:p="http://schemas.openxmlformats.org/presentationml/2006/main">
  <p:tag name="ISLIDE.DIAGRAM" val="3724d6cb-7aae-4159-9dc1-33fa08816bbc"/>
</p:tagLst>
</file>

<file path=ppt/tags/tag26.xml><?xml version="1.0" encoding="utf-8"?>
<p:tagLst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eca0b79a-83a1-414a-9f00-2ef6ba6106eb"/>
</p:tagLst>
</file>

<file path=ppt/theme/theme1.xml><?xml version="1.0" encoding="utf-8"?>
<a:theme xmlns:a="http://schemas.openxmlformats.org/drawingml/2006/main" name="主题5">
  <a:themeElements>
    <a:clrScheme name="自定义 2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148D85"/>
      </a:accent1>
      <a:accent2>
        <a:srgbClr val="F06E34"/>
      </a:accent2>
      <a:accent3>
        <a:srgbClr val="046F63"/>
      </a:accent3>
      <a:accent4>
        <a:srgbClr val="157489"/>
      </a:accent4>
      <a:accent5>
        <a:srgbClr val="04729E"/>
      </a:accent5>
      <a:accent6>
        <a:srgbClr val="0C6056"/>
      </a:accent6>
      <a:hlink>
        <a:srgbClr val="888888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11326</Words>
  <Application>WPS 演示</Application>
  <PresentationFormat>宽屏</PresentationFormat>
  <Paragraphs>764</Paragraphs>
  <Slides>33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3" baseType="lpstr">
      <vt:lpstr>Arial</vt:lpstr>
      <vt:lpstr>宋体</vt:lpstr>
      <vt:lpstr>Wingdings</vt:lpstr>
      <vt:lpstr>Impact</vt:lpstr>
      <vt:lpstr>微软雅黑</vt:lpstr>
      <vt:lpstr>Arial Unicode MS</vt:lpstr>
      <vt:lpstr>Calibri</vt:lpstr>
      <vt:lpstr>Arial</vt:lpstr>
      <vt:lpstr>Calibri</vt:lpstr>
      <vt:lpstr>主题5</vt:lpstr>
      <vt:lpstr>iSlide® PowerPoint standard template</vt:lpstr>
      <vt:lpstr>PowerPoint 演示文稿</vt:lpstr>
      <vt:lpstr>Section Header Here</vt:lpstr>
      <vt:lpstr>1.1 Click to edit Master title style</vt:lpstr>
      <vt:lpstr>1.2 Click to edit Master title style</vt:lpstr>
      <vt:lpstr>1.3 Click to edit Master title style</vt:lpstr>
      <vt:lpstr>1.4 Click to edit Master title style</vt:lpstr>
      <vt:lpstr>Section Header Here</vt:lpstr>
      <vt:lpstr>2.1 Click to edit Master title style</vt:lpstr>
      <vt:lpstr>2.2 Click to edit Master title style</vt:lpstr>
      <vt:lpstr>2.3 Click to edit Master title style</vt:lpstr>
      <vt:lpstr>2.4 Click to edit Master title style</vt:lpstr>
      <vt:lpstr>Section Header Here</vt:lpstr>
      <vt:lpstr>3.1 Click to edit Master title style</vt:lpstr>
      <vt:lpstr>3.2 Click to edit Master title style</vt:lpstr>
      <vt:lpstr>3.3 Click to edit Master title style</vt:lpstr>
      <vt:lpstr>3.4 Click to edit Master title style</vt:lpstr>
      <vt:lpstr>Section Header Here</vt:lpstr>
      <vt:lpstr>4.1 Click to edit Master title style</vt:lpstr>
      <vt:lpstr>4.2 Click to edit Master title style</vt:lpstr>
      <vt:lpstr>4.3 Click to edit Master title style</vt:lpstr>
      <vt:lpstr>4.4 Click to edit Master title style</vt:lpstr>
      <vt:lpstr>Section Header Here</vt:lpstr>
      <vt:lpstr>5.1 Click to edit Master title style</vt:lpstr>
      <vt:lpstr>5.2 Click to edit Master title style</vt:lpstr>
      <vt:lpstr>5.3 Click to edit Master title style</vt:lpstr>
      <vt:lpstr>5.4 Click to edit Master title style</vt:lpstr>
      <vt:lpstr>Section Header Here</vt:lpstr>
      <vt:lpstr>6.1 Click to edit Master title style</vt:lpstr>
      <vt:lpstr>6.2 Click to edit Master title style</vt:lpstr>
      <vt:lpstr>6.3 Click to edit Master title style</vt:lpstr>
      <vt:lpstr>6.4 Click to edit Master title style</vt:lpstr>
      <vt:lpstr>Thanks. And Your Slogan Here.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大象</cp:lastModifiedBy>
  <cp:revision>8</cp:revision>
  <cp:lastPrinted>2017-11-08T16:00:00Z</cp:lastPrinted>
  <dcterms:created xsi:type="dcterms:W3CDTF">2017-11-08T16:00:00Z</dcterms:created>
  <dcterms:modified xsi:type="dcterms:W3CDTF">2020-10-03T05:50:27Z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KSOProductBuildVer">
    <vt:lpwstr>2052-11.1.0.9999</vt:lpwstr>
  </property>
</Properties>
</file>