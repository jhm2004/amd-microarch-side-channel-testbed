
<file path=[Content_Types].xml><?xml version="1.0" encoding="utf-8"?>
<Types xmlns="http://schemas.openxmlformats.org/package/2006/content-types">
  <Default Extension="jpeg" ContentType="image/jpe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59" r:id="rId6"/>
    <p:sldId id="260" r:id="rId7"/>
    <p:sldId id="261" r:id="rId8"/>
    <p:sldId id="277" r:id="rId9"/>
    <p:sldId id="278" r:id="rId10"/>
    <p:sldId id="279" r:id="rId11"/>
    <p:sldId id="262" r:id="rId12"/>
    <p:sldId id="295" r:id="rId13"/>
    <p:sldId id="263" r:id="rId15"/>
    <p:sldId id="274" r:id="rId16"/>
    <p:sldId id="275" r:id="rId17"/>
    <p:sldId id="276" r:id="rId18"/>
    <p:sldId id="264" r:id="rId19"/>
    <p:sldId id="265" r:id="rId20"/>
    <p:sldId id="271" r:id="rId21"/>
    <p:sldId id="272" r:id="rId22"/>
    <p:sldId id="273" r:id="rId23"/>
    <p:sldId id="266" r:id="rId24"/>
    <p:sldId id="267" r:id="rId25"/>
    <p:sldId id="269" r:id="rId26"/>
    <p:sldId id="270" r:id="rId27"/>
    <p:sldId id="268"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CBCB"/>
    <a:srgbClr val="E2303C"/>
    <a:srgbClr val="0A3255"/>
    <a:srgbClr val="F6F6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33" d="100"/>
          <a:sy n="33" d="100"/>
        </p:scale>
        <p:origin x="3174" y="1884"/>
      </p:cViewPr>
      <p:guideLst/>
    </p:cSldViewPr>
  </p:slideViewPr>
  <p:notesTextViewPr>
    <p:cViewPr>
      <p:scale>
        <a:sx n="1" d="1"/>
        <a:sy n="1" d="1"/>
      </p:scale>
      <p:origin x="0" y="0"/>
    </p:cViewPr>
  </p:notesTextViewPr>
  <p:sorterViewPr>
    <p:cViewPr varScale="1">
      <p:scale>
        <a:sx n="100" d="100"/>
        <a:sy n="100" d="100"/>
      </p:scale>
      <p:origin x="0" y="-331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explosion val="0"/>
          <c:dPt>
            <c:idx val="0"/>
            <c:bubble3D val="0"/>
            <c:spPr>
              <a:solidFill>
                <a:schemeClr val="accent2"/>
              </a:solidFill>
              <a:ln w="19050">
                <a:solidFill>
                  <a:schemeClr val="lt1"/>
                </a:solidFill>
              </a:ln>
              <a:effectLst/>
            </c:spPr>
          </c:dPt>
          <c:dPt>
            <c:idx val="1"/>
            <c:bubble3D val="0"/>
            <c:spPr>
              <a:solidFill>
                <a:schemeClr val="bg1">
                  <a:lumMod val="85000"/>
                </a:schemeClr>
              </a:solidFill>
              <a:ln w="19050">
                <a:solidFill>
                  <a:schemeClr val="lt1"/>
                </a:solidFill>
              </a:ln>
              <a:effectLst/>
            </c:spPr>
          </c:dPt>
          <c:dLbls>
            <c:delete val="1"/>
          </c:dLbls>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explosion val="0"/>
          <c:dPt>
            <c:idx val="0"/>
            <c:bubble3D val="0"/>
            <c:spPr>
              <a:solidFill>
                <a:schemeClr val="accent3"/>
              </a:solidFill>
              <a:ln w="19050">
                <a:solidFill>
                  <a:schemeClr val="lt1"/>
                </a:solidFill>
              </a:ln>
              <a:effectLst/>
            </c:spPr>
          </c:dPt>
          <c:dPt>
            <c:idx val="1"/>
            <c:bubble3D val="0"/>
            <c:spPr>
              <a:solidFill>
                <a:schemeClr val="bg1">
                  <a:lumMod val="85000"/>
                </a:schemeClr>
              </a:solidFill>
              <a:ln w="19050">
                <a:solidFill>
                  <a:schemeClr val="lt1"/>
                </a:solidFill>
              </a:ln>
              <a:effectLst/>
            </c:spPr>
          </c:dPt>
          <c:dLbls>
            <c:delete val="1"/>
          </c:dLbls>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numFmt formatCode="General" sourceLinked="1"/>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numFmt formatCode="General" sourceLinked="1"/>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c:v>
                </c:pt>
                <c:pt idx="2">
                  <c:v>1.8</c:v>
                </c:pt>
                <c:pt idx="3">
                  <c:v>2.8</c:v>
                </c:pt>
              </c:numCache>
            </c:numRef>
          </c:val>
        </c:ser>
        <c:ser>
          <c:idx val="2"/>
          <c:order val="2"/>
          <c:tx>
            <c:strRef>
              <c:f>Sheet1!$D$1</c:f>
              <c:strCache>
                <c:ptCount val="1"/>
                <c:pt idx="0">
                  <c:v>系列 3</c:v>
                </c:pt>
              </c:strCache>
            </c:strRef>
          </c:tx>
          <c:spPr>
            <a:gradFill flip="none" rotWithShape="1">
              <a:gsLst>
                <a:gs pos="0">
                  <a:schemeClr val="accent3"/>
                </a:gs>
                <a:gs pos="75000">
                  <a:schemeClr val="accent3">
                    <a:lumMod val="60000"/>
                    <a:lumOff val="40000"/>
                  </a:schemeClr>
                </a:gs>
                <a:gs pos="51000">
                  <a:schemeClr val="accent3">
                    <a:alpha val="75000"/>
                  </a:schemeClr>
                </a:gs>
                <a:gs pos="100000">
                  <a:schemeClr val="accent3">
                    <a:lumMod val="20000"/>
                    <a:lumOff val="80000"/>
                    <a:alpha val="15000"/>
                  </a:schemeClr>
                </a:gs>
              </a:gsLst>
              <a:lin ang="5400000" scaled="0"/>
            </a:gradFill>
            <a:ln>
              <a:noFill/>
            </a:ln>
            <a:effectLst/>
          </c:spPr>
          <c:invertIfNegative val="0"/>
          <c:dLbls>
            <c:numFmt formatCode="General" sourceLinked="1"/>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er>
        <c:dLbls>
          <c:showLegendKey val="0"/>
          <c:showVal val="1"/>
          <c:showCatName val="0"/>
          <c:showSerName val="0"/>
          <c:showPercent val="0"/>
          <c:showBubbleSize val="0"/>
        </c:dLbls>
        <c:gapWidth val="355"/>
        <c:overlap val="-70"/>
        <c:axId val="897667952"/>
        <c:axId val="897214384"/>
      </c:barChart>
      <c:catAx>
        <c:axId val="897667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97214384"/>
        <c:crosses val="autoZero"/>
        <c:auto val="1"/>
        <c:lblAlgn val="ctr"/>
        <c:lblOffset val="100"/>
        <c:noMultiLvlLbl val="0"/>
      </c:catAx>
      <c:valAx>
        <c:axId val="897214384"/>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9766795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803E6B5B-F438-4BF8-9132-659DC17E85E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9DBC82-5F31-4605-8E25-5471453E9D2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3E6B5B-F438-4BF8-9132-659DC17E85E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B9DBC82-5F31-4605-8E25-5471453E9D2C}" type="slidenum">
              <a:rPr lang="zh-CN" altLang="en-US" smtClean="0"/>
            </a:fld>
            <a:endParaRPr lang="zh-CN" altLang="en-US"/>
          </a:p>
        </p:txBody>
      </p:sp>
      <p:pic>
        <p:nvPicPr>
          <p:cNvPr id="5" name="图片 4" descr="logo3"/>
          <p:cNvPicPr>
            <a:picLocks noChangeAspect="1"/>
          </p:cNvPicPr>
          <p:nvPr userDrawn="1"/>
        </p:nvPicPr>
        <p:blipFill>
          <a:blip r:embed="rId2"/>
          <a:stretch>
            <a:fillRect/>
          </a:stretch>
        </p:blipFill>
        <p:spPr>
          <a:xfrm>
            <a:off x="10668000" y="1711960"/>
            <a:ext cx="1496060" cy="314452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3E6B5B-F438-4BF8-9132-659DC17E85E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9DBC82-5F31-4605-8E25-5471453E9D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2.xml"/><Relationship Id="rId2" Type="http://schemas.openxmlformats.org/officeDocument/2006/relationships/image" Target="../media/image5.jpe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4.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5.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hemeOverride" Target="../theme/themeOverride6.xml"/><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8.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hemeOverride" Target="../theme/themeOverride9.xml"/><Relationship Id="rId5" Type="http://schemas.openxmlformats.org/officeDocument/2006/relationships/image" Target="../media/image10.png"/><Relationship Id="rId4" Type="http://schemas.openxmlformats.org/officeDocument/2006/relationships/image" Target="../media/image13.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10.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xml"/><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1.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3.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4.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15.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6.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7.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8.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9.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20.xml"/><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hemeOverride" Target="../theme/themeOverride21.xml"/><Relationship Id="rId3" Type="http://schemas.openxmlformats.org/officeDocument/2006/relationships/image" Target="../media/image4.png"/><Relationship Id="rId2" Type="http://schemas.openxmlformats.org/officeDocument/2006/relationships/chart" Target="../charts/chart2.xml"/><Relationship Id="rId1" Type="http://schemas.openxmlformats.org/officeDocument/2006/relationships/chart" Target="../charts/chart1.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22.xml"/><Relationship Id="rId2" Type="http://schemas.openxmlformats.org/officeDocument/2006/relationships/image" Target="../media/image4.png"/><Relationship Id="rId1" Type="http://schemas.openxmlformats.org/officeDocument/2006/relationships/chart" Target="../charts/chart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23.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24.xml"/><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 name="图片 33" descr="C:\Users\Administrator\Desktop\天津大学\图片素材\1图片\41cd57f997aa09db5e3bfec5a4f6392.jpg41cd57f997aa09db5e3bfec5a4f6392"/>
          <p:cNvPicPr>
            <a:picLocks noChangeAspect="1"/>
          </p:cNvPicPr>
          <p:nvPr/>
        </p:nvPicPr>
        <p:blipFill>
          <a:blip r:embed="rId1">
            <a:duotone>
              <a:schemeClr val="accent1">
                <a:shade val="45000"/>
                <a:satMod val="135000"/>
              </a:schemeClr>
              <a:prstClr val="white"/>
            </a:duotone>
          </a:blip>
          <a:srcRect/>
          <a:stretch>
            <a:fillRect/>
          </a:stretch>
        </p:blipFill>
        <p:spPr>
          <a:xfrm>
            <a:off x="0" y="0"/>
            <a:ext cx="7637145" cy="6858000"/>
          </a:xfrm>
          <a:custGeom>
            <a:avLst/>
            <a:gdLst>
              <a:gd name="connsiteX0" fmla="*/ 0 w 5418916"/>
              <a:gd name="connsiteY0" fmla="*/ 0 h 6858000"/>
              <a:gd name="connsiteX1" fmla="*/ 5418916 w 5418916"/>
              <a:gd name="connsiteY1" fmla="*/ 0 h 6858000"/>
              <a:gd name="connsiteX2" fmla="*/ 3236852 w 5418916"/>
              <a:gd name="connsiteY2" fmla="*/ 6858000 h 6858000"/>
              <a:gd name="connsiteX3" fmla="*/ 0 w 54189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18916" h="6858000">
                <a:moveTo>
                  <a:pt x="0" y="0"/>
                </a:moveTo>
                <a:lnTo>
                  <a:pt x="5418916" y="0"/>
                </a:lnTo>
                <a:lnTo>
                  <a:pt x="3236852" y="6858000"/>
                </a:lnTo>
                <a:lnTo>
                  <a:pt x="0" y="6858000"/>
                </a:lnTo>
                <a:close/>
              </a:path>
            </a:pathLst>
          </a:custGeom>
        </p:spPr>
      </p:pic>
      <p:pic>
        <p:nvPicPr>
          <p:cNvPr id="2" name="图片 1" descr="logo"/>
          <p:cNvPicPr>
            <a:picLocks noChangeAspect="1"/>
          </p:cNvPicPr>
          <p:nvPr/>
        </p:nvPicPr>
        <p:blipFill>
          <a:blip r:embed="rId2"/>
          <a:stretch>
            <a:fillRect/>
          </a:stretch>
        </p:blipFill>
        <p:spPr>
          <a:xfrm>
            <a:off x="4465955" y="3615055"/>
            <a:ext cx="2721610" cy="2536190"/>
          </a:xfrm>
          <a:prstGeom prst="rect">
            <a:avLst/>
          </a:prstGeom>
        </p:spPr>
      </p:pic>
      <p:sp>
        <p:nvSpPr>
          <p:cNvPr id="6" name="文本框 5"/>
          <p:cNvSpPr txBox="1"/>
          <p:nvPr/>
        </p:nvSpPr>
        <p:spPr>
          <a:xfrm>
            <a:off x="6391601" y="2667782"/>
            <a:ext cx="5212080" cy="1106805"/>
          </a:xfrm>
          <a:prstGeom prst="rect">
            <a:avLst/>
          </a:prstGeom>
          <a:noFill/>
        </p:spPr>
        <p:txBody>
          <a:bodyPr wrap="none" rtlCol="0">
            <a:spAutoFit/>
          </a:bodyPr>
          <a:lstStyle/>
          <a:p>
            <a:r>
              <a:rPr lang="zh-CN" altLang="en-US" sz="66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简约答辩模板</a:t>
            </a:r>
            <a:endParaRPr lang="zh-CN" altLang="en-US" sz="66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nvSpPr>
        <p:spPr>
          <a:xfrm>
            <a:off x="8344892" y="3774365"/>
            <a:ext cx="3336747" cy="400110"/>
          </a:xfrm>
          <a:prstGeom prst="rect">
            <a:avLst/>
          </a:prstGeom>
          <a:noFill/>
        </p:spPr>
        <p:txBody>
          <a:bodyPr wrap="none" rtlCol="0">
            <a:spAutoFit/>
          </a:bodyPr>
          <a:lstStyle/>
          <a:p>
            <a:pPr algn="r"/>
            <a:r>
              <a:rPr kumimoji="1" lang="en-US" altLang="zh-CN" sz="20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POWERPOINT</a:t>
            </a:r>
            <a:r>
              <a:rPr kumimoji="1" lang="zh-CN" altLang="en-US" sz="20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20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TEMPLATE</a:t>
            </a:r>
            <a:endParaRPr lang="zh-CN" altLang="en-US" sz="20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文本框 7"/>
          <p:cNvSpPr txBox="1"/>
          <p:nvPr/>
        </p:nvSpPr>
        <p:spPr>
          <a:xfrm>
            <a:off x="6755854" y="4029617"/>
            <a:ext cx="4925785" cy="377026"/>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请在这里添加相应的文字内容请在这里添加相应的文字内容</a:t>
            </a:r>
            <a:endParaRPr lang="zh-CN" altLang="en-US" sz="14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圆角矩形 8"/>
          <p:cNvSpPr/>
          <p:nvPr/>
        </p:nvSpPr>
        <p:spPr>
          <a:xfrm>
            <a:off x="7648377" y="4602426"/>
            <a:ext cx="1892300" cy="36285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文本框 9"/>
          <p:cNvSpPr txBox="1"/>
          <p:nvPr/>
        </p:nvSpPr>
        <p:spPr>
          <a:xfrm>
            <a:off x="7889931" y="4602426"/>
            <a:ext cx="1402948" cy="369332"/>
          </a:xfrm>
          <a:prstGeom prst="rect">
            <a:avLst/>
          </a:prstGeom>
          <a:noFill/>
        </p:spPr>
        <p:txBody>
          <a:bodyPr wrap="none" rtlCol="0">
            <a:spAutoFit/>
          </a:bodyPr>
          <a:lstStyle/>
          <a:p>
            <a:r>
              <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学生</a:t>
            </a:r>
            <a:r>
              <a:rPr lang="en-US" altLang="zh-CN"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代用名</a:t>
            </a:r>
            <a:endPar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圆角矩形 10"/>
          <p:cNvSpPr/>
          <p:nvPr/>
        </p:nvSpPr>
        <p:spPr>
          <a:xfrm>
            <a:off x="9711760" y="4602426"/>
            <a:ext cx="1892300" cy="36285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文本框 11"/>
          <p:cNvSpPr txBox="1"/>
          <p:nvPr/>
        </p:nvSpPr>
        <p:spPr>
          <a:xfrm>
            <a:off x="9774272" y="4602426"/>
            <a:ext cx="1569660" cy="369332"/>
          </a:xfrm>
          <a:prstGeom prst="rect">
            <a:avLst/>
          </a:prstGeom>
          <a:noFill/>
        </p:spPr>
        <p:txBody>
          <a:bodyPr wrap="none" rtlCol="0">
            <a:spAutoFit/>
          </a:bodyPr>
          <a:lstStyle/>
          <a:p>
            <a:r>
              <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教师：代用名</a:t>
            </a:r>
            <a:endPar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 name="组合 12"/>
          <p:cNvGrpSpPr/>
          <p:nvPr/>
        </p:nvGrpSpPr>
        <p:grpSpPr>
          <a:xfrm>
            <a:off x="7897942" y="1811923"/>
            <a:ext cx="721079" cy="721079"/>
            <a:chOff x="1131485" y="2234042"/>
            <a:chExt cx="1607262" cy="1607262"/>
          </a:xfrm>
        </p:grpSpPr>
        <p:sp>
          <p:nvSpPr>
            <p:cNvPr id="14" name="椭圆 13"/>
            <p:cNvSpPr/>
            <p:nvPr/>
          </p:nvSpPr>
          <p:spPr>
            <a:xfrm>
              <a:off x="1131485"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椭圆 14"/>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7" name="组合 16"/>
          <p:cNvGrpSpPr/>
          <p:nvPr/>
        </p:nvGrpSpPr>
        <p:grpSpPr>
          <a:xfrm>
            <a:off x="8878556" y="1811923"/>
            <a:ext cx="721079" cy="721079"/>
            <a:chOff x="3209823" y="2234042"/>
            <a:chExt cx="1607262" cy="1607262"/>
          </a:xfrm>
        </p:grpSpPr>
        <p:sp>
          <p:nvSpPr>
            <p:cNvPr id="18" name="椭圆 17"/>
            <p:cNvSpPr/>
            <p:nvPr/>
          </p:nvSpPr>
          <p:spPr>
            <a:xfrm>
              <a:off x="3209823"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椭圆 18"/>
            <p:cNvSpPr/>
            <p:nvPr/>
          </p:nvSpPr>
          <p:spPr>
            <a:xfrm>
              <a:off x="3319358"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KSO_Shape"/>
            <p:cNvSpPr/>
            <p:nvPr/>
          </p:nvSpPr>
          <p:spPr bwMode="auto">
            <a:xfrm>
              <a:off x="3550556" y="2597149"/>
              <a:ext cx="925796" cy="881048"/>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chemeClr val="accent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1" name="组合 20"/>
          <p:cNvGrpSpPr/>
          <p:nvPr/>
        </p:nvGrpSpPr>
        <p:grpSpPr>
          <a:xfrm>
            <a:off x="9858887" y="1811923"/>
            <a:ext cx="721079" cy="721079"/>
            <a:chOff x="5288161" y="2234042"/>
            <a:chExt cx="1607262" cy="1607262"/>
          </a:xfrm>
        </p:grpSpPr>
        <p:sp>
          <p:nvSpPr>
            <p:cNvPr id="22" name="椭圆 21"/>
            <p:cNvSpPr/>
            <p:nvPr/>
          </p:nvSpPr>
          <p:spPr>
            <a:xfrm>
              <a:off x="5288161"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椭圆 22"/>
            <p:cNvSpPr/>
            <p:nvPr/>
          </p:nvSpPr>
          <p:spPr>
            <a:xfrm>
              <a:off x="5397696" y="2335059"/>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KSO_Shape"/>
            <p:cNvSpPr/>
            <p:nvPr/>
          </p:nvSpPr>
          <p:spPr bwMode="auto">
            <a:xfrm>
              <a:off x="5547153" y="2697761"/>
              <a:ext cx="1089278" cy="662788"/>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5" name="组合 24"/>
          <p:cNvGrpSpPr/>
          <p:nvPr/>
        </p:nvGrpSpPr>
        <p:grpSpPr>
          <a:xfrm>
            <a:off x="10825924" y="1811923"/>
            <a:ext cx="721079" cy="721079"/>
            <a:chOff x="7366499" y="2234042"/>
            <a:chExt cx="1607262" cy="1607262"/>
          </a:xfrm>
        </p:grpSpPr>
        <p:sp>
          <p:nvSpPr>
            <p:cNvPr id="26" name="椭圆 25"/>
            <p:cNvSpPr/>
            <p:nvPr/>
          </p:nvSpPr>
          <p:spPr>
            <a:xfrm>
              <a:off x="7366499"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7" name="椭圆 26"/>
            <p:cNvSpPr/>
            <p:nvPr/>
          </p:nvSpPr>
          <p:spPr>
            <a:xfrm>
              <a:off x="7476034"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KSO_Shape"/>
            <p:cNvSpPr/>
            <p:nvPr/>
          </p:nvSpPr>
          <p:spPr bwMode="auto">
            <a:xfrm>
              <a:off x="7767760" y="2635303"/>
              <a:ext cx="804740" cy="804740"/>
            </a:xfrm>
            <a:custGeom>
              <a:avLst/>
              <a:gdLst>
                <a:gd name="T0" fmla="*/ 1767542 w 3927"/>
                <a:gd name="T1" fmla="*/ 308011 h 3928"/>
                <a:gd name="T2" fmla="*/ 1684137 w 3927"/>
                <a:gd name="T3" fmla="*/ 390514 h 3928"/>
                <a:gd name="T4" fmla="*/ 1406885 w 3927"/>
                <a:gd name="T5" fmla="*/ 115046 h 3928"/>
                <a:gd name="T6" fmla="*/ 1490290 w 3927"/>
                <a:gd name="T7" fmla="*/ 32084 h 3928"/>
                <a:gd name="T8" fmla="*/ 1597525 w 3927"/>
                <a:gd name="T9" fmla="*/ 28876 h 3928"/>
                <a:gd name="T10" fmla="*/ 1770750 w 3927"/>
                <a:gd name="T11" fmla="*/ 200757 h 3928"/>
                <a:gd name="T12" fmla="*/ 1767542 w 3927"/>
                <a:gd name="T13" fmla="*/ 308011 h 3928"/>
                <a:gd name="T14" fmla="*/ 1032021 w 3927"/>
                <a:gd name="T15" fmla="*/ 1039078 h 3928"/>
                <a:gd name="T16" fmla="*/ 754768 w 3927"/>
                <a:gd name="T17" fmla="*/ 763152 h 3928"/>
                <a:gd name="T18" fmla="*/ 1364724 w 3927"/>
                <a:gd name="T19" fmla="*/ 156756 h 3928"/>
                <a:gd name="T20" fmla="*/ 1641977 w 3927"/>
                <a:gd name="T21" fmla="*/ 432682 h 3928"/>
                <a:gd name="T22" fmla="*/ 1032021 w 3927"/>
                <a:gd name="T23" fmla="*/ 1039078 h 3928"/>
                <a:gd name="T24" fmla="*/ 993526 w 3927"/>
                <a:gd name="T25" fmla="*/ 1077121 h 3928"/>
                <a:gd name="T26" fmla="*/ 605373 w 3927"/>
                <a:gd name="T27" fmla="*/ 1187584 h 3928"/>
                <a:gd name="T28" fmla="*/ 716274 w 3927"/>
                <a:gd name="T29" fmla="*/ 801653 h 3928"/>
                <a:gd name="T30" fmla="*/ 993526 w 3927"/>
                <a:gd name="T31" fmla="*/ 1077121 h 3928"/>
                <a:gd name="T32" fmla="*/ 352867 w 3927"/>
                <a:gd name="T33" fmla="*/ 226883 h 3928"/>
                <a:gd name="T34" fmla="*/ 179641 w 3927"/>
                <a:gd name="T35" fmla="*/ 400597 h 3928"/>
                <a:gd name="T36" fmla="*/ 179641 w 3927"/>
                <a:gd name="T37" fmla="*/ 1447468 h 3928"/>
                <a:gd name="T38" fmla="*/ 352867 w 3927"/>
                <a:gd name="T39" fmla="*/ 1620724 h 3928"/>
                <a:gd name="T40" fmla="*/ 1400011 w 3927"/>
                <a:gd name="T41" fmla="*/ 1620724 h 3928"/>
                <a:gd name="T42" fmla="*/ 1573236 w 3927"/>
                <a:gd name="T43" fmla="*/ 1447468 h 3928"/>
                <a:gd name="T44" fmla="*/ 1573236 w 3927"/>
                <a:gd name="T45" fmla="*/ 759485 h 3928"/>
                <a:gd name="T46" fmla="*/ 1752419 w 3927"/>
                <a:gd name="T47" fmla="*/ 585771 h 3928"/>
                <a:gd name="T48" fmla="*/ 1752419 w 3927"/>
                <a:gd name="T49" fmla="*/ 1511178 h 3928"/>
                <a:gd name="T50" fmla="*/ 1457753 w 3927"/>
                <a:gd name="T51" fmla="*/ 1800397 h 3928"/>
                <a:gd name="T52" fmla="*/ 289168 w 3927"/>
                <a:gd name="T53" fmla="*/ 1800397 h 3928"/>
                <a:gd name="T54" fmla="*/ 0 w 3927"/>
                <a:gd name="T55" fmla="*/ 1511178 h 3928"/>
                <a:gd name="T56" fmla="*/ 0 w 3927"/>
                <a:gd name="T57" fmla="*/ 354304 h 3928"/>
                <a:gd name="T58" fmla="*/ 289168 w 3927"/>
                <a:gd name="T59" fmla="*/ 47210 h 3928"/>
                <a:gd name="T60" fmla="*/ 1214412 w 3927"/>
                <a:gd name="T61" fmla="*/ 47210 h 3928"/>
                <a:gd name="T62" fmla="*/ 1040728 w 3927"/>
                <a:gd name="T63" fmla="*/ 226883 h 3928"/>
                <a:gd name="T64" fmla="*/ 352867 w 3927"/>
                <a:gd name="T65" fmla="*/ 226883 h 39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27" h="3928">
                  <a:moveTo>
                    <a:pt x="3857" y="672"/>
                  </a:moveTo>
                  <a:cubicBezTo>
                    <a:pt x="3675" y="852"/>
                    <a:pt x="3675" y="852"/>
                    <a:pt x="3675" y="852"/>
                  </a:cubicBezTo>
                  <a:cubicBezTo>
                    <a:pt x="3070" y="251"/>
                    <a:pt x="3070" y="251"/>
                    <a:pt x="3070" y="251"/>
                  </a:cubicBezTo>
                  <a:cubicBezTo>
                    <a:pt x="3252" y="70"/>
                    <a:pt x="3252" y="70"/>
                    <a:pt x="3252" y="70"/>
                  </a:cubicBezTo>
                  <a:cubicBezTo>
                    <a:pt x="3319" y="4"/>
                    <a:pt x="3424" y="0"/>
                    <a:pt x="3486" y="63"/>
                  </a:cubicBezTo>
                  <a:cubicBezTo>
                    <a:pt x="3864" y="438"/>
                    <a:pt x="3864" y="438"/>
                    <a:pt x="3864" y="438"/>
                  </a:cubicBezTo>
                  <a:cubicBezTo>
                    <a:pt x="3927" y="501"/>
                    <a:pt x="3924" y="605"/>
                    <a:pt x="3857" y="672"/>
                  </a:cubicBezTo>
                  <a:close/>
                  <a:moveTo>
                    <a:pt x="2252" y="2267"/>
                  </a:moveTo>
                  <a:cubicBezTo>
                    <a:pt x="1647" y="1665"/>
                    <a:pt x="1647" y="1665"/>
                    <a:pt x="1647" y="1665"/>
                  </a:cubicBezTo>
                  <a:cubicBezTo>
                    <a:pt x="2978" y="342"/>
                    <a:pt x="2978" y="342"/>
                    <a:pt x="2978" y="342"/>
                  </a:cubicBezTo>
                  <a:cubicBezTo>
                    <a:pt x="3583" y="944"/>
                    <a:pt x="3583" y="944"/>
                    <a:pt x="3583" y="944"/>
                  </a:cubicBezTo>
                  <a:lnTo>
                    <a:pt x="2252" y="2267"/>
                  </a:lnTo>
                  <a:close/>
                  <a:moveTo>
                    <a:pt x="2168" y="2350"/>
                  </a:moveTo>
                  <a:cubicBezTo>
                    <a:pt x="1321" y="2591"/>
                    <a:pt x="1321" y="2591"/>
                    <a:pt x="1321" y="2591"/>
                  </a:cubicBezTo>
                  <a:cubicBezTo>
                    <a:pt x="1563" y="1749"/>
                    <a:pt x="1563" y="1749"/>
                    <a:pt x="1563" y="1749"/>
                  </a:cubicBezTo>
                  <a:lnTo>
                    <a:pt x="2168" y="2350"/>
                  </a:lnTo>
                  <a:close/>
                  <a:moveTo>
                    <a:pt x="770" y="495"/>
                  </a:moveTo>
                  <a:cubicBezTo>
                    <a:pt x="561" y="495"/>
                    <a:pt x="392" y="665"/>
                    <a:pt x="392" y="874"/>
                  </a:cubicBezTo>
                  <a:cubicBezTo>
                    <a:pt x="392" y="3158"/>
                    <a:pt x="392" y="3158"/>
                    <a:pt x="392" y="3158"/>
                  </a:cubicBezTo>
                  <a:cubicBezTo>
                    <a:pt x="392" y="3367"/>
                    <a:pt x="561" y="3536"/>
                    <a:pt x="770" y="3536"/>
                  </a:cubicBezTo>
                  <a:cubicBezTo>
                    <a:pt x="3055" y="3536"/>
                    <a:pt x="3055" y="3536"/>
                    <a:pt x="3055" y="3536"/>
                  </a:cubicBezTo>
                  <a:cubicBezTo>
                    <a:pt x="3264" y="3536"/>
                    <a:pt x="3433" y="3367"/>
                    <a:pt x="3433" y="3158"/>
                  </a:cubicBezTo>
                  <a:cubicBezTo>
                    <a:pt x="3433" y="1657"/>
                    <a:pt x="3433" y="1657"/>
                    <a:pt x="3433" y="1657"/>
                  </a:cubicBezTo>
                  <a:cubicBezTo>
                    <a:pt x="3824" y="1278"/>
                    <a:pt x="3824" y="1278"/>
                    <a:pt x="3824" y="1278"/>
                  </a:cubicBezTo>
                  <a:cubicBezTo>
                    <a:pt x="3824" y="3297"/>
                    <a:pt x="3824" y="3297"/>
                    <a:pt x="3824" y="3297"/>
                  </a:cubicBezTo>
                  <a:cubicBezTo>
                    <a:pt x="3824" y="3645"/>
                    <a:pt x="3529" y="3928"/>
                    <a:pt x="3181" y="3928"/>
                  </a:cubicBezTo>
                  <a:cubicBezTo>
                    <a:pt x="631" y="3928"/>
                    <a:pt x="631" y="3928"/>
                    <a:pt x="631" y="3928"/>
                  </a:cubicBezTo>
                  <a:cubicBezTo>
                    <a:pt x="283" y="3928"/>
                    <a:pt x="0" y="3645"/>
                    <a:pt x="0" y="3297"/>
                  </a:cubicBezTo>
                  <a:cubicBezTo>
                    <a:pt x="0" y="773"/>
                    <a:pt x="0" y="773"/>
                    <a:pt x="0" y="773"/>
                  </a:cubicBezTo>
                  <a:cubicBezTo>
                    <a:pt x="0" y="425"/>
                    <a:pt x="283" y="103"/>
                    <a:pt x="631" y="103"/>
                  </a:cubicBezTo>
                  <a:cubicBezTo>
                    <a:pt x="2650" y="103"/>
                    <a:pt x="2650" y="103"/>
                    <a:pt x="2650" y="103"/>
                  </a:cubicBezTo>
                  <a:cubicBezTo>
                    <a:pt x="2271" y="495"/>
                    <a:pt x="2271" y="495"/>
                    <a:pt x="2271" y="495"/>
                  </a:cubicBezTo>
                  <a:lnTo>
                    <a:pt x="770" y="495"/>
                  </a:ln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pic>
        <p:nvPicPr>
          <p:cNvPr id="11" name="图片 10" descr="C:\Users\Administrator\Desktop\天津大学\图片素材\1图片\3cca4f2cfffc8ad2de6b3d93aba09e8.jpg3cca4f2cfffc8ad2de6b3d93aba09e8"/>
          <p:cNvPicPr>
            <a:picLocks noChangeAspect="1"/>
          </p:cNvPicPr>
          <p:nvPr/>
        </p:nvPicPr>
        <p:blipFill>
          <a:blip r:embed="rId2">
            <a:duotone>
              <a:schemeClr val="accent1">
                <a:shade val="45000"/>
                <a:satMod val="135000"/>
              </a:schemeClr>
              <a:prstClr val="white"/>
            </a:duotone>
          </a:blip>
          <a:srcRect/>
          <a:stretch>
            <a:fillRect/>
          </a:stretch>
        </p:blipFill>
        <p:spPr>
          <a:xfrm>
            <a:off x="0" y="0"/>
            <a:ext cx="11009630" cy="6857365"/>
          </a:xfrm>
          <a:custGeom>
            <a:avLst/>
            <a:gdLst>
              <a:gd name="connsiteX0" fmla="*/ 0 w 5418916"/>
              <a:gd name="connsiteY0" fmla="*/ 0 h 6858000"/>
              <a:gd name="connsiteX1" fmla="*/ 5418916 w 5418916"/>
              <a:gd name="connsiteY1" fmla="*/ 0 h 6858000"/>
              <a:gd name="connsiteX2" fmla="*/ 3236852 w 5418916"/>
              <a:gd name="connsiteY2" fmla="*/ 6858000 h 6858000"/>
              <a:gd name="connsiteX3" fmla="*/ 0 w 54189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18916" h="6858000">
                <a:moveTo>
                  <a:pt x="0" y="0"/>
                </a:moveTo>
                <a:lnTo>
                  <a:pt x="5418916" y="0"/>
                </a:lnTo>
                <a:lnTo>
                  <a:pt x="3236852" y="6858000"/>
                </a:lnTo>
                <a:lnTo>
                  <a:pt x="0" y="6858000"/>
                </a:lnTo>
                <a:close/>
              </a:path>
            </a:pathLst>
          </a:custGeom>
        </p:spPr>
      </p:pic>
      <p:sp>
        <p:nvSpPr>
          <p:cNvPr id="2" name="圆角矩形 1"/>
          <p:cNvSpPr/>
          <p:nvPr/>
        </p:nvSpPr>
        <p:spPr>
          <a:xfrm>
            <a:off x="1524000" y="1161143"/>
            <a:ext cx="9486900" cy="4822893"/>
          </a:xfrm>
          <a:prstGeom prst="roundRect">
            <a:avLst>
              <a:gd name="adj" fmla="val 0"/>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 name="文本框 2"/>
          <p:cNvSpPr txBox="1"/>
          <p:nvPr/>
        </p:nvSpPr>
        <p:spPr>
          <a:xfrm>
            <a:off x="1998978" y="2198897"/>
            <a:ext cx="8782050" cy="1338828"/>
          </a:xfrm>
          <a:prstGeom prst="rect">
            <a:avLst/>
          </a:prstGeom>
          <a:noFill/>
        </p:spPr>
        <p:txBody>
          <a:bodyPr wrap="square" rtlCol="0">
            <a:spAutoFit/>
          </a:bodyPr>
          <a:lstStyle/>
          <a:p>
            <a:pPr>
              <a:lnSpc>
                <a:spcPct val="150000"/>
              </a:lnSpc>
            </a:pPr>
            <a:r>
              <a:rPr lang="zh-CN" altLang="en-US"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毕业论文，泛指专科毕业论文、本科毕业论文（学士学位毕业论文）、硕士研究生毕业论文（硕士学位论文）、博士研究生毕业论文（博士学位论文）等，即需要在学业完成前写作并提交的论文，是教学或科研活动的重要组成部分之一。</a:t>
            </a:r>
            <a:endParaRPr lang="zh-CN" altLang="en-US"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1998978" y="3577757"/>
            <a:ext cx="1980029" cy="523220"/>
          </a:xfrm>
          <a:prstGeom prst="rect">
            <a:avLst/>
          </a:prstGeom>
          <a:noFill/>
        </p:spPr>
        <p:txBody>
          <a:bodyPr wrap="none" rtlCol="0">
            <a:spAutoFit/>
          </a:bodyPr>
          <a:lstStyle/>
          <a:p>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填写关键词</a:t>
            </a:r>
            <a:endPar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文本框 4"/>
          <p:cNvSpPr txBox="1"/>
          <p:nvPr/>
        </p:nvSpPr>
        <p:spPr>
          <a:xfrm>
            <a:off x="4169507" y="3577757"/>
            <a:ext cx="1980029" cy="523220"/>
          </a:xfrm>
          <a:prstGeom prst="rect">
            <a:avLst/>
          </a:prstGeom>
          <a:noFill/>
        </p:spPr>
        <p:txBody>
          <a:bodyPr wrap="none" rtlCol="0">
            <a:spAutoFit/>
          </a:bodyPr>
          <a:lstStyle/>
          <a:p>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填写关键词</a:t>
            </a:r>
            <a:endPar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文本框 5"/>
          <p:cNvSpPr txBox="1"/>
          <p:nvPr/>
        </p:nvSpPr>
        <p:spPr>
          <a:xfrm>
            <a:off x="6340036" y="3577757"/>
            <a:ext cx="1980029" cy="523220"/>
          </a:xfrm>
          <a:prstGeom prst="rect">
            <a:avLst/>
          </a:prstGeom>
          <a:noFill/>
        </p:spPr>
        <p:txBody>
          <a:bodyPr wrap="none" rtlCol="0">
            <a:spAutoFit/>
          </a:bodyPr>
          <a:lstStyle/>
          <a:p>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填写关键词</a:t>
            </a:r>
            <a:endPar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p:cNvSpPr txBox="1"/>
          <p:nvPr/>
        </p:nvSpPr>
        <p:spPr>
          <a:xfrm>
            <a:off x="8580218" y="3577757"/>
            <a:ext cx="1980029" cy="523220"/>
          </a:xfrm>
          <a:prstGeom prst="rect">
            <a:avLst/>
          </a:prstGeom>
          <a:noFill/>
        </p:spPr>
        <p:txBody>
          <a:bodyPr wrap="none" rtlCol="0">
            <a:spAutoFit/>
          </a:bodyPr>
          <a:lstStyle/>
          <a:p>
            <a:r>
              <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填写关键词</a:t>
            </a:r>
            <a:endParaRPr lang="zh-CN" altLang="en-US" sz="28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7"/>
          <p:cNvSpPr txBox="1"/>
          <p:nvPr/>
        </p:nvSpPr>
        <p:spPr>
          <a:xfrm>
            <a:off x="1998978" y="4159566"/>
            <a:ext cx="8561269" cy="1477328"/>
          </a:xfrm>
          <a:prstGeom prst="rect">
            <a:avLst/>
          </a:prstGeom>
          <a:noFill/>
        </p:spPr>
        <p:txBody>
          <a:bodyPr wrap="square" rtlCol="0">
            <a:spAutoFit/>
          </a:bodyPr>
          <a:lstStyle/>
          <a:p>
            <a:pPr algn="just"/>
            <a:r>
              <a:rPr lang="en-US" altLang="zh-CN"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Graduation thesis, refers to the specialized graduation thesis, undergraduate graduation thesis (graduated with a bachelor's degree thesis), master's graduate student graduation thesis (M.A. thesis, doctoral students graduation thesis (Doctoral Dissertation), namely the need in studies of writing and submitting the is one of an important part of the teaching and scientific research activities</a:t>
            </a:r>
            <a:endParaRPr lang="zh-CN" altLang="en-US"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9" name="文本框 8"/>
          <p:cNvSpPr txBox="1"/>
          <p:nvPr/>
        </p:nvSpPr>
        <p:spPr>
          <a:xfrm>
            <a:off x="2067015" y="1416838"/>
            <a:ext cx="1313180" cy="769441"/>
          </a:xfrm>
          <a:prstGeom prst="rect">
            <a:avLst/>
          </a:prstGeom>
          <a:noFill/>
        </p:spPr>
        <p:txBody>
          <a:bodyPr wrap="none" rtlCol="0">
            <a:spAutoFit/>
          </a:bodyPr>
          <a:lstStyle/>
          <a:p>
            <a:r>
              <a:rPr lang="zh-CN" altLang="en-US" sz="4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摘要</a:t>
            </a:r>
            <a:endParaRPr lang="zh-CN" altLang="en-US" sz="4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0" name="矩形 9"/>
          <p:cNvSpPr/>
          <p:nvPr/>
        </p:nvSpPr>
        <p:spPr>
          <a:xfrm>
            <a:off x="3193685" y="1675677"/>
            <a:ext cx="2098651" cy="523220"/>
          </a:xfrm>
          <a:prstGeom prst="rect">
            <a:avLst/>
          </a:prstGeom>
        </p:spPr>
        <p:txBody>
          <a:bodyPr wrap="none">
            <a:spAutoFit/>
          </a:bodyPr>
          <a:lstStyle/>
          <a:p>
            <a:r>
              <a:rPr lang="en-US" altLang="zh-CN" sz="2800" dirty="0">
                <a:solidFill>
                  <a:schemeClr val="accent1"/>
                </a:solidFill>
                <a:latin typeface="Arial" panose="020B0604020202020204" pitchFamily="34" charset="0"/>
                <a:ea typeface="微软雅黑" panose="020B0503020204020204" pitchFamily="34" charset="-122"/>
                <a:sym typeface="Arial" panose="020B0604020202020204" pitchFamily="34" charset="0"/>
              </a:rPr>
              <a:t>ABSTRACT</a:t>
            </a:r>
            <a:endParaRPr lang="zh-CN" altLang="en-US" sz="28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19" name="等腰三角形 34"/>
          <p:cNvSpPr/>
          <p:nvPr/>
        </p:nvSpPr>
        <p:spPr>
          <a:xfrm flipH="1">
            <a:off x="3060700" y="0"/>
            <a:ext cx="8213751" cy="6858000"/>
          </a:xfrm>
          <a:custGeom>
            <a:avLst/>
            <a:gdLst>
              <a:gd name="connsiteX0" fmla="*/ 0 w 607372"/>
              <a:gd name="connsiteY0" fmla="*/ 6858000 h 6858000"/>
              <a:gd name="connsiteX1" fmla="*/ 607372 w 607372"/>
              <a:gd name="connsiteY1" fmla="*/ 0 h 6858000"/>
              <a:gd name="connsiteX2" fmla="*/ 607372 w 607372"/>
              <a:gd name="connsiteY2" fmla="*/ 6858000 h 6858000"/>
              <a:gd name="connsiteX3" fmla="*/ 0 w 607372"/>
              <a:gd name="connsiteY3" fmla="*/ 6858000 h 6858000"/>
              <a:gd name="connsiteX0-1" fmla="*/ 0 w 2262000"/>
              <a:gd name="connsiteY0-2" fmla="*/ 6945086 h 6945086"/>
              <a:gd name="connsiteX1-3" fmla="*/ 2262000 w 2262000"/>
              <a:gd name="connsiteY1-4" fmla="*/ 0 h 6945086"/>
              <a:gd name="connsiteX2-5" fmla="*/ 607372 w 2262000"/>
              <a:gd name="connsiteY2-6" fmla="*/ 6945086 h 6945086"/>
              <a:gd name="connsiteX3-7" fmla="*/ 0 w 2262000"/>
              <a:gd name="connsiteY3-8" fmla="*/ 6945086 h 6945086"/>
            </a:gdLst>
            <a:ahLst/>
            <a:cxnLst>
              <a:cxn ang="0">
                <a:pos x="connsiteX0-1" y="connsiteY0-2"/>
              </a:cxn>
              <a:cxn ang="0">
                <a:pos x="connsiteX1-3" y="connsiteY1-4"/>
              </a:cxn>
              <a:cxn ang="0">
                <a:pos x="connsiteX2-5" y="connsiteY2-6"/>
              </a:cxn>
              <a:cxn ang="0">
                <a:pos x="connsiteX3-7" y="connsiteY3-8"/>
              </a:cxn>
            </a:cxnLst>
            <a:rect l="l" t="t" r="r" b="b"/>
            <a:pathLst>
              <a:path w="2262000" h="6945086">
                <a:moveTo>
                  <a:pt x="0" y="6945086"/>
                </a:moveTo>
                <a:lnTo>
                  <a:pt x="2262000" y="0"/>
                </a:lnTo>
                <a:lnTo>
                  <a:pt x="607372" y="6945086"/>
                </a:lnTo>
                <a:lnTo>
                  <a:pt x="0" y="694508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4" name="圆角矩形 13"/>
          <p:cNvSpPr/>
          <p:nvPr/>
        </p:nvSpPr>
        <p:spPr>
          <a:xfrm>
            <a:off x="1132114" y="1161143"/>
            <a:ext cx="9878786" cy="4822893"/>
          </a:xfrm>
          <a:prstGeom prst="roundRect">
            <a:avLst>
              <a:gd name="adj" fmla="val 0"/>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5" name="文本框 14"/>
          <p:cNvSpPr txBox="1"/>
          <p:nvPr/>
        </p:nvSpPr>
        <p:spPr>
          <a:xfrm>
            <a:off x="1524000" y="1416838"/>
            <a:ext cx="3005951" cy="769441"/>
          </a:xfrm>
          <a:prstGeom prst="rect">
            <a:avLst/>
          </a:prstGeom>
          <a:noFill/>
        </p:spPr>
        <p:txBody>
          <a:bodyPr wrap="none" rtlCol="0">
            <a:spAutoFit/>
          </a:bodyPr>
          <a:lstStyle/>
          <a:p>
            <a:r>
              <a:rPr lang="zh-CN" altLang="en-US" sz="4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背景及意义</a:t>
            </a:r>
            <a:endParaRPr lang="zh-CN" altLang="en-US" sz="4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矩形 15"/>
          <p:cNvSpPr/>
          <p:nvPr/>
        </p:nvSpPr>
        <p:spPr>
          <a:xfrm>
            <a:off x="4464860" y="1675677"/>
            <a:ext cx="2098651" cy="523220"/>
          </a:xfrm>
          <a:prstGeom prst="rect">
            <a:avLst/>
          </a:prstGeom>
        </p:spPr>
        <p:txBody>
          <a:bodyPr wrap="none">
            <a:spAutoFit/>
          </a:bodyPr>
          <a:lstStyle/>
          <a:p>
            <a:r>
              <a:rPr lang="en-US" altLang="zh-CN" sz="2800" dirty="0">
                <a:solidFill>
                  <a:schemeClr val="accent1"/>
                </a:solidFill>
                <a:latin typeface="Arial" panose="020B0604020202020204" pitchFamily="34" charset="0"/>
                <a:ea typeface="微软雅黑" panose="020B0503020204020204" pitchFamily="34" charset="-122"/>
                <a:sym typeface="Arial" panose="020B0604020202020204" pitchFamily="34" charset="0"/>
              </a:rPr>
              <a:t>ABSTRACT</a:t>
            </a:r>
            <a:endParaRPr lang="zh-CN" altLang="en-US" sz="28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文本框 16"/>
          <p:cNvSpPr txBox="1"/>
          <p:nvPr/>
        </p:nvSpPr>
        <p:spPr>
          <a:xfrm>
            <a:off x="1524000" y="2457736"/>
            <a:ext cx="4333785" cy="3000821"/>
          </a:xfrm>
          <a:prstGeom prst="rect">
            <a:avLst/>
          </a:prstGeom>
          <a:noFill/>
        </p:spPr>
        <p:txBody>
          <a:bodyPr wrap="square" rtlCol="0">
            <a:spAutoFit/>
          </a:bodyPr>
          <a:lstStyle/>
          <a:p>
            <a:pPr algn="just">
              <a:lnSpc>
                <a:spcPct val="150000"/>
              </a:lnSpc>
            </a:pPr>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撰写毕业论文是检验学生在校学习成果的重要措施，也是提高教学质量的重要环节。大学生在毕业前都必须完成毕业论文的撰写任务。申请学位必须提交相应的学位论文，经答辩通过后，方可取得学位。可以这么说，毕业论文是结束大学学习生活走向社会的一个中介和桥梁。</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文本框 17"/>
          <p:cNvSpPr txBox="1"/>
          <p:nvPr/>
        </p:nvSpPr>
        <p:spPr>
          <a:xfrm>
            <a:off x="6284686" y="2457736"/>
            <a:ext cx="4333785" cy="3000821"/>
          </a:xfrm>
          <a:prstGeom prst="rect">
            <a:avLst/>
          </a:prstGeom>
          <a:noFill/>
        </p:spPr>
        <p:txBody>
          <a:bodyPr wrap="square" rtlCol="0">
            <a:spAutoFit/>
          </a:bodyPr>
          <a:lstStyle/>
          <a:p>
            <a:pPr algn="just">
              <a:lnSpc>
                <a:spcPct val="150000"/>
              </a:lnSpc>
            </a:pPr>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撰写毕业论文是检验学生在校学习成果的重要措施，也是提高教学质量的重要环节。大学生在毕业前都必须完成毕业论文的撰写任务。申请学位必须提交相应的学位论文，经答辩通过后，方可取得学位。可以这么说，毕业论文是结束大学学习生活走向社会的一个中介和桥梁。</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2" name="矩形 1"/>
          <p:cNvSpPr/>
          <p:nvPr/>
        </p:nvSpPr>
        <p:spPr>
          <a:xfrm>
            <a:off x="0" y="1519238"/>
            <a:ext cx="12192000" cy="447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p:cNvGrpSpPr/>
          <p:nvPr/>
        </p:nvGrpSpPr>
        <p:grpSpPr>
          <a:xfrm>
            <a:off x="1687479" y="2312407"/>
            <a:ext cx="1277954" cy="1277954"/>
            <a:chOff x="1131485" y="2234042"/>
            <a:chExt cx="1607262" cy="1607262"/>
          </a:xfrm>
        </p:grpSpPr>
        <p:sp>
          <p:nvSpPr>
            <p:cNvPr id="5" name="椭圆 4"/>
            <p:cNvSpPr/>
            <p:nvPr/>
          </p:nvSpPr>
          <p:spPr>
            <a:xfrm>
              <a:off x="1131485"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椭圆 5"/>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8" name="文本框 7"/>
          <p:cNvSpPr txBox="1"/>
          <p:nvPr/>
        </p:nvSpPr>
        <p:spPr>
          <a:xfrm>
            <a:off x="1647980" y="3703753"/>
            <a:ext cx="1428211" cy="461665"/>
          </a:xfrm>
          <a:prstGeom prst="rect">
            <a:avLst/>
          </a:prstGeom>
          <a:noFill/>
        </p:spPr>
        <p:txBody>
          <a:bodyPr wrap="none"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PART 01</a:t>
            </a:r>
            <a:endParaRPr lang="zh-CN" altLang="en-US"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9" name="组合 8"/>
          <p:cNvGrpSpPr/>
          <p:nvPr/>
        </p:nvGrpSpPr>
        <p:grpSpPr>
          <a:xfrm>
            <a:off x="4240129" y="2312407"/>
            <a:ext cx="1277954" cy="1277954"/>
            <a:chOff x="3209823" y="2234042"/>
            <a:chExt cx="1607262" cy="1607262"/>
          </a:xfrm>
        </p:grpSpPr>
        <p:sp>
          <p:nvSpPr>
            <p:cNvPr id="10" name="椭圆 9"/>
            <p:cNvSpPr/>
            <p:nvPr/>
          </p:nvSpPr>
          <p:spPr>
            <a:xfrm>
              <a:off x="3209823"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nvSpPr>
          <p:spPr>
            <a:xfrm>
              <a:off x="3319358"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KSO_Shape"/>
            <p:cNvSpPr/>
            <p:nvPr/>
          </p:nvSpPr>
          <p:spPr bwMode="auto">
            <a:xfrm>
              <a:off x="3550556" y="2597149"/>
              <a:ext cx="925796" cy="881048"/>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chemeClr val="accent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p:cNvGrpSpPr/>
          <p:nvPr/>
        </p:nvGrpSpPr>
        <p:grpSpPr>
          <a:xfrm>
            <a:off x="6721162" y="2312407"/>
            <a:ext cx="1277954" cy="1277954"/>
            <a:chOff x="5288161" y="2234042"/>
            <a:chExt cx="1607262" cy="1607262"/>
          </a:xfrm>
        </p:grpSpPr>
        <p:sp>
          <p:nvSpPr>
            <p:cNvPr id="15" name="椭圆 14"/>
            <p:cNvSpPr/>
            <p:nvPr/>
          </p:nvSpPr>
          <p:spPr>
            <a:xfrm>
              <a:off x="5288161"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椭圆 15"/>
            <p:cNvSpPr/>
            <p:nvPr/>
          </p:nvSpPr>
          <p:spPr>
            <a:xfrm>
              <a:off x="5397696" y="2335059"/>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KSO_Shape"/>
            <p:cNvSpPr/>
            <p:nvPr/>
          </p:nvSpPr>
          <p:spPr bwMode="auto">
            <a:xfrm>
              <a:off x="5547153" y="2697761"/>
              <a:ext cx="1089278" cy="662788"/>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9" name="组合 18"/>
          <p:cNvGrpSpPr/>
          <p:nvPr/>
        </p:nvGrpSpPr>
        <p:grpSpPr>
          <a:xfrm>
            <a:off x="9202194" y="2312407"/>
            <a:ext cx="1277954" cy="1277954"/>
            <a:chOff x="7366499" y="2234042"/>
            <a:chExt cx="1607262" cy="1607262"/>
          </a:xfrm>
        </p:grpSpPr>
        <p:sp>
          <p:nvSpPr>
            <p:cNvPr id="20" name="椭圆 19"/>
            <p:cNvSpPr/>
            <p:nvPr/>
          </p:nvSpPr>
          <p:spPr>
            <a:xfrm>
              <a:off x="7366499"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1" name="椭圆 20"/>
            <p:cNvSpPr/>
            <p:nvPr/>
          </p:nvSpPr>
          <p:spPr>
            <a:xfrm>
              <a:off x="7476034"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KSO_Shape"/>
            <p:cNvSpPr/>
            <p:nvPr/>
          </p:nvSpPr>
          <p:spPr bwMode="auto">
            <a:xfrm>
              <a:off x="7767760" y="2635303"/>
              <a:ext cx="804740" cy="804740"/>
            </a:xfrm>
            <a:custGeom>
              <a:avLst/>
              <a:gdLst>
                <a:gd name="T0" fmla="*/ 1767542 w 3927"/>
                <a:gd name="T1" fmla="*/ 308011 h 3928"/>
                <a:gd name="T2" fmla="*/ 1684137 w 3927"/>
                <a:gd name="T3" fmla="*/ 390514 h 3928"/>
                <a:gd name="T4" fmla="*/ 1406885 w 3927"/>
                <a:gd name="T5" fmla="*/ 115046 h 3928"/>
                <a:gd name="T6" fmla="*/ 1490290 w 3927"/>
                <a:gd name="T7" fmla="*/ 32084 h 3928"/>
                <a:gd name="T8" fmla="*/ 1597525 w 3927"/>
                <a:gd name="T9" fmla="*/ 28876 h 3928"/>
                <a:gd name="T10" fmla="*/ 1770750 w 3927"/>
                <a:gd name="T11" fmla="*/ 200757 h 3928"/>
                <a:gd name="T12" fmla="*/ 1767542 w 3927"/>
                <a:gd name="T13" fmla="*/ 308011 h 3928"/>
                <a:gd name="T14" fmla="*/ 1032021 w 3927"/>
                <a:gd name="T15" fmla="*/ 1039078 h 3928"/>
                <a:gd name="T16" fmla="*/ 754768 w 3927"/>
                <a:gd name="T17" fmla="*/ 763152 h 3928"/>
                <a:gd name="T18" fmla="*/ 1364724 w 3927"/>
                <a:gd name="T19" fmla="*/ 156756 h 3928"/>
                <a:gd name="T20" fmla="*/ 1641977 w 3927"/>
                <a:gd name="T21" fmla="*/ 432682 h 3928"/>
                <a:gd name="T22" fmla="*/ 1032021 w 3927"/>
                <a:gd name="T23" fmla="*/ 1039078 h 3928"/>
                <a:gd name="T24" fmla="*/ 993526 w 3927"/>
                <a:gd name="T25" fmla="*/ 1077121 h 3928"/>
                <a:gd name="T26" fmla="*/ 605373 w 3927"/>
                <a:gd name="T27" fmla="*/ 1187584 h 3928"/>
                <a:gd name="T28" fmla="*/ 716274 w 3927"/>
                <a:gd name="T29" fmla="*/ 801653 h 3928"/>
                <a:gd name="T30" fmla="*/ 993526 w 3927"/>
                <a:gd name="T31" fmla="*/ 1077121 h 3928"/>
                <a:gd name="T32" fmla="*/ 352867 w 3927"/>
                <a:gd name="T33" fmla="*/ 226883 h 3928"/>
                <a:gd name="T34" fmla="*/ 179641 w 3927"/>
                <a:gd name="T35" fmla="*/ 400597 h 3928"/>
                <a:gd name="T36" fmla="*/ 179641 w 3927"/>
                <a:gd name="T37" fmla="*/ 1447468 h 3928"/>
                <a:gd name="T38" fmla="*/ 352867 w 3927"/>
                <a:gd name="T39" fmla="*/ 1620724 h 3928"/>
                <a:gd name="T40" fmla="*/ 1400011 w 3927"/>
                <a:gd name="T41" fmla="*/ 1620724 h 3928"/>
                <a:gd name="T42" fmla="*/ 1573236 w 3927"/>
                <a:gd name="T43" fmla="*/ 1447468 h 3928"/>
                <a:gd name="T44" fmla="*/ 1573236 w 3927"/>
                <a:gd name="T45" fmla="*/ 759485 h 3928"/>
                <a:gd name="T46" fmla="*/ 1752419 w 3927"/>
                <a:gd name="T47" fmla="*/ 585771 h 3928"/>
                <a:gd name="T48" fmla="*/ 1752419 w 3927"/>
                <a:gd name="T49" fmla="*/ 1511178 h 3928"/>
                <a:gd name="T50" fmla="*/ 1457753 w 3927"/>
                <a:gd name="T51" fmla="*/ 1800397 h 3928"/>
                <a:gd name="T52" fmla="*/ 289168 w 3927"/>
                <a:gd name="T53" fmla="*/ 1800397 h 3928"/>
                <a:gd name="T54" fmla="*/ 0 w 3927"/>
                <a:gd name="T55" fmla="*/ 1511178 h 3928"/>
                <a:gd name="T56" fmla="*/ 0 w 3927"/>
                <a:gd name="T57" fmla="*/ 354304 h 3928"/>
                <a:gd name="T58" fmla="*/ 289168 w 3927"/>
                <a:gd name="T59" fmla="*/ 47210 h 3928"/>
                <a:gd name="T60" fmla="*/ 1214412 w 3927"/>
                <a:gd name="T61" fmla="*/ 47210 h 3928"/>
                <a:gd name="T62" fmla="*/ 1040728 w 3927"/>
                <a:gd name="T63" fmla="*/ 226883 h 3928"/>
                <a:gd name="T64" fmla="*/ 352867 w 3927"/>
                <a:gd name="T65" fmla="*/ 226883 h 39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27" h="3928">
                  <a:moveTo>
                    <a:pt x="3857" y="672"/>
                  </a:moveTo>
                  <a:cubicBezTo>
                    <a:pt x="3675" y="852"/>
                    <a:pt x="3675" y="852"/>
                    <a:pt x="3675" y="852"/>
                  </a:cubicBezTo>
                  <a:cubicBezTo>
                    <a:pt x="3070" y="251"/>
                    <a:pt x="3070" y="251"/>
                    <a:pt x="3070" y="251"/>
                  </a:cubicBezTo>
                  <a:cubicBezTo>
                    <a:pt x="3252" y="70"/>
                    <a:pt x="3252" y="70"/>
                    <a:pt x="3252" y="70"/>
                  </a:cubicBezTo>
                  <a:cubicBezTo>
                    <a:pt x="3319" y="4"/>
                    <a:pt x="3424" y="0"/>
                    <a:pt x="3486" y="63"/>
                  </a:cubicBezTo>
                  <a:cubicBezTo>
                    <a:pt x="3864" y="438"/>
                    <a:pt x="3864" y="438"/>
                    <a:pt x="3864" y="438"/>
                  </a:cubicBezTo>
                  <a:cubicBezTo>
                    <a:pt x="3927" y="501"/>
                    <a:pt x="3924" y="605"/>
                    <a:pt x="3857" y="672"/>
                  </a:cubicBezTo>
                  <a:close/>
                  <a:moveTo>
                    <a:pt x="2252" y="2267"/>
                  </a:moveTo>
                  <a:cubicBezTo>
                    <a:pt x="1647" y="1665"/>
                    <a:pt x="1647" y="1665"/>
                    <a:pt x="1647" y="1665"/>
                  </a:cubicBezTo>
                  <a:cubicBezTo>
                    <a:pt x="2978" y="342"/>
                    <a:pt x="2978" y="342"/>
                    <a:pt x="2978" y="342"/>
                  </a:cubicBezTo>
                  <a:cubicBezTo>
                    <a:pt x="3583" y="944"/>
                    <a:pt x="3583" y="944"/>
                    <a:pt x="3583" y="944"/>
                  </a:cubicBezTo>
                  <a:lnTo>
                    <a:pt x="2252" y="2267"/>
                  </a:lnTo>
                  <a:close/>
                  <a:moveTo>
                    <a:pt x="2168" y="2350"/>
                  </a:moveTo>
                  <a:cubicBezTo>
                    <a:pt x="1321" y="2591"/>
                    <a:pt x="1321" y="2591"/>
                    <a:pt x="1321" y="2591"/>
                  </a:cubicBezTo>
                  <a:cubicBezTo>
                    <a:pt x="1563" y="1749"/>
                    <a:pt x="1563" y="1749"/>
                    <a:pt x="1563" y="1749"/>
                  </a:cubicBezTo>
                  <a:lnTo>
                    <a:pt x="2168" y="2350"/>
                  </a:lnTo>
                  <a:close/>
                  <a:moveTo>
                    <a:pt x="770" y="495"/>
                  </a:moveTo>
                  <a:cubicBezTo>
                    <a:pt x="561" y="495"/>
                    <a:pt x="392" y="665"/>
                    <a:pt x="392" y="874"/>
                  </a:cubicBezTo>
                  <a:cubicBezTo>
                    <a:pt x="392" y="3158"/>
                    <a:pt x="392" y="3158"/>
                    <a:pt x="392" y="3158"/>
                  </a:cubicBezTo>
                  <a:cubicBezTo>
                    <a:pt x="392" y="3367"/>
                    <a:pt x="561" y="3536"/>
                    <a:pt x="770" y="3536"/>
                  </a:cubicBezTo>
                  <a:cubicBezTo>
                    <a:pt x="3055" y="3536"/>
                    <a:pt x="3055" y="3536"/>
                    <a:pt x="3055" y="3536"/>
                  </a:cubicBezTo>
                  <a:cubicBezTo>
                    <a:pt x="3264" y="3536"/>
                    <a:pt x="3433" y="3367"/>
                    <a:pt x="3433" y="3158"/>
                  </a:cubicBezTo>
                  <a:cubicBezTo>
                    <a:pt x="3433" y="1657"/>
                    <a:pt x="3433" y="1657"/>
                    <a:pt x="3433" y="1657"/>
                  </a:cubicBezTo>
                  <a:cubicBezTo>
                    <a:pt x="3824" y="1278"/>
                    <a:pt x="3824" y="1278"/>
                    <a:pt x="3824" y="1278"/>
                  </a:cubicBezTo>
                  <a:cubicBezTo>
                    <a:pt x="3824" y="3297"/>
                    <a:pt x="3824" y="3297"/>
                    <a:pt x="3824" y="3297"/>
                  </a:cubicBezTo>
                  <a:cubicBezTo>
                    <a:pt x="3824" y="3645"/>
                    <a:pt x="3529" y="3928"/>
                    <a:pt x="3181" y="3928"/>
                  </a:cubicBezTo>
                  <a:cubicBezTo>
                    <a:pt x="631" y="3928"/>
                    <a:pt x="631" y="3928"/>
                    <a:pt x="631" y="3928"/>
                  </a:cubicBezTo>
                  <a:cubicBezTo>
                    <a:pt x="283" y="3928"/>
                    <a:pt x="0" y="3645"/>
                    <a:pt x="0" y="3297"/>
                  </a:cubicBezTo>
                  <a:cubicBezTo>
                    <a:pt x="0" y="773"/>
                    <a:pt x="0" y="773"/>
                    <a:pt x="0" y="773"/>
                  </a:cubicBezTo>
                  <a:cubicBezTo>
                    <a:pt x="0" y="425"/>
                    <a:pt x="283" y="103"/>
                    <a:pt x="631" y="103"/>
                  </a:cubicBezTo>
                  <a:cubicBezTo>
                    <a:pt x="2650" y="103"/>
                    <a:pt x="2650" y="103"/>
                    <a:pt x="2650" y="103"/>
                  </a:cubicBezTo>
                  <a:cubicBezTo>
                    <a:pt x="2271" y="495"/>
                    <a:pt x="2271" y="495"/>
                    <a:pt x="2271" y="495"/>
                  </a:cubicBezTo>
                  <a:lnTo>
                    <a:pt x="770" y="495"/>
                  </a:ln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4" name="文本框 23"/>
          <p:cNvSpPr txBox="1"/>
          <p:nvPr/>
        </p:nvSpPr>
        <p:spPr>
          <a:xfrm>
            <a:off x="1324272" y="4140964"/>
            <a:ext cx="2075628" cy="1134413"/>
          </a:xfrm>
          <a:prstGeom prst="rect">
            <a:avLst/>
          </a:prstGeom>
          <a:noFill/>
        </p:spPr>
        <p:txBody>
          <a:bodyPr wrap="square" rtlCol="0">
            <a:spAutoFit/>
          </a:bodyPr>
          <a:lstStyle/>
          <a:p>
            <a:pPr algn="ctr">
              <a:lnSpc>
                <a:spcPct val="150000"/>
              </a:lnSpc>
            </a:pPr>
            <a:r>
              <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添加论文内容第一部分标题</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3838852" y="4140964"/>
            <a:ext cx="2157560" cy="1134413"/>
          </a:xfrm>
          <a:prstGeom prst="rect">
            <a:avLst/>
          </a:prstGeom>
          <a:noFill/>
        </p:spPr>
        <p:txBody>
          <a:bodyPr wrap="square" rtlCol="0">
            <a:spAutoFit/>
          </a:bodyPr>
          <a:lstStyle/>
          <a:p>
            <a:pPr algn="ctr">
              <a:lnSpc>
                <a:spcPct val="150000"/>
              </a:lnSpc>
            </a:pPr>
            <a:r>
              <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添加论文内容第二部分标题</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6" name="文本框 25"/>
          <p:cNvSpPr txBox="1"/>
          <p:nvPr/>
        </p:nvSpPr>
        <p:spPr>
          <a:xfrm>
            <a:off x="6282969" y="4140964"/>
            <a:ext cx="2154340" cy="1134413"/>
          </a:xfrm>
          <a:prstGeom prst="rect">
            <a:avLst/>
          </a:prstGeom>
          <a:noFill/>
        </p:spPr>
        <p:txBody>
          <a:bodyPr wrap="square" rtlCol="0">
            <a:spAutoFit/>
          </a:bodyPr>
          <a:lstStyle/>
          <a:p>
            <a:pPr algn="ctr">
              <a:lnSpc>
                <a:spcPct val="150000"/>
              </a:lnSpc>
            </a:pPr>
            <a:r>
              <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添加论文内容第三部分标题</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7" name="文本框 26"/>
          <p:cNvSpPr txBox="1"/>
          <p:nvPr/>
        </p:nvSpPr>
        <p:spPr>
          <a:xfrm>
            <a:off x="8694798" y="4140964"/>
            <a:ext cx="2292745" cy="1134413"/>
          </a:xfrm>
          <a:prstGeom prst="rect">
            <a:avLst/>
          </a:prstGeom>
          <a:noFill/>
        </p:spPr>
        <p:txBody>
          <a:bodyPr wrap="square" rtlCol="0">
            <a:spAutoFit/>
          </a:bodyPr>
          <a:lstStyle/>
          <a:p>
            <a:pPr algn="ctr">
              <a:lnSpc>
                <a:spcPct val="150000"/>
              </a:lnSpc>
            </a:pPr>
            <a:r>
              <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rPr>
              <a:t>添加论文内容第四部分标题</a:t>
            </a:r>
            <a:endParaRPr lang="zh-CN" altLang="en-US"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文本框 27"/>
          <p:cNvSpPr txBox="1"/>
          <p:nvPr/>
        </p:nvSpPr>
        <p:spPr>
          <a:xfrm>
            <a:off x="4497817" y="548178"/>
            <a:ext cx="3570208" cy="769441"/>
          </a:xfrm>
          <a:prstGeom prst="rect">
            <a:avLst/>
          </a:prstGeom>
          <a:noFill/>
        </p:spPr>
        <p:txBody>
          <a:bodyPr wrap="none" rtlCol="0">
            <a:spAutoFit/>
          </a:bodyPr>
          <a:lstStyle/>
          <a:p>
            <a:r>
              <a:rPr lang="zh-CN" altLang="en-US" sz="4400" b="1" dirty="0">
                <a:solidFill>
                  <a:schemeClr val="bg1"/>
                </a:solidFill>
                <a:latin typeface="Arial" panose="020B0604020202020204" pitchFamily="34" charset="0"/>
                <a:ea typeface="微软雅黑" panose="020B0503020204020204" pitchFamily="34" charset="-122"/>
                <a:sym typeface="Arial" panose="020B0604020202020204" pitchFamily="34" charset="0"/>
              </a:rPr>
              <a:t>论文主要内容</a:t>
            </a:r>
            <a:endParaRPr lang="zh-CN" altLang="en-US" sz="4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文本框 29"/>
          <p:cNvSpPr txBox="1"/>
          <p:nvPr/>
        </p:nvSpPr>
        <p:spPr>
          <a:xfrm>
            <a:off x="4203526" y="3703753"/>
            <a:ext cx="1428211" cy="461665"/>
          </a:xfrm>
          <a:prstGeom prst="rect">
            <a:avLst/>
          </a:prstGeom>
          <a:noFill/>
        </p:spPr>
        <p:txBody>
          <a:bodyPr wrap="none"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PART 02</a:t>
            </a:r>
            <a:endParaRPr lang="zh-CN" altLang="en-US"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文本框 30"/>
          <p:cNvSpPr txBox="1"/>
          <p:nvPr/>
        </p:nvSpPr>
        <p:spPr>
          <a:xfrm>
            <a:off x="6663362" y="3703753"/>
            <a:ext cx="1428211" cy="461665"/>
          </a:xfrm>
          <a:prstGeom prst="rect">
            <a:avLst/>
          </a:prstGeom>
          <a:noFill/>
        </p:spPr>
        <p:txBody>
          <a:bodyPr wrap="none"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PART 03</a:t>
            </a:r>
            <a:endParaRPr lang="zh-CN" altLang="en-US"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文本框 31"/>
          <p:cNvSpPr txBox="1"/>
          <p:nvPr/>
        </p:nvSpPr>
        <p:spPr>
          <a:xfrm>
            <a:off x="9123198" y="3703753"/>
            <a:ext cx="1428211" cy="461665"/>
          </a:xfrm>
          <a:prstGeom prst="rect">
            <a:avLst/>
          </a:prstGeom>
          <a:noFill/>
        </p:spPr>
        <p:txBody>
          <a:bodyPr wrap="none"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PART 04</a:t>
            </a:r>
            <a:endParaRPr lang="zh-CN" altLang="en-US"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p:cNvSpPr txBox="1"/>
          <p:nvPr/>
        </p:nvSpPr>
        <p:spPr>
          <a:xfrm>
            <a:off x="5721684" y="3369233"/>
            <a:ext cx="5708293" cy="824456"/>
          </a:xfrm>
          <a:prstGeom prst="rect">
            <a:avLst/>
          </a:prstGeom>
          <a:noFill/>
        </p:spPr>
        <p:txBody>
          <a:bodyPr wrap="square" rtlCol="0">
            <a:spAutoFit/>
          </a:bodyPr>
          <a:lstStyle/>
          <a:p>
            <a:pPr>
              <a:lnSpc>
                <a:spcPct val="150000"/>
              </a:lnSpc>
            </a:pPr>
            <a:r>
              <a:rPr lang="zh-CN" altLang="en-US" sz="36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添加论文内容第一部分标题</a:t>
            </a:r>
            <a:endParaRPr lang="zh-CN" altLang="en-US" sz="36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文本框 30"/>
          <p:cNvSpPr txBox="1"/>
          <p:nvPr/>
        </p:nvSpPr>
        <p:spPr>
          <a:xfrm>
            <a:off x="5721684" y="4165783"/>
            <a:ext cx="5708293" cy="1338828"/>
          </a:xfrm>
          <a:prstGeom prst="rect">
            <a:avLst/>
          </a:prstGeom>
          <a:noFill/>
        </p:spPr>
        <p:txBody>
          <a:bodyPr wrap="square" rtlCol="0">
            <a:spAutoFit/>
          </a:bodyPr>
          <a:lstStyle/>
          <a:p>
            <a:pPr>
              <a:lnSpc>
                <a:spcPct val="150000"/>
              </a:lnSpc>
            </a:pPr>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培养学生综合运用、巩固与扩展所学的基础理论和专业知识，培养学生独立分析、解决实际问题能力、培养学生处理数据和信息的能力。</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34" name="图片 33" descr="C:\Users\Administrator\Desktop\天津大学\图片素材\1图片\5c61df6859559790b3f10a9920fcd4e.jpg5c61df6859559790b3f10a9920fcd4e"/>
          <p:cNvPicPr>
            <a:picLocks noChangeAspect="1"/>
          </p:cNvPicPr>
          <p:nvPr/>
        </p:nvPicPr>
        <p:blipFill>
          <a:blip r:embed="rId1">
            <a:duotone>
              <a:schemeClr val="accent1">
                <a:shade val="45000"/>
                <a:satMod val="135000"/>
              </a:schemeClr>
              <a:prstClr val="white"/>
            </a:duotone>
          </a:blip>
          <a:srcRect/>
          <a:stretch>
            <a:fillRect/>
          </a:stretch>
        </p:blipFill>
        <p:spPr>
          <a:xfrm>
            <a:off x="-635" y="0"/>
            <a:ext cx="5420360" cy="6858000"/>
          </a:xfrm>
          <a:custGeom>
            <a:avLst/>
            <a:gdLst>
              <a:gd name="connsiteX0" fmla="*/ 0 w 5418916"/>
              <a:gd name="connsiteY0" fmla="*/ 0 h 6858000"/>
              <a:gd name="connsiteX1" fmla="*/ 5418916 w 5418916"/>
              <a:gd name="connsiteY1" fmla="*/ 0 h 6858000"/>
              <a:gd name="connsiteX2" fmla="*/ 3236852 w 5418916"/>
              <a:gd name="connsiteY2" fmla="*/ 6858000 h 6858000"/>
              <a:gd name="connsiteX3" fmla="*/ 0 w 54189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18916" h="6858000">
                <a:moveTo>
                  <a:pt x="0" y="0"/>
                </a:moveTo>
                <a:lnTo>
                  <a:pt x="5418916" y="0"/>
                </a:lnTo>
                <a:lnTo>
                  <a:pt x="3236852" y="6858000"/>
                </a:lnTo>
                <a:lnTo>
                  <a:pt x="0" y="6858000"/>
                </a:lnTo>
                <a:close/>
              </a:path>
            </a:pathLst>
          </a:custGeom>
        </p:spPr>
      </p:pic>
      <p:sp>
        <p:nvSpPr>
          <p:cNvPr id="35" name="等腰三角形 34"/>
          <p:cNvSpPr/>
          <p:nvPr/>
        </p:nvSpPr>
        <p:spPr>
          <a:xfrm>
            <a:off x="3156915" y="0"/>
            <a:ext cx="2262000" cy="6858000"/>
          </a:xfrm>
          <a:custGeom>
            <a:avLst/>
            <a:gdLst>
              <a:gd name="connsiteX0" fmla="*/ 0 w 607372"/>
              <a:gd name="connsiteY0" fmla="*/ 6858000 h 6858000"/>
              <a:gd name="connsiteX1" fmla="*/ 607372 w 607372"/>
              <a:gd name="connsiteY1" fmla="*/ 0 h 6858000"/>
              <a:gd name="connsiteX2" fmla="*/ 607372 w 607372"/>
              <a:gd name="connsiteY2" fmla="*/ 6858000 h 6858000"/>
              <a:gd name="connsiteX3" fmla="*/ 0 w 607372"/>
              <a:gd name="connsiteY3" fmla="*/ 6858000 h 6858000"/>
              <a:gd name="connsiteX0-1" fmla="*/ 0 w 2262000"/>
              <a:gd name="connsiteY0-2" fmla="*/ 6945086 h 6945086"/>
              <a:gd name="connsiteX1-3" fmla="*/ 2262000 w 2262000"/>
              <a:gd name="connsiteY1-4" fmla="*/ 0 h 6945086"/>
              <a:gd name="connsiteX2-5" fmla="*/ 607372 w 2262000"/>
              <a:gd name="connsiteY2-6" fmla="*/ 6945086 h 6945086"/>
              <a:gd name="connsiteX3-7" fmla="*/ 0 w 2262000"/>
              <a:gd name="connsiteY3-8" fmla="*/ 6945086 h 6945086"/>
            </a:gdLst>
            <a:ahLst/>
            <a:cxnLst>
              <a:cxn ang="0">
                <a:pos x="connsiteX0-1" y="connsiteY0-2"/>
              </a:cxn>
              <a:cxn ang="0">
                <a:pos x="connsiteX1-3" y="connsiteY1-4"/>
              </a:cxn>
              <a:cxn ang="0">
                <a:pos x="connsiteX2-5" y="connsiteY2-6"/>
              </a:cxn>
              <a:cxn ang="0">
                <a:pos x="connsiteX3-7" y="connsiteY3-8"/>
              </a:cxn>
            </a:cxnLst>
            <a:rect l="l" t="t" r="r" b="b"/>
            <a:pathLst>
              <a:path w="2262000" h="6945086">
                <a:moveTo>
                  <a:pt x="0" y="6945086"/>
                </a:moveTo>
                <a:lnTo>
                  <a:pt x="2262000" y="0"/>
                </a:lnTo>
                <a:lnTo>
                  <a:pt x="607372" y="6945086"/>
                </a:lnTo>
                <a:lnTo>
                  <a:pt x="0" y="694508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32" name="组合 31"/>
          <p:cNvGrpSpPr/>
          <p:nvPr/>
        </p:nvGrpSpPr>
        <p:grpSpPr>
          <a:xfrm>
            <a:off x="7694579" y="1138776"/>
            <a:ext cx="1277954" cy="1277954"/>
            <a:chOff x="1131485" y="2234042"/>
            <a:chExt cx="1607262" cy="1607262"/>
          </a:xfrm>
        </p:grpSpPr>
        <p:sp>
          <p:nvSpPr>
            <p:cNvPr id="33" name="椭圆 32"/>
            <p:cNvSpPr/>
            <p:nvPr/>
          </p:nvSpPr>
          <p:spPr>
            <a:xfrm>
              <a:off x="1131485"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椭圆 35"/>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7"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cxnSp>
        <p:nvCxnSpPr>
          <p:cNvPr id="3" name="直接连接符 2"/>
          <p:cNvCxnSpPr/>
          <p:nvPr/>
        </p:nvCxnSpPr>
        <p:spPr>
          <a:xfrm>
            <a:off x="5829300" y="3369233"/>
            <a:ext cx="5461000" cy="0"/>
          </a:xfrm>
          <a:prstGeom prst="line">
            <a:avLst/>
          </a:prstGeom>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7619450" y="2523433"/>
            <a:ext cx="1428211" cy="461665"/>
          </a:xfrm>
          <a:prstGeom prst="rect">
            <a:avLst/>
          </a:prstGeom>
          <a:noFill/>
        </p:spPr>
        <p:txBody>
          <a:bodyPr wrap="none"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PART 01</a:t>
            </a:r>
            <a:endParaRPr lang="zh-CN" altLang="en-US"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661848"/>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添加论文内容第一部分标题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六边形 10"/>
          <p:cNvSpPr/>
          <p:nvPr/>
        </p:nvSpPr>
        <p:spPr>
          <a:xfrm rot="5400000">
            <a:off x="4510274" y="1549102"/>
            <a:ext cx="1687961" cy="1455140"/>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2" name="六边形 11"/>
          <p:cNvSpPr/>
          <p:nvPr/>
        </p:nvSpPr>
        <p:spPr>
          <a:xfrm rot="5400000">
            <a:off x="3771345" y="2931955"/>
            <a:ext cx="1687961" cy="1455140"/>
          </a:xfrm>
          <a:prstGeom prst="hexago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3" name="六边形 12"/>
          <p:cNvSpPr/>
          <p:nvPr/>
        </p:nvSpPr>
        <p:spPr>
          <a:xfrm rot="5400000">
            <a:off x="4508902" y="4314970"/>
            <a:ext cx="1687961" cy="1455140"/>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4" name="六边形 13"/>
          <p:cNvSpPr/>
          <p:nvPr/>
        </p:nvSpPr>
        <p:spPr>
          <a:xfrm rot="16200000">
            <a:off x="6090333" y="4314969"/>
            <a:ext cx="1687961" cy="145514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5" name="六边形 14"/>
          <p:cNvSpPr/>
          <p:nvPr/>
        </p:nvSpPr>
        <p:spPr>
          <a:xfrm rot="16200000">
            <a:off x="6828854" y="2931954"/>
            <a:ext cx="1687961" cy="1455140"/>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6" name="六边形 15"/>
          <p:cNvSpPr/>
          <p:nvPr/>
        </p:nvSpPr>
        <p:spPr>
          <a:xfrm rot="16200000">
            <a:off x="6033421" y="1549105"/>
            <a:ext cx="1687961" cy="1455140"/>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7" name="TextBox 19"/>
          <p:cNvSpPr txBox="1"/>
          <p:nvPr/>
        </p:nvSpPr>
        <p:spPr>
          <a:xfrm>
            <a:off x="1503494" y="2117918"/>
            <a:ext cx="2739796" cy="1061829"/>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18" name="TextBox 20"/>
          <p:cNvSpPr txBox="1"/>
          <p:nvPr/>
        </p:nvSpPr>
        <p:spPr>
          <a:xfrm>
            <a:off x="1519423" y="1711559"/>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1976" y="4537152"/>
            <a:ext cx="1021840" cy="1021840"/>
          </a:xfrm>
          <a:prstGeom prst="rect">
            <a:avLst/>
          </a:prstGeom>
        </p:spPr>
      </p:pic>
      <p:pic>
        <p:nvPicPr>
          <p:cNvPr id="20" name="图片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0752" y="1758254"/>
            <a:ext cx="983065" cy="983065"/>
          </a:xfrm>
          <a:prstGeom prst="rect">
            <a:avLst/>
          </a:prstGeom>
        </p:spPr>
      </p:pic>
      <p:pic>
        <p:nvPicPr>
          <p:cNvPr id="21" name="图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6789" y="1837529"/>
            <a:ext cx="878283" cy="878283"/>
          </a:xfrm>
          <a:prstGeom prst="rect">
            <a:avLst/>
          </a:prstGeom>
        </p:spPr>
      </p:pic>
      <p:pic>
        <p:nvPicPr>
          <p:cNvPr id="22" name="图片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0434" y="4538659"/>
            <a:ext cx="1007757" cy="1007757"/>
          </a:xfrm>
          <a:prstGeom prst="rect">
            <a:avLst/>
          </a:prstGeom>
        </p:spPr>
      </p:pic>
      <p:pic>
        <p:nvPicPr>
          <p:cNvPr id="23" name="图片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41580" y="3188852"/>
            <a:ext cx="941341" cy="941341"/>
          </a:xfrm>
          <a:prstGeom prst="rect">
            <a:avLst/>
          </a:prstGeom>
        </p:spPr>
      </p:pic>
      <p:pic>
        <p:nvPicPr>
          <p:cNvPr id="24" name="图片 2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07893" y="3120652"/>
            <a:ext cx="1009384" cy="1009384"/>
          </a:xfrm>
          <a:prstGeom prst="rect">
            <a:avLst/>
          </a:prstGeom>
        </p:spPr>
      </p:pic>
      <p:sp>
        <p:nvSpPr>
          <p:cNvPr id="25" name="TextBox 19"/>
          <p:cNvSpPr txBox="1"/>
          <p:nvPr/>
        </p:nvSpPr>
        <p:spPr>
          <a:xfrm>
            <a:off x="8113438" y="2117918"/>
            <a:ext cx="2739796" cy="1061829"/>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26" name="TextBox 20"/>
          <p:cNvSpPr txBox="1"/>
          <p:nvPr/>
        </p:nvSpPr>
        <p:spPr>
          <a:xfrm>
            <a:off x="8129367" y="1711559"/>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27" name="TextBox 19"/>
          <p:cNvSpPr txBox="1"/>
          <p:nvPr/>
        </p:nvSpPr>
        <p:spPr>
          <a:xfrm>
            <a:off x="8618689" y="3652886"/>
            <a:ext cx="2739796" cy="1061829"/>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28" name="TextBox 20"/>
          <p:cNvSpPr txBox="1"/>
          <p:nvPr/>
        </p:nvSpPr>
        <p:spPr>
          <a:xfrm>
            <a:off x="8634618" y="3246527"/>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29" name="TextBox 19"/>
          <p:cNvSpPr txBox="1"/>
          <p:nvPr/>
        </p:nvSpPr>
        <p:spPr>
          <a:xfrm>
            <a:off x="853670" y="3652886"/>
            <a:ext cx="2739796" cy="1061829"/>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30" name="TextBox 20"/>
          <p:cNvSpPr txBox="1"/>
          <p:nvPr/>
        </p:nvSpPr>
        <p:spPr>
          <a:xfrm>
            <a:off x="869599" y="3246527"/>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31" name="TextBox 19"/>
          <p:cNvSpPr txBox="1"/>
          <p:nvPr/>
        </p:nvSpPr>
        <p:spPr>
          <a:xfrm>
            <a:off x="1497392" y="5187854"/>
            <a:ext cx="2739796" cy="1061829"/>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32" name="TextBox 20"/>
          <p:cNvSpPr txBox="1"/>
          <p:nvPr/>
        </p:nvSpPr>
        <p:spPr>
          <a:xfrm>
            <a:off x="1513321" y="4781495"/>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33" name="TextBox 19"/>
          <p:cNvSpPr txBox="1"/>
          <p:nvPr/>
        </p:nvSpPr>
        <p:spPr>
          <a:xfrm>
            <a:off x="8113438" y="5187854"/>
            <a:ext cx="2739796" cy="1061829"/>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34" name="TextBox 20"/>
          <p:cNvSpPr txBox="1"/>
          <p:nvPr/>
        </p:nvSpPr>
        <p:spPr>
          <a:xfrm>
            <a:off x="8129367" y="4781495"/>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661848"/>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添加论文内容第一部分标题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nvSpPr>
        <p:spPr>
          <a:xfrm rot="1820888">
            <a:off x="3636246" y="3364374"/>
            <a:ext cx="4714998" cy="703543"/>
          </a:xfrm>
          <a:prstGeom prst="ellipse">
            <a:avLst/>
          </a:prstGeom>
          <a:noFill/>
          <a:ln w="9525">
            <a:solidFill>
              <a:schemeClr val="accent2"/>
            </a:solidFill>
            <a:headEnd type="none"/>
            <a:tailEnd type="stealt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7" tIns="27003" rIns="54007" bIns="27003" numCol="1" spcCol="0" rtlCol="0" fromWordArt="0" anchor="ctr" anchorCtr="0" forceAA="0" compatLnSpc="1">
            <a:noAutofit/>
          </a:bodyPr>
          <a:lstStyle/>
          <a:p>
            <a:pPr algn="ctr"/>
            <a:endParaRPr lang="zh-CN" altLang="en-US" sz="1065">
              <a:solidFill>
                <a:schemeClr val="tx1">
                  <a:lumMod val="75000"/>
                  <a:lumOff val="25000"/>
                </a:schemeClr>
              </a:solidFill>
            </a:endParaRPr>
          </a:p>
        </p:txBody>
      </p:sp>
      <p:sp>
        <p:nvSpPr>
          <p:cNvPr id="12" name="椭圆 11"/>
          <p:cNvSpPr/>
          <p:nvPr/>
        </p:nvSpPr>
        <p:spPr>
          <a:xfrm rot="19657204">
            <a:off x="3560285" y="3402890"/>
            <a:ext cx="4714998" cy="703543"/>
          </a:xfrm>
          <a:prstGeom prst="ellipse">
            <a:avLst/>
          </a:prstGeom>
          <a:noFill/>
          <a:ln w="9525">
            <a:solidFill>
              <a:schemeClr val="accent3"/>
            </a:solidFill>
            <a:headEnd type="none"/>
            <a:tailEnd type="stealt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7" tIns="27003" rIns="54007" bIns="27003" numCol="1" spcCol="0" rtlCol="0" fromWordArt="0" anchor="ctr" anchorCtr="0" forceAA="0" compatLnSpc="1">
            <a:noAutofit/>
          </a:bodyPr>
          <a:lstStyle/>
          <a:p>
            <a:pPr algn="ctr"/>
            <a:endParaRPr lang="zh-CN" altLang="en-US" sz="1065">
              <a:solidFill>
                <a:schemeClr val="tx1">
                  <a:lumMod val="75000"/>
                  <a:lumOff val="25000"/>
                </a:schemeClr>
              </a:solidFill>
            </a:endParaRPr>
          </a:p>
        </p:txBody>
      </p:sp>
      <p:sp>
        <p:nvSpPr>
          <p:cNvPr id="13" name="椭圆 12"/>
          <p:cNvSpPr/>
          <p:nvPr/>
        </p:nvSpPr>
        <p:spPr>
          <a:xfrm>
            <a:off x="7643375" y="4505129"/>
            <a:ext cx="499653" cy="475859"/>
          </a:xfrm>
          <a:prstGeom prst="ellipse">
            <a:avLst/>
          </a:prstGeom>
          <a:solidFill>
            <a:schemeClr val="accent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7" tIns="27003" rIns="54007" bIns="27003" numCol="1" spcCol="0" rtlCol="0" fromWordArt="0" anchor="ctr" anchorCtr="0" forceAA="0" compatLnSpc="1">
            <a:noAutofit/>
          </a:bodyPr>
          <a:lstStyle/>
          <a:p>
            <a:pPr algn="ctr"/>
            <a:endParaRPr lang="zh-CN" altLang="en-US" sz="1065">
              <a:solidFill>
                <a:schemeClr val="tx1">
                  <a:lumMod val="75000"/>
                  <a:lumOff val="25000"/>
                </a:schemeClr>
              </a:solidFill>
            </a:endParaRPr>
          </a:p>
        </p:txBody>
      </p:sp>
      <p:sp>
        <p:nvSpPr>
          <p:cNvPr id="14" name="椭圆 13"/>
          <p:cNvSpPr/>
          <p:nvPr/>
        </p:nvSpPr>
        <p:spPr>
          <a:xfrm>
            <a:off x="3826189" y="2390168"/>
            <a:ext cx="499653" cy="475859"/>
          </a:xfrm>
          <a:prstGeom prst="ellipse">
            <a:avLst/>
          </a:prstGeom>
          <a:solidFill>
            <a:schemeClr val="accent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7" tIns="27003" rIns="54007" bIns="27003" numCol="1" spcCol="0" rtlCol="0" fromWordArt="0" anchor="ctr" anchorCtr="0" forceAA="0" compatLnSpc="1">
            <a:noAutofit/>
          </a:bodyPr>
          <a:lstStyle/>
          <a:p>
            <a:pPr algn="ctr"/>
            <a:endParaRPr lang="zh-CN" altLang="en-US" sz="1065">
              <a:solidFill>
                <a:schemeClr val="tx1">
                  <a:lumMod val="75000"/>
                  <a:lumOff val="25000"/>
                </a:schemeClr>
              </a:solidFill>
            </a:endParaRPr>
          </a:p>
        </p:txBody>
      </p:sp>
      <p:sp>
        <p:nvSpPr>
          <p:cNvPr id="15" name="椭圆 14"/>
          <p:cNvSpPr/>
          <p:nvPr/>
        </p:nvSpPr>
        <p:spPr>
          <a:xfrm>
            <a:off x="3667837" y="4678268"/>
            <a:ext cx="499653" cy="475859"/>
          </a:xfrm>
          <a:prstGeom prst="ellipse">
            <a:avLst/>
          </a:prstGeom>
          <a:solidFill>
            <a:schemeClr val="accent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7" tIns="27003" rIns="54007" bIns="27003" numCol="1" spcCol="0" rtlCol="0" fromWordArt="0" anchor="ctr" anchorCtr="0" forceAA="0" compatLnSpc="1">
            <a:noAutofit/>
          </a:bodyPr>
          <a:lstStyle/>
          <a:p>
            <a:pPr algn="ctr"/>
            <a:endParaRPr lang="zh-CN" altLang="en-US" sz="1065">
              <a:solidFill>
                <a:schemeClr val="tx1">
                  <a:lumMod val="75000"/>
                  <a:lumOff val="25000"/>
                </a:schemeClr>
              </a:solidFill>
            </a:endParaRPr>
          </a:p>
        </p:txBody>
      </p:sp>
      <p:sp>
        <p:nvSpPr>
          <p:cNvPr id="16" name="椭圆 15"/>
          <p:cNvSpPr/>
          <p:nvPr/>
        </p:nvSpPr>
        <p:spPr>
          <a:xfrm>
            <a:off x="7590564" y="2364164"/>
            <a:ext cx="499653" cy="475858"/>
          </a:xfrm>
          <a:prstGeom prst="ellipse">
            <a:avLst/>
          </a:prstGeom>
          <a:solidFill>
            <a:schemeClr val="accent3"/>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7" tIns="27003" rIns="54007" bIns="27003" numCol="1" spcCol="0" rtlCol="0" fromWordArt="0" anchor="ctr" anchorCtr="0" forceAA="0" compatLnSpc="1">
            <a:noAutofit/>
          </a:bodyPr>
          <a:lstStyle/>
          <a:p>
            <a:pPr algn="ctr"/>
            <a:endParaRPr lang="zh-CN" altLang="en-US" sz="1065">
              <a:solidFill>
                <a:schemeClr val="tx1">
                  <a:lumMod val="75000"/>
                  <a:lumOff val="25000"/>
                </a:schemeClr>
              </a:solidFill>
            </a:endParaRPr>
          </a:p>
        </p:txBody>
      </p:sp>
      <p:sp>
        <p:nvSpPr>
          <p:cNvPr id="17" name="椭圆 16"/>
          <p:cNvSpPr/>
          <p:nvPr/>
        </p:nvSpPr>
        <p:spPr>
          <a:xfrm rot="5400000">
            <a:off x="4251033" y="3321613"/>
            <a:ext cx="3564966" cy="629864"/>
          </a:xfrm>
          <a:prstGeom prst="ellipse">
            <a:avLst/>
          </a:prstGeom>
          <a:noFill/>
          <a:ln w="9525">
            <a:solidFill>
              <a:schemeClr val="accent1"/>
            </a:solidFill>
            <a:headEnd type="none"/>
            <a:tailEnd type="stealt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7" tIns="27003" rIns="54007" bIns="27003" numCol="1" spcCol="0" rtlCol="0" fromWordArt="0" anchor="ctr" anchorCtr="0" forceAA="0" compatLnSpc="1">
            <a:noAutofit/>
          </a:bodyPr>
          <a:lstStyle/>
          <a:p>
            <a:pPr algn="ctr"/>
            <a:endParaRPr lang="zh-CN" altLang="en-US" sz="1065">
              <a:solidFill>
                <a:schemeClr val="tx1">
                  <a:lumMod val="75000"/>
                  <a:lumOff val="25000"/>
                </a:schemeClr>
              </a:solidFill>
            </a:endParaRPr>
          </a:p>
        </p:txBody>
      </p:sp>
      <p:grpSp>
        <p:nvGrpSpPr>
          <p:cNvPr id="18" name="组合 17"/>
          <p:cNvGrpSpPr/>
          <p:nvPr/>
        </p:nvGrpSpPr>
        <p:grpSpPr>
          <a:xfrm>
            <a:off x="4953116" y="2654564"/>
            <a:ext cx="2171612" cy="2068202"/>
            <a:chOff x="4804332" y="2348505"/>
            <a:chExt cx="2398155" cy="2398155"/>
          </a:xfrm>
        </p:grpSpPr>
        <p:sp>
          <p:nvSpPr>
            <p:cNvPr id="19" name="菱形 18"/>
            <p:cNvSpPr/>
            <p:nvPr/>
          </p:nvSpPr>
          <p:spPr>
            <a:xfrm>
              <a:off x="4804332" y="2348505"/>
              <a:ext cx="2398155" cy="2398155"/>
            </a:xfrm>
            <a:prstGeom prst="diamond">
              <a:avLst/>
            </a:prstGeom>
            <a:solidFill>
              <a:schemeClr val="accent1">
                <a:alpha val="99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65">
                <a:solidFill>
                  <a:schemeClr val="bg1"/>
                </a:solidFill>
              </a:endParaRPr>
            </a:p>
          </p:txBody>
        </p:sp>
        <p:sp>
          <p:nvSpPr>
            <p:cNvPr id="20" name="矩形 19"/>
            <p:cNvSpPr/>
            <p:nvPr/>
          </p:nvSpPr>
          <p:spPr>
            <a:xfrm>
              <a:off x="5221678" y="3399409"/>
              <a:ext cx="1563466" cy="535317"/>
            </a:xfrm>
            <a:prstGeom prst="rect">
              <a:avLst/>
            </a:prstGeom>
          </p:spPr>
          <p:txBody>
            <a:bodyPr wrap="none">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添加标题</a:t>
              </a:r>
              <a:endPar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1" name="组合 20"/>
          <p:cNvGrpSpPr/>
          <p:nvPr/>
        </p:nvGrpSpPr>
        <p:grpSpPr>
          <a:xfrm>
            <a:off x="5781036" y="1603608"/>
            <a:ext cx="499653" cy="4062904"/>
            <a:chOff x="4377231" y="1342422"/>
            <a:chExt cx="325893" cy="2782484"/>
          </a:xfrm>
        </p:grpSpPr>
        <p:sp>
          <p:nvSpPr>
            <p:cNvPr id="22" name="椭圆 21"/>
            <p:cNvSpPr/>
            <p:nvPr/>
          </p:nvSpPr>
          <p:spPr>
            <a:xfrm>
              <a:off x="4377231" y="1342422"/>
              <a:ext cx="325893" cy="325893"/>
            </a:xfrm>
            <a:prstGeom prst="ellipse">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7" tIns="27003" rIns="54007" bIns="27003" numCol="1" spcCol="0" rtlCol="0" fromWordArt="0" anchor="ctr" anchorCtr="0" forceAA="0" compatLnSpc="1">
              <a:noAutofit/>
            </a:bodyPr>
            <a:lstStyle/>
            <a:p>
              <a:pPr algn="ctr"/>
              <a:endParaRPr lang="zh-CN" altLang="en-US" sz="1065">
                <a:solidFill>
                  <a:schemeClr val="tx1">
                    <a:lumMod val="75000"/>
                    <a:lumOff val="25000"/>
                  </a:schemeClr>
                </a:solidFill>
              </a:endParaRPr>
            </a:p>
          </p:txBody>
        </p:sp>
        <p:sp>
          <p:nvSpPr>
            <p:cNvPr id="23" name="椭圆 22"/>
            <p:cNvSpPr/>
            <p:nvPr/>
          </p:nvSpPr>
          <p:spPr>
            <a:xfrm>
              <a:off x="4377231" y="3799013"/>
              <a:ext cx="325893" cy="325893"/>
            </a:xfrm>
            <a:prstGeom prst="ellipse">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7" tIns="27003" rIns="54007" bIns="27003" numCol="1" spcCol="0" rtlCol="0" fromWordArt="0" anchor="ctr" anchorCtr="0" forceAA="0" compatLnSpc="1">
              <a:noAutofit/>
            </a:bodyPr>
            <a:lstStyle/>
            <a:p>
              <a:pPr algn="ctr"/>
              <a:endParaRPr lang="zh-CN" altLang="en-US" sz="1065">
                <a:solidFill>
                  <a:schemeClr val="tx1">
                    <a:lumMod val="75000"/>
                    <a:lumOff val="25000"/>
                  </a:schemeClr>
                </a:solidFill>
              </a:endParaRPr>
            </a:p>
          </p:txBody>
        </p:sp>
      </p:grpSp>
      <p:sp>
        <p:nvSpPr>
          <p:cNvPr id="24" name="Content Placeholder 2"/>
          <p:cNvSpPr txBox="1"/>
          <p:nvPr/>
        </p:nvSpPr>
        <p:spPr>
          <a:xfrm>
            <a:off x="8172458" y="2512904"/>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5" name="Title 13"/>
          <p:cNvSpPr txBox="1"/>
          <p:nvPr/>
        </p:nvSpPr>
        <p:spPr>
          <a:xfrm>
            <a:off x="8159566" y="2098021"/>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6" name="Content Placeholder 2"/>
          <p:cNvSpPr txBox="1"/>
          <p:nvPr/>
        </p:nvSpPr>
        <p:spPr>
          <a:xfrm>
            <a:off x="8172458" y="4206855"/>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7" name="Title 13"/>
          <p:cNvSpPr txBox="1"/>
          <p:nvPr/>
        </p:nvSpPr>
        <p:spPr>
          <a:xfrm>
            <a:off x="8159566" y="3791972"/>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8" name="Content Placeholder 2"/>
          <p:cNvSpPr txBox="1"/>
          <p:nvPr/>
        </p:nvSpPr>
        <p:spPr>
          <a:xfrm>
            <a:off x="6356033" y="5816453"/>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9" name="Title 13"/>
          <p:cNvSpPr txBox="1"/>
          <p:nvPr/>
        </p:nvSpPr>
        <p:spPr>
          <a:xfrm>
            <a:off x="6343141" y="5401570"/>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30" name="Content Placeholder 2"/>
          <p:cNvSpPr txBox="1"/>
          <p:nvPr/>
        </p:nvSpPr>
        <p:spPr>
          <a:xfrm>
            <a:off x="881262" y="2630306"/>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r">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31" name="Title 13"/>
          <p:cNvSpPr txBox="1"/>
          <p:nvPr/>
        </p:nvSpPr>
        <p:spPr>
          <a:xfrm>
            <a:off x="868370" y="2215423"/>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32" name="Content Placeholder 2"/>
          <p:cNvSpPr txBox="1"/>
          <p:nvPr/>
        </p:nvSpPr>
        <p:spPr>
          <a:xfrm>
            <a:off x="766874" y="5137649"/>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r">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33" name="Title 13"/>
          <p:cNvSpPr txBox="1"/>
          <p:nvPr/>
        </p:nvSpPr>
        <p:spPr>
          <a:xfrm>
            <a:off x="753982" y="4722766"/>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34" name="Title 13"/>
          <p:cNvSpPr txBox="1"/>
          <p:nvPr/>
        </p:nvSpPr>
        <p:spPr>
          <a:xfrm>
            <a:off x="5008776" y="1009612"/>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661848"/>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添加论文内容第一部分标题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Oval 4"/>
          <p:cNvSpPr>
            <a:spLocks noChangeArrowheads="1"/>
          </p:cNvSpPr>
          <p:nvPr/>
        </p:nvSpPr>
        <p:spPr bwMode="gray">
          <a:xfrm>
            <a:off x="3905484" y="1638648"/>
            <a:ext cx="3956050" cy="3881437"/>
          </a:xfrm>
          <a:prstGeom prst="ellipse">
            <a:avLst/>
          </a:prstGeom>
          <a:noFill/>
          <a:ln w="12700">
            <a:solidFill>
              <a:sysClr val="window" lastClr="FFFFFF">
                <a:lumMod val="50000"/>
              </a:sysClr>
            </a:solidFill>
            <a:prstDash val="sysDot"/>
            <a:round/>
          </a:ln>
          <a:effectLst/>
          <a:extLst>
            <a:ext uri="{909E8E84-426E-40DD-AFC4-6F175D3DCCD1}">
              <a14:hiddenFill xmlns:a14="http://schemas.microsoft.com/office/drawing/2010/main">
                <a:gradFill rotWithShape="1">
                  <a:gsLst>
                    <a:gs pos="0">
                      <a:srgbClr val="FFFFCC">
                        <a:gamma/>
                        <a:shade val="60784"/>
                        <a:invGamma/>
                      </a:srgbClr>
                    </a:gs>
                    <a:gs pos="100000">
                      <a:srgbClr val="FFFFCC">
                        <a:alpha val="0"/>
                      </a:srgbClr>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2" name="Oval 5"/>
          <p:cNvSpPr>
            <a:spLocks noChangeArrowheads="1"/>
          </p:cNvSpPr>
          <p:nvPr/>
        </p:nvSpPr>
        <p:spPr bwMode="gray">
          <a:xfrm>
            <a:off x="4122971" y="1845023"/>
            <a:ext cx="3490913" cy="3490912"/>
          </a:xfrm>
          <a:prstGeom prst="ellipse">
            <a:avLst/>
          </a:prstGeom>
          <a:noFill/>
          <a:ln w="12700">
            <a:solidFill>
              <a:sysClr val="window" lastClr="FFFFFF">
                <a:lumMod val="50000"/>
              </a:sysClr>
            </a:solidFill>
            <a:prstDash val="sysDot"/>
            <a:round/>
          </a:ln>
          <a:effectLst/>
          <a:extLst>
            <a:ext uri="{909E8E84-426E-40DD-AFC4-6F175D3DCCD1}">
              <a14:hiddenFill xmlns:a14="http://schemas.microsoft.com/office/drawing/2010/main">
                <a:gradFill rotWithShape="1">
                  <a:gsLst>
                    <a:gs pos="0">
                      <a:srgbClr val="FFFFCC">
                        <a:gamma/>
                        <a:shade val="60784"/>
                        <a:invGamma/>
                      </a:srgbClr>
                    </a:gs>
                    <a:gs pos="100000">
                      <a:srgbClr val="FFFFCC">
                        <a:alpha val="0"/>
                      </a:srgbClr>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3" name="Oval 6"/>
          <p:cNvSpPr>
            <a:spLocks noChangeArrowheads="1"/>
          </p:cNvSpPr>
          <p:nvPr/>
        </p:nvSpPr>
        <p:spPr bwMode="gray">
          <a:xfrm>
            <a:off x="4338871" y="2172048"/>
            <a:ext cx="2973388" cy="2973387"/>
          </a:xfrm>
          <a:prstGeom prst="ellipse">
            <a:avLst/>
          </a:prstGeom>
          <a:noFill/>
          <a:ln w="12700">
            <a:solidFill>
              <a:sysClr val="window" lastClr="FFFFFF">
                <a:lumMod val="50000"/>
              </a:sysClr>
            </a:solidFill>
            <a:prstDash val="sysDot"/>
            <a:round/>
          </a:ln>
          <a:effectLst/>
          <a:extLst>
            <a:ext uri="{909E8E84-426E-40DD-AFC4-6F175D3DCCD1}">
              <a14:hiddenFill xmlns:a14="http://schemas.microsoft.com/office/drawing/2010/main">
                <a:gradFill rotWithShape="1">
                  <a:gsLst>
                    <a:gs pos="0">
                      <a:srgbClr val="FFFFCC">
                        <a:gamma/>
                        <a:shade val="60784"/>
                        <a:invGamma/>
                      </a:srgbClr>
                    </a:gs>
                    <a:gs pos="100000">
                      <a:srgbClr val="FFFFCC">
                        <a:alpha val="0"/>
                      </a:srgbClr>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4" name="AutoShape 7"/>
          <p:cNvSpPr>
            <a:spLocks noChangeArrowheads="1"/>
          </p:cNvSpPr>
          <p:nvPr/>
        </p:nvSpPr>
        <p:spPr bwMode="gray">
          <a:xfrm rot="9044363">
            <a:off x="3581634" y="3470623"/>
            <a:ext cx="1871662" cy="1855787"/>
          </a:xfrm>
          <a:prstGeom prst="chevron">
            <a:avLst>
              <a:gd name="adj" fmla="val 28655"/>
            </a:avLst>
          </a:prstGeom>
          <a:solidFill>
            <a:schemeClr val="accent3"/>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5" name="AutoShape 8"/>
          <p:cNvSpPr>
            <a:spLocks noChangeArrowheads="1"/>
          </p:cNvSpPr>
          <p:nvPr/>
        </p:nvSpPr>
        <p:spPr bwMode="gray">
          <a:xfrm rot="16200000">
            <a:off x="4859571" y="1276698"/>
            <a:ext cx="1871663" cy="1855787"/>
          </a:xfrm>
          <a:prstGeom prst="chevron">
            <a:avLst>
              <a:gd name="adj" fmla="val 28655"/>
            </a:avLst>
          </a:prstGeom>
          <a:solidFill>
            <a:schemeClr val="accent1"/>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6" name="AutoShape 9"/>
          <p:cNvSpPr>
            <a:spLocks noChangeArrowheads="1"/>
          </p:cNvSpPr>
          <p:nvPr/>
        </p:nvSpPr>
        <p:spPr bwMode="gray">
          <a:xfrm rot="1788254">
            <a:off x="6127984" y="3483323"/>
            <a:ext cx="1871662" cy="1855787"/>
          </a:xfrm>
          <a:prstGeom prst="chevron">
            <a:avLst>
              <a:gd name="adj" fmla="val 28655"/>
            </a:avLst>
          </a:prstGeom>
          <a:solidFill>
            <a:schemeClr val="accent2"/>
          </a:solidFill>
          <a:ln w="25400" cap="flat" cmpd="sng" algn="ctr">
            <a:noFill/>
            <a:prstDash val="solid"/>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7" name="Text Box 10"/>
          <p:cNvSpPr txBox="1">
            <a:spLocks noChangeArrowheads="1"/>
          </p:cNvSpPr>
          <p:nvPr/>
        </p:nvSpPr>
        <p:spPr bwMode="gray">
          <a:xfrm>
            <a:off x="4860810" y="3573016"/>
            <a:ext cx="18557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cs"/>
              </a:rPr>
              <a:t>添加标题</a:t>
            </a:r>
            <a:endParaRPr kumimoji="0" lang="en-US" altLang="zh-CN" sz="20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mn-cs"/>
            </a:endParaRPr>
          </a:p>
        </p:txBody>
      </p:sp>
      <p:sp>
        <p:nvSpPr>
          <p:cNvPr id="18" name="Rectangle 11"/>
          <p:cNvSpPr>
            <a:spLocks noChangeArrowheads="1"/>
          </p:cNvSpPr>
          <p:nvPr/>
        </p:nvSpPr>
        <p:spPr bwMode="gray">
          <a:xfrm>
            <a:off x="4770671" y="2019648"/>
            <a:ext cx="2043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标题</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9" name="Rectangle 12"/>
          <p:cNvSpPr>
            <a:spLocks noChangeArrowheads="1"/>
          </p:cNvSpPr>
          <p:nvPr/>
        </p:nvSpPr>
        <p:spPr bwMode="gray">
          <a:xfrm>
            <a:off x="3780690" y="4343896"/>
            <a:ext cx="11604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标题</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0" name="Rectangle 13"/>
          <p:cNvSpPr>
            <a:spLocks noChangeArrowheads="1"/>
          </p:cNvSpPr>
          <p:nvPr/>
        </p:nvSpPr>
        <p:spPr bwMode="gray">
          <a:xfrm>
            <a:off x="6677902" y="4309988"/>
            <a:ext cx="116046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  </a:t>
            </a:r>
            <a:r>
              <a:rPr kumimoji="0" lang="zh-CN" altLang="en-US"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标题</a:t>
            </a:r>
            <a:endParaRPr kumimoji="0" lang="en-US" altLang="zh-CN" sz="14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1" name="Content Placeholder 2"/>
          <p:cNvSpPr txBox="1"/>
          <p:nvPr/>
        </p:nvSpPr>
        <p:spPr>
          <a:xfrm>
            <a:off x="7756951" y="234789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2" name="Title 13"/>
          <p:cNvSpPr txBox="1"/>
          <p:nvPr/>
        </p:nvSpPr>
        <p:spPr>
          <a:xfrm>
            <a:off x="7744059" y="1933008"/>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3" name="Content Placeholder 2"/>
          <p:cNvSpPr txBox="1"/>
          <p:nvPr/>
        </p:nvSpPr>
        <p:spPr>
          <a:xfrm>
            <a:off x="4742100" y="5875200"/>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4" name="Title 13"/>
          <p:cNvSpPr txBox="1"/>
          <p:nvPr/>
        </p:nvSpPr>
        <p:spPr>
          <a:xfrm>
            <a:off x="4729208" y="5460317"/>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5" name="Content Placeholder 2"/>
          <p:cNvSpPr txBox="1"/>
          <p:nvPr/>
        </p:nvSpPr>
        <p:spPr>
          <a:xfrm>
            <a:off x="727230" y="2408165"/>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6" name="Title 13"/>
          <p:cNvSpPr txBox="1"/>
          <p:nvPr/>
        </p:nvSpPr>
        <p:spPr>
          <a:xfrm>
            <a:off x="714338" y="1993282"/>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661848"/>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添加论文内容第一部分标题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11" name="组合 10"/>
          <p:cNvGrpSpPr/>
          <p:nvPr/>
        </p:nvGrpSpPr>
        <p:grpSpPr>
          <a:xfrm>
            <a:off x="6565499" y="2237176"/>
            <a:ext cx="1536171" cy="1536171"/>
            <a:chOff x="4572000" y="1995686"/>
            <a:chExt cx="1152128" cy="1152128"/>
          </a:xfrm>
        </p:grpSpPr>
        <p:sp>
          <p:nvSpPr>
            <p:cNvPr id="12" name="椭圆 4"/>
            <p:cNvSpPr/>
            <p:nvPr/>
          </p:nvSpPr>
          <p:spPr>
            <a:xfrm>
              <a:off x="4572000" y="1995686"/>
              <a:ext cx="1152128" cy="1152128"/>
            </a:xfrm>
            <a:custGeom>
              <a:avLst/>
              <a:gdLst/>
              <a:ahLst/>
              <a:cxnLst/>
              <a:rect l="l" t="t" r="r" b="b"/>
              <a:pathLst>
                <a:path w="1152128" h="1152128">
                  <a:moveTo>
                    <a:pt x="576064" y="0"/>
                  </a:moveTo>
                  <a:lnTo>
                    <a:pt x="1152128" y="0"/>
                  </a:lnTo>
                  <a:lnTo>
                    <a:pt x="1152128" y="576064"/>
                  </a:lnTo>
                  <a:cubicBezTo>
                    <a:pt x="1152128" y="894215"/>
                    <a:pt x="894215" y="1152128"/>
                    <a:pt x="576064" y="1152128"/>
                  </a:cubicBezTo>
                  <a:cubicBezTo>
                    <a:pt x="257913" y="1152128"/>
                    <a:pt x="0" y="894215"/>
                    <a:pt x="0" y="576064"/>
                  </a:cubicBezTo>
                  <a:cubicBezTo>
                    <a:pt x="0" y="257913"/>
                    <a:pt x="257913" y="0"/>
                    <a:pt x="576064"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9726" y="2277014"/>
              <a:ext cx="596675" cy="596675"/>
            </a:xfrm>
            <a:prstGeom prst="rect">
              <a:avLst/>
            </a:prstGeom>
          </p:spPr>
        </p:pic>
      </p:grpSp>
      <p:grpSp>
        <p:nvGrpSpPr>
          <p:cNvPr id="14" name="组合 13"/>
          <p:cNvGrpSpPr/>
          <p:nvPr/>
        </p:nvGrpSpPr>
        <p:grpSpPr>
          <a:xfrm>
            <a:off x="9187457" y="2237176"/>
            <a:ext cx="1536171" cy="1536171"/>
            <a:chOff x="6084168" y="1995686"/>
            <a:chExt cx="1152128" cy="1152128"/>
          </a:xfrm>
        </p:grpSpPr>
        <p:sp>
          <p:nvSpPr>
            <p:cNvPr id="15" name="椭圆 4"/>
            <p:cNvSpPr/>
            <p:nvPr/>
          </p:nvSpPr>
          <p:spPr>
            <a:xfrm>
              <a:off x="6084168" y="1995686"/>
              <a:ext cx="1152128" cy="1152128"/>
            </a:xfrm>
            <a:custGeom>
              <a:avLst/>
              <a:gdLst/>
              <a:ahLst/>
              <a:cxnLst/>
              <a:rect l="l" t="t" r="r" b="b"/>
              <a:pathLst>
                <a:path w="1152128" h="1152128">
                  <a:moveTo>
                    <a:pt x="576064" y="0"/>
                  </a:moveTo>
                  <a:lnTo>
                    <a:pt x="1152128" y="0"/>
                  </a:lnTo>
                  <a:lnTo>
                    <a:pt x="1152128" y="576064"/>
                  </a:lnTo>
                  <a:cubicBezTo>
                    <a:pt x="1152128" y="894215"/>
                    <a:pt x="894215" y="1152128"/>
                    <a:pt x="576064" y="1152128"/>
                  </a:cubicBezTo>
                  <a:cubicBezTo>
                    <a:pt x="257913" y="1152128"/>
                    <a:pt x="0" y="894215"/>
                    <a:pt x="0" y="576064"/>
                  </a:cubicBezTo>
                  <a:cubicBezTo>
                    <a:pt x="0" y="257913"/>
                    <a:pt x="257913" y="0"/>
                    <a:pt x="57606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7126" y="2247064"/>
              <a:ext cx="589829" cy="589829"/>
            </a:xfrm>
            <a:prstGeom prst="rect">
              <a:avLst/>
            </a:prstGeom>
          </p:spPr>
        </p:pic>
      </p:grpSp>
      <p:grpSp>
        <p:nvGrpSpPr>
          <p:cNvPr id="17" name="组合 16"/>
          <p:cNvGrpSpPr/>
          <p:nvPr/>
        </p:nvGrpSpPr>
        <p:grpSpPr>
          <a:xfrm>
            <a:off x="3943539" y="2237176"/>
            <a:ext cx="1536171" cy="1536171"/>
            <a:chOff x="2915816" y="1995686"/>
            <a:chExt cx="1152128" cy="1152128"/>
          </a:xfrm>
        </p:grpSpPr>
        <p:sp>
          <p:nvSpPr>
            <p:cNvPr id="18" name="椭圆 4"/>
            <p:cNvSpPr/>
            <p:nvPr/>
          </p:nvSpPr>
          <p:spPr>
            <a:xfrm>
              <a:off x="2915816" y="1995686"/>
              <a:ext cx="1152128" cy="1152128"/>
            </a:xfrm>
            <a:custGeom>
              <a:avLst/>
              <a:gdLst/>
              <a:ahLst/>
              <a:cxnLst/>
              <a:rect l="l" t="t" r="r" b="b"/>
              <a:pathLst>
                <a:path w="1152128" h="1152128">
                  <a:moveTo>
                    <a:pt x="576064" y="0"/>
                  </a:moveTo>
                  <a:lnTo>
                    <a:pt x="1152128" y="0"/>
                  </a:lnTo>
                  <a:lnTo>
                    <a:pt x="1152128" y="576064"/>
                  </a:lnTo>
                  <a:cubicBezTo>
                    <a:pt x="1152128" y="894215"/>
                    <a:pt x="894215" y="1152128"/>
                    <a:pt x="576064" y="1152128"/>
                  </a:cubicBezTo>
                  <a:cubicBezTo>
                    <a:pt x="257913" y="1152128"/>
                    <a:pt x="0" y="894215"/>
                    <a:pt x="0" y="576064"/>
                  </a:cubicBezTo>
                  <a:cubicBezTo>
                    <a:pt x="0" y="257913"/>
                    <a:pt x="257913" y="0"/>
                    <a:pt x="57606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23139" y="2277014"/>
              <a:ext cx="529930" cy="529930"/>
            </a:xfrm>
            <a:prstGeom prst="rect">
              <a:avLst/>
            </a:prstGeom>
          </p:spPr>
        </p:pic>
      </p:grpSp>
      <p:grpSp>
        <p:nvGrpSpPr>
          <p:cNvPr id="20" name="组合 19"/>
          <p:cNvGrpSpPr/>
          <p:nvPr/>
        </p:nvGrpSpPr>
        <p:grpSpPr>
          <a:xfrm>
            <a:off x="1321579" y="2237176"/>
            <a:ext cx="1536171" cy="1536171"/>
            <a:chOff x="1475656" y="1995686"/>
            <a:chExt cx="1152128" cy="1152128"/>
          </a:xfrm>
        </p:grpSpPr>
        <p:sp>
          <p:nvSpPr>
            <p:cNvPr id="21" name="椭圆 4"/>
            <p:cNvSpPr/>
            <p:nvPr/>
          </p:nvSpPr>
          <p:spPr>
            <a:xfrm>
              <a:off x="1475656" y="1995686"/>
              <a:ext cx="1152128" cy="1152128"/>
            </a:xfrm>
            <a:custGeom>
              <a:avLst/>
              <a:gdLst/>
              <a:ahLst/>
              <a:cxnLst/>
              <a:rect l="l" t="t" r="r" b="b"/>
              <a:pathLst>
                <a:path w="1152128" h="1152128">
                  <a:moveTo>
                    <a:pt x="576064" y="0"/>
                  </a:moveTo>
                  <a:lnTo>
                    <a:pt x="1152128" y="0"/>
                  </a:lnTo>
                  <a:lnTo>
                    <a:pt x="1152128" y="576064"/>
                  </a:lnTo>
                  <a:cubicBezTo>
                    <a:pt x="1152128" y="894215"/>
                    <a:pt x="894215" y="1152128"/>
                    <a:pt x="576064" y="1152128"/>
                  </a:cubicBezTo>
                  <a:cubicBezTo>
                    <a:pt x="257913" y="1152128"/>
                    <a:pt x="0" y="894215"/>
                    <a:pt x="0" y="576064"/>
                  </a:cubicBezTo>
                  <a:cubicBezTo>
                    <a:pt x="0" y="257913"/>
                    <a:pt x="257913" y="0"/>
                    <a:pt x="57606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pic>
          <p:nvPicPr>
            <p:cNvPr id="22" name="图片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6985" y="2277014"/>
              <a:ext cx="589470" cy="589470"/>
            </a:xfrm>
            <a:prstGeom prst="rect">
              <a:avLst/>
            </a:prstGeom>
          </p:spPr>
        </p:pic>
      </p:grpSp>
      <p:sp>
        <p:nvSpPr>
          <p:cNvPr id="23" name="TextBox 19"/>
          <p:cNvSpPr txBox="1"/>
          <p:nvPr/>
        </p:nvSpPr>
        <p:spPr>
          <a:xfrm>
            <a:off x="900862" y="4554810"/>
            <a:ext cx="2349202" cy="1061829"/>
          </a:xfrm>
          <a:prstGeom prst="rect">
            <a:avLst/>
          </a:prstGeom>
          <a:noFill/>
        </p:spPr>
        <p:txBody>
          <a:bodyPr wrap="square" rtlCol="0">
            <a:spAutoFit/>
          </a:bodyPr>
          <a:lstStyle/>
          <a:p>
            <a:pPr algn="ct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24" name="TextBox 20"/>
          <p:cNvSpPr txBox="1"/>
          <p:nvPr/>
        </p:nvSpPr>
        <p:spPr>
          <a:xfrm>
            <a:off x="994129" y="4148451"/>
            <a:ext cx="2162668" cy="420564"/>
          </a:xfrm>
          <a:prstGeom prst="rect">
            <a:avLst/>
          </a:prstGeom>
          <a:noFill/>
        </p:spPr>
        <p:txBody>
          <a:bodyPr wrap="square" rtlCol="0">
            <a:spAutoFit/>
          </a:bodyPr>
          <a:lstStyle/>
          <a:p>
            <a:pPr algn="ctr"/>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25" name="TextBox 19"/>
          <p:cNvSpPr txBox="1"/>
          <p:nvPr/>
        </p:nvSpPr>
        <p:spPr>
          <a:xfrm>
            <a:off x="3607099" y="4554810"/>
            <a:ext cx="2349202" cy="1061829"/>
          </a:xfrm>
          <a:prstGeom prst="rect">
            <a:avLst/>
          </a:prstGeom>
          <a:noFill/>
        </p:spPr>
        <p:txBody>
          <a:bodyPr wrap="square" rtlCol="0">
            <a:spAutoFit/>
          </a:bodyPr>
          <a:lstStyle/>
          <a:p>
            <a:pPr algn="ct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26" name="TextBox 20"/>
          <p:cNvSpPr txBox="1"/>
          <p:nvPr/>
        </p:nvSpPr>
        <p:spPr>
          <a:xfrm>
            <a:off x="3700366" y="4148451"/>
            <a:ext cx="2162668" cy="420564"/>
          </a:xfrm>
          <a:prstGeom prst="rect">
            <a:avLst/>
          </a:prstGeom>
          <a:noFill/>
        </p:spPr>
        <p:txBody>
          <a:bodyPr wrap="square" rtlCol="0">
            <a:spAutoFit/>
          </a:bodyPr>
          <a:lstStyle/>
          <a:p>
            <a:pPr algn="ctr"/>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27" name="TextBox 19"/>
          <p:cNvSpPr txBox="1"/>
          <p:nvPr/>
        </p:nvSpPr>
        <p:spPr>
          <a:xfrm>
            <a:off x="6251929" y="4554810"/>
            <a:ext cx="2349202" cy="1061829"/>
          </a:xfrm>
          <a:prstGeom prst="rect">
            <a:avLst/>
          </a:prstGeom>
          <a:noFill/>
        </p:spPr>
        <p:txBody>
          <a:bodyPr wrap="square" rtlCol="0">
            <a:spAutoFit/>
          </a:bodyPr>
          <a:lstStyle/>
          <a:p>
            <a:pPr algn="ct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28" name="TextBox 20"/>
          <p:cNvSpPr txBox="1"/>
          <p:nvPr/>
        </p:nvSpPr>
        <p:spPr>
          <a:xfrm>
            <a:off x="6345196" y="4148451"/>
            <a:ext cx="2162668" cy="420564"/>
          </a:xfrm>
          <a:prstGeom prst="rect">
            <a:avLst/>
          </a:prstGeom>
          <a:noFill/>
        </p:spPr>
        <p:txBody>
          <a:bodyPr wrap="square" rtlCol="0">
            <a:spAutoFit/>
          </a:bodyPr>
          <a:lstStyle/>
          <a:p>
            <a:pPr algn="ctr"/>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29" name="TextBox 19"/>
          <p:cNvSpPr txBox="1"/>
          <p:nvPr/>
        </p:nvSpPr>
        <p:spPr>
          <a:xfrm>
            <a:off x="8912689" y="4554810"/>
            <a:ext cx="2349202" cy="1061829"/>
          </a:xfrm>
          <a:prstGeom prst="rect">
            <a:avLst/>
          </a:prstGeom>
          <a:noFill/>
        </p:spPr>
        <p:txBody>
          <a:bodyPr wrap="square" rtlCol="0">
            <a:spAutoFit/>
          </a:bodyPr>
          <a:lstStyle/>
          <a:p>
            <a:pPr algn="ct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30" name="TextBox 20"/>
          <p:cNvSpPr txBox="1"/>
          <p:nvPr/>
        </p:nvSpPr>
        <p:spPr>
          <a:xfrm>
            <a:off x="9005956" y="4148451"/>
            <a:ext cx="2162668" cy="420564"/>
          </a:xfrm>
          <a:prstGeom prst="rect">
            <a:avLst/>
          </a:prstGeom>
          <a:noFill/>
        </p:spPr>
        <p:txBody>
          <a:bodyPr wrap="square" rtlCol="0">
            <a:spAutoFit/>
          </a:bodyPr>
          <a:lstStyle/>
          <a:p>
            <a:pPr algn="ctr"/>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p:cNvSpPr txBox="1"/>
          <p:nvPr/>
        </p:nvSpPr>
        <p:spPr>
          <a:xfrm>
            <a:off x="5721684" y="3369233"/>
            <a:ext cx="5708293" cy="923330"/>
          </a:xfrm>
          <a:prstGeom prst="rect">
            <a:avLst/>
          </a:prstGeom>
          <a:noFill/>
        </p:spPr>
        <p:txBody>
          <a:bodyPr wrap="square" rtlCol="0">
            <a:spAutoFit/>
          </a:bodyPr>
          <a:lstStyle/>
          <a:p>
            <a:pPr>
              <a:lnSpc>
                <a:spcPct val="150000"/>
              </a:lnSpc>
            </a:pPr>
            <a:r>
              <a:rPr lang="zh-CN" altLang="en-US" sz="36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添加论文内容第二部分标题</a:t>
            </a:r>
            <a:endParaRPr lang="zh-CN" altLang="en-US" sz="36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文本框 30"/>
          <p:cNvSpPr txBox="1"/>
          <p:nvPr/>
        </p:nvSpPr>
        <p:spPr>
          <a:xfrm>
            <a:off x="5721684" y="4165783"/>
            <a:ext cx="5708293" cy="1338828"/>
          </a:xfrm>
          <a:prstGeom prst="rect">
            <a:avLst/>
          </a:prstGeom>
          <a:noFill/>
        </p:spPr>
        <p:txBody>
          <a:bodyPr wrap="square" rtlCol="0">
            <a:spAutoFit/>
          </a:bodyPr>
          <a:lstStyle/>
          <a:p>
            <a:pPr>
              <a:lnSpc>
                <a:spcPct val="150000"/>
              </a:lnSpc>
            </a:pPr>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培养学生综合运用、巩固与扩展所学的基础理论和专业知识，培养学生独立分析、解决实际问题能力、培养学生处理数据和信息的能力。</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34" name="图片 33" descr="C:\Users\Administrator\Desktop\天津大学\图片素材\1图片\5c61df6859559790b3f10a9920fcd4e.jpg5c61df6859559790b3f10a9920fcd4e"/>
          <p:cNvPicPr>
            <a:picLocks noChangeAspect="1"/>
          </p:cNvPicPr>
          <p:nvPr/>
        </p:nvPicPr>
        <p:blipFill>
          <a:blip r:embed="rId1">
            <a:duotone>
              <a:schemeClr val="accent1">
                <a:shade val="45000"/>
                <a:satMod val="135000"/>
              </a:schemeClr>
              <a:prstClr val="white"/>
            </a:duotone>
          </a:blip>
          <a:srcRect/>
          <a:stretch>
            <a:fillRect/>
          </a:stretch>
        </p:blipFill>
        <p:spPr>
          <a:xfrm>
            <a:off x="635" y="0"/>
            <a:ext cx="5419090" cy="6858000"/>
          </a:xfrm>
          <a:custGeom>
            <a:avLst/>
            <a:gdLst>
              <a:gd name="connsiteX0" fmla="*/ 0 w 5418916"/>
              <a:gd name="connsiteY0" fmla="*/ 0 h 6858000"/>
              <a:gd name="connsiteX1" fmla="*/ 5418916 w 5418916"/>
              <a:gd name="connsiteY1" fmla="*/ 0 h 6858000"/>
              <a:gd name="connsiteX2" fmla="*/ 3236852 w 5418916"/>
              <a:gd name="connsiteY2" fmla="*/ 6858000 h 6858000"/>
              <a:gd name="connsiteX3" fmla="*/ 0 w 54189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18916" h="6858000">
                <a:moveTo>
                  <a:pt x="0" y="0"/>
                </a:moveTo>
                <a:lnTo>
                  <a:pt x="5418916" y="0"/>
                </a:lnTo>
                <a:lnTo>
                  <a:pt x="3236852" y="6858000"/>
                </a:lnTo>
                <a:lnTo>
                  <a:pt x="0" y="6858000"/>
                </a:lnTo>
                <a:close/>
              </a:path>
            </a:pathLst>
          </a:custGeom>
        </p:spPr>
      </p:pic>
      <p:sp>
        <p:nvSpPr>
          <p:cNvPr id="35" name="等腰三角形 34"/>
          <p:cNvSpPr/>
          <p:nvPr/>
        </p:nvSpPr>
        <p:spPr>
          <a:xfrm>
            <a:off x="3156915" y="0"/>
            <a:ext cx="2262000" cy="6858000"/>
          </a:xfrm>
          <a:custGeom>
            <a:avLst/>
            <a:gdLst>
              <a:gd name="connsiteX0" fmla="*/ 0 w 607372"/>
              <a:gd name="connsiteY0" fmla="*/ 6858000 h 6858000"/>
              <a:gd name="connsiteX1" fmla="*/ 607372 w 607372"/>
              <a:gd name="connsiteY1" fmla="*/ 0 h 6858000"/>
              <a:gd name="connsiteX2" fmla="*/ 607372 w 607372"/>
              <a:gd name="connsiteY2" fmla="*/ 6858000 h 6858000"/>
              <a:gd name="connsiteX3" fmla="*/ 0 w 607372"/>
              <a:gd name="connsiteY3" fmla="*/ 6858000 h 6858000"/>
              <a:gd name="connsiteX0-1" fmla="*/ 0 w 2262000"/>
              <a:gd name="connsiteY0-2" fmla="*/ 6945086 h 6945086"/>
              <a:gd name="connsiteX1-3" fmla="*/ 2262000 w 2262000"/>
              <a:gd name="connsiteY1-4" fmla="*/ 0 h 6945086"/>
              <a:gd name="connsiteX2-5" fmla="*/ 607372 w 2262000"/>
              <a:gd name="connsiteY2-6" fmla="*/ 6945086 h 6945086"/>
              <a:gd name="connsiteX3-7" fmla="*/ 0 w 2262000"/>
              <a:gd name="connsiteY3-8" fmla="*/ 6945086 h 6945086"/>
            </a:gdLst>
            <a:ahLst/>
            <a:cxnLst>
              <a:cxn ang="0">
                <a:pos x="connsiteX0-1" y="connsiteY0-2"/>
              </a:cxn>
              <a:cxn ang="0">
                <a:pos x="connsiteX1-3" y="connsiteY1-4"/>
              </a:cxn>
              <a:cxn ang="0">
                <a:pos x="connsiteX2-5" y="connsiteY2-6"/>
              </a:cxn>
              <a:cxn ang="0">
                <a:pos x="connsiteX3-7" y="connsiteY3-8"/>
              </a:cxn>
            </a:cxnLst>
            <a:rect l="l" t="t" r="r" b="b"/>
            <a:pathLst>
              <a:path w="2262000" h="6945086">
                <a:moveTo>
                  <a:pt x="0" y="6945086"/>
                </a:moveTo>
                <a:lnTo>
                  <a:pt x="2262000" y="0"/>
                </a:lnTo>
                <a:lnTo>
                  <a:pt x="607372" y="6945086"/>
                </a:lnTo>
                <a:lnTo>
                  <a:pt x="0" y="694508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32" name="组合 31"/>
          <p:cNvGrpSpPr/>
          <p:nvPr/>
        </p:nvGrpSpPr>
        <p:grpSpPr>
          <a:xfrm>
            <a:off x="7694579" y="1138776"/>
            <a:ext cx="1277954" cy="1277954"/>
            <a:chOff x="1131485" y="2234042"/>
            <a:chExt cx="1607262" cy="1607262"/>
          </a:xfrm>
        </p:grpSpPr>
        <p:sp>
          <p:nvSpPr>
            <p:cNvPr id="33" name="椭圆 32"/>
            <p:cNvSpPr/>
            <p:nvPr/>
          </p:nvSpPr>
          <p:spPr>
            <a:xfrm>
              <a:off x="1131485"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椭圆 35"/>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7"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cxnSp>
        <p:nvCxnSpPr>
          <p:cNvPr id="3" name="直接连接符 2"/>
          <p:cNvCxnSpPr/>
          <p:nvPr/>
        </p:nvCxnSpPr>
        <p:spPr>
          <a:xfrm>
            <a:off x="5829300" y="3369233"/>
            <a:ext cx="54610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7619450" y="2523433"/>
            <a:ext cx="1428211" cy="461665"/>
          </a:xfrm>
          <a:prstGeom prst="rect">
            <a:avLst/>
          </a:prstGeom>
          <a:noFill/>
        </p:spPr>
        <p:txBody>
          <a:bodyPr wrap="none"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PART 02</a:t>
            </a:r>
            <a:endParaRPr lang="zh-CN" altLang="en-US"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2710" y="184150"/>
            <a:ext cx="716915" cy="581025"/>
            <a:chOff x="7160" y="900"/>
            <a:chExt cx="4220" cy="3742"/>
          </a:xfrm>
        </p:grpSpPr>
        <p:pic>
          <p:nvPicPr>
            <p:cNvPr id="6" name="图片 5"/>
            <p:cNvPicPr>
              <a:picLocks noChangeAspect="1"/>
            </p:cNvPicPr>
            <p:nvPr/>
          </p:nvPicPr>
          <p:blipFill>
            <a:blip r:embed="rId1" cstate="screen"/>
            <a:stretch>
              <a:fillRect/>
            </a:stretch>
          </p:blipFill>
          <p:spPr>
            <a:xfrm>
              <a:off x="7160" y="900"/>
              <a:ext cx="4220" cy="3743"/>
            </a:xfrm>
            <a:prstGeom prst="rect">
              <a:avLst/>
            </a:prstGeom>
          </p:spPr>
        </p:pic>
        <p:grpSp>
          <p:nvGrpSpPr>
            <p:cNvPr id="12" name="Group 550"/>
            <p:cNvGrpSpPr/>
            <p:nvPr/>
          </p:nvGrpSpPr>
          <p:grpSpPr bwMode="auto">
            <a:xfrm>
              <a:off x="8120" y="1770"/>
              <a:ext cx="2977" cy="2318"/>
              <a:chOff x="295" y="3475"/>
              <a:chExt cx="1407" cy="1407"/>
            </a:xfrm>
          </p:grpSpPr>
          <p:sp>
            <p:nvSpPr>
              <p:cNvPr id="13" name="Oval 551"/>
              <p:cNvSpPr>
                <a:spLocks noChangeArrowheads="1"/>
              </p:cNvSpPr>
              <p:nvPr/>
            </p:nvSpPr>
            <p:spPr bwMode="auto">
              <a:xfrm>
                <a:off x="295" y="3475"/>
                <a:ext cx="1407" cy="1407"/>
              </a:xfrm>
              <a:prstGeom prst="ellipse">
                <a:avLst/>
              </a:prstGeom>
              <a:gradFill rotWithShape="1">
                <a:gsLst>
                  <a:gs pos="0">
                    <a:schemeClr val="bg1">
                      <a:alpha val="0"/>
                    </a:schemeClr>
                  </a:gs>
                  <a:gs pos="100000">
                    <a:schemeClr val="bg1">
                      <a:gamma/>
                      <a:shade val="81961"/>
                      <a:invGamma/>
                      <a:alpha val="12000"/>
                    </a:schemeClr>
                  </a:gs>
                </a:gsLst>
                <a:path path="shape">
                  <a:fillToRect l="50000" t="50000" r="50000" b="50000"/>
                </a:path>
              </a:gradFill>
              <a:ln>
                <a:noFill/>
              </a:ln>
              <a:effectLst/>
            </p:spPr>
            <p:txBody>
              <a:bodyPr wrap="none" anchor="ctr"/>
              <a:lstStyle/>
              <a:p>
                <a:pPr>
                  <a:defRPr/>
                </a:pPr>
                <a:endParaRPr lang="zh-CN" altLang="en-US" sz="2400">
                  <a:latin typeface="Arial" panose="020B0604020202020204" pitchFamily="34" charset="0"/>
                  <a:ea typeface="宋体" panose="02010600030101010101" pitchFamily="2" charset="-122"/>
                </a:endParaRPr>
              </a:p>
            </p:txBody>
          </p:sp>
          <p:grpSp>
            <p:nvGrpSpPr>
              <p:cNvPr id="14" name="Group 552"/>
              <p:cNvGrpSpPr/>
              <p:nvPr/>
            </p:nvGrpSpPr>
            <p:grpSpPr bwMode="auto">
              <a:xfrm>
                <a:off x="473" y="3657"/>
                <a:ext cx="1057" cy="1055"/>
                <a:chOff x="-6057" y="-2209"/>
                <a:chExt cx="2219" cy="2219"/>
              </a:xfrm>
            </p:grpSpPr>
            <p:sp>
              <p:nvSpPr>
                <p:cNvPr id="15" name="Oval 553"/>
                <p:cNvSpPr>
                  <a:spLocks noChangeArrowheads="1"/>
                </p:cNvSpPr>
                <p:nvPr/>
              </p:nvSpPr>
              <p:spPr bwMode="auto">
                <a:xfrm>
                  <a:off x="-6056" y="-2132"/>
                  <a:ext cx="2132" cy="2132"/>
                </a:xfrm>
                <a:prstGeom prst="ellipse">
                  <a:avLst/>
                </a:prstGeom>
                <a:gradFill rotWithShape="1">
                  <a:gsLst>
                    <a:gs pos="0">
                      <a:schemeClr val="bg1"/>
                    </a:gs>
                    <a:gs pos="100000">
                      <a:schemeClr val="tx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grpSp>
              <p:nvGrpSpPr>
                <p:cNvPr id="16" name="Group 554"/>
                <p:cNvGrpSpPr/>
                <p:nvPr/>
              </p:nvGrpSpPr>
              <p:grpSpPr bwMode="auto">
                <a:xfrm>
                  <a:off x="-6057" y="-2209"/>
                  <a:ext cx="2219" cy="2219"/>
                  <a:chOff x="-4061" y="-880"/>
                  <a:chExt cx="2219" cy="2219"/>
                </a:xfrm>
              </p:grpSpPr>
              <p:grpSp>
                <p:nvGrpSpPr>
                  <p:cNvPr id="17" name="Group 555"/>
                  <p:cNvGrpSpPr/>
                  <p:nvPr/>
                </p:nvGrpSpPr>
                <p:grpSpPr bwMode="auto">
                  <a:xfrm>
                    <a:off x="-4061" y="-880"/>
                    <a:ext cx="2219" cy="2219"/>
                    <a:chOff x="-3925" y="-789"/>
                    <a:chExt cx="2219" cy="2219"/>
                  </a:xfrm>
                </p:grpSpPr>
                <p:grpSp>
                  <p:nvGrpSpPr>
                    <p:cNvPr id="33" name="Group 556"/>
                    <p:cNvGrpSpPr>
                      <a:grpSpLocks noChangeAspect="1"/>
                    </p:cNvGrpSpPr>
                    <p:nvPr/>
                  </p:nvGrpSpPr>
                  <p:grpSpPr bwMode="auto">
                    <a:xfrm>
                      <a:off x="-3925" y="-788"/>
                      <a:ext cx="2219" cy="2202"/>
                      <a:chOff x="168" y="696"/>
                      <a:chExt cx="1429" cy="1429"/>
                    </a:xfrm>
                  </p:grpSpPr>
                  <p:grpSp>
                    <p:nvGrpSpPr>
                      <p:cNvPr id="41" name="Group 557"/>
                      <p:cNvGrpSpPr>
                        <a:grpSpLocks noChangeAspect="1"/>
                      </p:cNvGrpSpPr>
                      <p:nvPr/>
                    </p:nvGrpSpPr>
                    <p:grpSpPr bwMode="auto">
                      <a:xfrm>
                        <a:off x="854" y="696"/>
                        <a:ext cx="56" cy="1429"/>
                        <a:chOff x="845" y="696"/>
                        <a:chExt cx="56" cy="1429"/>
                      </a:xfrm>
                    </p:grpSpPr>
                    <p:sp>
                      <p:nvSpPr>
                        <p:cNvPr id="45" name="AutoShape 558"/>
                        <p:cNvSpPr>
                          <a:spLocks noChangeAspect="1" noChangeArrowheads="1"/>
                        </p:cNvSpPr>
                        <p:nvPr/>
                      </p:nvSpPr>
                      <p:spPr bwMode="auto">
                        <a:xfrm>
                          <a:off x="845" y="696"/>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sp>
                      <p:nvSpPr>
                        <p:cNvPr id="46" name="AutoShape 559"/>
                        <p:cNvSpPr>
                          <a:spLocks noChangeAspect="1" noChangeArrowheads="1"/>
                        </p:cNvSpPr>
                        <p:nvPr/>
                      </p:nvSpPr>
                      <p:spPr bwMode="auto">
                        <a:xfrm flipV="1">
                          <a:off x="845" y="1410"/>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grpSp>
                  <p:grpSp>
                    <p:nvGrpSpPr>
                      <p:cNvPr id="42" name="Group 560"/>
                      <p:cNvGrpSpPr>
                        <a:grpSpLocks noChangeAspect="1"/>
                      </p:cNvGrpSpPr>
                      <p:nvPr/>
                    </p:nvGrpSpPr>
                    <p:grpSpPr bwMode="auto">
                      <a:xfrm rot="5400000">
                        <a:off x="855" y="696"/>
                        <a:ext cx="56" cy="1429"/>
                        <a:chOff x="845" y="696"/>
                        <a:chExt cx="56" cy="1429"/>
                      </a:xfrm>
                    </p:grpSpPr>
                    <p:sp>
                      <p:nvSpPr>
                        <p:cNvPr id="43" name="AutoShape 561"/>
                        <p:cNvSpPr>
                          <a:spLocks noChangeAspect="1" noChangeArrowheads="1"/>
                        </p:cNvSpPr>
                        <p:nvPr/>
                      </p:nvSpPr>
                      <p:spPr bwMode="auto">
                        <a:xfrm>
                          <a:off x="845" y="696"/>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sp>
                      <p:nvSpPr>
                        <p:cNvPr id="44" name="AutoShape 562"/>
                        <p:cNvSpPr>
                          <a:spLocks noChangeAspect="1" noChangeArrowheads="1"/>
                        </p:cNvSpPr>
                        <p:nvPr/>
                      </p:nvSpPr>
                      <p:spPr bwMode="auto">
                        <a:xfrm flipV="1">
                          <a:off x="845" y="1410"/>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grpSp>
                </p:grpSp>
                <p:grpSp>
                  <p:nvGrpSpPr>
                    <p:cNvPr id="34" name="Group 563"/>
                    <p:cNvGrpSpPr>
                      <a:grpSpLocks noChangeAspect="1"/>
                    </p:cNvGrpSpPr>
                    <p:nvPr/>
                  </p:nvGrpSpPr>
                  <p:grpSpPr bwMode="auto">
                    <a:xfrm rot="2700000">
                      <a:off x="-3928" y="-780"/>
                      <a:ext cx="2219" cy="2202"/>
                      <a:chOff x="168" y="696"/>
                      <a:chExt cx="1429" cy="1429"/>
                    </a:xfrm>
                  </p:grpSpPr>
                  <p:grpSp>
                    <p:nvGrpSpPr>
                      <p:cNvPr id="35" name="Group 564"/>
                      <p:cNvGrpSpPr>
                        <a:grpSpLocks noChangeAspect="1"/>
                      </p:cNvGrpSpPr>
                      <p:nvPr/>
                    </p:nvGrpSpPr>
                    <p:grpSpPr bwMode="auto">
                      <a:xfrm>
                        <a:off x="854" y="696"/>
                        <a:ext cx="56" cy="1429"/>
                        <a:chOff x="845" y="696"/>
                        <a:chExt cx="56" cy="1429"/>
                      </a:xfrm>
                    </p:grpSpPr>
                    <p:sp>
                      <p:nvSpPr>
                        <p:cNvPr id="39" name="AutoShape 565"/>
                        <p:cNvSpPr>
                          <a:spLocks noChangeAspect="1" noChangeArrowheads="1"/>
                        </p:cNvSpPr>
                        <p:nvPr/>
                      </p:nvSpPr>
                      <p:spPr bwMode="auto">
                        <a:xfrm>
                          <a:off x="845" y="696"/>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sp>
                      <p:nvSpPr>
                        <p:cNvPr id="40" name="AutoShape 566"/>
                        <p:cNvSpPr>
                          <a:spLocks noChangeAspect="1" noChangeArrowheads="1"/>
                        </p:cNvSpPr>
                        <p:nvPr/>
                      </p:nvSpPr>
                      <p:spPr bwMode="auto">
                        <a:xfrm flipV="1">
                          <a:off x="845" y="1410"/>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grpSp>
                  <p:grpSp>
                    <p:nvGrpSpPr>
                      <p:cNvPr id="36" name="Group 567"/>
                      <p:cNvGrpSpPr>
                        <a:grpSpLocks noChangeAspect="1"/>
                      </p:cNvGrpSpPr>
                      <p:nvPr/>
                    </p:nvGrpSpPr>
                    <p:grpSpPr bwMode="auto">
                      <a:xfrm rot="5400000">
                        <a:off x="855" y="696"/>
                        <a:ext cx="56" cy="1429"/>
                        <a:chOff x="845" y="696"/>
                        <a:chExt cx="56" cy="1429"/>
                      </a:xfrm>
                    </p:grpSpPr>
                    <p:sp>
                      <p:nvSpPr>
                        <p:cNvPr id="37" name="AutoShape 568"/>
                        <p:cNvSpPr>
                          <a:spLocks noChangeAspect="1" noChangeArrowheads="1"/>
                        </p:cNvSpPr>
                        <p:nvPr/>
                      </p:nvSpPr>
                      <p:spPr bwMode="auto">
                        <a:xfrm>
                          <a:off x="845" y="696"/>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sp>
                      <p:nvSpPr>
                        <p:cNvPr id="38" name="AutoShape 569"/>
                        <p:cNvSpPr>
                          <a:spLocks noChangeAspect="1" noChangeArrowheads="1"/>
                        </p:cNvSpPr>
                        <p:nvPr/>
                      </p:nvSpPr>
                      <p:spPr bwMode="auto">
                        <a:xfrm flipV="1">
                          <a:off x="845" y="1410"/>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grpSp>
                </p:grpSp>
              </p:grpSp>
              <p:grpSp>
                <p:nvGrpSpPr>
                  <p:cNvPr id="18" name="Group 570"/>
                  <p:cNvGrpSpPr/>
                  <p:nvPr/>
                </p:nvGrpSpPr>
                <p:grpSpPr bwMode="auto">
                  <a:xfrm rot="1320000">
                    <a:off x="-3746" y="-522"/>
                    <a:ext cx="1555" cy="1554"/>
                    <a:chOff x="-3925" y="-789"/>
                    <a:chExt cx="2219" cy="2219"/>
                  </a:xfrm>
                </p:grpSpPr>
                <p:grpSp>
                  <p:nvGrpSpPr>
                    <p:cNvPr id="19" name="Group 571"/>
                    <p:cNvGrpSpPr>
                      <a:grpSpLocks noChangeAspect="1"/>
                    </p:cNvGrpSpPr>
                    <p:nvPr/>
                  </p:nvGrpSpPr>
                  <p:grpSpPr bwMode="auto">
                    <a:xfrm>
                      <a:off x="-3925" y="-788"/>
                      <a:ext cx="2219" cy="2202"/>
                      <a:chOff x="168" y="696"/>
                      <a:chExt cx="1429" cy="1429"/>
                    </a:xfrm>
                  </p:grpSpPr>
                  <p:grpSp>
                    <p:nvGrpSpPr>
                      <p:cNvPr id="27" name="Group 572"/>
                      <p:cNvGrpSpPr>
                        <a:grpSpLocks noChangeAspect="1"/>
                      </p:cNvGrpSpPr>
                      <p:nvPr/>
                    </p:nvGrpSpPr>
                    <p:grpSpPr bwMode="auto">
                      <a:xfrm>
                        <a:off x="854" y="696"/>
                        <a:ext cx="56" cy="1429"/>
                        <a:chOff x="845" y="696"/>
                        <a:chExt cx="56" cy="1429"/>
                      </a:xfrm>
                    </p:grpSpPr>
                    <p:sp>
                      <p:nvSpPr>
                        <p:cNvPr id="31" name="AutoShape 573"/>
                        <p:cNvSpPr>
                          <a:spLocks noChangeAspect="1" noChangeArrowheads="1"/>
                        </p:cNvSpPr>
                        <p:nvPr/>
                      </p:nvSpPr>
                      <p:spPr bwMode="auto">
                        <a:xfrm>
                          <a:off x="845" y="696"/>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sp>
                      <p:nvSpPr>
                        <p:cNvPr id="32" name="AutoShape 574"/>
                        <p:cNvSpPr>
                          <a:spLocks noChangeAspect="1" noChangeArrowheads="1"/>
                        </p:cNvSpPr>
                        <p:nvPr/>
                      </p:nvSpPr>
                      <p:spPr bwMode="auto">
                        <a:xfrm flipV="1">
                          <a:off x="845" y="1410"/>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grpSp>
                  <p:grpSp>
                    <p:nvGrpSpPr>
                      <p:cNvPr id="28" name="Group 575"/>
                      <p:cNvGrpSpPr>
                        <a:grpSpLocks noChangeAspect="1"/>
                      </p:cNvGrpSpPr>
                      <p:nvPr/>
                    </p:nvGrpSpPr>
                    <p:grpSpPr bwMode="auto">
                      <a:xfrm rot="5400000">
                        <a:off x="855" y="696"/>
                        <a:ext cx="56" cy="1429"/>
                        <a:chOff x="845" y="696"/>
                        <a:chExt cx="56" cy="1429"/>
                      </a:xfrm>
                    </p:grpSpPr>
                    <p:sp>
                      <p:nvSpPr>
                        <p:cNvPr id="29" name="AutoShape 576"/>
                        <p:cNvSpPr>
                          <a:spLocks noChangeAspect="1" noChangeArrowheads="1"/>
                        </p:cNvSpPr>
                        <p:nvPr/>
                      </p:nvSpPr>
                      <p:spPr bwMode="auto">
                        <a:xfrm>
                          <a:off x="845" y="696"/>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sp>
                      <p:nvSpPr>
                        <p:cNvPr id="30" name="AutoShape 577"/>
                        <p:cNvSpPr>
                          <a:spLocks noChangeAspect="1" noChangeArrowheads="1"/>
                        </p:cNvSpPr>
                        <p:nvPr/>
                      </p:nvSpPr>
                      <p:spPr bwMode="auto">
                        <a:xfrm flipV="1">
                          <a:off x="845" y="1410"/>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grpSp>
                </p:grpSp>
                <p:grpSp>
                  <p:nvGrpSpPr>
                    <p:cNvPr id="20" name="Group 578"/>
                    <p:cNvGrpSpPr>
                      <a:grpSpLocks noChangeAspect="1"/>
                    </p:cNvGrpSpPr>
                    <p:nvPr/>
                  </p:nvGrpSpPr>
                  <p:grpSpPr bwMode="auto">
                    <a:xfrm rot="2700000">
                      <a:off x="-3928" y="-780"/>
                      <a:ext cx="2219" cy="2202"/>
                      <a:chOff x="168" y="696"/>
                      <a:chExt cx="1429" cy="1429"/>
                    </a:xfrm>
                  </p:grpSpPr>
                  <p:grpSp>
                    <p:nvGrpSpPr>
                      <p:cNvPr id="21" name="Group 579"/>
                      <p:cNvGrpSpPr>
                        <a:grpSpLocks noChangeAspect="1"/>
                      </p:cNvGrpSpPr>
                      <p:nvPr/>
                    </p:nvGrpSpPr>
                    <p:grpSpPr bwMode="auto">
                      <a:xfrm>
                        <a:off x="854" y="696"/>
                        <a:ext cx="56" cy="1429"/>
                        <a:chOff x="845" y="696"/>
                        <a:chExt cx="56" cy="1429"/>
                      </a:xfrm>
                    </p:grpSpPr>
                    <p:sp>
                      <p:nvSpPr>
                        <p:cNvPr id="25" name="AutoShape 580"/>
                        <p:cNvSpPr>
                          <a:spLocks noChangeAspect="1" noChangeArrowheads="1"/>
                        </p:cNvSpPr>
                        <p:nvPr/>
                      </p:nvSpPr>
                      <p:spPr bwMode="auto">
                        <a:xfrm>
                          <a:off x="845" y="696"/>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vert="eaVert"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sp>
                      <p:nvSpPr>
                        <p:cNvPr id="26" name="AutoShape 581"/>
                        <p:cNvSpPr>
                          <a:spLocks noChangeAspect="1" noChangeArrowheads="1"/>
                        </p:cNvSpPr>
                        <p:nvPr/>
                      </p:nvSpPr>
                      <p:spPr bwMode="auto">
                        <a:xfrm flipV="1">
                          <a:off x="845" y="1410"/>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grpSp>
                  <p:grpSp>
                    <p:nvGrpSpPr>
                      <p:cNvPr id="22" name="Group 582"/>
                      <p:cNvGrpSpPr>
                        <a:grpSpLocks noChangeAspect="1"/>
                      </p:cNvGrpSpPr>
                      <p:nvPr/>
                    </p:nvGrpSpPr>
                    <p:grpSpPr bwMode="auto">
                      <a:xfrm rot="5400000">
                        <a:off x="855" y="696"/>
                        <a:ext cx="56" cy="1429"/>
                        <a:chOff x="845" y="696"/>
                        <a:chExt cx="56" cy="1429"/>
                      </a:xfrm>
                    </p:grpSpPr>
                    <p:sp>
                      <p:nvSpPr>
                        <p:cNvPr id="23" name="AutoShape 583"/>
                        <p:cNvSpPr>
                          <a:spLocks noChangeAspect="1" noChangeArrowheads="1"/>
                        </p:cNvSpPr>
                        <p:nvPr/>
                      </p:nvSpPr>
                      <p:spPr bwMode="auto">
                        <a:xfrm>
                          <a:off x="845" y="696"/>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sp>
                      <p:nvSpPr>
                        <p:cNvPr id="24" name="AutoShape 584"/>
                        <p:cNvSpPr>
                          <a:spLocks noChangeAspect="1" noChangeArrowheads="1"/>
                        </p:cNvSpPr>
                        <p:nvPr/>
                      </p:nvSpPr>
                      <p:spPr bwMode="auto">
                        <a:xfrm flipV="1">
                          <a:off x="845" y="1410"/>
                          <a:ext cx="56" cy="715"/>
                        </a:xfrm>
                        <a:prstGeom prst="triangle">
                          <a:avLst>
                            <a:gd name="adj" fmla="val 50000"/>
                          </a:avLst>
                        </a:prstGeom>
                        <a:solidFill>
                          <a:schemeClr val="bg1">
                            <a:alpha val="1882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panose="020B0604020202020204" pitchFamily="34" charset="0"/>
                              <a:ea typeface="微软雅黑" panose="020B0503020204020204" pitchFamily="34" charset="-122"/>
                            </a:defRPr>
                          </a:lvl1pPr>
                          <a:lvl2pPr marL="742950" indent="-285750" eaLnBrk="0" hangingPunct="0">
                            <a:defRPr b="1">
                              <a:solidFill>
                                <a:schemeClr val="tx1"/>
                              </a:solidFill>
                              <a:latin typeface="Arial" panose="020B0604020202020204" pitchFamily="34" charset="0"/>
                              <a:ea typeface="微软雅黑" panose="020B0503020204020204" pitchFamily="34" charset="-122"/>
                            </a:defRPr>
                          </a:lvl2pPr>
                          <a:lvl3pPr marL="1143000" indent="-228600" eaLnBrk="0" hangingPunct="0">
                            <a:defRPr b="1">
                              <a:solidFill>
                                <a:schemeClr val="tx1"/>
                              </a:solidFill>
                              <a:latin typeface="Arial" panose="020B0604020202020204" pitchFamily="34" charset="0"/>
                              <a:ea typeface="微软雅黑" panose="020B0503020204020204" pitchFamily="34" charset="-122"/>
                            </a:defRPr>
                          </a:lvl3pPr>
                          <a:lvl4pPr marL="1600200" indent="-228600" eaLnBrk="0" hangingPunct="0">
                            <a:defRPr b="1">
                              <a:solidFill>
                                <a:schemeClr val="tx1"/>
                              </a:solidFill>
                              <a:latin typeface="Arial" panose="020B0604020202020204" pitchFamily="34" charset="0"/>
                              <a:ea typeface="微软雅黑" panose="020B0503020204020204" pitchFamily="34" charset="-122"/>
                            </a:defRPr>
                          </a:lvl4pPr>
                          <a:lvl5pPr marL="2057400" indent="-228600" eaLnBrk="0" hangingPunct="0">
                            <a:defRPr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微软雅黑" panose="020B0503020204020204" pitchFamily="34" charset="-122"/>
                            </a:defRPr>
                          </a:lvl9pPr>
                        </a:lstStyle>
                        <a:p>
                          <a:pPr eaLnBrk="1" hangingPunct="1"/>
                          <a:endParaRPr lang="zh-CN" altLang="en-US" sz="2400">
                            <a:ea typeface="宋体" panose="02010600030101010101" pitchFamily="2" charset="-122"/>
                          </a:endParaRPr>
                        </a:p>
                      </p:txBody>
                    </p:sp>
                  </p:grpSp>
                </p:grpSp>
              </p:grpSp>
            </p:grpSp>
          </p:grpSp>
        </p:grpSp>
      </p:grpSp>
      <p:sp>
        <p:nvSpPr>
          <p:cNvPr id="47" name="五边形 46"/>
          <p:cNvSpPr/>
          <p:nvPr/>
        </p:nvSpPr>
        <p:spPr>
          <a:xfrm>
            <a:off x="0" y="890905"/>
            <a:ext cx="5181600" cy="75565"/>
          </a:xfrm>
          <a:prstGeom prst="homePlate">
            <a:avLst/>
          </a:prstGeom>
          <a:gradFill>
            <a:gsLst>
              <a:gs pos="0">
                <a:srgbClr val="E30000">
                  <a:alpha val="50000"/>
                </a:srgbClr>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809625" y="206375"/>
            <a:ext cx="5416550" cy="645160"/>
          </a:xfrm>
          <a:prstGeom prst="rect">
            <a:avLst/>
          </a:prstGeom>
          <a:noFill/>
          <a:effectLst>
            <a:outerShdw blurRad="50800" dist="38100" dir="2700000" algn="tl" rotWithShape="0">
              <a:prstClr val="black">
                <a:alpha val="40000"/>
              </a:prstClr>
            </a:outerShdw>
          </a:effectLst>
        </p:spPr>
        <p:txBody>
          <a:bodyPr wrap="square" rtlCol="0">
            <a:spAutoFit/>
            <a:scene3d>
              <a:camera prst="orthographicFront"/>
              <a:lightRig rig="threePt" dir="t"/>
            </a:scene3d>
          </a:bodyPr>
          <a:p>
            <a:r>
              <a:rPr lang="zh-CN" altLang="en-US" sz="3600" b="1">
                <a:gradFill>
                  <a:gsLst>
                    <a:gs pos="0">
                      <a:srgbClr val="E30000"/>
                    </a:gs>
                    <a:gs pos="100000">
                      <a:srgbClr val="760303"/>
                    </a:gs>
                  </a:gsLst>
                  <a:lin scaled="0"/>
                </a:gradFill>
                <a:effectLst/>
                <a:latin typeface="方正粗黑宋简体" panose="02000000000000000000" charset="-122"/>
                <a:ea typeface="方正粗黑宋简体" panose="02000000000000000000" charset="-122"/>
              </a:rPr>
              <a:t>如何做到守初心 担使命</a:t>
            </a:r>
            <a:endParaRPr lang="zh-CN" altLang="en-US" sz="3600" b="1">
              <a:gradFill>
                <a:gsLst>
                  <a:gs pos="0">
                    <a:srgbClr val="E30000"/>
                  </a:gs>
                  <a:gs pos="100000">
                    <a:srgbClr val="760303"/>
                  </a:gs>
                </a:gsLst>
                <a:lin scaled="0"/>
              </a:gradFill>
              <a:effectLst/>
              <a:latin typeface="方正粗黑宋简体" panose="02000000000000000000" charset="-122"/>
              <a:ea typeface="方正粗黑宋简体" panose="02000000000000000000" charset="-122"/>
            </a:endParaRPr>
          </a:p>
        </p:txBody>
      </p:sp>
      <p:pic>
        <p:nvPicPr>
          <p:cNvPr id="11" name="图片 10"/>
          <p:cNvPicPr>
            <a:picLocks noChangeAspect="1"/>
          </p:cNvPicPr>
          <p:nvPr/>
        </p:nvPicPr>
        <p:blipFill rotWithShape="1">
          <a:blip r:embed="rId2" cstate="screen"/>
          <a:srcRect/>
          <a:stretch>
            <a:fillRect/>
          </a:stretch>
        </p:blipFill>
        <p:spPr>
          <a:xfrm rot="20460000">
            <a:off x="9164320" y="-271780"/>
            <a:ext cx="2807970" cy="1852295"/>
          </a:xfrm>
          <a:prstGeom prst="rect">
            <a:avLst/>
          </a:prstGeom>
        </p:spPr>
      </p:pic>
      <p:sp>
        <p:nvSpPr>
          <p:cNvPr id="49" name="文本框 48"/>
          <p:cNvSpPr txBox="1"/>
          <p:nvPr/>
        </p:nvSpPr>
        <p:spPr>
          <a:xfrm>
            <a:off x="616585" y="1926590"/>
            <a:ext cx="10928985" cy="1076325"/>
          </a:xfrm>
          <a:prstGeom prst="rect">
            <a:avLst/>
          </a:prstGeom>
          <a:gradFill>
            <a:gsLst>
              <a:gs pos="0">
                <a:srgbClr val="E30000"/>
              </a:gs>
              <a:gs pos="100000">
                <a:srgbClr val="760303"/>
              </a:gs>
            </a:gsLst>
            <a:lin ang="5400000" scaled="0"/>
          </a:gradFill>
          <a:effectLst>
            <a:outerShdw blurRad="50800" dist="38100" dir="5400000" sx="105000" sy="105000" algn="t" rotWithShape="0">
              <a:prstClr val="black">
                <a:alpha val="40000"/>
              </a:prstClr>
            </a:outerShdw>
          </a:effectLst>
        </p:spPr>
        <p:txBody>
          <a:bodyPr wrap="square" rtlCol="0">
            <a:spAutoFit/>
          </a:bodyPr>
          <a:p>
            <a:pPr marL="457200" indent="0" algn="just" fontAlgn="auto">
              <a:buFont typeface="Wingdings" panose="05000000000000000000" charset="0"/>
              <a:buNone/>
            </a:pPr>
            <a:r>
              <a:rPr lang="zh-CN" altLang="en-US" sz="3200">
                <a:gradFill>
                  <a:gsLst>
                    <a:gs pos="0">
                      <a:srgbClr val="FECF40"/>
                    </a:gs>
                    <a:gs pos="100000">
                      <a:srgbClr val="846C21"/>
                    </a:gs>
                  </a:gsLst>
                  <a:lin scaled="0"/>
                </a:gradFill>
                <a:effectLst>
                  <a:outerShdw blurRad="38100" dist="19050" dir="2700000" algn="tl" rotWithShape="0">
                    <a:schemeClr val="dk1">
                      <a:alpha val="40000"/>
                    </a:schemeClr>
                  </a:outerShdw>
                </a:effectLst>
                <a:latin typeface="方正粗黑宋简体" panose="02000000000000000000" charset="-122"/>
                <a:ea typeface="方正粗黑宋简体" panose="02000000000000000000" charset="-122"/>
              </a:rPr>
              <a:t>第一，要持续深化理论武装，坚定理想信念，做政治上的明白人。</a:t>
            </a:r>
            <a:endParaRPr lang="zh-CN" altLang="en-US" sz="3200">
              <a:gradFill>
                <a:gsLst>
                  <a:gs pos="0">
                    <a:srgbClr val="FECF40"/>
                  </a:gs>
                  <a:gs pos="100000">
                    <a:srgbClr val="846C21"/>
                  </a:gs>
                </a:gsLst>
                <a:lin scaled="0"/>
              </a:gradFill>
              <a:effectLst>
                <a:outerShdw blurRad="38100" dist="19050" dir="2700000" algn="tl" rotWithShape="0">
                  <a:schemeClr val="dk1">
                    <a:alpha val="40000"/>
                  </a:schemeClr>
                </a:outerShdw>
              </a:effectLst>
              <a:latin typeface="方正粗黑宋简体" panose="02000000000000000000" charset="-122"/>
              <a:ea typeface="方正粗黑宋简体" panose="02000000000000000000" charset="-122"/>
            </a:endParaRPr>
          </a:p>
        </p:txBody>
      </p:sp>
      <p:sp>
        <p:nvSpPr>
          <p:cNvPr id="50" name="文本框 49"/>
          <p:cNvSpPr txBox="1"/>
          <p:nvPr/>
        </p:nvSpPr>
        <p:spPr>
          <a:xfrm>
            <a:off x="616585" y="3418840"/>
            <a:ext cx="10929620" cy="1076325"/>
          </a:xfrm>
          <a:prstGeom prst="rect">
            <a:avLst/>
          </a:prstGeom>
          <a:gradFill>
            <a:gsLst>
              <a:gs pos="0">
                <a:srgbClr val="E30000"/>
              </a:gs>
              <a:gs pos="100000">
                <a:srgbClr val="760303"/>
              </a:gs>
            </a:gsLst>
            <a:lin ang="5400000" scaled="0"/>
          </a:gradFill>
          <a:effectLst>
            <a:outerShdw blurRad="50800" dist="38100" dir="5400000" sx="105000" sy="105000" algn="t" rotWithShape="0">
              <a:prstClr val="black">
                <a:alpha val="40000"/>
              </a:prstClr>
            </a:outerShdw>
          </a:effectLst>
        </p:spPr>
        <p:txBody>
          <a:bodyPr wrap="square" rtlCol="0">
            <a:spAutoFit/>
          </a:bodyPr>
          <a:p>
            <a:pPr marL="457200" indent="0" algn="just" fontAlgn="auto">
              <a:buFont typeface="Wingdings" panose="05000000000000000000" charset="0"/>
              <a:buNone/>
            </a:pPr>
            <a:r>
              <a:rPr lang="zh-CN" altLang="en-US" sz="3200">
                <a:gradFill>
                  <a:gsLst>
                    <a:gs pos="0">
                      <a:srgbClr val="FECF40"/>
                    </a:gs>
                    <a:gs pos="100000">
                      <a:srgbClr val="846C21"/>
                    </a:gs>
                  </a:gsLst>
                  <a:lin scaled="0"/>
                </a:gradFill>
                <a:effectLst>
                  <a:outerShdw blurRad="38100" dist="19050" dir="2700000" algn="tl" rotWithShape="0">
                    <a:schemeClr val="dk1">
                      <a:alpha val="40000"/>
                    </a:schemeClr>
                  </a:outerShdw>
                </a:effectLst>
                <a:latin typeface="方正粗黑宋简体" panose="02000000000000000000" charset="-122"/>
                <a:ea typeface="方正粗黑宋简体" panose="02000000000000000000" charset="-122"/>
              </a:rPr>
              <a:t>第二，要恪守为民情怀，积极履职尽责，做服务群众的贴心人。</a:t>
            </a:r>
            <a:endParaRPr lang="zh-CN" altLang="en-US" sz="2800">
              <a:gradFill>
                <a:gsLst>
                  <a:gs pos="0">
                    <a:srgbClr val="FECF40"/>
                  </a:gs>
                  <a:gs pos="100000">
                    <a:srgbClr val="846C21"/>
                  </a:gs>
                </a:gsLst>
                <a:lin scaled="0"/>
              </a:gradFill>
              <a:effectLst>
                <a:outerShdw blurRad="38100" dist="19050" dir="2700000" algn="tl" rotWithShape="0">
                  <a:schemeClr val="dk1">
                    <a:alpha val="40000"/>
                  </a:schemeClr>
                </a:outerShdw>
              </a:effectLst>
              <a:latin typeface="方正粗黑宋简体" panose="02000000000000000000" charset="-122"/>
              <a:ea typeface="方正粗黑宋简体" panose="02000000000000000000" charset="-122"/>
            </a:endParaRPr>
          </a:p>
        </p:txBody>
      </p:sp>
      <p:sp>
        <p:nvSpPr>
          <p:cNvPr id="51" name="文本框 50"/>
          <p:cNvSpPr txBox="1"/>
          <p:nvPr/>
        </p:nvSpPr>
        <p:spPr>
          <a:xfrm>
            <a:off x="646430" y="4918075"/>
            <a:ext cx="10939145" cy="1076325"/>
          </a:xfrm>
          <a:prstGeom prst="rect">
            <a:avLst/>
          </a:prstGeom>
          <a:gradFill>
            <a:gsLst>
              <a:gs pos="0">
                <a:srgbClr val="E30000"/>
              </a:gs>
              <a:gs pos="100000">
                <a:srgbClr val="760303"/>
              </a:gs>
            </a:gsLst>
            <a:lin ang="5400000" scaled="0"/>
          </a:gradFill>
          <a:effectLst>
            <a:outerShdw blurRad="50800" dist="38100" dir="5400000" sx="105000" sy="105000" algn="t" rotWithShape="0">
              <a:prstClr val="black">
                <a:alpha val="40000"/>
              </a:prstClr>
            </a:outerShdw>
          </a:effectLst>
        </p:spPr>
        <p:txBody>
          <a:bodyPr wrap="square" rtlCol="0">
            <a:spAutoFit/>
          </a:bodyPr>
          <a:p>
            <a:pPr marL="457200" indent="0" algn="just" fontAlgn="auto">
              <a:buFont typeface="Wingdings" panose="05000000000000000000" charset="0"/>
              <a:buNone/>
            </a:pPr>
            <a:r>
              <a:rPr lang="zh-CN" altLang="en-US" sz="3200">
                <a:gradFill>
                  <a:gsLst>
                    <a:gs pos="0">
                      <a:srgbClr val="FECF40"/>
                    </a:gs>
                    <a:gs pos="100000">
                      <a:srgbClr val="846C21"/>
                    </a:gs>
                  </a:gsLst>
                  <a:lin scaled="0"/>
                </a:gradFill>
                <a:effectLst>
                  <a:outerShdw blurRad="38100" dist="19050" dir="2700000" algn="tl" rotWithShape="0">
                    <a:schemeClr val="dk1">
                      <a:alpha val="40000"/>
                    </a:schemeClr>
                  </a:outerShdw>
                </a:effectLst>
                <a:latin typeface="方正粗黑宋简体" panose="02000000000000000000" charset="-122"/>
                <a:ea typeface="方正粗黑宋简体" panose="02000000000000000000" charset="-122"/>
              </a:rPr>
              <a:t>第三，要聚焦全市大局，主动担当作为，做助推发展的奠基人。</a:t>
            </a:r>
            <a:endParaRPr lang="zh-CN" altLang="en-US" sz="3200">
              <a:gradFill>
                <a:gsLst>
                  <a:gs pos="0">
                    <a:srgbClr val="FECF40"/>
                  </a:gs>
                  <a:gs pos="100000">
                    <a:srgbClr val="846C21"/>
                  </a:gs>
                </a:gsLst>
                <a:lin scaled="0"/>
              </a:gradFill>
              <a:effectLst>
                <a:outerShdw blurRad="38100" dist="19050" dir="2700000" algn="tl" rotWithShape="0">
                  <a:schemeClr val="dk1">
                    <a:alpha val="40000"/>
                  </a:schemeClr>
                </a:outerShdw>
              </a:effectLst>
              <a:latin typeface="方正粗黑宋简体" panose="02000000000000000000" charset="-122"/>
              <a:ea typeface="方正粗黑宋简体" panose="02000000000000000000" charset="-122"/>
            </a:endParaRPr>
          </a:p>
        </p:txBody>
      </p:sp>
    </p:spTree>
    <p:custDataLst>
      <p:tags r:id="rId3"/>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661848"/>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添加论文内容第二部分标题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12" name="组合 11"/>
          <p:cNvGrpSpPr/>
          <p:nvPr/>
        </p:nvGrpSpPr>
        <p:grpSpPr bwMode="auto">
          <a:xfrm>
            <a:off x="6849156" y="4658859"/>
            <a:ext cx="857250" cy="857250"/>
            <a:chOff x="6196012" y="4862597"/>
            <a:chExt cx="857250" cy="857250"/>
          </a:xfrm>
        </p:grpSpPr>
        <p:sp>
          <p:nvSpPr>
            <p:cNvPr id="13" name="椭圆 12"/>
            <p:cNvSpPr/>
            <p:nvPr/>
          </p:nvSpPr>
          <p:spPr>
            <a:xfrm>
              <a:off x="6196012" y="4862597"/>
              <a:ext cx="857250" cy="85725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cs typeface="+mn-ea"/>
                <a:sym typeface="+mn-lt"/>
              </a:endParaRPr>
            </a:p>
          </p:txBody>
        </p:sp>
        <p:sp>
          <p:nvSpPr>
            <p:cNvPr id="14" name="Freeform 5"/>
            <p:cNvSpPr>
              <a:spLocks noEditPoints="1"/>
            </p:cNvSpPr>
            <p:nvPr/>
          </p:nvSpPr>
          <p:spPr bwMode="auto">
            <a:xfrm>
              <a:off x="6346693" y="5060328"/>
              <a:ext cx="558800" cy="487187"/>
            </a:xfrm>
            <a:custGeom>
              <a:avLst/>
              <a:gdLst>
                <a:gd name="T0" fmla="*/ 817373654 w 215"/>
                <a:gd name="T1" fmla="*/ 1018121829 h 187"/>
                <a:gd name="T2" fmla="*/ 378289407 w 215"/>
                <a:gd name="T3" fmla="*/ 658385033 h 187"/>
                <a:gd name="T4" fmla="*/ 965988463 w 215"/>
                <a:gd name="T5" fmla="*/ 468335208 h 187"/>
                <a:gd name="T6" fmla="*/ 1452360186 w 215"/>
                <a:gd name="T7" fmla="*/ 800922402 h 187"/>
                <a:gd name="T8" fmla="*/ 1452360186 w 215"/>
                <a:gd name="T9" fmla="*/ 1018121829 h 187"/>
                <a:gd name="T10" fmla="*/ 817373654 w 215"/>
                <a:gd name="T11" fmla="*/ 1262470860 h 187"/>
                <a:gd name="T12" fmla="*/ 817373654 w 215"/>
                <a:gd name="T13" fmla="*/ 1018121829 h 187"/>
                <a:gd name="T14" fmla="*/ 222919615 w 215"/>
                <a:gd name="T15" fmla="*/ 502274165 h 187"/>
                <a:gd name="T16" fmla="*/ 303982002 w 215"/>
                <a:gd name="T17" fmla="*/ 475121957 h 187"/>
                <a:gd name="T18" fmla="*/ 209409650 w 215"/>
                <a:gd name="T19" fmla="*/ 366523546 h 187"/>
                <a:gd name="T20" fmla="*/ 216164633 w 215"/>
                <a:gd name="T21" fmla="*/ 352947442 h 187"/>
                <a:gd name="T22" fmla="*/ 276962073 w 215"/>
                <a:gd name="T23" fmla="*/ 312224340 h 187"/>
                <a:gd name="T24" fmla="*/ 634986532 w 215"/>
                <a:gd name="T25" fmla="*/ 271498633 h 187"/>
                <a:gd name="T26" fmla="*/ 743068848 w 215"/>
                <a:gd name="T27" fmla="*/ 264711884 h 187"/>
                <a:gd name="T28" fmla="*/ 938968534 w 215"/>
                <a:gd name="T29" fmla="*/ 217199428 h 187"/>
                <a:gd name="T30" fmla="*/ 979498428 w 215"/>
                <a:gd name="T31" fmla="*/ 0 h 187"/>
                <a:gd name="T32" fmla="*/ 911946006 w 215"/>
                <a:gd name="T33" fmla="*/ 13576104 h 187"/>
                <a:gd name="T34" fmla="*/ 898436041 w 215"/>
                <a:gd name="T35" fmla="*/ 162900222 h 187"/>
                <a:gd name="T36" fmla="*/ 743068848 w 215"/>
                <a:gd name="T37" fmla="*/ 196836574 h 187"/>
                <a:gd name="T38" fmla="*/ 628228951 w 215"/>
                <a:gd name="T39" fmla="*/ 203623324 h 187"/>
                <a:gd name="T40" fmla="*/ 256697126 w 215"/>
                <a:gd name="T41" fmla="*/ 251135780 h 187"/>
                <a:gd name="T42" fmla="*/ 162124774 w 215"/>
                <a:gd name="T43" fmla="*/ 312224340 h 187"/>
                <a:gd name="T44" fmla="*/ 141857228 w 215"/>
                <a:gd name="T45" fmla="*/ 359736797 h 187"/>
                <a:gd name="T46" fmla="*/ 148614809 w 215"/>
                <a:gd name="T47" fmla="*/ 414036002 h 187"/>
                <a:gd name="T48" fmla="*/ 222919615 w 215"/>
                <a:gd name="T49" fmla="*/ 502274165 h 187"/>
                <a:gd name="T50" fmla="*/ 283717055 w 215"/>
                <a:gd name="T51" fmla="*/ 638022179 h 187"/>
                <a:gd name="T52" fmla="*/ 533659198 w 215"/>
                <a:gd name="T53" fmla="*/ 556573371 h 187"/>
                <a:gd name="T54" fmla="*/ 310736984 w 215"/>
                <a:gd name="T55" fmla="*/ 536210518 h 187"/>
                <a:gd name="T56" fmla="*/ 67552422 w 215"/>
                <a:gd name="T57" fmla="*/ 610872577 h 187"/>
                <a:gd name="T58" fmla="*/ 283717055 w 215"/>
                <a:gd name="T59" fmla="*/ 638022179 h 187"/>
                <a:gd name="T60" fmla="*/ 412064318 w 215"/>
                <a:gd name="T61" fmla="*/ 502274165 h 187"/>
                <a:gd name="T62" fmla="*/ 621473968 w 215"/>
                <a:gd name="T63" fmla="*/ 529423768 h 187"/>
                <a:gd name="T64" fmla="*/ 621473968 w 215"/>
                <a:gd name="T65" fmla="*/ 529423768 h 187"/>
                <a:gd name="T66" fmla="*/ 878171094 w 215"/>
                <a:gd name="T67" fmla="*/ 447972354 h 187"/>
                <a:gd name="T68" fmla="*/ 526901617 w 215"/>
                <a:gd name="T69" fmla="*/ 468335208 h 187"/>
                <a:gd name="T70" fmla="*/ 412064318 w 215"/>
                <a:gd name="T71" fmla="*/ 502274165 h 187"/>
                <a:gd name="T72" fmla="*/ 0 w 215"/>
                <a:gd name="T73" fmla="*/ 658385033 h 187"/>
                <a:gd name="T74" fmla="*/ 0 w 215"/>
                <a:gd name="T75" fmla="*/ 862008357 h 187"/>
                <a:gd name="T76" fmla="*/ 722801302 w 215"/>
                <a:gd name="T77" fmla="*/ 1269257609 h 187"/>
                <a:gd name="T78" fmla="*/ 722801302 w 215"/>
                <a:gd name="T79" fmla="*/ 1065634286 h 187"/>
                <a:gd name="T80" fmla="*/ 0 w 215"/>
                <a:gd name="T81" fmla="*/ 658385033 h 18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15" h="187">
                  <a:moveTo>
                    <a:pt x="121" y="150"/>
                  </a:moveTo>
                  <a:cubicBezTo>
                    <a:pt x="112" y="119"/>
                    <a:pt x="87" y="104"/>
                    <a:pt x="56" y="97"/>
                  </a:cubicBezTo>
                  <a:cubicBezTo>
                    <a:pt x="143" y="69"/>
                    <a:pt x="143" y="69"/>
                    <a:pt x="143" y="69"/>
                  </a:cubicBezTo>
                  <a:cubicBezTo>
                    <a:pt x="178" y="78"/>
                    <a:pt x="206" y="100"/>
                    <a:pt x="215" y="118"/>
                  </a:cubicBezTo>
                  <a:cubicBezTo>
                    <a:pt x="215" y="150"/>
                    <a:pt x="215" y="150"/>
                    <a:pt x="215" y="150"/>
                  </a:cubicBezTo>
                  <a:cubicBezTo>
                    <a:pt x="193" y="173"/>
                    <a:pt x="160" y="183"/>
                    <a:pt x="121" y="186"/>
                  </a:cubicBezTo>
                  <a:cubicBezTo>
                    <a:pt x="121" y="174"/>
                    <a:pt x="121" y="162"/>
                    <a:pt x="121" y="150"/>
                  </a:cubicBezTo>
                  <a:close/>
                  <a:moveTo>
                    <a:pt x="33" y="74"/>
                  </a:moveTo>
                  <a:cubicBezTo>
                    <a:pt x="45" y="70"/>
                    <a:pt x="45" y="70"/>
                    <a:pt x="45" y="70"/>
                  </a:cubicBezTo>
                  <a:cubicBezTo>
                    <a:pt x="42" y="68"/>
                    <a:pt x="30" y="59"/>
                    <a:pt x="31" y="54"/>
                  </a:cubicBezTo>
                  <a:cubicBezTo>
                    <a:pt x="31" y="54"/>
                    <a:pt x="32" y="53"/>
                    <a:pt x="32" y="52"/>
                  </a:cubicBezTo>
                  <a:cubicBezTo>
                    <a:pt x="34" y="50"/>
                    <a:pt x="37" y="48"/>
                    <a:pt x="41" y="46"/>
                  </a:cubicBezTo>
                  <a:cubicBezTo>
                    <a:pt x="52" y="42"/>
                    <a:pt x="74" y="41"/>
                    <a:pt x="94" y="40"/>
                  </a:cubicBezTo>
                  <a:cubicBezTo>
                    <a:pt x="100" y="40"/>
                    <a:pt x="105" y="40"/>
                    <a:pt x="110" y="39"/>
                  </a:cubicBezTo>
                  <a:cubicBezTo>
                    <a:pt x="123" y="39"/>
                    <a:pt x="133" y="38"/>
                    <a:pt x="139" y="32"/>
                  </a:cubicBezTo>
                  <a:cubicBezTo>
                    <a:pt x="146" y="27"/>
                    <a:pt x="149" y="17"/>
                    <a:pt x="145" y="0"/>
                  </a:cubicBezTo>
                  <a:cubicBezTo>
                    <a:pt x="135" y="2"/>
                    <a:pt x="135" y="2"/>
                    <a:pt x="135" y="2"/>
                  </a:cubicBezTo>
                  <a:cubicBezTo>
                    <a:pt x="138" y="15"/>
                    <a:pt x="137" y="21"/>
                    <a:pt x="133" y="24"/>
                  </a:cubicBezTo>
                  <a:cubicBezTo>
                    <a:pt x="129" y="28"/>
                    <a:pt x="120" y="28"/>
                    <a:pt x="110" y="29"/>
                  </a:cubicBezTo>
                  <a:cubicBezTo>
                    <a:pt x="104" y="29"/>
                    <a:pt x="99" y="30"/>
                    <a:pt x="93" y="30"/>
                  </a:cubicBezTo>
                  <a:cubicBezTo>
                    <a:pt x="72" y="31"/>
                    <a:pt x="49" y="32"/>
                    <a:pt x="38" y="37"/>
                  </a:cubicBezTo>
                  <a:cubicBezTo>
                    <a:pt x="32" y="39"/>
                    <a:pt x="27" y="42"/>
                    <a:pt x="24" y="46"/>
                  </a:cubicBezTo>
                  <a:cubicBezTo>
                    <a:pt x="22" y="48"/>
                    <a:pt x="21" y="50"/>
                    <a:pt x="21" y="53"/>
                  </a:cubicBezTo>
                  <a:cubicBezTo>
                    <a:pt x="20" y="55"/>
                    <a:pt x="21" y="58"/>
                    <a:pt x="22" y="61"/>
                  </a:cubicBezTo>
                  <a:cubicBezTo>
                    <a:pt x="23" y="65"/>
                    <a:pt x="27" y="69"/>
                    <a:pt x="33" y="74"/>
                  </a:cubicBezTo>
                  <a:close/>
                  <a:moveTo>
                    <a:pt x="42" y="94"/>
                  </a:moveTo>
                  <a:cubicBezTo>
                    <a:pt x="79" y="82"/>
                    <a:pt x="79" y="82"/>
                    <a:pt x="79" y="82"/>
                  </a:cubicBezTo>
                  <a:cubicBezTo>
                    <a:pt x="46" y="79"/>
                    <a:pt x="46" y="79"/>
                    <a:pt x="46" y="79"/>
                  </a:cubicBezTo>
                  <a:cubicBezTo>
                    <a:pt x="10" y="90"/>
                    <a:pt x="10" y="90"/>
                    <a:pt x="10" y="90"/>
                  </a:cubicBezTo>
                  <a:cubicBezTo>
                    <a:pt x="21" y="91"/>
                    <a:pt x="32" y="92"/>
                    <a:pt x="42" y="94"/>
                  </a:cubicBezTo>
                  <a:close/>
                  <a:moveTo>
                    <a:pt x="61" y="74"/>
                  </a:moveTo>
                  <a:cubicBezTo>
                    <a:pt x="92" y="78"/>
                    <a:pt x="92" y="78"/>
                    <a:pt x="92" y="78"/>
                  </a:cubicBezTo>
                  <a:cubicBezTo>
                    <a:pt x="92" y="78"/>
                    <a:pt x="92" y="78"/>
                    <a:pt x="92" y="78"/>
                  </a:cubicBezTo>
                  <a:cubicBezTo>
                    <a:pt x="130" y="66"/>
                    <a:pt x="130" y="66"/>
                    <a:pt x="130" y="66"/>
                  </a:cubicBezTo>
                  <a:cubicBezTo>
                    <a:pt x="113" y="63"/>
                    <a:pt x="96" y="64"/>
                    <a:pt x="78" y="69"/>
                  </a:cubicBezTo>
                  <a:cubicBezTo>
                    <a:pt x="61" y="74"/>
                    <a:pt x="61" y="74"/>
                    <a:pt x="61" y="74"/>
                  </a:cubicBezTo>
                  <a:close/>
                  <a:moveTo>
                    <a:pt x="0" y="97"/>
                  </a:moveTo>
                  <a:cubicBezTo>
                    <a:pt x="0" y="107"/>
                    <a:pt x="0" y="117"/>
                    <a:pt x="0" y="127"/>
                  </a:cubicBezTo>
                  <a:cubicBezTo>
                    <a:pt x="36" y="148"/>
                    <a:pt x="71" y="166"/>
                    <a:pt x="107" y="187"/>
                  </a:cubicBezTo>
                  <a:cubicBezTo>
                    <a:pt x="107" y="177"/>
                    <a:pt x="107" y="167"/>
                    <a:pt x="107" y="157"/>
                  </a:cubicBezTo>
                  <a:cubicBezTo>
                    <a:pt x="95" y="112"/>
                    <a:pt x="50" y="104"/>
                    <a:pt x="0" y="9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15" name="组合 14"/>
          <p:cNvGrpSpPr/>
          <p:nvPr/>
        </p:nvGrpSpPr>
        <p:grpSpPr bwMode="auto">
          <a:xfrm>
            <a:off x="1710418" y="4658859"/>
            <a:ext cx="857250" cy="857250"/>
            <a:chOff x="1057276" y="4857792"/>
            <a:chExt cx="857250" cy="857250"/>
          </a:xfrm>
        </p:grpSpPr>
        <p:sp>
          <p:nvSpPr>
            <p:cNvPr id="16" name="椭圆 15"/>
            <p:cNvSpPr/>
            <p:nvPr/>
          </p:nvSpPr>
          <p:spPr>
            <a:xfrm>
              <a:off x="1057276" y="4857792"/>
              <a:ext cx="857250" cy="85725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cs typeface="+mn-ea"/>
                <a:sym typeface="+mn-lt"/>
              </a:endParaRPr>
            </a:p>
          </p:txBody>
        </p:sp>
        <p:sp>
          <p:nvSpPr>
            <p:cNvPr id="17" name="Freeform 21"/>
            <p:cNvSpPr>
              <a:spLocks noEditPoints="1"/>
            </p:cNvSpPr>
            <p:nvPr/>
          </p:nvSpPr>
          <p:spPr bwMode="auto">
            <a:xfrm>
              <a:off x="1220967" y="4981301"/>
              <a:ext cx="529867" cy="584832"/>
            </a:xfrm>
            <a:custGeom>
              <a:avLst/>
              <a:gdLst>
                <a:gd name="T0" fmla="*/ 716150040 w 99"/>
                <a:gd name="T1" fmla="*/ 1669695360 h 109"/>
                <a:gd name="T2" fmla="*/ 429690024 w 99"/>
                <a:gd name="T3" fmla="*/ 1756057340 h 109"/>
                <a:gd name="T4" fmla="*/ 1460945011 w 99"/>
                <a:gd name="T5" fmla="*/ 1583333380 h 109"/>
                <a:gd name="T6" fmla="*/ 1804694889 w 99"/>
                <a:gd name="T7" fmla="*/ 1324242073 h 109"/>
                <a:gd name="T8" fmla="*/ 1604175019 w 99"/>
                <a:gd name="T9" fmla="*/ 1698480898 h 109"/>
                <a:gd name="T10" fmla="*/ 1460945011 w 99"/>
                <a:gd name="T11" fmla="*/ 1928786667 h 109"/>
                <a:gd name="T12" fmla="*/ 1317715003 w 99"/>
                <a:gd name="T13" fmla="*/ 1640909822 h 109"/>
                <a:gd name="T14" fmla="*/ 1088544849 w 99"/>
                <a:gd name="T15" fmla="*/ 1065150766 h 109"/>
                <a:gd name="T16" fmla="*/ 1460945011 w 99"/>
                <a:gd name="T17" fmla="*/ 1583333380 h 109"/>
                <a:gd name="T18" fmla="*/ 1203129926 w 99"/>
                <a:gd name="T19" fmla="*/ 949997882 h 109"/>
                <a:gd name="T20" fmla="*/ 1203129926 w 99"/>
                <a:gd name="T21" fmla="*/ 0 h 109"/>
                <a:gd name="T22" fmla="*/ 429690024 w 99"/>
                <a:gd name="T23" fmla="*/ 719697478 h 109"/>
                <a:gd name="T24" fmla="*/ 429690024 w 99"/>
                <a:gd name="T25" fmla="*/ 2147483646 h 109"/>
                <a:gd name="T26" fmla="*/ 2147483646 w 99"/>
                <a:gd name="T27" fmla="*/ 2147483646 h 109"/>
                <a:gd name="T28" fmla="*/ 2147483646 w 99"/>
                <a:gd name="T29" fmla="*/ 2101510628 h 109"/>
                <a:gd name="T30" fmla="*/ 2147483646 w 99"/>
                <a:gd name="T31" fmla="*/ 2043939551 h 109"/>
                <a:gd name="T32" fmla="*/ 1403649796 w 99"/>
                <a:gd name="T33" fmla="*/ 2147483646 h 109"/>
                <a:gd name="T34" fmla="*/ 343749878 w 99"/>
                <a:gd name="T35" fmla="*/ 1727271802 h 109"/>
                <a:gd name="T36" fmla="*/ 1203129926 w 99"/>
                <a:gd name="T37" fmla="*/ 633330133 h 109"/>
                <a:gd name="T38" fmla="*/ 2147483646 w 99"/>
                <a:gd name="T39" fmla="*/ 1353027611 h 109"/>
                <a:gd name="T40" fmla="*/ 2147483646 w 99"/>
                <a:gd name="T41" fmla="*/ 1180303650 h 109"/>
                <a:gd name="T42" fmla="*/ 2147483646 w 99"/>
                <a:gd name="T43" fmla="*/ 1525756937 h 109"/>
                <a:gd name="T44" fmla="*/ 2147483646 w 99"/>
                <a:gd name="T45" fmla="*/ 1612118918 h 109"/>
                <a:gd name="T46" fmla="*/ 2147483646 w 99"/>
                <a:gd name="T47" fmla="*/ 1928786667 h 109"/>
                <a:gd name="T48" fmla="*/ 2147483646 w 99"/>
                <a:gd name="T49" fmla="*/ 1698480898 h 109"/>
                <a:gd name="T50" fmla="*/ 2147483646 w 99"/>
                <a:gd name="T51" fmla="*/ 1640909822 h 109"/>
                <a:gd name="T52" fmla="*/ 2147483646 w 99"/>
                <a:gd name="T53" fmla="*/ 1727271802 h 109"/>
                <a:gd name="T54" fmla="*/ 2147483646 w 99"/>
                <a:gd name="T55" fmla="*/ 2043939551 h 109"/>
                <a:gd name="T56" fmla="*/ 2147483646 w 99"/>
                <a:gd name="T57" fmla="*/ 1928786667 h 109"/>
                <a:gd name="T58" fmla="*/ 2147483646 w 99"/>
                <a:gd name="T59" fmla="*/ 1065150766 h 109"/>
                <a:gd name="T60" fmla="*/ 2147483646 w 99"/>
                <a:gd name="T61" fmla="*/ 806059459 h 109"/>
                <a:gd name="T62" fmla="*/ 2147483646 w 99"/>
                <a:gd name="T63" fmla="*/ 1093936304 h 109"/>
                <a:gd name="T64" fmla="*/ 2147483646 w 99"/>
                <a:gd name="T65" fmla="*/ 1266665631 h 109"/>
                <a:gd name="T66" fmla="*/ 2147483646 w 99"/>
                <a:gd name="T67" fmla="*/ 978788785 h 109"/>
                <a:gd name="T68" fmla="*/ 2033865042 w 99"/>
                <a:gd name="T69" fmla="*/ 806059459 h 109"/>
                <a:gd name="T70" fmla="*/ 2147483646 w 99"/>
                <a:gd name="T71" fmla="*/ 518182614 h 109"/>
                <a:gd name="T72" fmla="*/ 2147483646 w 99"/>
                <a:gd name="T73" fmla="*/ 719697478 h 109"/>
                <a:gd name="T74" fmla="*/ 2147483646 w 99"/>
                <a:gd name="T75" fmla="*/ 777273921 h 109"/>
                <a:gd name="T76" fmla="*/ 1432300079 w 99"/>
                <a:gd name="T77" fmla="*/ 2147483646 h 109"/>
                <a:gd name="T78" fmla="*/ 1518234873 w 99"/>
                <a:gd name="T79" fmla="*/ 2147483646 h 109"/>
                <a:gd name="T80" fmla="*/ 1432300079 w 99"/>
                <a:gd name="T81" fmla="*/ 2147483646 h 109"/>
                <a:gd name="T82" fmla="*/ 1919279966 w 99"/>
                <a:gd name="T83" fmla="*/ 2147483646 h 109"/>
                <a:gd name="T84" fmla="*/ 2147483646 w 99"/>
                <a:gd name="T85" fmla="*/ 2147483646 h 109"/>
                <a:gd name="T86" fmla="*/ 716150040 w 99"/>
                <a:gd name="T87" fmla="*/ 2147483646 h 109"/>
                <a:gd name="T88" fmla="*/ 973965124 w 99"/>
                <a:gd name="T89" fmla="*/ 2147483646 h 109"/>
                <a:gd name="T90" fmla="*/ 716150040 w 99"/>
                <a:gd name="T91" fmla="*/ 2147483646 h 109"/>
                <a:gd name="T92" fmla="*/ 945314841 w 99"/>
                <a:gd name="T93" fmla="*/ 1151512746 h 109"/>
                <a:gd name="T94" fmla="*/ 658854825 w 99"/>
                <a:gd name="T95" fmla="*/ 1036365227 h 109"/>
                <a:gd name="T96" fmla="*/ 2147483646 w 99"/>
                <a:gd name="T97" fmla="*/ 978788785 h 109"/>
                <a:gd name="T98" fmla="*/ 1890635034 w 99"/>
                <a:gd name="T99" fmla="*/ 1122727208 h 109"/>
                <a:gd name="T100" fmla="*/ 2147483646 w 99"/>
                <a:gd name="T101" fmla="*/ 978788785 h 109"/>
                <a:gd name="T102" fmla="*/ 2147483646 w 99"/>
                <a:gd name="T103" fmla="*/ 1698480898 h 109"/>
                <a:gd name="T104" fmla="*/ 2147483646 w 99"/>
                <a:gd name="T105" fmla="*/ 1612118918 h 10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99" h="109">
                  <a:moveTo>
                    <a:pt x="15" y="58"/>
                  </a:moveTo>
                  <a:cubicBezTo>
                    <a:pt x="25" y="58"/>
                    <a:pt x="25" y="58"/>
                    <a:pt x="25" y="58"/>
                  </a:cubicBezTo>
                  <a:cubicBezTo>
                    <a:pt x="25" y="61"/>
                    <a:pt x="25" y="61"/>
                    <a:pt x="25" y="61"/>
                  </a:cubicBezTo>
                  <a:cubicBezTo>
                    <a:pt x="15" y="61"/>
                    <a:pt x="15" y="61"/>
                    <a:pt x="15" y="61"/>
                  </a:cubicBezTo>
                  <a:cubicBezTo>
                    <a:pt x="15" y="58"/>
                    <a:pt x="15" y="58"/>
                    <a:pt x="15" y="58"/>
                  </a:cubicBezTo>
                  <a:close/>
                  <a:moveTo>
                    <a:pt x="51" y="55"/>
                  </a:moveTo>
                  <a:cubicBezTo>
                    <a:pt x="52" y="55"/>
                    <a:pt x="52" y="55"/>
                    <a:pt x="53" y="55"/>
                  </a:cubicBezTo>
                  <a:cubicBezTo>
                    <a:pt x="56" y="52"/>
                    <a:pt x="60" y="48"/>
                    <a:pt x="63" y="46"/>
                  </a:cubicBezTo>
                  <a:cubicBezTo>
                    <a:pt x="64" y="46"/>
                    <a:pt x="65" y="47"/>
                    <a:pt x="66" y="48"/>
                  </a:cubicBezTo>
                  <a:cubicBezTo>
                    <a:pt x="63" y="53"/>
                    <a:pt x="60" y="56"/>
                    <a:pt x="56" y="59"/>
                  </a:cubicBezTo>
                  <a:cubicBezTo>
                    <a:pt x="57" y="60"/>
                    <a:pt x="57" y="60"/>
                    <a:pt x="57" y="61"/>
                  </a:cubicBezTo>
                  <a:cubicBezTo>
                    <a:pt x="57" y="64"/>
                    <a:pt x="54" y="67"/>
                    <a:pt x="51" y="67"/>
                  </a:cubicBezTo>
                  <a:cubicBezTo>
                    <a:pt x="47" y="67"/>
                    <a:pt x="45" y="64"/>
                    <a:pt x="45" y="61"/>
                  </a:cubicBezTo>
                  <a:cubicBezTo>
                    <a:pt x="45" y="59"/>
                    <a:pt x="45" y="58"/>
                    <a:pt x="46" y="57"/>
                  </a:cubicBezTo>
                  <a:cubicBezTo>
                    <a:pt x="41" y="51"/>
                    <a:pt x="38" y="45"/>
                    <a:pt x="35" y="38"/>
                  </a:cubicBezTo>
                  <a:cubicBezTo>
                    <a:pt x="36" y="38"/>
                    <a:pt x="37" y="37"/>
                    <a:pt x="38" y="37"/>
                  </a:cubicBezTo>
                  <a:cubicBezTo>
                    <a:pt x="42" y="42"/>
                    <a:pt x="46" y="49"/>
                    <a:pt x="49" y="55"/>
                  </a:cubicBezTo>
                  <a:cubicBezTo>
                    <a:pt x="49" y="55"/>
                    <a:pt x="50" y="55"/>
                    <a:pt x="51" y="55"/>
                  </a:cubicBezTo>
                  <a:close/>
                  <a:moveTo>
                    <a:pt x="42" y="22"/>
                  </a:moveTo>
                  <a:cubicBezTo>
                    <a:pt x="42" y="33"/>
                    <a:pt x="42" y="33"/>
                    <a:pt x="42" y="33"/>
                  </a:cubicBezTo>
                  <a:cubicBezTo>
                    <a:pt x="70" y="17"/>
                    <a:pt x="70" y="17"/>
                    <a:pt x="70" y="17"/>
                  </a:cubicBezTo>
                  <a:cubicBezTo>
                    <a:pt x="42" y="0"/>
                    <a:pt x="42" y="0"/>
                    <a:pt x="42" y="0"/>
                  </a:cubicBezTo>
                  <a:cubicBezTo>
                    <a:pt x="42" y="11"/>
                    <a:pt x="42" y="11"/>
                    <a:pt x="42" y="11"/>
                  </a:cubicBezTo>
                  <a:cubicBezTo>
                    <a:pt x="32" y="12"/>
                    <a:pt x="22" y="17"/>
                    <a:pt x="15" y="25"/>
                  </a:cubicBezTo>
                  <a:cubicBezTo>
                    <a:pt x="5" y="34"/>
                    <a:pt x="0" y="46"/>
                    <a:pt x="0" y="60"/>
                  </a:cubicBezTo>
                  <a:cubicBezTo>
                    <a:pt x="0" y="73"/>
                    <a:pt x="5" y="85"/>
                    <a:pt x="15" y="94"/>
                  </a:cubicBezTo>
                  <a:cubicBezTo>
                    <a:pt x="24" y="104"/>
                    <a:pt x="36" y="109"/>
                    <a:pt x="49" y="109"/>
                  </a:cubicBezTo>
                  <a:cubicBezTo>
                    <a:pt x="63" y="109"/>
                    <a:pt x="75" y="104"/>
                    <a:pt x="84" y="94"/>
                  </a:cubicBezTo>
                  <a:cubicBezTo>
                    <a:pt x="90" y="89"/>
                    <a:pt x="94" y="82"/>
                    <a:pt x="96" y="75"/>
                  </a:cubicBezTo>
                  <a:cubicBezTo>
                    <a:pt x="97" y="73"/>
                    <a:pt x="97" y="73"/>
                    <a:pt x="97" y="73"/>
                  </a:cubicBezTo>
                  <a:cubicBezTo>
                    <a:pt x="86" y="70"/>
                    <a:pt x="86" y="70"/>
                    <a:pt x="86" y="70"/>
                  </a:cubicBezTo>
                  <a:cubicBezTo>
                    <a:pt x="85" y="71"/>
                    <a:pt x="85" y="71"/>
                    <a:pt x="85" y="71"/>
                  </a:cubicBezTo>
                  <a:cubicBezTo>
                    <a:pt x="84" y="77"/>
                    <a:pt x="80" y="82"/>
                    <a:pt x="76" y="86"/>
                  </a:cubicBezTo>
                  <a:cubicBezTo>
                    <a:pt x="69" y="93"/>
                    <a:pt x="60" y="97"/>
                    <a:pt x="49" y="97"/>
                  </a:cubicBezTo>
                  <a:cubicBezTo>
                    <a:pt x="39" y="97"/>
                    <a:pt x="30" y="93"/>
                    <a:pt x="23" y="86"/>
                  </a:cubicBezTo>
                  <a:cubicBezTo>
                    <a:pt x="16" y="79"/>
                    <a:pt x="12" y="70"/>
                    <a:pt x="12" y="60"/>
                  </a:cubicBezTo>
                  <a:cubicBezTo>
                    <a:pt x="12" y="50"/>
                    <a:pt x="16" y="40"/>
                    <a:pt x="23" y="33"/>
                  </a:cubicBezTo>
                  <a:cubicBezTo>
                    <a:pt x="28" y="28"/>
                    <a:pt x="35" y="24"/>
                    <a:pt x="42" y="22"/>
                  </a:cubicBezTo>
                  <a:close/>
                  <a:moveTo>
                    <a:pt x="87" y="54"/>
                  </a:moveTo>
                  <a:cubicBezTo>
                    <a:pt x="87" y="52"/>
                    <a:pt x="86" y="49"/>
                    <a:pt x="85" y="47"/>
                  </a:cubicBezTo>
                  <a:cubicBezTo>
                    <a:pt x="84" y="45"/>
                    <a:pt x="84" y="45"/>
                    <a:pt x="84" y="45"/>
                  </a:cubicBezTo>
                  <a:cubicBezTo>
                    <a:pt x="95" y="41"/>
                    <a:pt x="95" y="41"/>
                    <a:pt x="95" y="41"/>
                  </a:cubicBezTo>
                  <a:cubicBezTo>
                    <a:pt x="96" y="43"/>
                    <a:pt x="96" y="43"/>
                    <a:pt x="96" y="43"/>
                  </a:cubicBezTo>
                  <a:cubicBezTo>
                    <a:pt x="97" y="46"/>
                    <a:pt x="98" y="50"/>
                    <a:pt x="98" y="53"/>
                  </a:cubicBezTo>
                  <a:cubicBezTo>
                    <a:pt x="99" y="55"/>
                    <a:pt x="99" y="55"/>
                    <a:pt x="99" y="55"/>
                  </a:cubicBezTo>
                  <a:cubicBezTo>
                    <a:pt x="87" y="56"/>
                    <a:pt x="87" y="56"/>
                    <a:pt x="87" y="56"/>
                  </a:cubicBezTo>
                  <a:cubicBezTo>
                    <a:pt x="87" y="54"/>
                    <a:pt x="87" y="54"/>
                    <a:pt x="87" y="54"/>
                  </a:cubicBezTo>
                  <a:close/>
                  <a:moveTo>
                    <a:pt x="87" y="67"/>
                  </a:moveTo>
                  <a:cubicBezTo>
                    <a:pt x="87" y="64"/>
                    <a:pt x="87" y="62"/>
                    <a:pt x="87" y="60"/>
                  </a:cubicBezTo>
                  <a:cubicBezTo>
                    <a:pt x="87" y="59"/>
                    <a:pt x="87" y="59"/>
                    <a:pt x="87" y="59"/>
                  </a:cubicBezTo>
                  <a:cubicBezTo>
                    <a:pt x="87" y="57"/>
                    <a:pt x="87" y="57"/>
                    <a:pt x="87" y="57"/>
                  </a:cubicBezTo>
                  <a:cubicBezTo>
                    <a:pt x="99" y="57"/>
                    <a:pt x="99" y="57"/>
                    <a:pt x="99" y="57"/>
                  </a:cubicBezTo>
                  <a:cubicBezTo>
                    <a:pt x="99" y="59"/>
                    <a:pt x="99" y="59"/>
                    <a:pt x="99" y="59"/>
                  </a:cubicBezTo>
                  <a:cubicBezTo>
                    <a:pt x="99" y="59"/>
                    <a:pt x="99" y="59"/>
                    <a:pt x="99" y="60"/>
                  </a:cubicBezTo>
                  <a:cubicBezTo>
                    <a:pt x="99" y="63"/>
                    <a:pt x="99" y="66"/>
                    <a:pt x="98" y="69"/>
                  </a:cubicBezTo>
                  <a:cubicBezTo>
                    <a:pt x="97" y="71"/>
                    <a:pt x="97" y="71"/>
                    <a:pt x="97" y="71"/>
                  </a:cubicBezTo>
                  <a:cubicBezTo>
                    <a:pt x="86" y="68"/>
                    <a:pt x="86" y="68"/>
                    <a:pt x="86" y="68"/>
                  </a:cubicBezTo>
                  <a:cubicBezTo>
                    <a:pt x="87" y="67"/>
                    <a:pt x="87" y="67"/>
                    <a:pt x="87" y="67"/>
                  </a:cubicBezTo>
                  <a:close/>
                  <a:moveTo>
                    <a:pt x="83" y="42"/>
                  </a:moveTo>
                  <a:cubicBezTo>
                    <a:pt x="82" y="40"/>
                    <a:pt x="81" y="38"/>
                    <a:pt x="80" y="37"/>
                  </a:cubicBezTo>
                  <a:cubicBezTo>
                    <a:pt x="78" y="35"/>
                    <a:pt x="78" y="35"/>
                    <a:pt x="78" y="35"/>
                  </a:cubicBezTo>
                  <a:cubicBezTo>
                    <a:pt x="88" y="28"/>
                    <a:pt x="88" y="28"/>
                    <a:pt x="88" y="28"/>
                  </a:cubicBezTo>
                  <a:cubicBezTo>
                    <a:pt x="89" y="30"/>
                    <a:pt x="89" y="30"/>
                    <a:pt x="89" y="30"/>
                  </a:cubicBezTo>
                  <a:cubicBezTo>
                    <a:pt x="91" y="32"/>
                    <a:pt x="92" y="35"/>
                    <a:pt x="94" y="38"/>
                  </a:cubicBezTo>
                  <a:cubicBezTo>
                    <a:pt x="95" y="40"/>
                    <a:pt x="95" y="40"/>
                    <a:pt x="95" y="40"/>
                  </a:cubicBezTo>
                  <a:cubicBezTo>
                    <a:pt x="84" y="44"/>
                    <a:pt x="84" y="44"/>
                    <a:pt x="84" y="44"/>
                  </a:cubicBezTo>
                  <a:cubicBezTo>
                    <a:pt x="83" y="42"/>
                    <a:pt x="83" y="42"/>
                    <a:pt x="83" y="42"/>
                  </a:cubicBezTo>
                  <a:close/>
                  <a:moveTo>
                    <a:pt x="77" y="34"/>
                  </a:moveTo>
                  <a:cubicBezTo>
                    <a:pt x="76" y="33"/>
                    <a:pt x="76" y="33"/>
                    <a:pt x="76" y="33"/>
                  </a:cubicBezTo>
                  <a:cubicBezTo>
                    <a:pt x="75" y="31"/>
                    <a:pt x="73" y="30"/>
                    <a:pt x="71" y="28"/>
                  </a:cubicBezTo>
                  <a:cubicBezTo>
                    <a:pt x="69" y="27"/>
                    <a:pt x="69" y="27"/>
                    <a:pt x="69" y="27"/>
                  </a:cubicBezTo>
                  <a:cubicBezTo>
                    <a:pt x="76" y="18"/>
                    <a:pt x="76" y="18"/>
                    <a:pt x="76" y="18"/>
                  </a:cubicBezTo>
                  <a:cubicBezTo>
                    <a:pt x="78" y="19"/>
                    <a:pt x="78" y="19"/>
                    <a:pt x="78" y="19"/>
                  </a:cubicBezTo>
                  <a:cubicBezTo>
                    <a:pt x="80" y="21"/>
                    <a:pt x="82" y="23"/>
                    <a:pt x="84" y="25"/>
                  </a:cubicBezTo>
                  <a:cubicBezTo>
                    <a:pt x="85" y="25"/>
                    <a:pt x="85" y="25"/>
                    <a:pt x="85" y="25"/>
                  </a:cubicBezTo>
                  <a:cubicBezTo>
                    <a:pt x="86" y="27"/>
                    <a:pt x="86" y="27"/>
                    <a:pt x="86" y="27"/>
                  </a:cubicBezTo>
                  <a:cubicBezTo>
                    <a:pt x="77" y="34"/>
                    <a:pt x="77" y="34"/>
                    <a:pt x="77" y="34"/>
                  </a:cubicBezTo>
                  <a:close/>
                  <a:moveTo>
                    <a:pt x="50" y="93"/>
                  </a:moveTo>
                  <a:cubicBezTo>
                    <a:pt x="50" y="83"/>
                    <a:pt x="50" y="83"/>
                    <a:pt x="50" y="83"/>
                  </a:cubicBezTo>
                  <a:cubicBezTo>
                    <a:pt x="53" y="83"/>
                    <a:pt x="53" y="83"/>
                    <a:pt x="53" y="83"/>
                  </a:cubicBezTo>
                  <a:cubicBezTo>
                    <a:pt x="53" y="93"/>
                    <a:pt x="53" y="93"/>
                    <a:pt x="53" y="93"/>
                  </a:cubicBezTo>
                  <a:cubicBezTo>
                    <a:pt x="50" y="93"/>
                    <a:pt x="50" y="93"/>
                    <a:pt x="50" y="93"/>
                  </a:cubicBezTo>
                  <a:close/>
                  <a:moveTo>
                    <a:pt x="74" y="83"/>
                  </a:moveTo>
                  <a:cubicBezTo>
                    <a:pt x="67" y="76"/>
                    <a:pt x="67" y="76"/>
                    <a:pt x="67" y="76"/>
                  </a:cubicBezTo>
                  <a:cubicBezTo>
                    <a:pt x="70" y="74"/>
                    <a:pt x="70" y="74"/>
                    <a:pt x="70" y="74"/>
                  </a:cubicBezTo>
                  <a:cubicBezTo>
                    <a:pt x="77" y="81"/>
                    <a:pt x="77" y="81"/>
                    <a:pt x="77" y="81"/>
                  </a:cubicBezTo>
                  <a:cubicBezTo>
                    <a:pt x="74" y="83"/>
                    <a:pt x="74" y="83"/>
                    <a:pt x="74" y="83"/>
                  </a:cubicBezTo>
                  <a:close/>
                  <a:moveTo>
                    <a:pt x="25" y="83"/>
                  </a:moveTo>
                  <a:cubicBezTo>
                    <a:pt x="32" y="76"/>
                    <a:pt x="32" y="76"/>
                    <a:pt x="32" y="76"/>
                  </a:cubicBezTo>
                  <a:cubicBezTo>
                    <a:pt x="34" y="78"/>
                    <a:pt x="34" y="78"/>
                    <a:pt x="34" y="78"/>
                  </a:cubicBezTo>
                  <a:cubicBezTo>
                    <a:pt x="27" y="85"/>
                    <a:pt x="27" y="85"/>
                    <a:pt x="27" y="85"/>
                  </a:cubicBezTo>
                  <a:cubicBezTo>
                    <a:pt x="25" y="83"/>
                    <a:pt x="25" y="83"/>
                    <a:pt x="25" y="83"/>
                  </a:cubicBezTo>
                  <a:close/>
                  <a:moveTo>
                    <a:pt x="26" y="33"/>
                  </a:moveTo>
                  <a:cubicBezTo>
                    <a:pt x="33" y="40"/>
                    <a:pt x="33" y="40"/>
                    <a:pt x="33" y="40"/>
                  </a:cubicBezTo>
                  <a:cubicBezTo>
                    <a:pt x="30" y="43"/>
                    <a:pt x="30" y="43"/>
                    <a:pt x="30" y="43"/>
                  </a:cubicBezTo>
                  <a:cubicBezTo>
                    <a:pt x="23" y="36"/>
                    <a:pt x="23" y="36"/>
                    <a:pt x="23" y="36"/>
                  </a:cubicBezTo>
                  <a:cubicBezTo>
                    <a:pt x="26" y="33"/>
                    <a:pt x="26" y="33"/>
                    <a:pt x="26" y="33"/>
                  </a:cubicBezTo>
                  <a:close/>
                  <a:moveTo>
                    <a:pt x="75" y="34"/>
                  </a:moveTo>
                  <a:cubicBezTo>
                    <a:pt x="73" y="32"/>
                    <a:pt x="73" y="32"/>
                    <a:pt x="73" y="32"/>
                  </a:cubicBezTo>
                  <a:cubicBezTo>
                    <a:pt x="66" y="39"/>
                    <a:pt x="66" y="39"/>
                    <a:pt x="66" y="39"/>
                  </a:cubicBezTo>
                  <a:cubicBezTo>
                    <a:pt x="68" y="41"/>
                    <a:pt x="68" y="41"/>
                    <a:pt x="68" y="41"/>
                  </a:cubicBezTo>
                  <a:cubicBezTo>
                    <a:pt x="75" y="34"/>
                    <a:pt x="75" y="34"/>
                    <a:pt x="75" y="34"/>
                  </a:cubicBezTo>
                  <a:close/>
                  <a:moveTo>
                    <a:pt x="85" y="59"/>
                  </a:moveTo>
                  <a:cubicBezTo>
                    <a:pt x="75" y="59"/>
                    <a:pt x="75" y="59"/>
                    <a:pt x="75" y="59"/>
                  </a:cubicBezTo>
                  <a:cubicBezTo>
                    <a:pt x="75" y="56"/>
                    <a:pt x="75" y="56"/>
                    <a:pt x="75" y="56"/>
                  </a:cubicBezTo>
                  <a:cubicBezTo>
                    <a:pt x="85" y="56"/>
                    <a:pt x="85" y="56"/>
                    <a:pt x="85" y="56"/>
                  </a:cubicBezTo>
                  <a:lnTo>
                    <a:pt x="85" y="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18" name="组合 17"/>
          <p:cNvGrpSpPr/>
          <p:nvPr/>
        </p:nvGrpSpPr>
        <p:grpSpPr bwMode="auto">
          <a:xfrm>
            <a:off x="6849156" y="3231696"/>
            <a:ext cx="857250" cy="857250"/>
            <a:chOff x="6196012" y="3433805"/>
            <a:chExt cx="857250" cy="857250"/>
          </a:xfrm>
        </p:grpSpPr>
        <p:sp>
          <p:nvSpPr>
            <p:cNvPr id="19" name="椭圆 18"/>
            <p:cNvSpPr/>
            <p:nvPr/>
          </p:nvSpPr>
          <p:spPr>
            <a:xfrm>
              <a:off x="6196012" y="3433805"/>
              <a:ext cx="857250" cy="85725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cs typeface="+mn-ea"/>
                <a:sym typeface="+mn-lt"/>
              </a:endParaRPr>
            </a:p>
          </p:txBody>
        </p:sp>
        <p:sp>
          <p:nvSpPr>
            <p:cNvPr id="20" name="Freeform 9"/>
            <p:cNvSpPr>
              <a:spLocks noEditPoints="1"/>
            </p:cNvSpPr>
            <p:nvPr/>
          </p:nvSpPr>
          <p:spPr bwMode="auto">
            <a:xfrm>
              <a:off x="6351114" y="3604480"/>
              <a:ext cx="642298" cy="530165"/>
            </a:xfrm>
            <a:custGeom>
              <a:avLst/>
              <a:gdLst>
                <a:gd name="T0" fmla="*/ 559229600 w 300"/>
                <a:gd name="T1" fmla="*/ 0 h 247"/>
                <a:gd name="T2" fmla="*/ 953442138 w 300"/>
                <a:gd name="T3" fmla="*/ 165855788 h 247"/>
                <a:gd name="T4" fmla="*/ 1118459199 w 300"/>
                <a:gd name="T5" fmla="*/ 562067196 h 247"/>
                <a:gd name="T6" fmla="*/ 953442138 w 300"/>
                <a:gd name="T7" fmla="*/ 958278604 h 247"/>
                <a:gd name="T8" fmla="*/ 559229600 w 300"/>
                <a:gd name="T9" fmla="*/ 1124134392 h 247"/>
                <a:gd name="T10" fmla="*/ 160435335 w 300"/>
                <a:gd name="T11" fmla="*/ 958278604 h 247"/>
                <a:gd name="T12" fmla="*/ 0 w 300"/>
                <a:gd name="T13" fmla="*/ 562067196 h 247"/>
                <a:gd name="T14" fmla="*/ 160435335 w 300"/>
                <a:gd name="T15" fmla="*/ 165855788 h 247"/>
                <a:gd name="T16" fmla="*/ 559229600 w 300"/>
                <a:gd name="T17" fmla="*/ 0 h 247"/>
                <a:gd name="T18" fmla="*/ 802174536 w 300"/>
                <a:gd name="T19" fmla="*/ 1128740603 h 247"/>
                <a:gd name="T20" fmla="*/ 1375155736 w 300"/>
                <a:gd name="T21" fmla="*/ 727922984 h 247"/>
                <a:gd name="T22" fmla="*/ 1365988003 w 300"/>
                <a:gd name="T23" fmla="*/ 580496332 h 247"/>
                <a:gd name="T24" fmla="*/ 802174536 w 300"/>
                <a:gd name="T25" fmla="*/ 1128740603 h 247"/>
                <a:gd name="T26" fmla="*/ 595900533 w 300"/>
                <a:gd name="T27" fmla="*/ 368567703 h 247"/>
                <a:gd name="T28" fmla="*/ 692161735 w 300"/>
                <a:gd name="T29" fmla="*/ 419246755 h 247"/>
                <a:gd name="T30" fmla="*/ 829677737 w 300"/>
                <a:gd name="T31" fmla="*/ 327105366 h 247"/>
                <a:gd name="T32" fmla="*/ 811342270 w 300"/>
                <a:gd name="T33" fmla="*/ 304070018 h 247"/>
                <a:gd name="T34" fmla="*/ 595900533 w 300"/>
                <a:gd name="T35" fmla="*/ 202711915 h 247"/>
                <a:gd name="T36" fmla="*/ 595900533 w 300"/>
                <a:gd name="T37" fmla="*/ 368567703 h 247"/>
                <a:gd name="T38" fmla="*/ 742584269 w 300"/>
                <a:gd name="T39" fmla="*/ 497567365 h 247"/>
                <a:gd name="T40" fmla="*/ 751752002 w 300"/>
                <a:gd name="T41" fmla="*/ 562067196 h 247"/>
                <a:gd name="T42" fmla="*/ 738000402 w 300"/>
                <a:gd name="T43" fmla="*/ 635781595 h 247"/>
                <a:gd name="T44" fmla="*/ 880100271 w 300"/>
                <a:gd name="T45" fmla="*/ 723314627 h 247"/>
                <a:gd name="T46" fmla="*/ 916771204 w 300"/>
                <a:gd name="T47" fmla="*/ 562067196 h 247"/>
                <a:gd name="T48" fmla="*/ 880100271 w 300"/>
                <a:gd name="T49" fmla="*/ 400817619 h 247"/>
                <a:gd name="T50" fmla="*/ 742584269 w 300"/>
                <a:gd name="T51" fmla="*/ 497567365 h 247"/>
                <a:gd name="T52" fmla="*/ 682994001 w 300"/>
                <a:gd name="T53" fmla="*/ 709493848 h 247"/>
                <a:gd name="T54" fmla="*/ 595900533 w 300"/>
                <a:gd name="T55" fmla="*/ 755564542 h 247"/>
                <a:gd name="T56" fmla="*/ 595900533 w 300"/>
                <a:gd name="T57" fmla="*/ 921420331 h 247"/>
                <a:gd name="T58" fmla="*/ 811342270 w 300"/>
                <a:gd name="T59" fmla="*/ 820064373 h 247"/>
                <a:gd name="T60" fmla="*/ 829677737 w 300"/>
                <a:gd name="T61" fmla="*/ 801637383 h 247"/>
                <a:gd name="T62" fmla="*/ 682994001 w 300"/>
                <a:gd name="T63" fmla="*/ 709493848 h 247"/>
                <a:gd name="T64" fmla="*/ 504223199 w 300"/>
                <a:gd name="T65" fmla="*/ 750958332 h 247"/>
                <a:gd name="T66" fmla="*/ 430881331 w 300"/>
                <a:gd name="T67" fmla="*/ 714102205 h 247"/>
                <a:gd name="T68" fmla="*/ 293367471 w 300"/>
                <a:gd name="T69" fmla="*/ 810849805 h 247"/>
                <a:gd name="T70" fmla="*/ 302535204 w 300"/>
                <a:gd name="T71" fmla="*/ 820064373 h 247"/>
                <a:gd name="T72" fmla="*/ 504223199 w 300"/>
                <a:gd name="T73" fmla="*/ 921420331 h 247"/>
                <a:gd name="T74" fmla="*/ 504223199 w 300"/>
                <a:gd name="T75" fmla="*/ 750958332 h 247"/>
                <a:gd name="T76" fmla="*/ 375874931 w 300"/>
                <a:gd name="T77" fmla="*/ 640387806 h 247"/>
                <a:gd name="T78" fmla="*/ 362123330 w 300"/>
                <a:gd name="T79" fmla="*/ 562067196 h 247"/>
                <a:gd name="T80" fmla="*/ 366707197 w 300"/>
                <a:gd name="T81" fmla="*/ 511388144 h 247"/>
                <a:gd name="T82" fmla="*/ 224609470 w 300"/>
                <a:gd name="T83" fmla="*/ 423852966 h 247"/>
                <a:gd name="T84" fmla="*/ 197106269 w 300"/>
                <a:gd name="T85" fmla="*/ 562067196 h 247"/>
                <a:gd name="T86" fmla="*/ 238361070 w 300"/>
                <a:gd name="T87" fmla="*/ 732529195 h 247"/>
                <a:gd name="T88" fmla="*/ 375874931 w 300"/>
                <a:gd name="T89" fmla="*/ 640387806 h 247"/>
                <a:gd name="T90" fmla="*/ 412545864 w 300"/>
                <a:gd name="T91" fmla="*/ 433067534 h 247"/>
                <a:gd name="T92" fmla="*/ 417129731 w 300"/>
                <a:gd name="T93" fmla="*/ 423852966 h 247"/>
                <a:gd name="T94" fmla="*/ 504223199 w 300"/>
                <a:gd name="T95" fmla="*/ 373176060 h 247"/>
                <a:gd name="T96" fmla="*/ 504223199 w 300"/>
                <a:gd name="T97" fmla="*/ 202711915 h 247"/>
                <a:gd name="T98" fmla="*/ 302535204 w 300"/>
                <a:gd name="T99" fmla="*/ 304070018 h 247"/>
                <a:gd name="T100" fmla="*/ 270448137 w 300"/>
                <a:gd name="T101" fmla="*/ 340926145 h 247"/>
                <a:gd name="T102" fmla="*/ 412545864 w 300"/>
                <a:gd name="T103" fmla="*/ 433067534 h 24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00" h="247">
                  <a:moveTo>
                    <a:pt x="122" y="0"/>
                  </a:moveTo>
                  <a:cubicBezTo>
                    <a:pt x="155" y="0"/>
                    <a:pt x="186" y="14"/>
                    <a:pt x="208" y="36"/>
                  </a:cubicBezTo>
                  <a:cubicBezTo>
                    <a:pt x="230" y="58"/>
                    <a:pt x="244" y="88"/>
                    <a:pt x="244" y="122"/>
                  </a:cubicBezTo>
                  <a:cubicBezTo>
                    <a:pt x="244" y="156"/>
                    <a:pt x="230" y="186"/>
                    <a:pt x="208" y="208"/>
                  </a:cubicBezTo>
                  <a:cubicBezTo>
                    <a:pt x="186" y="230"/>
                    <a:pt x="155" y="244"/>
                    <a:pt x="122" y="244"/>
                  </a:cubicBezTo>
                  <a:cubicBezTo>
                    <a:pt x="88" y="244"/>
                    <a:pt x="57" y="230"/>
                    <a:pt x="35" y="208"/>
                  </a:cubicBezTo>
                  <a:cubicBezTo>
                    <a:pt x="13" y="186"/>
                    <a:pt x="0" y="156"/>
                    <a:pt x="0" y="122"/>
                  </a:cubicBezTo>
                  <a:cubicBezTo>
                    <a:pt x="0" y="88"/>
                    <a:pt x="13" y="58"/>
                    <a:pt x="35" y="36"/>
                  </a:cubicBezTo>
                  <a:cubicBezTo>
                    <a:pt x="57" y="14"/>
                    <a:pt x="88" y="0"/>
                    <a:pt x="122" y="0"/>
                  </a:cubicBezTo>
                  <a:close/>
                  <a:moveTo>
                    <a:pt x="175" y="245"/>
                  </a:moveTo>
                  <a:cubicBezTo>
                    <a:pt x="292" y="247"/>
                    <a:pt x="257" y="150"/>
                    <a:pt x="300" y="158"/>
                  </a:cubicBezTo>
                  <a:cubicBezTo>
                    <a:pt x="298" y="126"/>
                    <a:pt x="298" y="126"/>
                    <a:pt x="298" y="126"/>
                  </a:cubicBezTo>
                  <a:cubicBezTo>
                    <a:pt x="230" y="122"/>
                    <a:pt x="286" y="229"/>
                    <a:pt x="175" y="245"/>
                  </a:cubicBezTo>
                  <a:close/>
                  <a:moveTo>
                    <a:pt x="130" y="80"/>
                  </a:moveTo>
                  <a:cubicBezTo>
                    <a:pt x="139" y="82"/>
                    <a:pt x="146" y="86"/>
                    <a:pt x="151" y="91"/>
                  </a:cubicBezTo>
                  <a:cubicBezTo>
                    <a:pt x="181" y="71"/>
                    <a:pt x="181" y="71"/>
                    <a:pt x="181" y="71"/>
                  </a:cubicBezTo>
                  <a:cubicBezTo>
                    <a:pt x="180" y="69"/>
                    <a:pt x="179" y="68"/>
                    <a:pt x="177" y="66"/>
                  </a:cubicBezTo>
                  <a:cubicBezTo>
                    <a:pt x="165" y="54"/>
                    <a:pt x="149" y="46"/>
                    <a:pt x="130" y="44"/>
                  </a:cubicBezTo>
                  <a:cubicBezTo>
                    <a:pt x="130" y="80"/>
                    <a:pt x="130" y="80"/>
                    <a:pt x="130" y="80"/>
                  </a:cubicBezTo>
                  <a:close/>
                  <a:moveTo>
                    <a:pt x="162" y="108"/>
                  </a:moveTo>
                  <a:cubicBezTo>
                    <a:pt x="164" y="112"/>
                    <a:pt x="164" y="117"/>
                    <a:pt x="164" y="122"/>
                  </a:cubicBezTo>
                  <a:cubicBezTo>
                    <a:pt x="164" y="128"/>
                    <a:pt x="163" y="133"/>
                    <a:pt x="161" y="138"/>
                  </a:cubicBezTo>
                  <a:cubicBezTo>
                    <a:pt x="192" y="157"/>
                    <a:pt x="192" y="157"/>
                    <a:pt x="192" y="157"/>
                  </a:cubicBezTo>
                  <a:cubicBezTo>
                    <a:pt x="197" y="147"/>
                    <a:pt x="200" y="135"/>
                    <a:pt x="200" y="122"/>
                  </a:cubicBezTo>
                  <a:cubicBezTo>
                    <a:pt x="200" y="110"/>
                    <a:pt x="197" y="98"/>
                    <a:pt x="192" y="87"/>
                  </a:cubicBezTo>
                  <a:cubicBezTo>
                    <a:pt x="162" y="108"/>
                    <a:pt x="162" y="108"/>
                    <a:pt x="162" y="108"/>
                  </a:cubicBezTo>
                  <a:close/>
                  <a:moveTo>
                    <a:pt x="149" y="154"/>
                  </a:moveTo>
                  <a:cubicBezTo>
                    <a:pt x="144" y="159"/>
                    <a:pt x="138" y="162"/>
                    <a:pt x="130" y="164"/>
                  </a:cubicBezTo>
                  <a:cubicBezTo>
                    <a:pt x="130" y="200"/>
                    <a:pt x="130" y="200"/>
                    <a:pt x="130" y="200"/>
                  </a:cubicBezTo>
                  <a:cubicBezTo>
                    <a:pt x="149" y="198"/>
                    <a:pt x="165" y="190"/>
                    <a:pt x="177" y="178"/>
                  </a:cubicBezTo>
                  <a:cubicBezTo>
                    <a:pt x="178" y="176"/>
                    <a:pt x="180" y="175"/>
                    <a:pt x="181" y="174"/>
                  </a:cubicBezTo>
                  <a:cubicBezTo>
                    <a:pt x="149" y="154"/>
                    <a:pt x="149" y="154"/>
                    <a:pt x="149" y="154"/>
                  </a:cubicBezTo>
                  <a:close/>
                  <a:moveTo>
                    <a:pt x="110" y="163"/>
                  </a:moveTo>
                  <a:cubicBezTo>
                    <a:pt x="104" y="162"/>
                    <a:pt x="99" y="159"/>
                    <a:pt x="94" y="155"/>
                  </a:cubicBezTo>
                  <a:cubicBezTo>
                    <a:pt x="64" y="176"/>
                    <a:pt x="64" y="176"/>
                    <a:pt x="64" y="176"/>
                  </a:cubicBezTo>
                  <a:cubicBezTo>
                    <a:pt x="65" y="176"/>
                    <a:pt x="65" y="177"/>
                    <a:pt x="66" y="178"/>
                  </a:cubicBezTo>
                  <a:cubicBezTo>
                    <a:pt x="78" y="189"/>
                    <a:pt x="93" y="197"/>
                    <a:pt x="110" y="200"/>
                  </a:cubicBezTo>
                  <a:cubicBezTo>
                    <a:pt x="110" y="163"/>
                    <a:pt x="110" y="163"/>
                    <a:pt x="110" y="163"/>
                  </a:cubicBezTo>
                  <a:close/>
                  <a:moveTo>
                    <a:pt x="82" y="139"/>
                  </a:moveTo>
                  <a:cubicBezTo>
                    <a:pt x="80" y="134"/>
                    <a:pt x="79" y="128"/>
                    <a:pt x="79" y="122"/>
                  </a:cubicBezTo>
                  <a:cubicBezTo>
                    <a:pt x="79" y="118"/>
                    <a:pt x="79" y="115"/>
                    <a:pt x="80" y="111"/>
                  </a:cubicBezTo>
                  <a:cubicBezTo>
                    <a:pt x="49" y="92"/>
                    <a:pt x="49" y="92"/>
                    <a:pt x="49" y="92"/>
                  </a:cubicBezTo>
                  <a:cubicBezTo>
                    <a:pt x="45" y="101"/>
                    <a:pt x="43" y="111"/>
                    <a:pt x="43" y="122"/>
                  </a:cubicBezTo>
                  <a:cubicBezTo>
                    <a:pt x="43" y="135"/>
                    <a:pt x="46" y="148"/>
                    <a:pt x="52" y="159"/>
                  </a:cubicBezTo>
                  <a:cubicBezTo>
                    <a:pt x="82" y="139"/>
                    <a:pt x="82" y="139"/>
                    <a:pt x="82" y="139"/>
                  </a:cubicBezTo>
                  <a:close/>
                  <a:moveTo>
                    <a:pt x="90" y="94"/>
                  </a:moveTo>
                  <a:cubicBezTo>
                    <a:pt x="90" y="93"/>
                    <a:pt x="91" y="92"/>
                    <a:pt x="91" y="92"/>
                  </a:cubicBezTo>
                  <a:cubicBezTo>
                    <a:pt x="97" y="86"/>
                    <a:pt x="103" y="83"/>
                    <a:pt x="110" y="81"/>
                  </a:cubicBezTo>
                  <a:cubicBezTo>
                    <a:pt x="110" y="44"/>
                    <a:pt x="110" y="44"/>
                    <a:pt x="110" y="44"/>
                  </a:cubicBezTo>
                  <a:cubicBezTo>
                    <a:pt x="93" y="46"/>
                    <a:pt x="78" y="55"/>
                    <a:pt x="66" y="66"/>
                  </a:cubicBezTo>
                  <a:cubicBezTo>
                    <a:pt x="63" y="69"/>
                    <a:pt x="61" y="72"/>
                    <a:pt x="59" y="74"/>
                  </a:cubicBezTo>
                  <a:lnTo>
                    <a:pt x="90" y="9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21" name="组合 20"/>
          <p:cNvGrpSpPr/>
          <p:nvPr/>
        </p:nvGrpSpPr>
        <p:grpSpPr bwMode="auto">
          <a:xfrm>
            <a:off x="1710418" y="1798184"/>
            <a:ext cx="857250" cy="857250"/>
            <a:chOff x="1057276" y="2000208"/>
            <a:chExt cx="857250" cy="857250"/>
          </a:xfrm>
        </p:grpSpPr>
        <p:sp>
          <p:nvSpPr>
            <p:cNvPr id="22" name="椭圆 21"/>
            <p:cNvSpPr/>
            <p:nvPr/>
          </p:nvSpPr>
          <p:spPr>
            <a:xfrm>
              <a:off x="1057276" y="2000208"/>
              <a:ext cx="857250" cy="8572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cs typeface="+mn-ea"/>
                <a:sym typeface="+mn-lt"/>
              </a:endParaRPr>
            </a:p>
          </p:txBody>
        </p:sp>
        <p:sp>
          <p:nvSpPr>
            <p:cNvPr id="23" name="Freeform 10"/>
            <p:cNvSpPr>
              <a:spLocks noEditPoints="1"/>
            </p:cNvSpPr>
            <p:nvPr/>
          </p:nvSpPr>
          <p:spPr bwMode="auto">
            <a:xfrm>
              <a:off x="1233667" y="2140995"/>
              <a:ext cx="496528" cy="551405"/>
            </a:xfrm>
            <a:custGeom>
              <a:avLst/>
              <a:gdLst>
                <a:gd name="T0" fmla="*/ 540564230 w 77"/>
                <a:gd name="T1" fmla="*/ 328874612 h 86"/>
                <a:gd name="T2" fmla="*/ 1580119755 w 77"/>
                <a:gd name="T3" fmla="*/ 41111731 h 86"/>
                <a:gd name="T4" fmla="*/ 2147483646 w 77"/>
                <a:gd name="T5" fmla="*/ 534426855 h 86"/>
                <a:gd name="T6" fmla="*/ 2147483646 w 77"/>
                <a:gd name="T7" fmla="*/ 1562168835 h 86"/>
                <a:gd name="T8" fmla="*/ 2147483646 w 77"/>
                <a:gd name="T9" fmla="*/ 2147483646 h 86"/>
                <a:gd name="T10" fmla="*/ 2147483646 w 77"/>
                <a:gd name="T11" fmla="*/ 2147483646 h 86"/>
                <a:gd name="T12" fmla="*/ 2147483646 w 77"/>
                <a:gd name="T13" fmla="*/ 2147483646 h 86"/>
                <a:gd name="T14" fmla="*/ 2147483646 w 77"/>
                <a:gd name="T15" fmla="*/ 2147483646 h 86"/>
                <a:gd name="T16" fmla="*/ 2147483646 w 77"/>
                <a:gd name="T17" fmla="*/ 2147483646 h 86"/>
                <a:gd name="T18" fmla="*/ 2147483646 w 77"/>
                <a:gd name="T19" fmla="*/ 2147483646 h 86"/>
                <a:gd name="T20" fmla="*/ 2120683985 w 77"/>
                <a:gd name="T21" fmla="*/ 2147483646 h 86"/>
                <a:gd name="T22" fmla="*/ 2037518769 w 77"/>
                <a:gd name="T23" fmla="*/ 2147483646 h 86"/>
                <a:gd name="T24" fmla="*/ 1247458892 w 77"/>
                <a:gd name="T25" fmla="*/ 2147483646 h 86"/>
                <a:gd name="T26" fmla="*/ 332654415 w 77"/>
                <a:gd name="T27" fmla="*/ 2147483646 h 86"/>
                <a:gd name="T28" fmla="*/ 41579384 w 77"/>
                <a:gd name="T29" fmla="*/ 1233294223 h 86"/>
                <a:gd name="T30" fmla="*/ 540564230 w 77"/>
                <a:gd name="T31" fmla="*/ 328874612 h 86"/>
                <a:gd name="T32" fmla="*/ 1247458892 w 77"/>
                <a:gd name="T33" fmla="*/ 2014378640 h 86"/>
                <a:gd name="T34" fmla="*/ 1580119755 w 77"/>
                <a:gd name="T35" fmla="*/ 2014378640 h 86"/>
                <a:gd name="T36" fmla="*/ 1580119755 w 77"/>
                <a:gd name="T37" fmla="*/ 1644385885 h 86"/>
                <a:gd name="T38" fmla="*/ 1954360002 w 77"/>
                <a:gd name="T39" fmla="*/ 1644385885 h 86"/>
                <a:gd name="T40" fmla="*/ 1954360002 w 77"/>
                <a:gd name="T41" fmla="*/ 1315511273 h 86"/>
                <a:gd name="T42" fmla="*/ 1580119755 w 77"/>
                <a:gd name="T43" fmla="*/ 1315511273 h 86"/>
                <a:gd name="T44" fmla="*/ 1580119755 w 77"/>
                <a:gd name="T45" fmla="*/ 945524930 h 86"/>
                <a:gd name="T46" fmla="*/ 1247458892 w 77"/>
                <a:gd name="T47" fmla="*/ 945524930 h 86"/>
                <a:gd name="T48" fmla="*/ 1247458892 w 77"/>
                <a:gd name="T49" fmla="*/ 1315511273 h 86"/>
                <a:gd name="T50" fmla="*/ 873225093 w 77"/>
                <a:gd name="T51" fmla="*/ 1315511273 h 86"/>
                <a:gd name="T52" fmla="*/ 873225093 w 77"/>
                <a:gd name="T53" fmla="*/ 1644385885 h 86"/>
                <a:gd name="T54" fmla="*/ 1247458892 w 77"/>
                <a:gd name="T55" fmla="*/ 1644385885 h 86"/>
                <a:gd name="T56" fmla="*/ 1247458892 w 77"/>
                <a:gd name="T57" fmla="*/ 2014378640 h 86"/>
                <a:gd name="T58" fmla="*/ 748474045 w 77"/>
                <a:gd name="T59" fmla="*/ 1479951785 h 86"/>
                <a:gd name="T60" fmla="*/ 1788029570 w 77"/>
                <a:gd name="T61" fmla="*/ 781084418 h 86"/>
                <a:gd name="T62" fmla="*/ 748474045 w 77"/>
                <a:gd name="T63" fmla="*/ 1479951785 h 86"/>
                <a:gd name="T64" fmla="*/ 1496954539 w 77"/>
                <a:gd name="T65" fmla="*/ 493315124 h 86"/>
                <a:gd name="T66" fmla="*/ 831639261 w 77"/>
                <a:gd name="T67" fmla="*/ 657755636 h 86"/>
                <a:gd name="T68" fmla="*/ 498984846 w 77"/>
                <a:gd name="T69" fmla="*/ 1274399542 h 86"/>
                <a:gd name="T70" fmla="*/ 665315278 w 77"/>
                <a:gd name="T71" fmla="*/ 1932155178 h 86"/>
                <a:gd name="T72" fmla="*/ 1289044724 w 77"/>
                <a:gd name="T73" fmla="*/ 2147483646 h 86"/>
                <a:gd name="T74" fmla="*/ 1954360002 w 77"/>
                <a:gd name="T75" fmla="*/ 2096595690 h 86"/>
                <a:gd name="T76" fmla="*/ 2147483646 w 77"/>
                <a:gd name="T77" fmla="*/ 1479951785 h 86"/>
                <a:gd name="T78" fmla="*/ 2120683985 w 77"/>
                <a:gd name="T79" fmla="*/ 822196148 h 86"/>
                <a:gd name="T80" fmla="*/ 1496954539 w 77"/>
                <a:gd name="T81" fmla="*/ 493315124 h 8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7" h="86">
                  <a:moveTo>
                    <a:pt x="13" y="8"/>
                  </a:moveTo>
                  <a:cubicBezTo>
                    <a:pt x="20" y="2"/>
                    <a:pt x="29" y="0"/>
                    <a:pt x="38" y="1"/>
                  </a:cubicBezTo>
                  <a:cubicBezTo>
                    <a:pt x="46" y="2"/>
                    <a:pt x="54" y="6"/>
                    <a:pt x="59" y="13"/>
                  </a:cubicBezTo>
                  <a:cubicBezTo>
                    <a:pt x="65" y="21"/>
                    <a:pt x="67" y="29"/>
                    <a:pt x="66" y="38"/>
                  </a:cubicBezTo>
                  <a:cubicBezTo>
                    <a:pt x="65" y="44"/>
                    <a:pt x="63" y="50"/>
                    <a:pt x="58" y="55"/>
                  </a:cubicBezTo>
                  <a:cubicBezTo>
                    <a:pt x="60" y="56"/>
                    <a:pt x="62" y="57"/>
                    <a:pt x="64" y="59"/>
                  </a:cubicBezTo>
                  <a:cubicBezTo>
                    <a:pt x="74" y="72"/>
                    <a:pt x="74" y="72"/>
                    <a:pt x="74" y="72"/>
                  </a:cubicBezTo>
                  <a:cubicBezTo>
                    <a:pt x="77" y="76"/>
                    <a:pt x="76" y="81"/>
                    <a:pt x="73" y="84"/>
                  </a:cubicBezTo>
                  <a:cubicBezTo>
                    <a:pt x="73" y="84"/>
                    <a:pt x="73" y="84"/>
                    <a:pt x="73" y="84"/>
                  </a:cubicBezTo>
                  <a:cubicBezTo>
                    <a:pt x="69" y="86"/>
                    <a:pt x="64" y="86"/>
                    <a:pt x="62" y="82"/>
                  </a:cubicBezTo>
                  <a:cubicBezTo>
                    <a:pt x="51" y="68"/>
                    <a:pt x="51" y="68"/>
                    <a:pt x="51" y="68"/>
                  </a:cubicBezTo>
                  <a:cubicBezTo>
                    <a:pt x="50" y="67"/>
                    <a:pt x="49" y="65"/>
                    <a:pt x="49" y="63"/>
                  </a:cubicBezTo>
                  <a:cubicBezTo>
                    <a:pt x="43" y="66"/>
                    <a:pt x="36" y="67"/>
                    <a:pt x="30" y="66"/>
                  </a:cubicBezTo>
                  <a:cubicBezTo>
                    <a:pt x="21" y="65"/>
                    <a:pt x="13" y="61"/>
                    <a:pt x="8" y="54"/>
                  </a:cubicBezTo>
                  <a:cubicBezTo>
                    <a:pt x="2" y="47"/>
                    <a:pt x="0" y="38"/>
                    <a:pt x="1" y="30"/>
                  </a:cubicBezTo>
                  <a:cubicBezTo>
                    <a:pt x="2" y="21"/>
                    <a:pt x="6" y="13"/>
                    <a:pt x="13" y="8"/>
                  </a:cubicBezTo>
                  <a:close/>
                  <a:moveTo>
                    <a:pt x="30" y="49"/>
                  </a:moveTo>
                  <a:cubicBezTo>
                    <a:pt x="38" y="49"/>
                    <a:pt x="38" y="49"/>
                    <a:pt x="38" y="49"/>
                  </a:cubicBezTo>
                  <a:cubicBezTo>
                    <a:pt x="38" y="40"/>
                    <a:pt x="38" y="40"/>
                    <a:pt x="38" y="40"/>
                  </a:cubicBezTo>
                  <a:cubicBezTo>
                    <a:pt x="47" y="40"/>
                    <a:pt x="47" y="40"/>
                    <a:pt x="47" y="40"/>
                  </a:cubicBezTo>
                  <a:cubicBezTo>
                    <a:pt x="47" y="32"/>
                    <a:pt x="47" y="32"/>
                    <a:pt x="47" y="32"/>
                  </a:cubicBezTo>
                  <a:cubicBezTo>
                    <a:pt x="38" y="32"/>
                    <a:pt x="38" y="32"/>
                    <a:pt x="38" y="32"/>
                  </a:cubicBezTo>
                  <a:cubicBezTo>
                    <a:pt x="38" y="23"/>
                    <a:pt x="38" y="23"/>
                    <a:pt x="38" y="23"/>
                  </a:cubicBezTo>
                  <a:cubicBezTo>
                    <a:pt x="30" y="23"/>
                    <a:pt x="30" y="23"/>
                    <a:pt x="30" y="23"/>
                  </a:cubicBezTo>
                  <a:cubicBezTo>
                    <a:pt x="30" y="32"/>
                    <a:pt x="30" y="32"/>
                    <a:pt x="30" y="32"/>
                  </a:cubicBezTo>
                  <a:cubicBezTo>
                    <a:pt x="21" y="32"/>
                    <a:pt x="21" y="32"/>
                    <a:pt x="21" y="32"/>
                  </a:cubicBezTo>
                  <a:cubicBezTo>
                    <a:pt x="21" y="40"/>
                    <a:pt x="21" y="40"/>
                    <a:pt x="21" y="40"/>
                  </a:cubicBezTo>
                  <a:cubicBezTo>
                    <a:pt x="30" y="40"/>
                    <a:pt x="30" y="40"/>
                    <a:pt x="30" y="40"/>
                  </a:cubicBezTo>
                  <a:cubicBezTo>
                    <a:pt x="30" y="49"/>
                    <a:pt x="30" y="49"/>
                    <a:pt x="30" y="49"/>
                  </a:cubicBezTo>
                  <a:close/>
                  <a:moveTo>
                    <a:pt x="18" y="36"/>
                  </a:moveTo>
                  <a:cubicBezTo>
                    <a:pt x="22" y="26"/>
                    <a:pt x="31" y="21"/>
                    <a:pt x="43" y="19"/>
                  </a:cubicBezTo>
                  <a:cubicBezTo>
                    <a:pt x="31" y="11"/>
                    <a:pt x="16" y="22"/>
                    <a:pt x="18" y="36"/>
                  </a:cubicBezTo>
                  <a:close/>
                  <a:moveTo>
                    <a:pt x="36" y="12"/>
                  </a:moveTo>
                  <a:cubicBezTo>
                    <a:pt x="31" y="11"/>
                    <a:pt x="25" y="13"/>
                    <a:pt x="20" y="16"/>
                  </a:cubicBezTo>
                  <a:cubicBezTo>
                    <a:pt x="15" y="20"/>
                    <a:pt x="13" y="25"/>
                    <a:pt x="12" y="31"/>
                  </a:cubicBezTo>
                  <a:cubicBezTo>
                    <a:pt x="11" y="37"/>
                    <a:pt x="13" y="42"/>
                    <a:pt x="16" y="47"/>
                  </a:cubicBezTo>
                  <a:cubicBezTo>
                    <a:pt x="20" y="52"/>
                    <a:pt x="25" y="55"/>
                    <a:pt x="31" y="55"/>
                  </a:cubicBezTo>
                  <a:cubicBezTo>
                    <a:pt x="36" y="56"/>
                    <a:pt x="42" y="55"/>
                    <a:pt x="47" y="51"/>
                  </a:cubicBezTo>
                  <a:cubicBezTo>
                    <a:pt x="52" y="47"/>
                    <a:pt x="55" y="42"/>
                    <a:pt x="55" y="36"/>
                  </a:cubicBezTo>
                  <a:cubicBezTo>
                    <a:pt x="56" y="31"/>
                    <a:pt x="54" y="25"/>
                    <a:pt x="51" y="20"/>
                  </a:cubicBezTo>
                  <a:cubicBezTo>
                    <a:pt x="47" y="15"/>
                    <a:pt x="42" y="13"/>
                    <a:pt x="36" y="1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24" name="组合 23"/>
          <p:cNvGrpSpPr/>
          <p:nvPr/>
        </p:nvGrpSpPr>
        <p:grpSpPr bwMode="auto">
          <a:xfrm>
            <a:off x="6849156" y="1802946"/>
            <a:ext cx="857250" cy="857250"/>
            <a:chOff x="6196012" y="2005013"/>
            <a:chExt cx="857250" cy="857250"/>
          </a:xfrm>
        </p:grpSpPr>
        <p:sp>
          <p:nvSpPr>
            <p:cNvPr id="25" name="椭圆 24"/>
            <p:cNvSpPr/>
            <p:nvPr/>
          </p:nvSpPr>
          <p:spPr>
            <a:xfrm>
              <a:off x="6196012" y="2005013"/>
              <a:ext cx="857250" cy="8572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cs typeface="+mn-ea"/>
                <a:sym typeface="+mn-lt"/>
              </a:endParaRPr>
            </a:p>
          </p:txBody>
        </p:sp>
        <p:sp>
          <p:nvSpPr>
            <p:cNvPr id="26" name="Freeform 17"/>
            <p:cNvSpPr>
              <a:spLocks noEditPoints="1"/>
            </p:cNvSpPr>
            <p:nvPr/>
          </p:nvSpPr>
          <p:spPr bwMode="auto">
            <a:xfrm>
              <a:off x="6322950" y="2198688"/>
              <a:ext cx="590480" cy="460374"/>
            </a:xfrm>
            <a:custGeom>
              <a:avLst/>
              <a:gdLst>
                <a:gd name="T0" fmla="*/ 1222871905 w 97"/>
                <a:gd name="T1" fmla="*/ 2147483646 h 75"/>
                <a:gd name="T2" fmla="*/ 1630497903 w 97"/>
                <a:gd name="T3" fmla="*/ 2147483646 h 75"/>
                <a:gd name="T4" fmla="*/ 1741666416 w 97"/>
                <a:gd name="T5" fmla="*/ 2147483646 h 75"/>
                <a:gd name="T6" fmla="*/ 1741666416 w 97"/>
                <a:gd name="T7" fmla="*/ 1846271613 h 75"/>
                <a:gd name="T8" fmla="*/ 1445208931 w 97"/>
                <a:gd name="T9" fmla="*/ 1695551304 h 75"/>
                <a:gd name="T10" fmla="*/ 1111703392 w 97"/>
                <a:gd name="T11" fmla="*/ 1883948621 h 75"/>
                <a:gd name="T12" fmla="*/ 1111703392 w 97"/>
                <a:gd name="T13" fmla="*/ 2147483646 h 75"/>
                <a:gd name="T14" fmla="*/ 1222871905 w 97"/>
                <a:gd name="T15" fmla="*/ 2147483646 h 75"/>
                <a:gd name="T16" fmla="*/ 0 w 97"/>
                <a:gd name="T17" fmla="*/ 1846271613 h 75"/>
                <a:gd name="T18" fmla="*/ 1371100647 w 97"/>
                <a:gd name="T19" fmla="*/ 1055011473 h 75"/>
                <a:gd name="T20" fmla="*/ 1445208931 w 97"/>
                <a:gd name="T21" fmla="*/ 979651319 h 75"/>
                <a:gd name="T22" fmla="*/ 1519323302 w 97"/>
                <a:gd name="T23" fmla="*/ 1055011473 h 75"/>
                <a:gd name="T24" fmla="*/ 1926949300 w 97"/>
                <a:gd name="T25" fmla="*/ 1281085799 h 75"/>
                <a:gd name="T26" fmla="*/ 2147483646 w 97"/>
                <a:gd name="T27" fmla="*/ 339111488 h 75"/>
                <a:gd name="T28" fmla="*/ 2147483646 w 97"/>
                <a:gd name="T29" fmla="*/ 150714171 h 75"/>
                <a:gd name="T30" fmla="*/ 2147483646 w 97"/>
                <a:gd name="T31" fmla="*/ 75360155 h 75"/>
                <a:gd name="T32" fmla="*/ 2147483646 w 97"/>
                <a:gd name="T33" fmla="*/ 0 h 75"/>
                <a:gd name="T34" fmla="*/ 2147483646 w 97"/>
                <a:gd name="T35" fmla="*/ 376788497 h 75"/>
                <a:gd name="T36" fmla="*/ 2147483646 w 97"/>
                <a:gd name="T37" fmla="*/ 715899985 h 75"/>
                <a:gd name="T38" fmla="*/ 2147483646 w 97"/>
                <a:gd name="T39" fmla="*/ 565185814 h 75"/>
                <a:gd name="T40" fmla="*/ 2038117813 w 97"/>
                <a:gd name="T41" fmla="*/ 1582514141 h 75"/>
                <a:gd name="T42" fmla="*/ 1964003442 w 97"/>
                <a:gd name="T43" fmla="*/ 1657874296 h 75"/>
                <a:gd name="T44" fmla="*/ 1852834929 w 97"/>
                <a:gd name="T45" fmla="*/ 1620197287 h 75"/>
                <a:gd name="T46" fmla="*/ 1445208931 w 97"/>
                <a:gd name="T47" fmla="*/ 1356445954 h 75"/>
                <a:gd name="T48" fmla="*/ 185282884 w 97"/>
                <a:gd name="T49" fmla="*/ 2147483646 h 75"/>
                <a:gd name="T50" fmla="*/ 0 w 97"/>
                <a:gd name="T51" fmla="*/ 1846271613 h 75"/>
                <a:gd name="T52" fmla="*/ 370565768 w 97"/>
                <a:gd name="T53" fmla="*/ 2147483646 h 75"/>
                <a:gd name="T54" fmla="*/ 778191766 w 97"/>
                <a:gd name="T55" fmla="*/ 2147483646 h 75"/>
                <a:gd name="T56" fmla="*/ 852306137 w 97"/>
                <a:gd name="T57" fmla="*/ 2147483646 h 75"/>
                <a:gd name="T58" fmla="*/ 852306137 w 97"/>
                <a:gd name="T59" fmla="*/ 2034662792 h 75"/>
                <a:gd name="T60" fmla="*/ 259397255 w 97"/>
                <a:gd name="T61" fmla="*/ 2147483646 h 75"/>
                <a:gd name="T62" fmla="*/ 259397255 w 97"/>
                <a:gd name="T63" fmla="*/ 2147483646 h 75"/>
                <a:gd name="T64" fmla="*/ 370565768 w 97"/>
                <a:gd name="T65" fmla="*/ 2147483646 h 75"/>
                <a:gd name="T66" fmla="*/ 2075178042 w 97"/>
                <a:gd name="T67" fmla="*/ 2147483646 h 75"/>
                <a:gd name="T68" fmla="*/ 2147483646 w 97"/>
                <a:gd name="T69" fmla="*/ 2147483646 h 75"/>
                <a:gd name="T70" fmla="*/ 2147483646 w 97"/>
                <a:gd name="T71" fmla="*/ 2147483646 h 75"/>
                <a:gd name="T72" fmla="*/ 2147483646 w 97"/>
                <a:gd name="T73" fmla="*/ 1469476978 h 75"/>
                <a:gd name="T74" fmla="*/ 2147483646 w 97"/>
                <a:gd name="T75" fmla="*/ 1469476978 h 75"/>
                <a:gd name="T76" fmla="*/ 2001063671 w 97"/>
                <a:gd name="T77" fmla="*/ 1996985784 h 75"/>
                <a:gd name="T78" fmla="*/ 1964003442 w 97"/>
                <a:gd name="T79" fmla="*/ 1959308776 h 75"/>
                <a:gd name="T80" fmla="*/ 1964003442 w 97"/>
                <a:gd name="T81" fmla="*/ 2147483646 h 75"/>
                <a:gd name="T82" fmla="*/ 2075178042 w 97"/>
                <a:gd name="T83" fmla="*/ 2147483646 h 75"/>
                <a:gd name="T84" fmla="*/ 2147483646 w 97"/>
                <a:gd name="T85" fmla="*/ 2147483646 h 75"/>
                <a:gd name="T86" fmla="*/ 2147483646 w 97"/>
                <a:gd name="T87" fmla="*/ 2147483646 h 75"/>
                <a:gd name="T88" fmla="*/ 2147483646 w 97"/>
                <a:gd name="T89" fmla="*/ 2147483646 h 75"/>
                <a:gd name="T90" fmla="*/ 2147483646 w 97"/>
                <a:gd name="T91" fmla="*/ 1205725644 h 75"/>
                <a:gd name="T92" fmla="*/ 2147483646 w 97"/>
                <a:gd name="T93" fmla="*/ 904297302 h 75"/>
                <a:gd name="T94" fmla="*/ 2147483646 w 97"/>
                <a:gd name="T95" fmla="*/ 1243408791 h 75"/>
                <a:gd name="T96" fmla="*/ 2147483646 w 97"/>
                <a:gd name="T97" fmla="*/ 2147483646 h 75"/>
                <a:gd name="T98" fmla="*/ 2147483646 w 97"/>
                <a:gd name="T99" fmla="*/ 2147483646 h 7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97" h="75">
                  <a:moveTo>
                    <a:pt x="33" y="75"/>
                  </a:moveTo>
                  <a:cubicBezTo>
                    <a:pt x="37" y="75"/>
                    <a:pt x="40" y="75"/>
                    <a:pt x="44" y="75"/>
                  </a:cubicBezTo>
                  <a:cubicBezTo>
                    <a:pt x="45" y="75"/>
                    <a:pt x="47" y="74"/>
                    <a:pt x="47" y="73"/>
                  </a:cubicBezTo>
                  <a:cubicBezTo>
                    <a:pt x="47" y="49"/>
                    <a:pt x="47" y="49"/>
                    <a:pt x="47" y="49"/>
                  </a:cubicBezTo>
                  <a:cubicBezTo>
                    <a:pt x="39" y="45"/>
                    <a:pt x="39" y="45"/>
                    <a:pt x="39" y="45"/>
                  </a:cubicBezTo>
                  <a:cubicBezTo>
                    <a:pt x="30" y="50"/>
                    <a:pt x="30" y="50"/>
                    <a:pt x="30" y="50"/>
                  </a:cubicBezTo>
                  <a:cubicBezTo>
                    <a:pt x="30" y="73"/>
                    <a:pt x="30" y="73"/>
                    <a:pt x="30" y="73"/>
                  </a:cubicBezTo>
                  <a:cubicBezTo>
                    <a:pt x="30" y="74"/>
                    <a:pt x="31" y="75"/>
                    <a:pt x="33" y="75"/>
                  </a:cubicBezTo>
                  <a:close/>
                  <a:moveTo>
                    <a:pt x="0" y="49"/>
                  </a:moveTo>
                  <a:cubicBezTo>
                    <a:pt x="37" y="28"/>
                    <a:pt x="37" y="28"/>
                    <a:pt x="37" y="28"/>
                  </a:cubicBezTo>
                  <a:cubicBezTo>
                    <a:pt x="39" y="26"/>
                    <a:pt x="39" y="26"/>
                    <a:pt x="39" y="26"/>
                  </a:cubicBezTo>
                  <a:cubicBezTo>
                    <a:pt x="41" y="28"/>
                    <a:pt x="41" y="28"/>
                    <a:pt x="41" y="28"/>
                  </a:cubicBezTo>
                  <a:cubicBezTo>
                    <a:pt x="52" y="34"/>
                    <a:pt x="52" y="34"/>
                    <a:pt x="52" y="34"/>
                  </a:cubicBezTo>
                  <a:cubicBezTo>
                    <a:pt x="81" y="9"/>
                    <a:pt x="81" y="9"/>
                    <a:pt x="81" y="9"/>
                  </a:cubicBezTo>
                  <a:cubicBezTo>
                    <a:pt x="77" y="4"/>
                    <a:pt x="77" y="4"/>
                    <a:pt x="77" y="4"/>
                  </a:cubicBezTo>
                  <a:cubicBezTo>
                    <a:pt x="87" y="2"/>
                    <a:pt x="87" y="2"/>
                    <a:pt x="87" y="2"/>
                  </a:cubicBezTo>
                  <a:cubicBezTo>
                    <a:pt x="97" y="0"/>
                    <a:pt x="97" y="0"/>
                    <a:pt x="97" y="0"/>
                  </a:cubicBezTo>
                  <a:cubicBezTo>
                    <a:pt x="94" y="10"/>
                    <a:pt x="94" y="10"/>
                    <a:pt x="94" y="10"/>
                  </a:cubicBezTo>
                  <a:cubicBezTo>
                    <a:pt x="91" y="19"/>
                    <a:pt x="91" y="19"/>
                    <a:pt x="91" y="19"/>
                  </a:cubicBezTo>
                  <a:cubicBezTo>
                    <a:pt x="87" y="15"/>
                    <a:pt x="87" y="15"/>
                    <a:pt x="87" y="15"/>
                  </a:cubicBezTo>
                  <a:cubicBezTo>
                    <a:pt x="55" y="42"/>
                    <a:pt x="55" y="42"/>
                    <a:pt x="55" y="42"/>
                  </a:cubicBezTo>
                  <a:cubicBezTo>
                    <a:pt x="53" y="44"/>
                    <a:pt x="53" y="44"/>
                    <a:pt x="53" y="44"/>
                  </a:cubicBezTo>
                  <a:cubicBezTo>
                    <a:pt x="50" y="43"/>
                    <a:pt x="50" y="43"/>
                    <a:pt x="50" y="43"/>
                  </a:cubicBezTo>
                  <a:cubicBezTo>
                    <a:pt x="39" y="36"/>
                    <a:pt x="39" y="36"/>
                    <a:pt x="39" y="36"/>
                  </a:cubicBezTo>
                  <a:cubicBezTo>
                    <a:pt x="5" y="57"/>
                    <a:pt x="5" y="57"/>
                    <a:pt x="5" y="57"/>
                  </a:cubicBezTo>
                  <a:cubicBezTo>
                    <a:pt x="0" y="49"/>
                    <a:pt x="0" y="49"/>
                    <a:pt x="0" y="49"/>
                  </a:cubicBezTo>
                  <a:close/>
                  <a:moveTo>
                    <a:pt x="10" y="75"/>
                  </a:moveTo>
                  <a:cubicBezTo>
                    <a:pt x="21" y="75"/>
                    <a:pt x="21" y="75"/>
                    <a:pt x="21" y="75"/>
                  </a:cubicBezTo>
                  <a:cubicBezTo>
                    <a:pt x="22" y="75"/>
                    <a:pt x="23" y="74"/>
                    <a:pt x="23" y="73"/>
                  </a:cubicBezTo>
                  <a:cubicBezTo>
                    <a:pt x="23" y="54"/>
                    <a:pt x="23" y="54"/>
                    <a:pt x="23" y="54"/>
                  </a:cubicBezTo>
                  <a:cubicBezTo>
                    <a:pt x="7" y="64"/>
                    <a:pt x="7" y="64"/>
                    <a:pt x="7" y="64"/>
                  </a:cubicBezTo>
                  <a:cubicBezTo>
                    <a:pt x="7" y="73"/>
                    <a:pt x="7" y="73"/>
                    <a:pt x="7" y="73"/>
                  </a:cubicBezTo>
                  <a:cubicBezTo>
                    <a:pt x="7" y="74"/>
                    <a:pt x="8" y="75"/>
                    <a:pt x="10" y="75"/>
                  </a:cubicBezTo>
                  <a:close/>
                  <a:moveTo>
                    <a:pt x="56" y="75"/>
                  </a:moveTo>
                  <a:cubicBezTo>
                    <a:pt x="60" y="75"/>
                    <a:pt x="63" y="75"/>
                    <a:pt x="67" y="75"/>
                  </a:cubicBezTo>
                  <a:cubicBezTo>
                    <a:pt x="69" y="75"/>
                    <a:pt x="70" y="74"/>
                    <a:pt x="70" y="73"/>
                  </a:cubicBezTo>
                  <a:cubicBezTo>
                    <a:pt x="70" y="62"/>
                    <a:pt x="70" y="50"/>
                    <a:pt x="70" y="39"/>
                  </a:cubicBezTo>
                  <a:cubicBezTo>
                    <a:pt x="70" y="39"/>
                    <a:pt x="70" y="39"/>
                    <a:pt x="70" y="39"/>
                  </a:cubicBezTo>
                  <a:cubicBezTo>
                    <a:pt x="54" y="53"/>
                    <a:pt x="54" y="53"/>
                    <a:pt x="54" y="53"/>
                  </a:cubicBezTo>
                  <a:cubicBezTo>
                    <a:pt x="53" y="52"/>
                    <a:pt x="53" y="52"/>
                    <a:pt x="53" y="52"/>
                  </a:cubicBezTo>
                  <a:cubicBezTo>
                    <a:pt x="53" y="73"/>
                    <a:pt x="53" y="73"/>
                    <a:pt x="53" y="73"/>
                  </a:cubicBezTo>
                  <a:cubicBezTo>
                    <a:pt x="53" y="74"/>
                    <a:pt x="55" y="75"/>
                    <a:pt x="56" y="75"/>
                  </a:cubicBezTo>
                  <a:close/>
                  <a:moveTo>
                    <a:pt x="79" y="75"/>
                  </a:moveTo>
                  <a:cubicBezTo>
                    <a:pt x="90" y="75"/>
                    <a:pt x="90" y="75"/>
                    <a:pt x="90" y="75"/>
                  </a:cubicBezTo>
                  <a:cubicBezTo>
                    <a:pt x="92" y="75"/>
                    <a:pt x="93" y="74"/>
                    <a:pt x="93" y="73"/>
                  </a:cubicBezTo>
                  <a:cubicBezTo>
                    <a:pt x="93" y="32"/>
                    <a:pt x="93" y="32"/>
                    <a:pt x="93" y="32"/>
                  </a:cubicBezTo>
                  <a:cubicBezTo>
                    <a:pt x="86" y="24"/>
                    <a:pt x="86" y="24"/>
                    <a:pt x="86" y="24"/>
                  </a:cubicBezTo>
                  <a:cubicBezTo>
                    <a:pt x="77" y="33"/>
                    <a:pt x="77" y="33"/>
                    <a:pt x="77" y="33"/>
                  </a:cubicBezTo>
                  <a:cubicBezTo>
                    <a:pt x="77" y="73"/>
                    <a:pt x="77" y="73"/>
                    <a:pt x="77" y="73"/>
                  </a:cubicBezTo>
                  <a:cubicBezTo>
                    <a:pt x="77" y="74"/>
                    <a:pt x="78" y="75"/>
                    <a:pt x="79" y="7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27" name="组合 26"/>
          <p:cNvGrpSpPr/>
          <p:nvPr/>
        </p:nvGrpSpPr>
        <p:grpSpPr bwMode="auto">
          <a:xfrm>
            <a:off x="1710418" y="3226934"/>
            <a:ext cx="857250" cy="857250"/>
            <a:chOff x="1057276" y="3429000"/>
            <a:chExt cx="857250" cy="857250"/>
          </a:xfrm>
        </p:grpSpPr>
        <p:sp>
          <p:nvSpPr>
            <p:cNvPr id="28" name="椭圆 27"/>
            <p:cNvSpPr/>
            <p:nvPr/>
          </p:nvSpPr>
          <p:spPr>
            <a:xfrm>
              <a:off x="1057276" y="3429000"/>
              <a:ext cx="857250" cy="85725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cs typeface="+mn-ea"/>
                <a:sym typeface="+mn-lt"/>
              </a:endParaRPr>
            </a:p>
          </p:txBody>
        </p:sp>
        <p:sp>
          <p:nvSpPr>
            <p:cNvPr id="29" name="Freeform 13"/>
            <p:cNvSpPr>
              <a:spLocks noEditPoints="1"/>
            </p:cNvSpPr>
            <p:nvPr/>
          </p:nvSpPr>
          <p:spPr bwMode="auto">
            <a:xfrm>
              <a:off x="1213110" y="3529551"/>
              <a:ext cx="566299" cy="580818"/>
            </a:xfrm>
            <a:custGeom>
              <a:avLst/>
              <a:gdLst>
                <a:gd name="T0" fmla="*/ 173989469 w 96"/>
                <a:gd name="T1" fmla="*/ 1445638401 h 99"/>
                <a:gd name="T2" fmla="*/ 2147483646 w 96"/>
                <a:gd name="T3" fmla="*/ 1445638401 h 99"/>
                <a:gd name="T4" fmla="*/ 2147483646 w 96"/>
                <a:gd name="T5" fmla="*/ 1411217601 h 99"/>
                <a:gd name="T6" fmla="*/ 2147483646 w 96"/>
                <a:gd name="T7" fmla="*/ 1617736535 h 99"/>
                <a:gd name="T8" fmla="*/ 2147483646 w 96"/>
                <a:gd name="T9" fmla="*/ 2065195202 h 99"/>
                <a:gd name="T10" fmla="*/ 2147483646 w 96"/>
                <a:gd name="T11" fmla="*/ 2147483646 h 99"/>
                <a:gd name="T12" fmla="*/ 2147483646 w 96"/>
                <a:gd name="T13" fmla="*/ 2147483646 h 99"/>
                <a:gd name="T14" fmla="*/ 2147483646 w 96"/>
                <a:gd name="T15" fmla="*/ 2147483646 h 99"/>
                <a:gd name="T16" fmla="*/ 2147483646 w 96"/>
                <a:gd name="T17" fmla="*/ 2147483646 h 99"/>
                <a:gd name="T18" fmla="*/ 2147483646 w 96"/>
                <a:gd name="T19" fmla="*/ 2147483646 h 99"/>
                <a:gd name="T20" fmla="*/ 2147483646 w 96"/>
                <a:gd name="T21" fmla="*/ 2147483646 h 99"/>
                <a:gd name="T22" fmla="*/ 2147483646 w 96"/>
                <a:gd name="T23" fmla="*/ 2147483646 h 99"/>
                <a:gd name="T24" fmla="*/ 591558295 w 96"/>
                <a:gd name="T25" fmla="*/ 2147483646 h 99"/>
                <a:gd name="T26" fmla="*/ 417568826 w 96"/>
                <a:gd name="T27" fmla="*/ 2147483646 h 99"/>
                <a:gd name="T28" fmla="*/ 0 w 96"/>
                <a:gd name="T29" fmla="*/ 2147483646 h 99"/>
                <a:gd name="T30" fmla="*/ 591558295 w 96"/>
                <a:gd name="T31" fmla="*/ 2147483646 h 99"/>
                <a:gd name="T32" fmla="*/ 730749870 w 96"/>
                <a:gd name="T33" fmla="*/ 2147483646 h 99"/>
                <a:gd name="T34" fmla="*/ 173989469 w 96"/>
                <a:gd name="T35" fmla="*/ 1445638401 h 99"/>
                <a:gd name="T36" fmla="*/ 1948664354 w 96"/>
                <a:gd name="T37" fmla="*/ 1239119468 h 99"/>
                <a:gd name="T38" fmla="*/ 1913866460 w 96"/>
                <a:gd name="T39" fmla="*/ 206518934 h 99"/>
                <a:gd name="T40" fmla="*/ 1948664354 w 96"/>
                <a:gd name="T41" fmla="*/ 1239119468 h 99"/>
                <a:gd name="T42" fmla="*/ 1496297634 w 96"/>
                <a:gd name="T43" fmla="*/ 1032594668 h 99"/>
                <a:gd name="T44" fmla="*/ 1461499740 w 96"/>
                <a:gd name="T45" fmla="*/ 0 h 99"/>
                <a:gd name="T46" fmla="*/ 1496297634 w 96"/>
                <a:gd name="T47" fmla="*/ 1032594668 h 99"/>
                <a:gd name="T48" fmla="*/ 1043925015 w 96"/>
                <a:gd name="T49" fmla="*/ 1170277868 h 99"/>
                <a:gd name="T50" fmla="*/ 1009127121 w 96"/>
                <a:gd name="T51" fmla="*/ 137677333 h 99"/>
                <a:gd name="T52" fmla="*/ 1043925015 w 96"/>
                <a:gd name="T53" fmla="*/ 1170277868 h 99"/>
                <a:gd name="T54" fmla="*/ 521962507 w 96"/>
                <a:gd name="T55" fmla="*/ 1824255468 h 99"/>
                <a:gd name="T56" fmla="*/ 904739339 w 96"/>
                <a:gd name="T57" fmla="*/ 2147483646 h 99"/>
                <a:gd name="T58" fmla="*/ 1148318696 w 96"/>
                <a:gd name="T59" fmla="*/ 2147483646 h 99"/>
                <a:gd name="T60" fmla="*/ 835143551 w 96"/>
                <a:gd name="T61" fmla="*/ 1789834668 h 99"/>
                <a:gd name="T62" fmla="*/ 521962507 w 96"/>
                <a:gd name="T63" fmla="*/ 1824255468 h 99"/>
                <a:gd name="T64" fmla="*/ 2147483646 w 96"/>
                <a:gd name="T65" fmla="*/ 1720993068 h 99"/>
                <a:gd name="T66" fmla="*/ 2147483646 w 96"/>
                <a:gd name="T67" fmla="*/ 2147483646 h 99"/>
                <a:gd name="T68" fmla="*/ 2147483646 w 96"/>
                <a:gd name="T69" fmla="*/ 2147483646 h 99"/>
                <a:gd name="T70" fmla="*/ 2147483646 w 96"/>
                <a:gd name="T71" fmla="*/ 2147483646 h 99"/>
                <a:gd name="T72" fmla="*/ 2147483646 w 96"/>
                <a:gd name="T73" fmla="*/ 2065195202 h 99"/>
                <a:gd name="T74" fmla="*/ 2147483646 w 96"/>
                <a:gd name="T75" fmla="*/ 1824255468 h 99"/>
                <a:gd name="T76" fmla="*/ 2147483646 w 96"/>
                <a:gd name="T77" fmla="*/ 1720993068 h 99"/>
                <a:gd name="T78" fmla="*/ 2147483646 w 96"/>
                <a:gd name="T79" fmla="*/ 1720993068 h 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6" h="99">
                  <a:moveTo>
                    <a:pt x="5" y="42"/>
                  </a:moveTo>
                  <a:cubicBezTo>
                    <a:pt x="28" y="42"/>
                    <a:pt x="51" y="42"/>
                    <a:pt x="74" y="42"/>
                  </a:cubicBezTo>
                  <a:cubicBezTo>
                    <a:pt x="75" y="41"/>
                    <a:pt x="76" y="41"/>
                    <a:pt x="77" y="41"/>
                  </a:cubicBezTo>
                  <a:cubicBezTo>
                    <a:pt x="83" y="41"/>
                    <a:pt x="87" y="43"/>
                    <a:pt x="91" y="47"/>
                  </a:cubicBezTo>
                  <a:cubicBezTo>
                    <a:pt x="94" y="50"/>
                    <a:pt x="96" y="55"/>
                    <a:pt x="96" y="60"/>
                  </a:cubicBezTo>
                  <a:cubicBezTo>
                    <a:pt x="96" y="65"/>
                    <a:pt x="94" y="70"/>
                    <a:pt x="91" y="73"/>
                  </a:cubicBezTo>
                  <a:cubicBezTo>
                    <a:pt x="87" y="76"/>
                    <a:pt x="83" y="78"/>
                    <a:pt x="77" y="78"/>
                  </a:cubicBezTo>
                  <a:cubicBezTo>
                    <a:pt x="74" y="78"/>
                    <a:pt x="71" y="78"/>
                    <a:pt x="68" y="76"/>
                  </a:cubicBezTo>
                  <a:cubicBezTo>
                    <a:pt x="67" y="79"/>
                    <a:pt x="65" y="82"/>
                    <a:pt x="62" y="85"/>
                  </a:cubicBezTo>
                  <a:cubicBezTo>
                    <a:pt x="67" y="85"/>
                    <a:pt x="67" y="85"/>
                    <a:pt x="67" y="85"/>
                  </a:cubicBezTo>
                  <a:cubicBezTo>
                    <a:pt x="84" y="85"/>
                    <a:pt x="84" y="85"/>
                    <a:pt x="84" y="85"/>
                  </a:cubicBezTo>
                  <a:cubicBezTo>
                    <a:pt x="71" y="99"/>
                    <a:pt x="71" y="99"/>
                    <a:pt x="71" y="99"/>
                  </a:cubicBezTo>
                  <a:cubicBezTo>
                    <a:pt x="17" y="99"/>
                    <a:pt x="17" y="99"/>
                    <a:pt x="17" y="99"/>
                  </a:cubicBezTo>
                  <a:cubicBezTo>
                    <a:pt x="12" y="99"/>
                    <a:pt x="12" y="99"/>
                    <a:pt x="12" y="99"/>
                  </a:cubicBezTo>
                  <a:cubicBezTo>
                    <a:pt x="0" y="85"/>
                    <a:pt x="0" y="85"/>
                    <a:pt x="0" y="85"/>
                  </a:cubicBezTo>
                  <a:cubicBezTo>
                    <a:pt x="17" y="85"/>
                    <a:pt x="17" y="85"/>
                    <a:pt x="17" y="85"/>
                  </a:cubicBezTo>
                  <a:cubicBezTo>
                    <a:pt x="21" y="85"/>
                    <a:pt x="21" y="85"/>
                    <a:pt x="21" y="85"/>
                  </a:cubicBezTo>
                  <a:cubicBezTo>
                    <a:pt x="11" y="72"/>
                    <a:pt x="6" y="58"/>
                    <a:pt x="5" y="42"/>
                  </a:cubicBezTo>
                  <a:close/>
                  <a:moveTo>
                    <a:pt x="56" y="36"/>
                  </a:moveTo>
                  <a:cubicBezTo>
                    <a:pt x="42" y="15"/>
                    <a:pt x="59" y="19"/>
                    <a:pt x="55" y="6"/>
                  </a:cubicBezTo>
                  <a:cubicBezTo>
                    <a:pt x="64" y="18"/>
                    <a:pt x="50" y="19"/>
                    <a:pt x="56" y="36"/>
                  </a:cubicBezTo>
                  <a:close/>
                  <a:moveTo>
                    <a:pt x="43" y="30"/>
                  </a:moveTo>
                  <a:cubicBezTo>
                    <a:pt x="37" y="13"/>
                    <a:pt x="51" y="12"/>
                    <a:pt x="42" y="0"/>
                  </a:cubicBezTo>
                  <a:cubicBezTo>
                    <a:pt x="46" y="14"/>
                    <a:pt x="29" y="10"/>
                    <a:pt x="43" y="30"/>
                  </a:cubicBezTo>
                  <a:close/>
                  <a:moveTo>
                    <a:pt x="30" y="34"/>
                  </a:moveTo>
                  <a:cubicBezTo>
                    <a:pt x="16" y="14"/>
                    <a:pt x="33" y="18"/>
                    <a:pt x="29" y="4"/>
                  </a:cubicBezTo>
                  <a:cubicBezTo>
                    <a:pt x="38" y="17"/>
                    <a:pt x="24" y="17"/>
                    <a:pt x="30" y="34"/>
                  </a:cubicBezTo>
                  <a:close/>
                  <a:moveTo>
                    <a:pt x="15" y="53"/>
                  </a:moveTo>
                  <a:cubicBezTo>
                    <a:pt x="17" y="62"/>
                    <a:pt x="21" y="72"/>
                    <a:pt x="26" y="80"/>
                  </a:cubicBezTo>
                  <a:cubicBezTo>
                    <a:pt x="33" y="75"/>
                    <a:pt x="33" y="75"/>
                    <a:pt x="33" y="75"/>
                  </a:cubicBezTo>
                  <a:cubicBezTo>
                    <a:pt x="29" y="68"/>
                    <a:pt x="25" y="59"/>
                    <a:pt x="24" y="52"/>
                  </a:cubicBezTo>
                  <a:cubicBezTo>
                    <a:pt x="15" y="53"/>
                    <a:pt x="15" y="53"/>
                    <a:pt x="15" y="53"/>
                  </a:cubicBezTo>
                  <a:close/>
                  <a:moveTo>
                    <a:pt x="77" y="50"/>
                  </a:moveTo>
                  <a:cubicBezTo>
                    <a:pt x="76" y="56"/>
                    <a:pt x="74" y="62"/>
                    <a:pt x="72" y="68"/>
                  </a:cubicBezTo>
                  <a:cubicBezTo>
                    <a:pt x="74" y="69"/>
                    <a:pt x="75" y="70"/>
                    <a:pt x="77" y="70"/>
                  </a:cubicBezTo>
                  <a:cubicBezTo>
                    <a:pt x="80" y="70"/>
                    <a:pt x="83" y="69"/>
                    <a:pt x="84" y="67"/>
                  </a:cubicBezTo>
                  <a:cubicBezTo>
                    <a:pt x="86" y="65"/>
                    <a:pt x="87" y="63"/>
                    <a:pt x="87" y="60"/>
                  </a:cubicBezTo>
                  <a:cubicBezTo>
                    <a:pt x="87" y="57"/>
                    <a:pt x="86" y="55"/>
                    <a:pt x="84" y="53"/>
                  </a:cubicBezTo>
                  <a:cubicBezTo>
                    <a:pt x="83" y="51"/>
                    <a:pt x="80" y="50"/>
                    <a:pt x="77" y="50"/>
                  </a:cubicBezTo>
                  <a:cubicBezTo>
                    <a:pt x="77" y="50"/>
                    <a:pt x="77" y="50"/>
                    <a:pt x="77" y="5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sp>
        <p:nvSpPr>
          <p:cNvPr id="30" name="TextBox 19"/>
          <p:cNvSpPr txBox="1"/>
          <p:nvPr/>
        </p:nvSpPr>
        <p:spPr>
          <a:xfrm>
            <a:off x="2581857" y="2208048"/>
            <a:ext cx="3137181" cy="738664"/>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31" name="TextBox 20"/>
          <p:cNvSpPr txBox="1"/>
          <p:nvPr/>
        </p:nvSpPr>
        <p:spPr>
          <a:xfrm>
            <a:off x="2597787" y="1801689"/>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32" name="TextBox 19"/>
          <p:cNvSpPr txBox="1"/>
          <p:nvPr/>
        </p:nvSpPr>
        <p:spPr>
          <a:xfrm>
            <a:off x="7690476" y="2208048"/>
            <a:ext cx="3137181" cy="738664"/>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33" name="TextBox 20"/>
          <p:cNvSpPr txBox="1"/>
          <p:nvPr/>
        </p:nvSpPr>
        <p:spPr>
          <a:xfrm>
            <a:off x="7706406" y="1801689"/>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34" name="TextBox 19"/>
          <p:cNvSpPr txBox="1"/>
          <p:nvPr/>
        </p:nvSpPr>
        <p:spPr>
          <a:xfrm>
            <a:off x="2581857" y="3634020"/>
            <a:ext cx="3137181" cy="738664"/>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35" name="TextBox 20"/>
          <p:cNvSpPr txBox="1"/>
          <p:nvPr/>
        </p:nvSpPr>
        <p:spPr>
          <a:xfrm>
            <a:off x="2597787" y="3227661"/>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36" name="TextBox 19"/>
          <p:cNvSpPr txBox="1"/>
          <p:nvPr/>
        </p:nvSpPr>
        <p:spPr>
          <a:xfrm>
            <a:off x="7690476" y="3634020"/>
            <a:ext cx="3137181" cy="738664"/>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37" name="TextBox 20"/>
          <p:cNvSpPr txBox="1"/>
          <p:nvPr/>
        </p:nvSpPr>
        <p:spPr>
          <a:xfrm>
            <a:off x="7706406" y="3227661"/>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38" name="TextBox 19"/>
          <p:cNvSpPr txBox="1"/>
          <p:nvPr/>
        </p:nvSpPr>
        <p:spPr>
          <a:xfrm>
            <a:off x="2581857" y="5091096"/>
            <a:ext cx="3137181" cy="738664"/>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39" name="TextBox 20"/>
          <p:cNvSpPr txBox="1"/>
          <p:nvPr/>
        </p:nvSpPr>
        <p:spPr>
          <a:xfrm>
            <a:off x="2597787" y="4684737"/>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40" name="TextBox 19"/>
          <p:cNvSpPr txBox="1"/>
          <p:nvPr/>
        </p:nvSpPr>
        <p:spPr>
          <a:xfrm>
            <a:off x="7690476" y="5091096"/>
            <a:ext cx="3137181" cy="738664"/>
          </a:xfrm>
          <a:prstGeom prst="rect">
            <a:avLst/>
          </a:prstGeom>
          <a:noFill/>
        </p:spPr>
        <p:txBody>
          <a:bodyPr wrap="square" rtlCol="0">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41" name="TextBox 20"/>
          <p:cNvSpPr txBox="1"/>
          <p:nvPr/>
        </p:nvSpPr>
        <p:spPr>
          <a:xfrm>
            <a:off x="7706406" y="4684737"/>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661848"/>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添加论文内容第二部分标题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11" name="组合 10"/>
          <p:cNvGrpSpPr/>
          <p:nvPr/>
        </p:nvGrpSpPr>
        <p:grpSpPr>
          <a:xfrm>
            <a:off x="3921202" y="2057125"/>
            <a:ext cx="1855482" cy="1855480"/>
            <a:chOff x="5038725" y="2204244"/>
            <a:chExt cx="1709739" cy="1709737"/>
          </a:xfrm>
          <a:solidFill>
            <a:schemeClr val="accent1"/>
          </a:solidFill>
          <a:effectLst/>
        </p:grpSpPr>
        <p:sp>
          <p:nvSpPr>
            <p:cNvPr id="12" name="矩形 1"/>
            <p:cNvSpPr/>
            <p:nvPr/>
          </p:nvSpPr>
          <p:spPr>
            <a:xfrm>
              <a:off x="5038725" y="2204244"/>
              <a:ext cx="1709739" cy="1709737"/>
            </a:xfrm>
            <a:custGeom>
              <a:avLst/>
              <a:gdLst/>
              <a:ahLst/>
              <a:cxnLst/>
              <a:rect l="l" t="t" r="r" b="b"/>
              <a:pathLst>
                <a:path w="1709739" h="1709737">
                  <a:moveTo>
                    <a:pt x="854869" y="0"/>
                  </a:moveTo>
                  <a:cubicBezTo>
                    <a:pt x="1327740" y="0"/>
                    <a:pt x="1709739" y="381998"/>
                    <a:pt x="1709739" y="854868"/>
                  </a:cubicBezTo>
                  <a:cubicBezTo>
                    <a:pt x="1709739" y="1327738"/>
                    <a:pt x="1327740" y="1709737"/>
                    <a:pt x="854869" y="1709737"/>
                  </a:cubicBezTo>
                  <a:cubicBezTo>
                    <a:pt x="0" y="1709737"/>
                    <a:pt x="0" y="1709737"/>
                    <a:pt x="0" y="1709737"/>
                  </a:cubicBezTo>
                  <a:cubicBezTo>
                    <a:pt x="0" y="854868"/>
                    <a:pt x="0" y="854868"/>
                    <a:pt x="0" y="854868"/>
                  </a:cubicBezTo>
                  <a:cubicBezTo>
                    <a:pt x="0" y="381998"/>
                    <a:pt x="381999" y="0"/>
                    <a:pt x="854869" y="0"/>
                  </a:cubicBezTo>
                  <a:close/>
                </a:path>
              </a:pathLst>
            </a:custGeom>
            <a:grpFill/>
            <a:ln w="3175" cap="flat" cmpd="sng" algn="ctr">
              <a:solidFill>
                <a:srgbClr val="D7D7D7"/>
              </a:solidFill>
              <a:prstDash val="solid"/>
            </a:ln>
            <a:effectLst/>
          </p:spPr>
          <p:txBody>
            <a:bodyPr anchor="ctr"/>
            <a:lstStyle/>
            <a:p>
              <a:pPr>
                <a:lnSpc>
                  <a:spcPct val="120000"/>
                </a:lnSpc>
                <a:defRPr/>
              </a:pPr>
              <a:endParaRPr lang="zh-CN" altLang="en-US" sz="1200" kern="0">
                <a:solidFill>
                  <a:schemeClr val="bg1"/>
                </a:solidFill>
                <a:latin typeface="微软雅黑" panose="020B0503020204020204" pitchFamily="34" charset="-122"/>
              </a:endParaRPr>
            </a:p>
          </p:txBody>
        </p:sp>
        <p:sp>
          <p:nvSpPr>
            <p:cNvPr id="13" name="Text Box 19"/>
            <p:cNvSpPr txBox="1">
              <a:spLocks noChangeArrowheads="1"/>
            </p:cNvSpPr>
            <p:nvPr/>
          </p:nvSpPr>
          <p:spPr bwMode="gray">
            <a:xfrm>
              <a:off x="5187156" y="3430059"/>
              <a:ext cx="701675" cy="3077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defTabSz="801370" eaLnBrk="0" hangingPunct="0">
                <a:defRPr>
                  <a:solidFill>
                    <a:schemeClr val="tx1"/>
                  </a:solidFill>
                  <a:latin typeface="Arial" panose="020B0604020202020204" pitchFamily="34" charset="0"/>
                  <a:ea typeface="宋体" panose="02010600030101010101" pitchFamily="2" charset="-122"/>
                </a:defRPr>
              </a:lvl1pPr>
              <a:lvl2pPr marL="742950" indent="-285750" defTabSz="801370" eaLnBrk="0" hangingPunct="0">
                <a:defRPr>
                  <a:solidFill>
                    <a:schemeClr val="tx1"/>
                  </a:solidFill>
                  <a:latin typeface="Arial" panose="020B0604020202020204" pitchFamily="34" charset="0"/>
                  <a:ea typeface="宋体" panose="02010600030101010101" pitchFamily="2" charset="-122"/>
                </a:defRPr>
              </a:lvl2pPr>
              <a:lvl3pPr marL="1143000" indent="-228600" defTabSz="801370" eaLnBrk="0" hangingPunct="0">
                <a:defRPr>
                  <a:solidFill>
                    <a:schemeClr val="tx1"/>
                  </a:solidFill>
                  <a:latin typeface="Arial" panose="020B0604020202020204" pitchFamily="34" charset="0"/>
                  <a:ea typeface="宋体" panose="02010600030101010101" pitchFamily="2" charset="-122"/>
                </a:defRPr>
              </a:lvl3pPr>
              <a:lvl4pPr marL="1600200" indent="-228600" defTabSz="801370" eaLnBrk="0" hangingPunct="0">
                <a:defRPr>
                  <a:solidFill>
                    <a:schemeClr val="tx1"/>
                  </a:solidFill>
                  <a:latin typeface="Arial" panose="020B0604020202020204" pitchFamily="34" charset="0"/>
                  <a:ea typeface="宋体" panose="02010600030101010101" pitchFamily="2" charset="-122"/>
                </a:defRPr>
              </a:lvl4pPr>
              <a:lvl5pPr marL="2057400" indent="-228600" defTabSz="801370" eaLnBrk="0" hangingPunct="0">
                <a:defRPr>
                  <a:solidFill>
                    <a:schemeClr val="tx1"/>
                  </a:solidFill>
                  <a:latin typeface="Arial" panose="020B0604020202020204" pitchFamily="34" charset="0"/>
                  <a:ea typeface="宋体" panose="02010600030101010101" pitchFamily="2" charset="-122"/>
                </a:defRPr>
              </a:lvl5pPr>
              <a:lvl6pPr marL="25146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ct val="40000"/>
                </a:spcAft>
                <a:defRPr/>
              </a:pPr>
              <a:r>
                <a:rPr lang="zh-CN" altLang="en-US"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rPr>
                <a:t>文本</a:t>
              </a:r>
              <a:r>
                <a:rPr lang="en-US"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rPr>
                <a:t>2</a:t>
              </a:r>
              <a:endParaRPr lang="zh-CN"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4" name="组合 13"/>
          <p:cNvGrpSpPr/>
          <p:nvPr/>
        </p:nvGrpSpPr>
        <p:grpSpPr>
          <a:xfrm>
            <a:off x="3916034" y="4099531"/>
            <a:ext cx="1855480" cy="1855481"/>
            <a:chOff x="5033963" y="4086224"/>
            <a:chExt cx="1709737" cy="1709738"/>
          </a:xfrm>
          <a:solidFill>
            <a:schemeClr val="accent1"/>
          </a:solidFill>
          <a:effectLst/>
        </p:grpSpPr>
        <p:sp>
          <p:nvSpPr>
            <p:cNvPr id="15" name="矩形 16"/>
            <p:cNvSpPr/>
            <p:nvPr/>
          </p:nvSpPr>
          <p:spPr>
            <a:xfrm>
              <a:off x="5033963" y="4086224"/>
              <a:ext cx="1709737" cy="1709738"/>
            </a:xfrm>
            <a:custGeom>
              <a:avLst/>
              <a:gdLst/>
              <a:ahLst/>
              <a:cxnLst/>
              <a:rect l="l" t="t" r="r" b="b"/>
              <a:pathLst>
                <a:path w="1709737" h="1709738">
                  <a:moveTo>
                    <a:pt x="0" y="0"/>
                  </a:moveTo>
                  <a:cubicBezTo>
                    <a:pt x="854868" y="0"/>
                    <a:pt x="854868" y="0"/>
                    <a:pt x="854868" y="0"/>
                  </a:cubicBezTo>
                  <a:cubicBezTo>
                    <a:pt x="1327738" y="0"/>
                    <a:pt x="1709737" y="381998"/>
                    <a:pt x="1709737" y="854869"/>
                  </a:cubicBezTo>
                  <a:cubicBezTo>
                    <a:pt x="1709737" y="1327740"/>
                    <a:pt x="1327738" y="1709738"/>
                    <a:pt x="854868" y="1709738"/>
                  </a:cubicBezTo>
                  <a:cubicBezTo>
                    <a:pt x="381998" y="1709738"/>
                    <a:pt x="0" y="1327740"/>
                    <a:pt x="0" y="854869"/>
                  </a:cubicBezTo>
                  <a:cubicBezTo>
                    <a:pt x="0" y="0"/>
                    <a:pt x="0" y="0"/>
                    <a:pt x="0" y="0"/>
                  </a:cubicBezTo>
                  <a:close/>
                </a:path>
              </a:pathLst>
            </a:custGeom>
            <a:grpFill/>
            <a:ln w="3175" cap="flat" cmpd="sng" algn="ctr">
              <a:solidFill>
                <a:srgbClr val="D7D7D7"/>
              </a:solidFill>
              <a:prstDash val="solid"/>
            </a:ln>
            <a:effectLst/>
          </p:spPr>
          <p:txBody>
            <a:bodyPr anchor="ctr"/>
            <a:lstStyle/>
            <a:p>
              <a:pPr>
                <a:lnSpc>
                  <a:spcPct val="120000"/>
                </a:lnSpc>
                <a:defRPr/>
              </a:pPr>
              <a:endParaRPr lang="zh-CN" altLang="en-US" sz="1200" kern="0" dirty="0">
                <a:solidFill>
                  <a:schemeClr val="bg1"/>
                </a:solidFill>
                <a:latin typeface="微软雅黑" panose="020B0503020204020204" pitchFamily="34" charset="-122"/>
              </a:endParaRPr>
            </a:p>
          </p:txBody>
        </p:sp>
        <p:sp>
          <p:nvSpPr>
            <p:cNvPr id="16" name="Text Box 19"/>
            <p:cNvSpPr txBox="1">
              <a:spLocks noChangeArrowheads="1"/>
            </p:cNvSpPr>
            <p:nvPr/>
          </p:nvSpPr>
          <p:spPr bwMode="gray">
            <a:xfrm>
              <a:off x="5191918" y="4281438"/>
              <a:ext cx="701675" cy="3077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defTabSz="801370" eaLnBrk="0" hangingPunct="0">
                <a:defRPr>
                  <a:solidFill>
                    <a:schemeClr val="tx1"/>
                  </a:solidFill>
                  <a:latin typeface="Arial" panose="020B0604020202020204" pitchFamily="34" charset="0"/>
                  <a:ea typeface="宋体" panose="02010600030101010101" pitchFamily="2" charset="-122"/>
                </a:defRPr>
              </a:lvl1pPr>
              <a:lvl2pPr marL="742950" indent="-285750" defTabSz="801370" eaLnBrk="0" hangingPunct="0">
                <a:defRPr>
                  <a:solidFill>
                    <a:schemeClr val="tx1"/>
                  </a:solidFill>
                  <a:latin typeface="Arial" panose="020B0604020202020204" pitchFamily="34" charset="0"/>
                  <a:ea typeface="宋体" panose="02010600030101010101" pitchFamily="2" charset="-122"/>
                </a:defRPr>
              </a:lvl2pPr>
              <a:lvl3pPr marL="1143000" indent="-228600" defTabSz="801370" eaLnBrk="0" hangingPunct="0">
                <a:defRPr>
                  <a:solidFill>
                    <a:schemeClr val="tx1"/>
                  </a:solidFill>
                  <a:latin typeface="Arial" panose="020B0604020202020204" pitchFamily="34" charset="0"/>
                  <a:ea typeface="宋体" panose="02010600030101010101" pitchFamily="2" charset="-122"/>
                </a:defRPr>
              </a:lvl3pPr>
              <a:lvl4pPr marL="1600200" indent="-228600" defTabSz="801370" eaLnBrk="0" hangingPunct="0">
                <a:defRPr>
                  <a:solidFill>
                    <a:schemeClr val="tx1"/>
                  </a:solidFill>
                  <a:latin typeface="Arial" panose="020B0604020202020204" pitchFamily="34" charset="0"/>
                  <a:ea typeface="宋体" panose="02010600030101010101" pitchFamily="2" charset="-122"/>
                </a:defRPr>
              </a:lvl4pPr>
              <a:lvl5pPr marL="2057400" indent="-228600" defTabSz="801370" eaLnBrk="0" hangingPunct="0">
                <a:defRPr>
                  <a:solidFill>
                    <a:schemeClr val="tx1"/>
                  </a:solidFill>
                  <a:latin typeface="Arial" panose="020B0604020202020204" pitchFamily="34" charset="0"/>
                  <a:ea typeface="宋体" panose="02010600030101010101" pitchFamily="2" charset="-122"/>
                </a:defRPr>
              </a:lvl5pPr>
              <a:lvl6pPr marL="25146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ct val="40000"/>
                </a:spcAft>
                <a:defRPr/>
              </a:pPr>
              <a:r>
                <a:rPr lang="zh-CN" altLang="en-US"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rPr>
                <a:t>文本</a:t>
              </a:r>
              <a:r>
                <a:rPr lang="en-US"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rPr>
                <a:t>3</a:t>
              </a:r>
              <a:endParaRPr lang="zh-CN"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17" name="组合 16"/>
          <p:cNvGrpSpPr/>
          <p:nvPr/>
        </p:nvGrpSpPr>
        <p:grpSpPr>
          <a:xfrm>
            <a:off x="1833141" y="4111592"/>
            <a:ext cx="1855481" cy="1855481"/>
            <a:chOff x="3114675" y="4097338"/>
            <a:chExt cx="1709738" cy="1709738"/>
          </a:xfrm>
          <a:solidFill>
            <a:schemeClr val="accent1"/>
          </a:solidFill>
          <a:effectLst/>
        </p:grpSpPr>
        <p:sp>
          <p:nvSpPr>
            <p:cNvPr id="18" name="矩形 17"/>
            <p:cNvSpPr/>
            <p:nvPr/>
          </p:nvSpPr>
          <p:spPr>
            <a:xfrm>
              <a:off x="3114675" y="4097338"/>
              <a:ext cx="1709738" cy="1709738"/>
            </a:xfrm>
            <a:custGeom>
              <a:avLst/>
              <a:gdLst/>
              <a:ahLst/>
              <a:cxnLst/>
              <a:rect l="l" t="t" r="r" b="b"/>
              <a:pathLst>
                <a:path w="1709738" h="1709738">
                  <a:moveTo>
                    <a:pt x="854869" y="0"/>
                  </a:moveTo>
                  <a:cubicBezTo>
                    <a:pt x="1709738" y="0"/>
                    <a:pt x="1709738" y="0"/>
                    <a:pt x="1709738" y="0"/>
                  </a:cubicBezTo>
                  <a:cubicBezTo>
                    <a:pt x="1709738" y="854869"/>
                    <a:pt x="1709738" y="854869"/>
                    <a:pt x="1709738" y="854869"/>
                  </a:cubicBezTo>
                  <a:cubicBezTo>
                    <a:pt x="1709738" y="1327739"/>
                    <a:pt x="1327739" y="1709738"/>
                    <a:pt x="854869" y="1709738"/>
                  </a:cubicBezTo>
                  <a:cubicBezTo>
                    <a:pt x="381998" y="1709738"/>
                    <a:pt x="0" y="1327739"/>
                    <a:pt x="0" y="854869"/>
                  </a:cubicBezTo>
                  <a:cubicBezTo>
                    <a:pt x="0" y="381999"/>
                    <a:pt x="381998" y="0"/>
                    <a:pt x="854869" y="0"/>
                  </a:cubicBezTo>
                  <a:close/>
                </a:path>
              </a:pathLst>
            </a:custGeom>
            <a:grpFill/>
            <a:ln w="3175" cap="flat" cmpd="sng" algn="ctr">
              <a:solidFill>
                <a:srgbClr val="D7D7D7"/>
              </a:solidFill>
              <a:prstDash val="solid"/>
            </a:ln>
            <a:effectLst/>
          </p:spPr>
          <p:txBody>
            <a:bodyPr anchor="ctr"/>
            <a:lstStyle/>
            <a:p>
              <a:pPr>
                <a:lnSpc>
                  <a:spcPct val="120000"/>
                </a:lnSpc>
                <a:defRPr/>
              </a:pPr>
              <a:endParaRPr lang="zh-CN" altLang="en-US" sz="1200" kern="0" dirty="0">
                <a:solidFill>
                  <a:schemeClr val="bg1"/>
                </a:solidFill>
                <a:latin typeface="微软雅黑" panose="020B0503020204020204" pitchFamily="34" charset="-122"/>
              </a:endParaRPr>
            </a:p>
          </p:txBody>
        </p:sp>
        <p:sp>
          <p:nvSpPr>
            <p:cNvPr id="19" name="Text Box 19"/>
            <p:cNvSpPr txBox="1">
              <a:spLocks noChangeArrowheads="1"/>
            </p:cNvSpPr>
            <p:nvPr/>
          </p:nvSpPr>
          <p:spPr bwMode="gray">
            <a:xfrm>
              <a:off x="3934517" y="4281438"/>
              <a:ext cx="701675" cy="3077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defTabSz="801370" eaLnBrk="0" hangingPunct="0">
                <a:defRPr>
                  <a:solidFill>
                    <a:schemeClr val="tx1"/>
                  </a:solidFill>
                  <a:latin typeface="Arial" panose="020B0604020202020204" pitchFamily="34" charset="0"/>
                  <a:ea typeface="宋体" panose="02010600030101010101" pitchFamily="2" charset="-122"/>
                </a:defRPr>
              </a:lvl1pPr>
              <a:lvl2pPr marL="742950" indent="-285750" defTabSz="801370" eaLnBrk="0" hangingPunct="0">
                <a:defRPr>
                  <a:solidFill>
                    <a:schemeClr val="tx1"/>
                  </a:solidFill>
                  <a:latin typeface="Arial" panose="020B0604020202020204" pitchFamily="34" charset="0"/>
                  <a:ea typeface="宋体" panose="02010600030101010101" pitchFamily="2" charset="-122"/>
                </a:defRPr>
              </a:lvl2pPr>
              <a:lvl3pPr marL="1143000" indent="-228600" defTabSz="801370" eaLnBrk="0" hangingPunct="0">
                <a:defRPr>
                  <a:solidFill>
                    <a:schemeClr val="tx1"/>
                  </a:solidFill>
                  <a:latin typeface="Arial" panose="020B0604020202020204" pitchFamily="34" charset="0"/>
                  <a:ea typeface="宋体" panose="02010600030101010101" pitchFamily="2" charset="-122"/>
                </a:defRPr>
              </a:lvl3pPr>
              <a:lvl4pPr marL="1600200" indent="-228600" defTabSz="801370" eaLnBrk="0" hangingPunct="0">
                <a:defRPr>
                  <a:solidFill>
                    <a:schemeClr val="tx1"/>
                  </a:solidFill>
                  <a:latin typeface="Arial" panose="020B0604020202020204" pitchFamily="34" charset="0"/>
                  <a:ea typeface="宋体" panose="02010600030101010101" pitchFamily="2" charset="-122"/>
                </a:defRPr>
              </a:lvl4pPr>
              <a:lvl5pPr marL="2057400" indent="-228600" defTabSz="801370" eaLnBrk="0" hangingPunct="0">
                <a:defRPr>
                  <a:solidFill>
                    <a:schemeClr val="tx1"/>
                  </a:solidFill>
                  <a:latin typeface="Arial" panose="020B0604020202020204" pitchFamily="34" charset="0"/>
                  <a:ea typeface="宋体" panose="02010600030101010101" pitchFamily="2" charset="-122"/>
                </a:defRPr>
              </a:lvl5pPr>
              <a:lvl6pPr marL="25146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Aft>
                  <a:spcPct val="40000"/>
                </a:spcAft>
                <a:defRPr/>
              </a:pPr>
              <a:r>
                <a:rPr lang="zh-CN" altLang="en-US"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rPr>
                <a:t>文本</a:t>
              </a:r>
              <a:r>
                <a:rPr lang="en-US"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rPr>
                <a:t>4</a:t>
              </a:r>
              <a:endParaRPr lang="zh-CN"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0" name="组合 19"/>
          <p:cNvGrpSpPr/>
          <p:nvPr/>
        </p:nvGrpSpPr>
        <p:grpSpPr>
          <a:xfrm>
            <a:off x="1107833" y="1332678"/>
            <a:ext cx="2579065" cy="2579067"/>
            <a:chOff x="2446338" y="1536700"/>
            <a:chExt cx="2376487" cy="2376488"/>
          </a:xfrm>
          <a:effectLst/>
        </p:grpSpPr>
        <p:sp>
          <p:nvSpPr>
            <p:cNvPr id="21" name="Freeform 35"/>
            <p:cNvSpPr/>
            <p:nvPr/>
          </p:nvSpPr>
          <p:spPr bwMode="gray">
            <a:xfrm flipH="1">
              <a:off x="2446338" y="1536700"/>
              <a:ext cx="2376487" cy="2376488"/>
            </a:xfrm>
            <a:custGeom>
              <a:avLst/>
              <a:gdLst>
                <a:gd name="T0" fmla="*/ 2147483647 w 1016"/>
                <a:gd name="T1" fmla="*/ 0 h 1016"/>
                <a:gd name="T2" fmla="*/ 0 w 1016"/>
                <a:gd name="T3" fmla="*/ 2147483647 h 1016"/>
                <a:gd name="T4" fmla="*/ 0 w 1016"/>
                <a:gd name="T5" fmla="*/ 2147483647 h 1016"/>
                <a:gd name="T6" fmla="*/ 2147483647 w 1016"/>
                <a:gd name="T7" fmla="*/ 2147483647 h 1016"/>
                <a:gd name="T8" fmla="*/ 2147483647 w 1016"/>
                <a:gd name="T9" fmla="*/ 2147483647 h 1016"/>
                <a:gd name="T10" fmla="*/ 2147483647 w 1016"/>
                <a:gd name="T11" fmla="*/ 0 h 1016"/>
                <a:gd name="T12" fmla="*/ 0 60000 65536"/>
                <a:gd name="T13" fmla="*/ 0 60000 65536"/>
                <a:gd name="T14" fmla="*/ 0 60000 65536"/>
                <a:gd name="T15" fmla="*/ 0 60000 65536"/>
                <a:gd name="T16" fmla="*/ 0 60000 65536"/>
                <a:gd name="T17" fmla="*/ 0 60000 65536"/>
                <a:gd name="T18" fmla="*/ 0 w 1016"/>
                <a:gd name="T19" fmla="*/ 0 h 1016"/>
                <a:gd name="T20" fmla="*/ 1016 w 1016"/>
                <a:gd name="T21" fmla="*/ 1016 h 1016"/>
              </a:gdLst>
              <a:ahLst/>
              <a:cxnLst>
                <a:cxn ang="T12">
                  <a:pos x="T0" y="T1"/>
                </a:cxn>
                <a:cxn ang="T13">
                  <a:pos x="T2" y="T3"/>
                </a:cxn>
                <a:cxn ang="T14">
                  <a:pos x="T4" y="T5"/>
                </a:cxn>
                <a:cxn ang="T15">
                  <a:pos x="T6" y="T7"/>
                </a:cxn>
                <a:cxn ang="T16">
                  <a:pos x="T8" y="T9"/>
                </a:cxn>
                <a:cxn ang="T17">
                  <a:pos x="T10" y="T11"/>
                </a:cxn>
              </a:cxnLst>
              <a:rect l="T18" t="T19" r="T20" b="T21"/>
              <a:pathLst>
                <a:path w="1016" h="1016">
                  <a:moveTo>
                    <a:pt x="508" y="0"/>
                  </a:moveTo>
                  <a:cubicBezTo>
                    <a:pt x="227" y="0"/>
                    <a:pt x="0" y="227"/>
                    <a:pt x="0" y="508"/>
                  </a:cubicBezTo>
                  <a:cubicBezTo>
                    <a:pt x="0" y="1016"/>
                    <a:pt x="0" y="1016"/>
                    <a:pt x="0" y="1016"/>
                  </a:cubicBezTo>
                  <a:cubicBezTo>
                    <a:pt x="508" y="1016"/>
                    <a:pt x="508" y="1016"/>
                    <a:pt x="508" y="1016"/>
                  </a:cubicBezTo>
                  <a:cubicBezTo>
                    <a:pt x="789" y="1016"/>
                    <a:pt x="1016" y="789"/>
                    <a:pt x="1016" y="508"/>
                  </a:cubicBezTo>
                  <a:cubicBezTo>
                    <a:pt x="1016" y="227"/>
                    <a:pt x="789" y="0"/>
                    <a:pt x="508" y="0"/>
                  </a:cubicBezTo>
                  <a:close/>
                </a:path>
              </a:pathLst>
            </a:custGeom>
            <a:solidFill>
              <a:schemeClr val="accent2"/>
            </a:solidFill>
            <a:ln w="3175" cap="flat" cmpd="sng" algn="ctr">
              <a:solidFill>
                <a:srgbClr val="D7D7D7"/>
              </a:solidFill>
              <a:prstDash val="solid"/>
            </a:ln>
            <a:effectLst/>
          </p:spPr>
          <p:txBody>
            <a:bodyPr anchor="ctr"/>
            <a:lstStyle/>
            <a:p>
              <a:pPr>
                <a:lnSpc>
                  <a:spcPct val="120000"/>
                </a:lnSpc>
                <a:defRPr/>
              </a:pPr>
              <a:endParaRPr lang="zh-CN" altLang="en-US" sz="1200" kern="0" dirty="0">
                <a:solidFill>
                  <a:srgbClr val="F9F9F9"/>
                </a:solidFill>
                <a:latin typeface="微软雅黑" panose="020B0503020204020204" pitchFamily="34" charset="-122"/>
              </a:endParaRPr>
            </a:p>
          </p:txBody>
        </p:sp>
        <p:sp>
          <p:nvSpPr>
            <p:cNvPr id="22" name="Text Box 19"/>
            <p:cNvSpPr txBox="1">
              <a:spLocks noChangeArrowheads="1"/>
            </p:cNvSpPr>
            <p:nvPr/>
          </p:nvSpPr>
          <p:spPr bwMode="gray">
            <a:xfrm>
              <a:off x="3934516" y="3430059"/>
              <a:ext cx="7016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defTabSz="801370" eaLnBrk="0" hangingPunct="0">
                <a:defRPr>
                  <a:solidFill>
                    <a:schemeClr val="tx1"/>
                  </a:solidFill>
                  <a:latin typeface="Arial" panose="020B0604020202020204" pitchFamily="34" charset="0"/>
                  <a:ea typeface="宋体" panose="02010600030101010101" pitchFamily="2" charset="-122"/>
                </a:defRPr>
              </a:lvl1pPr>
              <a:lvl2pPr marL="742950" indent="-285750" defTabSz="801370" eaLnBrk="0" hangingPunct="0">
                <a:defRPr>
                  <a:solidFill>
                    <a:schemeClr val="tx1"/>
                  </a:solidFill>
                  <a:latin typeface="Arial" panose="020B0604020202020204" pitchFamily="34" charset="0"/>
                  <a:ea typeface="宋体" panose="02010600030101010101" pitchFamily="2" charset="-122"/>
                </a:defRPr>
              </a:lvl2pPr>
              <a:lvl3pPr marL="1143000" indent="-228600" defTabSz="801370" eaLnBrk="0" hangingPunct="0">
                <a:defRPr>
                  <a:solidFill>
                    <a:schemeClr val="tx1"/>
                  </a:solidFill>
                  <a:latin typeface="Arial" panose="020B0604020202020204" pitchFamily="34" charset="0"/>
                  <a:ea typeface="宋体" panose="02010600030101010101" pitchFamily="2" charset="-122"/>
                </a:defRPr>
              </a:lvl3pPr>
              <a:lvl4pPr marL="1600200" indent="-228600" defTabSz="801370" eaLnBrk="0" hangingPunct="0">
                <a:defRPr>
                  <a:solidFill>
                    <a:schemeClr val="tx1"/>
                  </a:solidFill>
                  <a:latin typeface="Arial" panose="020B0604020202020204" pitchFamily="34" charset="0"/>
                  <a:ea typeface="宋体" panose="02010600030101010101" pitchFamily="2" charset="-122"/>
                </a:defRPr>
              </a:lvl4pPr>
              <a:lvl5pPr marL="2057400" indent="-228600" defTabSz="801370" eaLnBrk="0" hangingPunct="0">
                <a:defRPr>
                  <a:solidFill>
                    <a:schemeClr val="tx1"/>
                  </a:solidFill>
                  <a:latin typeface="Arial" panose="020B0604020202020204" pitchFamily="34" charset="0"/>
                  <a:ea typeface="宋体" panose="02010600030101010101" pitchFamily="2" charset="-122"/>
                </a:defRPr>
              </a:lvl5pPr>
              <a:lvl6pPr marL="25146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Aft>
                  <a:spcPct val="40000"/>
                </a:spcAft>
                <a:defRPr/>
              </a:pPr>
              <a:r>
                <a:rPr lang="zh-CN" altLang="en-US" sz="2000" b="1" kern="0" noProof="1">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rPr>
                <a:t>文本</a:t>
              </a:r>
              <a:r>
                <a:rPr lang="en-US" altLang="zh-CN" sz="2000" b="1" kern="0" noProof="1">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rPr>
                <a:t>1</a:t>
              </a:r>
              <a:endParaRPr lang="zh-CN" altLang="zh-CN" sz="2000" b="1" kern="0" noProof="1">
                <a:solidFill>
                  <a:sysClr val="window" lastClr="FFFFFF"/>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23" name="Content Placeholder 2"/>
          <p:cNvSpPr txBox="1"/>
          <p:nvPr/>
        </p:nvSpPr>
        <p:spPr>
          <a:xfrm>
            <a:off x="7675466" y="1939723"/>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4" name="Title 13"/>
          <p:cNvSpPr txBox="1"/>
          <p:nvPr/>
        </p:nvSpPr>
        <p:spPr>
          <a:xfrm>
            <a:off x="7662574" y="1524840"/>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5" name="Content Placeholder 2"/>
          <p:cNvSpPr txBox="1"/>
          <p:nvPr/>
        </p:nvSpPr>
        <p:spPr>
          <a:xfrm>
            <a:off x="7675466" y="3103870"/>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6" name="Title 13"/>
          <p:cNvSpPr txBox="1"/>
          <p:nvPr/>
        </p:nvSpPr>
        <p:spPr>
          <a:xfrm>
            <a:off x="7662574" y="2688987"/>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7" name="Content Placeholder 2"/>
          <p:cNvSpPr txBox="1"/>
          <p:nvPr/>
        </p:nvSpPr>
        <p:spPr>
          <a:xfrm>
            <a:off x="7675466" y="4246105"/>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8" name="Title 13"/>
          <p:cNvSpPr txBox="1"/>
          <p:nvPr/>
        </p:nvSpPr>
        <p:spPr>
          <a:xfrm>
            <a:off x="7662574" y="3831222"/>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29" name="Content Placeholder 2"/>
          <p:cNvSpPr txBox="1"/>
          <p:nvPr/>
        </p:nvSpPr>
        <p:spPr>
          <a:xfrm>
            <a:off x="7675466" y="5390995"/>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30" name="Title 13"/>
          <p:cNvSpPr txBox="1"/>
          <p:nvPr/>
        </p:nvSpPr>
        <p:spPr>
          <a:xfrm>
            <a:off x="7662574" y="4976112"/>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grpSp>
        <p:nvGrpSpPr>
          <p:cNvPr id="31" name="组合 30"/>
          <p:cNvGrpSpPr/>
          <p:nvPr/>
        </p:nvGrpSpPr>
        <p:grpSpPr>
          <a:xfrm>
            <a:off x="7171434" y="1657981"/>
            <a:ext cx="491140" cy="491139"/>
            <a:chOff x="5038725" y="2204244"/>
            <a:chExt cx="1709739" cy="1709737"/>
          </a:xfrm>
          <a:solidFill>
            <a:schemeClr val="accent2"/>
          </a:solidFill>
          <a:effectLst/>
        </p:grpSpPr>
        <p:sp>
          <p:nvSpPr>
            <p:cNvPr id="32" name="矩形 1"/>
            <p:cNvSpPr/>
            <p:nvPr/>
          </p:nvSpPr>
          <p:spPr>
            <a:xfrm>
              <a:off x="5038725" y="2204244"/>
              <a:ext cx="1709739" cy="1709737"/>
            </a:xfrm>
            <a:custGeom>
              <a:avLst/>
              <a:gdLst/>
              <a:ahLst/>
              <a:cxnLst/>
              <a:rect l="l" t="t" r="r" b="b"/>
              <a:pathLst>
                <a:path w="1709739" h="1709737">
                  <a:moveTo>
                    <a:pt x="854869" y="0"/>
                  </a:moveTo>
                  <a:cubicBezTo>
                    <a:pt x="1327740" y="0"/>
                    <a:pt x="1709739" y="381998"/>
                    <a:pt x="1709739" y="854868"/>
                  </a:cubicBezTo>
                  <a:cubicBezTo>
                    <a:pt x="1709739" y="1327738"/>
                    <a:pt x="1327740" y="1709737"/>
                    <a:pt x="854869" y="1709737"/>
                  </a:cubicBezTo>
                  <a:cubicBezTo>
                    <a:pt x="0" y="1709737"/>
                    <a:pt x="0" y="1709737"/>
                    <a:pt x="0" y="1709737"/>
                  </a:cubicBezTo>
                  <a:cubicBezTo>
                    <a:pt x="0" y="854868"/>
                    <a:pt x="0" y="854868"/>
                    <a:pt x="0" y="854868"/>
                  </a:cubicBezTo>
                  <a:cubicBezTo>
                    <a:pt x="0" y="381998"/>
                    <a:pt x="381999" y="0"/>
                    <a:pt x="854869" y="0"/>
                  </a:cubicBezTo>
                  <a:close/>
                </a:path>
              </a:pathLst>
            </a:custGeom>
            <a:grpFill/>
            <a:ln w="3175" cap="flat" cmpd="sng" algn="ctr">
              <a:solidFill>
                <a:srgbClr val="D7D7D7"/>
              </a:solidFill>
              <a:prstDash val="solid"/>
            </a:ln>
            <a:effectLst/>
          </p:spPr>
          <p:txBody>
            <a:bodyPr anchor="ctr"/>
            <a:lstStyle/>
            <a:p>
              <a:pPr>
                <a:lnSpc>
                  <a:spcPct val="120000"/>
                </a:lnSpc>
                <a:defRPr/>
              </a:pPr>
              <a:endParaRPr lang="zh-CN" altLang="en-US" sz="1200" kern="0">
                <a:solidFill>
                  <a:schemeClr val="bg1"/>
                </a:solidFill>
                <a:latin typeface="微软雅黑" panose="020B0503020204020204" pitchFamily="34" charset="-122"/>
              </a:endParaRPr>
            </a:p>
          </p:txBody>
        </p:sp>
        <p:sp>
          <p:nvSpPr>
            <p:cNvPr id="33" name="Text Box 19"/>
            <p:cNvSpPr txBox="1">
              <a:spLocks noChangeArrowheads="1"/>
            </p:cNvSpPr>
            <p:nvPr/>
          </p:nvSpPr>
          <p:spPr bwMode="gray">
            <a:xfrm>
              <a:off x="5187156" y="3430059"/>
              <a:ext cx="701675" cy="3077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defTabSz="801370" eaLnBrk="0" hangingPunct="0">
                <a:defRPr>
                  <a:solidFill>
                    <a:schemeClr val="tx1"/>
                  </a:solidFill>
                  <a:latin typeface="Arial" panose="020B0604020202020204" pitchFamily="34" charset="0"/>
                  <a:ea typeface="宋体" panose="02010600030101010101" pitchFamily="2" charset="-122"/>
                </a:defRPr>
              </a:lvl1pPr>
              <a:lvl2pPr marL="742950" indent="-285750" defTabSz="801370" eaLnBrk="0" hangingPunct="0">
                <a:defRPr>
                  <a:solidFill>
                    <a:schemeClr val="tx1"/>
                  </a:solidFill>
                  <a:latin typeface="Arial" panose="020B0604020202020204" pitchFamily="34" charset="0"/>
                  <a:ea typeface="宋体" panose="02010600030101010101" pitchFamily="2" charset="-122"/>
                </a:defRPr>
              </a:lvl2pPr>
              <a:lvl3pPr marL="1143000" indent="-228600" defTabSz="801370" eaLnBrk="0" hangingPunct="0">
                <a:defRPr>
                  <a:solidFill>
                    <a:schemeClr val="tx1"/>
                  </a:solidFill>
                  <a:latin typeface="Arial" panose="020B0604020202020204" pitchFamily="34" charset="0"/>
                  <a:ea typeface="宋体" panose="02010600030101010101" pitchFamily="2" charset="-122"/>
                </a:defRPr>
              </a:lvl3pPr>
              <a:lvl4pPr marL="1600200" indent="-228600" defTabSz="801370" eaLnBrk="0" hangingPunct="0">
                <a:defRPr>
                  <a:solidFill>
                    <a:schemeClr val="tx1"/>
                  </a:solidFill>
                  <a:latin typeface="Arial" panose="020B0604020202020204" pitchFamily="34" charset="0"/>
                  <a:ea typeface="宋体" panose="02010600030101010101" pitchFamily="2" charset="-122"/>
                </a:defRPr>
              </a:lvl4pPr>
              <a:lvl5pPr marL="2057400" indent="-228600" defTabSz="801370" eaLnBrk="0" hangingPunct="0">
                <a:defRPr>
                  <a:solidFill>
                    <a:schemeClr val="tx1"/>
                  </a:solidFill>
                  <a:latin typeface="Arial" panose="020B0604020202020204" pitchFamily="34" charset="0"/>
                  <a:ea typeface="宋体" panose="02010600030101010101" pitchFamily="2" charset="-122"/>
                </a:defRPr>
              </a:lvl5pPr>
              <a:lvl6pPr marL="25146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ct val="40000"/>
                </a:spcAft>
                <a:defRPr/>
              </a:pPr>
              <a:endParaRPr lang="zh-CN"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4" name="组合 33"/>
          <p:cNvGrpSpPr/>
          <p:nvPr/>
        </p:nvGrpSpPr>
        <p:grpSpPr>
          <a:xfrm>
            <a:off x="7171434" y="2822128"/>
            <a:ext cx="491140" cy="491139"/>
            <a:chOff x="5038725" y="2204244"/>
            <a:chExt cx="1709739" cy="1709737"/>
          </a:xfrm>
          <a:solidFill>
            <a:schemeClr val="accent1"/>
          </a:solidFill>
          <a:effectLst/>
        </p:grpSpPr>
        <p:sp>
          <p:nvSpPr>
            <p:cNvPr id="35" name="矩形 1"/>
            <p:cNvSpPr/>
            <p:nvPr/>
          </p:nvSpPr>
          <p:spPr>
            <a:xfrm>
              <a:off x="5038725" y="2204244"/>
              <a:ext cx="1709739" cy="1709737"/>
            </a:xfrm>
            <a:custGeom>
              <a:avLst/>
              <a:gdLst/>
              <a:ahLst/>
              <a:cxnLst/>
              <a:rect l="l" t="t" r="r" b="b"/>
              <a:pathLst>
                <a:path w="1709739" h="1709737">
                  <a:moveTo>
                    <a:pt x="854869" y="0"/>
                  </a:moveTo>
                  <a:cubicBezTo>
                    <a:pt x="1327740" y="0"/>
                    <a:pt x="1709739" y="381998"/>
                    <a:pt x="1709739" y="854868"/>
                  </a:cubicBezTo>
                  <a:cubicBezTo>
                    <a:pt x="1709739" y="1327738"/>
                    <a:pt x="1327740" y="1709737"/>
                    <a:pt x="854869" y="1709737"/>
                  </a:cubicBezTo>
                  <a:cubicBezTo>
                    <a:pt x="0" y="1709737"/>
                    <a:pt x="0" y="1709737"/>
                    <a:pt x="0" y="1709737"/>
                  </a:cubicBezTo>
                  <a:cubicBezTo>
                    <a:pt x="0" y="854868"/>
                    <a:pt x="0" y="854868"/>
                    <a:pt x="0" y="854868"/>
                  </a:cubicBezTo>
                  <a:cubicBezTo>
                    <a:pt x="0" y="381998"/>
                    <a:pt x="381999" y="0"/>
                    <a:pt x="854869" y="0"/>
                  </a:cubicBezTo>
                  <a:close/>
                </a:path>
              </a:pathLst>
            </a:custGeom>
            <a:grpFill/>
            <a:ln w="3175" cap="flat" cmpd="sng" algn="ctr">
              <a:solidFill>
                <a:srgbClr val="D7D7D7"/>
              </a:solidFill>
              <a:prstDash val="solid"/>
            </a:ln>
            <a:effectLst/>
          </p:spPr>
          <p:txBody>
            <a:bodyPr anchor="ctr"/>
            <a:lstStyle/>
            <a:p>
              <a:pPr>
                <a:lnSpc>
                  <a:spcPct val="120000"/>
                </a:lnSpc>
                <a:defRPr/>
              </a:pPr>
              <a:endParaRPr lang="zh-CN" altLang="en-US" sz="1200" kern="0">
                <a:solidFill>
                  <a:schemeClr val="bg1"/>
                </a:solidFill>
                <a:latin typeface="微软雅黑" panose="020B0503020204020204" pitchFamily="34" charset="-122"/>
              </a:endParaRPr>
            </a:p>
          </p:txBody>
        </p:sp>
        <p:sp>
          <p:nvSpPr>
            <p:cNvPr id="36" name="Text Box 19"/>
            <p:cNvSpPr txBox="1">
              <a:spLocks noChangeArrowheads="1"/>
            </p:cNvSpPr>
            <p:nvPr/>
          </p:nvSpPr>
          <p:spPr bwMode="gray">
            <a:xfrm>
              <a:off x="5187156" y="3430059"/>
              <a:ext cx="701675" cy="3077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defTabSz="801370" eaLnBrk="0" hangingPunct="0">
                <a:defRPr>
                  <a:solidFill>
                    <a:schemeClr val="tx1"/>
                  </a:solidFill>
                  <a:latin typeface="Arial" panose="020B0604020202020204" pitchFamily="34" charset="0"/>
                  <a:ea typeface="宋体" panose="02010600030101010101" pitchFamily="2" charset="-122"/>
                </a:defRPr>
              </a:lvl1pPr>
              <a:lvl2pPr marL="742950" indent="-285750" defTabSz="801370" eaLnBrk="0" hangingPunct="0">
                <a:defRPr>
                  <a:solidFill>
                    <a:schemeClr val="tx1"/>
                  </a:solidFill>
                  <a:latin typeface="Arial" panose="020B0604020202020204" pitchFamily="34" charset="0"/>
                  <a:ea typeface="宋体" panose="02010600030101010101" pitchFamily="2" charset="-122"/>
                </a:defRPr>
              </a:lvl2pPr>
              <a:lvl3pPr marL="1143000" indent="-228600" defTabSz="801370" eaLnBrk="0" hangingPunct="0">
                <a:defRPr>
                  <a:solidFill>
                    <a:schemeClr val="tx1"/>
                  </a:solidFill>
                  <a:latin typeface="Arial" panose="020B0604020202020204" pitchFamily="34" charset="0"/>
                  <a:ea typeface="宋体" panose="02010600030101010101" pitchFamily="2" charset="-122"/>
                </a:defRPr>
              </a:lvl3pPr>
              <a:lvl4pPr marL="1600200" indent="-228600" defTabSz="801370" eaLnBrk="0" hangingPunct="0">
                <a:defRPr>
                  <a:solidFill>
                    <a:schemeClr val="tx1"/>
                  </a:solidFill>
                  <a:latin typeface="Arial" panose="020B0604020202020204" pitchFamily="34" charset="0"/>
                  <a:ea typeface="宋体" panose="02010600030101010101" pitchFamily="2" charset="-122"/>
                </a:defRPr>
              </a:lvl4pPr>
              <a:lvl5pPr marL="2057400" indent="-228600" defTabSz="801370" eaLnBrk="0" hangingPunct="0">
                <a:defRPr>
                  <a:solidFill>
                    <a:schemeClr val="tx1"/>
                  </a:solidFill>
                  <a:latin typeface="Arial" panose="020B0604020202020204" pitchFamily="34" charset="0"/>
                  <a:ea typeface="宋体" panose="02010600030101010101" pitchFamily="2" charset="-122"/>
                </a:defRPr>
              </a:lvl5pPr>
              <a:lvl6pPr marL="25146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ct val="40000"/>
                </a:spcAft>
                <a:defRPr/>
              </a:pPr>
              <a:endParaRPr lang="zh-CN"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37" name="组合 36"/>
          <p:cNvGrpSpPr/>
          <p:nvPr/>
        </p:nvGrpSpPr>
        <p:grpSpPr>
          <a:xfrm>
            <a:off x="7171434" y="3959942"/>
            <a:ext cx="491140" cy="491139"/>
            <a:chOff x="5038725" y="2204244"/>
            <a:chExt cx="1709739" cy="1709737"/>
          </a:xfrm>
          <a:solidFill>
            <a:schemeClr val="accent1"/>
          </a:solidFill>
          <a:effectLst/>
        </p:grpSpPr>
        <p:sp>
          <p:nvSpPr>
            <p:cNvPr id="38" name="矩形 1"/>
            <p:cNvSpPr/>
            <p:nvPr/>
          </p:nvSpPr>
          <p:spPr>
            <a:xfrm>
              <a:off x="5038725" y="2204244"/>
              <a:ext cx="1709739" cy="1709737"/>
            </a:xfrm>
            <a:custGeom>
              <a:avLst/>
              <a:gdLst/>
              <a:ahLst/>
              <a:cxnLst/>
              <a:rect l="l" t="t" r="r" b="b"/>
              <a:pathLst>
                <a:path w="1709739" h="1709737">
                  <a:moveTo>
                    <a:pt x="854869" y="0"/>
                  </a:moveTo>
                  <a:cubicBezTo>
                    <a:pt x="1327740" y="0"/>
                    <a:pt x="1709739" y="381998"/>
                    <a:pt x="1709739" y="854868"/>
                  </a:cubicBezTo>
                  <a:cubicBezTo>
                    <a:pt x="1709739" y="1327738"/>
                    <a:pt x="1327740" y="1709737"/>
                    <a:pt x="854869" y="1709737"/>
                  </a:cubicBezTo>
                  <a:cubicBezTo>
                    <a:pt x="0" y="1709737"/>
                    <a:pt x="0" y="1709737"/>
                    <a:pt x="0" y="1709737"/>
                  </a:cubicBezTo>
                  <a:cubicBezTo>
                    <a:pt x="0" y="854868"/>
                    <a:pt x="0" y="854868"/>
                    <a:pt x="0" y="854868"/>
                  </a:cubicBezTo>
                  <a:cubicBezTo>
                    <a:pt x="0" y="381998"/>
                    <a:pt x="381999" y="0"/>
                    <a:pt x="854869" y="0"/>
                  </a:cubicBezTo>
                  <a:close/>
                </a:path>
              </a:pathLst>
            </a:custGeom>
            <a:grpFill/>
            <a:ln w="3175" cap="flat" cmpd="sng" algn="ctr">
              <a:solidFill>
                <a:srgbClr val="D7D7D7"/>
              </a:solidFill>
              <a:prstDash val="solid"/>
            </a:ln>
            <a:effectLst/>
          </p:spPr>
          <p:txBody>
            <a:bodyPr anchor="ctr"/>
            <a:lstStyle/>
            <a:p>
              <a:pPr>
                <a:lnSpc>
                  <a:spcPct val="120000"/>
                </a:lnSpc>
                <a:defRPr/>
              </a:pPr>
              <a:endParaRPr lang="zh-CN" altLang="en-US" sz="1200" kern="0">
                <a:solidFill>
                  <a:schemeClr val="bg1"/>
                </a:solidFill>
                <a:latin typeface="微软雅黑" panose="020B0503020204020204" pitchFamily="34" charset="-122"/>
              </a:endParaRPr>
            </a:p>
          </p:txBody>
        </p:sp>
        <p:sp>
          <p:nvSpPr>
            <p:cNvPr id="39" name="Text Box 19"/>
            <p:cNvSpPr txBox="1">
              <a:spLocks noChangeArrowheads="1"/>
            </p:cNvSpPr>
            <p:nvPr/>
          </p:nvSpPr>
          <p:spPr bwMode="gray">
            <a:xfrm>
              <a:off x="5187156" y="3430059"/>
              <a:ext cx="701675" cy="3077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defTabSz="801370" eaLnBrk="0" hangingPunct="0">
                <a:defRPr>
                  <a:solidFill>
                    <a:schemeClr val="tx1"/>
                  </a:solidFill>
                  <a:latin typeface="Arial" panose="020B0604020202020204" pitchFamily="34" charset="0"/>
                  <a:ea typeface="宋体" panose="02010600030101010101" pitchFamily="2" charset="-122"/>
                </a:defRPr>
              </a:lvl1pPr>
              <a:lvl2pPr marL="742950" indent="-285750" defTabSz="801370" eaLnBrk="0" hangingPunct="0">
                <a:defRPr>
                  <a:solidFill>
                    <a:schemeClr val="tx1"/>
                  </a:solidFill>
                  <a:latin typeface="Arial" panose="020B0604020202020204" pitchFamily="34" charset="0"/>
                  <a:ea typeface="宋体" panose="02010600030101010101" pitchFamily="2" charset="-122"/>
                </a:defRPr>
              </a:lvl2pPr>
              <a:lvl3pPr marL="1143000" indent="-228600" defTabSz="801370" eaLnBrk="0" hangingPunct="0">
                <a:defRPr>
                  <a:solidFill>
                    <a:schemeClr val="tx1"/>
                  </a:solidFill>
                  <a:latin typeface="Arial" panose="020B0604020202020204" pitchFamily="34" charset="0"/>
                  <a:ea typeface="宋体" panose="02010600030101010101" pitchFamily="2" charset="-122"/>
                </a:defRPr>
              </a:lvl3pPr>
              <a:lvl4pPr marL="1600200" indent="-228600" defTabSz="801370" eaLnBrk="0" hangingPunct="0">
                <a:defRPr>
                  <a:solidFill>
                    <a:schemeClr val="tx1"/>
                  </a:solidFill>
                  <a:latin typeface="Arial" panose="020B0604020202020204" pitchFamily="34" charset="0"/>
                  <a:ea typeface="宋体" panose="02010600030101010101" pitchFamily="2" charset="-122"/>
                </a:defRPr>
              </a:lvl4pPr>
              <a:lvl5pPr marL="2057400" indent="-228600" defTabSz="801370" eaLnBrk="0" hangingPunct="0">
                <a:defRPr>
                  <a:solidFill>
                    <a:schemeClr val="tx1"/>
                  </a:solidFill>
                  <a:latin typeface="Arial" panose="020B0604020202020204" pitchFamily="34" charset="0"/>
                  <a:ea typeface="宋体" panose="02010600030101010101" pitchFamily="2" charset="-122"/>
                </a:defRPr>
              </a:lvl5pPr>
              <a:lvl6pPr marL="25146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ct val="40000"/>
                </a:spcAft>
                <a:defRPr/>
              </a:pPr>
              <a:endParaRPr lang="zh-CN"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0" name="组合 39"/>
          <p:cNvGrpSpPr/>
          <p:nvPr/>
        </p:nvGrpSpPr>
        <p:grpSpPr>
          <a:xfrm>
            <a:off x="7171434" y="5064233"/>
            <a:ext cx="491140" cy="491139"/>
            <a:chOff x="5038725" y="2204244"/>
            <a:chExt cx="1709739" cy="1709737"/>
          </a:xfrm>
          <a:solidFill>
            <a:schemeClr val="accent1"/>
          </a:solidFill>
          <a:effectLst/>
        </p:grpSpPr>
        <p:sp>
          <p:nvSpPr>
            <p:cNvPr id="41" name="矩形 1"/>
            <p:cNvSpPr/>
            <p:nvPr/>
          </p:nvSpPr>
          <p:spPr>
            <a:xfrm>
              <a:off x="5038725" y="2204244"/>
              <a:ext cx="1709739" cy="1709737"/>
            </a:xfrm>
            <a:custGeom>
              <a:avLst/>
              <a:gdLst/>
              <a:ahLst/>
              <a:cxnLst/>
              <a:rect l="l" t="t" r="r" b="b"/>
              <a:pathLst>
                <a:path w="1709739" h="1709737">
                  <a:moveTo>
                    <a:pt x="854869" y="0"/>
                  </a:moveTo>
                  <a:cubicBezTo>
                    <a:pt x="1327740" y="0"/>
                    <a:pt x="1709739" y="381998"/>
                    <a:pt x="1709739" y="854868"/>
                  </a:cubicBezTo>
                  <a:cubicBezTo>
                    <a:pt x="1709739" y="1327738"/>
                    <a:pt x="1327740" y="1709737"/>
                    <a:pt x="854869" y="1709737"/>
                  </a:cubicBezTo>
                  <a:cubicBezTo>
                    <a:pt x="0" y="1709737"/>
                    <a:pt x="0" y="1709737"/>
                    <a:pt x="0" y="1709737"/>
                  </a:cubicBezTo>
                  <a:cubicBezTo>
                    <a:pt x="0" y="854868"/>
                    <a:pt x="0" y="854868"/>
                    <a:pt x="0" y="854868"/>
                  </a:cubicBezTo>
                  <a:cubicBezTo>
                    <a:pt x="0" y="381998"/>
                    <a:pt x="381999" y="0"/>
                    <a:pt x="854869" y="0"/>
                  </a:cubicBezTo>
                  <a:close/>
                </a:path>
              </a:pathLst>
            </a:custGeom>
            <a:grpFill/>
            <a:ln w="3175" cap="flat" cmpd="sng" algn="ctr">
              <a:solidFill>
                <a:srgbClr val="D7D7D7"/>
              </a:solidFill>
              <a:prstDash val="solid"/>
            </a:ln>
            <a:effectLst/>
          </p:spPr>
          <p:txBody>
            <a:bodyPr anchor="ctr"/>
            <a:lstStyle/>
            <a:p>
              <a:pPr>
                <a:lnSpc>
                  <a:spcPct val="120000"/>
                </a:lnSpc>
                <a:defRPr/>
              </a:pPr>
              <a:endParaRPr lang="zh-CN" altLang="en-US" sz="1200" kern="0">
                <a:solidFill>
                  <a:schemeClr val="bg1"/>
                </a:solidFill>
                <a:latin typeface="微软雅黑" panose="020B0503020204020204" pitchFamily="34" charset="-122"/>
              </a:endParaRPr>
            </a:p>
          </p:txBody>
        </p:sp>
        <p:sp>
          <p:nvSpPr>
            <p:cNvPr id="42" name="Text Box 19"/>
            <p:cNvSpPr txBox="1">
              <a:spLocks noChangeArrowheads="1"/>
            </p:cNvSpPr>
            <p:nvPr/>
          </p:nvSpPr>
          <p:spPr bwMode="gray">
            <a:xfrm>
              <a:off x="5187156" y="3430059"/>
              <a:ext cx="701675" cy="3077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defTabSz="801370" eaLnBrk="0" hangingPunct="0">
                <a:defRPr>
                  <a:solidFill>
                    <a:schemeClr val="tx1"/>
                  </a:solidFill>
                  <a:latin typeface="Arial" panose="020B0604020202020204" pitchFamily="34" charset="0"/>
                  <a:ea typeface="宋体" panose="02010600030101010101" pitchFamily="2" charset="-122"/>
                </a:defRPr>
              </a:lvl1pPr>
              <a:lvl2pPr marL="742950" indent="-285750" defTabSz="801370" eaLnBrk="0" hangingPunct="0">
                <a:defRPr>
                  <a:solidFill>
                    <a:schemeClr val="tx1"/>
                  </a:solidFill>
                  <a:latin typeface="Arial" panose="020B0604020202020204" pitchFamily="34" charset="0"/>
                  <a:ea typeface="宋体" panose="02010600030101010101" pitchFamily="2" charset="-122"/>
                </a:defRPr>
              </a:lvl2pPr>
              <a:lvl3pPr marL="1143000" indent="-228600" defTabSz="801370" eaLnBrk="0" hangingPunct="0">
                <a:defRPr>
                  <a:solidFill>
                    <a:schemeClr val="tx1"/>
                  </a:solidFill>
                  <a:latin typeface="Arial" panose="020B0604020202020204" pitchFamily="34" charset="0"/>
                  <a:ea typeface="宋体" panose="02010600030101010101" pitchFamily="2" charset="-122"/>
                </a:defRPr>
              </a:lvl3pPr>
              <a:lvl4pPr marL="1600200" indent="-228600" defTabSz="801370" eaLnBrk="0" hangingPunct="0">
                <a:defRPr>
                  <a:solidFill>
                    <a:schemeClr val="tx1"/>
                  </a:solidFill>
                  <a:latin typeface="Arial" panose="020B0604020202020204" pitchFamily="34" charset="0"/>
                  <a:ea typeface="宋体" panose="02010600030101010101" pitchFamily="2" charset="-122"/>
                </a:defRPr>
              </a:lvl4pPr>
              <a:lvl5pPr marL="2057400" indent="-228600" defTabSz="801370" eaLnBrk="0" hangingPunct="0">
                <a:defRPr>
                  <a:solidFill>
                    <a:schemeClr val="tx1"/>
                  </a:solidFill>
                  <a:latin typeface="Arial" panose="020B0604020202020204" pitchFamily="34" charset="0"/>
                  <a:ea typeface="宋体" panose="02010600030101010101" pitchFamily="2" charset="-122"/>
                </a:defRPr>
              </a:lvl5pPr>
              <a:lvl6pPr marL="25146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0137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ct val="40000"/>
                </a:spcAft>
                <a:defRPr/>
              </a:pPr>
              <a:endParaRPr lang="zh-CN" altLang="zh-CN" sz="20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661848"/>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添加论文内容第二部分标题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0"/>
          <p:cNvSpPr/>
          <p:nvPr/>
        </p:nvSpPr>
        <p:spPr>
          <a:xfrm>
            <a:off x="1047672" y="1556514"/>
            <a:ext cx="2451338" cy="475741"/>
          </a:xfrm>
          <a:prstGeom prst="rect">
            <a:avLst/>
          </a:prstGeom>
          <a:solidFill>
            <a:schemeClr val="accent1"/>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单击此处输入标题文本</a:t>
            </a:r>
            <a:endPar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p:nvSpPr>
        <p:spPr>
          <a:xfrm>
            <a:off x="1047672" y="2032255"/>
            <a:ext cx="2451338" cy="1574023"/>
          </a:xfrm>
          <a:prstGeom prst="rect">
            <a:avLst/>
          </a:prstGeom>
          <a:solidFill>
            <a:schemeClr val="bg1">
              <a:lumMod val="95000"/>
            </a:schemeClr>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单击此处输入文字</a:t>
            </a:r>
            <a:endParaRPr kumimoji="0" lang="en-US" altLang="zh-CN"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此处输入文字</a:t>
            </a:r>
            <a:endPar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nvSpPr>
        <p:spPr>
          <a:xfrm>
            <a:off x="3583759" y="1556514"/>
            <a:ext cx="2451338" cy="475741"/>
          </a:xfrm>
          <a:prstGeom prst="rect">
            <a:avLst/>
          </a:prstGeom>
          <a:solidFill>
            <a:schemeClr val="accent1"/>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单击此处输入标题文本</a:t>
            </a:r>
            <a:endPar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p:nvSpPr>
        <p:spPr>
          <a:xfrm>
            <a:off x="3583759" y="2032255"/>
            <a:ext cx="2451338" cy="1574023"/>
          </a:xfrm>
          <a:prstGeom prst="rect">
            <a:avLst/>
          </a:prstGeom>
          <a:solidFill>
            <a:schemeClr val="bg1">
              <a:lumMod val="95000"/>
            </a:schemeClr>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单击此处输入文字</a:t>
            </a:r>
            <a:endParaRPr kumimoji="0" lang="en-US" altLang="zh-CN"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此处输入文字</a:t>
            </a:r>
            <a:endPar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15" name="矩形 14"/>
          <p:cNvSpPr/>
          <p:nvPr/>
        </p:nvSpPr>
        <p:spPr>
          <a:xfrm>
            <a:off x="6119845" y="1556514"/>
            <a:ext cx="2451338" cy="475741"/>
          </a:xfrm>
          <a:prstGeom prst="rect">
            <a:avLst/>
          </a:prstGeom>
          <a:solidFill>
            <a:schemeClr val="accent1"/>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单击此处输入标题文本</a:t>
            </a:r>
            <a:endPar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p:nvSpPr>
        <p:spPr>
          <a:xfrm>
            <a:off x="6119845" y="2032255"/>
            <a:ext cx="2451338" cy="1574023"/>
          </a:xfrm>
          <a:prstGeom prst="rect">
            <a:avLst/>
          </a:prstGeom>
          <a:solidFill>
            <a:schemeClr val="bg1">
              <a:lumMod val="95000"/>
            </a:schemeClr>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单击此处输入文字</a:t>
            </a:r>
            <a:endParaRPr kumimoji="0" lang="en-US" altLang="zh-CN"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此处输入文字</a:t>
            </a:r>
            <a:endPar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nvSpPr>
        <p:spPr>
          <a:xfrm>
            <a:off x="8655932" y="1556514"/>
            <a:ext cx="2451338" cy="475741"/>
          </a:xfrm>
          <a:prstGeom prst="rect">
            <a:avLst/>
          </a:prstGeom>
          <a:solidFill>
            <a:schemeClr val="accent1"/>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单击此处输入标题文本</a:t>
            </a:r>
            <a:endPar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8" name="矩形 17"/>
          <p:cNvSpPr/>
          <p:nvPr/>
        </p:nvSpPr>
        <p:spPr>
          <a:xfrm>
            <a:off x="8655932" y="2032255"/>
            <a:ext cx="2451338" cy="1574023"/>
          </a:xfrm>
          <a:prstGeom prst="rect">
            <a:avLst/>
          </a:prstGeom>
          <a:solidFill>
            <a:schemeClr val="bg1">
              <a:lumMod val="95000"/>
            </a:schemeClr>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单击此处输入文字</a:t>
            </a:r>
            <a:endParaRPr kumimoji="0" lang="en-US" altLang="zh-CN"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此处输入文字</a:t>
            </a:r>
            <a:endPar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19" name="矩形 18"/>
          <p:cNvSpPr/>
          <p:nvPr/>
        </p:nvSpPr>
        <p:spPr>
          <a:xfrm>
            <a:off x="1047672" y="3820447"/>
            <a:ext cx="2451338" cy="475741"/>
          </a:xfrm>
          <a:prstGeom prst="rect">
            <a:avLst/>
          </a:prstGeom>
          <a:solidFill>
            <a:schemeClr val="accent1"/>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单击此处输入标题文本</a:t>
            </a:r>
            <a:endPar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a:xfrm>
            <a:off x="1047672" y="4296188"/>
            <a:ext cx="2451338" cy="1574023"/>
          </a:xfrm>
          <a:prstGeom prst="rect">
            <a:avLst/>
          </a:prstGeom>
          <a:solidFill>
            <a:schemeClr val="bg1">
              <a:lumMod val="95000"/>
            </a:schemeClr>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单击此处输入文字</a:t>
            </a:r>
            <a:endParaRPr kumimoji="0" lang="en-US" altLang="zh-CN"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此处输入文字</a:t>
            </a:r>
            <a:endPar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21" name="矩形 20"/>
          <p:cNvSpPr/>
          <p:nvPr/>
        </p:nvSpPr>
        <p:spPr>
          <a:xfrm>
            <a:off x="3583759" y="3820447"/>
            <a:ext cx="2451338" cy="475741"/>
          </a:xfrm>
          <a:prstGeom prst="rect">
            <a:avLst/>
          </a:prstGeom>
          <a:solidFill>
            <a:schemeClr val="accent1"/>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单击此处输入标题文本</a:t>
            </a:r>
            <a:endPar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p:nvSpPr>
        <p:spPr>
          <a:xfrm>
            <a:off x="3583759" y="4296188"/>
            <a:ext cx="2451338" cy="1574023"/>
          </a:xfrm>
          <a:prstGeom prst="rect">
            <a:avLst/>
          </a:prstGeom>
          <a:solidFill>
            <a:schemeClr val="bg1">
              <a:lumMod val="95000"/>
            </a:schemeClr>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单击此处输入文字</a:t>
            </a:r>
            <a:endParaRPr kumimoji="0" lang="en-US" altLang="zh-CN"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此处输入文字</a:t>
            </a:r>
            <a:endPar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23" name="矩形 22"/>
          <p:cNvSpPr/>
          <p:nvPr/>
        </p:nvSpPr>
        <p:spPr>
          <a:xfrm>
            <a:off x="6119845" y="3820447"/>
            <a:ext cx="2451338" cy="475741"/>
          </a:xfrm>
          <a:prstGeom prst="rect">
            <a:avLst/>
          </a:prstGeom>
          <a:solidFill>
            <a:schemeClr val="accent1"/>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单击此处输入标题文本</a:t>
            </a:r>
            <a:endPar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p:nvSpPr>
        <p:spPr>
          <a:xfrm>
            <a:off x="6119845" y="4296188"/>
            <a:ext cx="2451338" cy="1574023"/>
          </a:xfrm>
          <a:prstGeom prst="rect">
            <a:avLst/>
          </a:prstGeom>
          <a:solidFill>
            <a:schemeClr val="bg1">
              <a:lumMod val="95000"/>
            </a:schemeClr>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单击此处输入文字</a:t>
            </a:r>
            <a:endParaRPr kumimoji="0" lang="en-US" altLang="zh-CN"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此处输入文字</a:t>
            </a:r>
            <a:endPar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
        <p:nvSpPr>
          <p:cNvPr id="25" name="矩形 24"/>
          <p:cNvSpPr/>
          <p:nvPr/>
        </p:nvSpPr>
        <p:spPr>
          <a:xfrm>
            <a:off x="8655932" y="3820447"/>
            <a:ext cx="2451338" cy="475741"/>
          </a:xfrm>
          <a:prstGeom prst="rect">
            <a:avLst/>
          </a:prstGeom>
          <a:solidFill>
            <a:schemeClr val="accent1"/>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单击此处输入标题文本</a:t>
            </a:r>
            <a:endParaRPr kumimoji="0" lang="zh-CN" altLang="en-US" sz="1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26" name="矩形 25"/>
          <p:cNvSpPr/>
          <p:nvPr/>
        </p:nvSpPr>
        <p:spPr>
          <a:xfrm>
            <a:off x="8655932" y="4296188"/>
            <a:ext cx="2451338" cy="1574023"/>
          </a:xfrm>
          <a:prstGeom prst="rect">
            <a:avLst/>
          </a:prstGeom>
          <a:solidFill>
            <a:schemeClr val="bg1">
              <a:lumMod val="95000"/>
            </a:schemeClr>
          </a:solidFill>
          <a:ln w="25400" cap="flat" cmpd="sng" algn="ctr">
            <a:noFill/>
            <a:prstDash val="solid"/>
          </a:ln>
          <a:effectLst/>
        </p:spPr>
        <p:txBody>
          <a:bodyPr anchor="ctr"/>
          <a:lstStyle/>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单击此处输入文字</a:t>
            </a:r>
            <a:endParaRPr kumimoji="0" lang="en-US" altLang="zh-CN"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2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rPr>
              <a:t>此处输入文字</a:t>
            </a:r>
            <a:endParaRPr kumimoji="0" lang="zh-CN" altLang="en-US" sz="1200" b="0" i="0" u="none" strike="noStrike" kern="0" cap="none" spc="0" normalizeH="0" baseline="0" noProof="0" dirty="0">
              <a:ln>
                <a:noFill/>
              </a:ln>
              <a:solidFill>
                <a:srgbClr val="4D4D4D"/>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661848"/>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添加论文内容第二部分标题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椭圆 10"/>
          <p:cNvSpPr/>
          <p:nvPr/>
        </p:nvSpPr>
        <p:spPr>
          <a:xfrm>
            <a:off x="1221049" y="3079228"/>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2" name="椭圆 11"/>
          <p:cNvSpPr/>
          <p:nvPr/>
        </p:nvSpPr>
        <p:spPr>
          <a:xfrm flipV="1">
            <a:off x="3292201" y="3023228"/>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3" name="椭圆 12"/>
          <p:cNvSpPr/>
          <p:nvPr/>
        </p:nvSpPr>
        <p:spPr>
          <a:xfrm>
            <a:off x="5365840" y="3064310"/>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4" name="椭圆 13"/>
          <p:cNvSpPr/>
          <p:nvPr/>
        </p:nvSpPr>
        <p:spPr>
          <a:xfrm flipV="1">
            <a:off x="7436992" y="3008310"/>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5" name="椭圆 14"/>
          <p:cNvSpPr/>
          <p:nvPr/>
        </p:nvSpPr>
        <p:spPr>
          <a:xfrm>
            <a:off x="9510630" y="3041112"/>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6" name="任意形状 64"/>
          <p:cNvSpPr/>
          <p:nvPr/>
        </p:nvSpPr>
        <p:spPr>
          <a:xfrm flipV="1">
            <a:off x="8970891" y="2500382"/>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7" name="任意形状 65"/>
          <p:cNvSpPr/>
          <p:nvPr/>
        </p:nvSpPr>
        <p:spPr>
          <a:xfrm>
            <a:off x="6897253" y="3389591"/>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任意形状 66"/>
          <p:cNvSpPr/>
          <p:nvPr/>
        </p:nvSpPr>
        <p:spPr>
          <a:xfrm flipV="1">
            <a:off x="4826101" y="2523580"/>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任意形状 67"/>
          <p:cNvSpPr/>
          <p:nvPr/>
        </p:nvSpPr>
        <p:spPr>
          <a:xfrm>
            <a:off x="2752462" y="3404510"/>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任意形状 68"/>
          <p:cNvSpPr/>
          <p:nvPr/>
        </p:nvSpPr>
        <p:spPr>
          <a:xfrm flipV="1">
            <a:off x="681310" y="2538498"/>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1" name="组 69"/>
          <p:cNvGrpSpPr/>
          <p:nvPr/>
        </p:nvGrpSpPr>
        <p:grpSpPr>
          <a:xfrm>
            <a:off x="1678698" y="3432905"/>
            <a:ext cx="393835" cy="631619"/>
            <a:chOff x="898525" y="1076325"/>
            <a:chExt cx="504825" cy="809625"/>
          </a:xfrm>
          <a:solidFill>
            <a:schemeClr val="bg1"/>
          </a:solidFill>
          <a:effectLst/>
        </p:grpSpPr>
        <p:sp>
          <p:nvSpPr>
            <p:cNvPr id="22" name="Freeform 44"/>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3" name="Freeform 45"/>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4" name="Freeform 46"/>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25" name="组 73"/>
          <p:cNvGrpSpPr/>
          <p:nvPr/>
        </p:nvGrpSpPr>
        <p:grpSpPr>
          <a:xfrm>
            <a:off x="3621381" y="3404511"/>
            <a:ext cx="663469" cy="660013"/>
            <a:chOff x="8328025" y="3667125"/>
            <a:chExt cx="609600" cy="606425"/>
          </a:xfrm>
          <a:solidFill>
            <a:schemeClr val="bg1"/>
          </a:solidFill>
          <a:effectLst/>
        </p:grpSpPr>
        <p:sp>
          <p:nvSpPr>
            <p:cNvPr id="26" name="Freeform 213"/>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27" name="Freeform 214"/>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28" name="Freeform 215"/>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29" name="Freeform 216"/>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0" name="组 78"/>
          <p:cNvGrpSpPr/>
          <p:nvPr/>
        </p:nvGrpSpPr>
        <p:grpSpPr>
          <a:xfrm>
            <a:off x="5814328" y="3404511"/>
            <a:ext cx="412157" cy="582336"/>
            <a:chOff x="7912100" y="117475"/>
            <a:chExt cx="492125" cy="695325"/>
          </a:xfrm>
          <a:solidFill>
            <a:schemeClr val="bg1"/>
          </a:solidFill>
          <a:effectLst/>
        </p:grpSpPr>
        <p:sp>
          <p:nvSpPr>
            <p:cNvPr id="31" name="Freeform 75"/>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2" name="Freeform 76"/>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3" name="组 81"/>
          <p:cNvGrpSpPr/>
          <p:nvPr/>
        </p:nvGrpSpPr>
        <p:grpSpPr>
          <a:xfrm>
            <a:off x="7809142" y="3373840"/>
            <a:ext cx="564832" cy="572136"/>
            <a:chOff x="7639243" y="2325084"/>
            <a:chExt cx="726802" cy="736201"/>
          </a:xfrm>
          <a:effectLst/>
        </p:grpSpPr>
        <p:sp>
          <p:nvSpPr>
            <p:cNvPr id="34" name="Freeform 9"/>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10"/>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84"/>
          <p:cNvGrpSpPr/>
          <p:nvPr/>
        </p:nvGrpSpPr>
        <p:grpSpPr>
          <a:xfrm>
            <a:off x="9859689" y="3432906"/>
            <a:ext cx="611016" cy="577988"/>
            <a:chOff x="4321175" y="111125"/>
            <a:chExt cx="704850" cy="666750"/>
          </a:xfrm>
          <a:solidFill>
            <a:schemeClr val="bg1"/>
          </a:solidFill>
          <a:effectLst/>
        </p:grpSpPr>
        <p:sp>
          <p:nvSpPr>
            <p:cNvPr id="37" name="Freeform 34"/>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Rectangle 35"/>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39" name="Rectangle 36"/>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0" name="Rectangle 37"/>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1" name="Rectangle 38"/>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2" name="文本框 41"/>
          <p:cNvSpPr txBox="1"/>
          <p:nvPr/>
        </p:nvSpPr>
        <p:spPr>
          <a:xfrm>
            <a:off x="549162" y="5113753"/>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endParaRPr lang="zh-CN" altLang="en-US" sz="1600" dirty="0">
              <a:solidFill>
                <a:schemeClr val="tx1">
                  <a:lumMod val="75000"/>
                  <a:lumOff val="25000"/>
                </a:schemeClr>
              </a:solidFill>
              <a:cs typeface="+mn-ea"/>
              <a:sym typeface="+mn-lt"/>
            </a:endParaRPr>
          </a:p>
        </p:txBody>
      </p:sp>
      <p:sp>
        <p:nvSpPr>
          <p:cNvPr id="43" name="矩形 42"/>
          <p:cNvSpPr/>
          <p:nvPr/>
        </p:nvSpPr>
        <p:spPr>
          <a:xfrm>
            <a:off x="549162" y="4713643"/>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44" name="文本框 43"/>
          <p:cNvSpPr txBox="1"/>
          <p:nvPr/>
        </p:nvSpPr>
        <p:spPr>
          <a:xfrm>
            <a:off x="4754110" y="5113753"/>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endParaRPr lang="zh-CN" altLang="en-US" sz="1600" dirty="0">
              <a:solidFill>
                <a:schemeClr val="tx1">
                  <a:lumMod val="75000"/>
                  <a:lumOff val="25000"/>
                </a:schemeClr>
              </a:solidFill>
              <a:cs typeface="+mn-ea"/>
              <a:sym typeface="+mn-lt"/>
            </a:endParaRPr>
          </a:p>
        </p:txBody>
      </p:sp>
      <p:sp>
        <p:nvSpPr>
          <p:cNvPr id="45" name="矩形 44"/>
          <p:cNvSpPr/>
          <p:nvPr/>
        </p:nvSpPr>
        <p:spPr>
          <a:xfrm>
            <a:off x="4754110" y="4713643"/>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46" name="文本框 45"/>
          <p:cNvSpPr txBox="1"/>
          <p:nvPr/>
        </p:nvSpPr>
        <p:spPr>
          <a:xfrm>
            <a:off x="9099185" y="5113753"/>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endParaRPr lang="zh-CN" altLang="en-US" sz="1600" dirty="0">
              <a:solidFill>
                <a:schemeClr val="tx1">
                  <a:lumMod val="75000"/>
                  <a:lumOff val="25000"/>
                </a:schemeClr>
              </a:solidFill>
              <a:cs typeface="+mn-ea"/>
              <a:sym typeface="+mn-lt"/>
            </a:endParaRPr>
          </a:p>
        </p:txBody>
      </p:sp>
      <p:sp>
        <p:nvSpPr>
          <p:cNvPr id="47" name="矩形 46"/>
          <p:cNvSpPr/>
          <p:nvPr/>
        </p:nvSpPr>
        <p:spPr>
          <a:xfrm>
            <a:off x="9099185" y="4713643"/>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48" name="文本框 47"/>
          <p:cNvSpPr txBox="1"/>
          <p:nvPr/>
        </p:nvSpPr>
        <p:spPr>
          <a:xfrm>
            <a:off x="6897253" y="1673009"/>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endParaRPr lang="zh-CN" altLang="en-US" sz="1600" dirty="0">
              <a:solidFill>
                <a:schemeClr val="tx1">
                  <a:lumMod val="75000"/>
                  <a:lumOff val="25000"/>
                </a:schemeClr>
              </a:solidFill>
              <a:cs typeface="+mn-ea"/>
              <a:sym typeface="+mn-lt"/>
            </a:endParaRPr>
          </a:p>
        </p:txBody>
      </p:sp>
      <p:sp>
        <p:nvSpPr>
          <p:cNvPr id="49" name="矩形 48"/>
          <p:cNvSpPr/>
          <p:nvPr/>
        </p:nvSpPr>
        <p:spPr>
          <a:xfrm>
            <a:off x="6897253" y="1272899"/>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p:cNvSpPr txBox="1"/>
          <p:nvPr/>
        </p:nvSpPr>
        <p:spPr>
          <a:xfrm>
            <a:off x="2752462" y="1673009"/>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endParaRPr lang="zh-CN" altLang="en-US" sz="1600" dirty="0">
              <a:solidFill>
                <a:schemeClr val="tx1">
                  <a:lumMod val="75000"/>
                  <a:lumOff val="25000"/>
                </a:schemeClr>
              </a:solidFill>
              <a:cs typeface="+mn-ea"/>
              <a:sym typeface="+mn-lt"/>
            </a:endParaRPr>
          </a:p>
        </p:txBody>
      </p:sp>
      <p:sp>
        <p:nvSpPr>
          <p:cNvPr id="51" name="矩形 50"/>
          <p:cNvSpPr/>
          <p:nvPr/>
        </p:nvSpPr>
        <p:spPr>
          <a:xfrm>
            <a:off x="2752462" y="1272899"/>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p:cNvSpPr txBox="1"/>
          <p:nvPr/>
        </p:nvSpPr>
        <p:spPr>
          <a:xfrm>
            <a:off x="5721684" y="3369233"/>
            <a:ext cx="5708293" cy="923330"/>
          </a:xfrm>
          <a:prstGeom prst="rect">
            <a:avLst/>
          </a:prstGeom>
          <a:noFill/>
        </p:spPr>
        <p:txBody>
          <a:bodyPr wrap="square" rtlCol="0">
            <a:spAutoFit/>
          </a:bodyPr>
          <a:lstStyle/>
          <a:p>
            <a:pPr>
              <a:lnSpc>
                <a:spcPct val="150000"/>
              </a:lnSpc>
            </a:pPr>
            <a:r>
              <a:rPr lang="zh-CN" altLang="en-US" sz="36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添加论文内容第三部分标题</a:t>
            </a:r>
            <a:endParaRPr lang="zh-CN" altLang="en-US" sz="36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文本框 30"/>
          <p:cNvSpPr txBox="1"/>
          <p:nvPr/>
        </p:nvSpPr>
        <p:spPr>
          <a:xfrm>
            <a:off x="5721684" y="4165783"/>
            <a:ext cx="5708293" cy="1338828"/>
          </a:xfrm>
          <a:prstGeom prst="rect">
            <a:avLst/>
          </a:prstGeom>
          <a:noFill/>
        </p:spPr>
        <p:txBody>
          <a:bodyPr wrap="square" rtlCol="0">
            <a:spAutoFit/>
          </a:bodyPr>
          <a:lstStyle/>
          <a:p>
            <a:pPr>
              <a:lnSpc>
                <a:spcPct val="150000"/>
              </a:lnSpc>
            </a:pPr>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培养学生综合运用、巩固与扩展所学的基础理论和专业知识，培养学生独立分析、解决实际问题能力、培养学生处理数据和信息的能力。</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34" name="图片 33" descr="C:\Users\Administrator\Desktop\天津大学\图片素材\1图片\5c61df6859559790b3f10a9920fcd4e.jpg5c61df6859559790b3f10a9920fcd4e"/>
          <p:cNvPicPr>
            <a:picLocks noChangeAspect="1"/>
          </p:cNvPicPr>
          <p:nvPr/>
        </p:nvPicPr>
        <p:blipFill>
          <a:blip r:embed="rId1">
            <a:duotone>
              <a:schemeClr val="accent1">
                <a:shade val="45000"/>
                <a:satMod val="135000"/>
              </a:schemeClr>
              <a:prstClr val="white"/>
            </a:duotone>
          </a:blip>
          <a:srcRect/>
          <a:stretch>
            <a:fillRect/>
          </a:stretch>
        </p:blipFill>
        <p:spPr>
          <a:xfrm>
            <a:off x="-112395" y="0"/>
            <a:ext cx="5532120" cy="6858000"/>
          </a:xfrm>
          <a:custGeom>
            <a:avLst/>
            <a:gdLst>
              <a:gd name="connsiteX0" fmla="*/ 0 w 5418916"/>
              <a:gd name="connsiteY0" fmla="*/ 0 h 6858000"/>
              <a:gd name="connsiteX1" fmla="*/ 5418916 w 5418916"/>
              <a:gd name="connsiteY1" fmla="*/ 0 h 6858000"/>
              <a:gd name="connsiteX2" fmla="*/ 3236852 w 5418916"/>
              <a:gd name="connsiteY2" fmla="*/ 6858000 h 6858000"/>
              <a:gd name="connsiteX3" fmla="*/ 0 w 54189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18916" h="6858000">
                <a:moveTo>
                  <a:pt x="0" y="0"/>
                </a:moveTo>
                <a:lnTo>
                  <a:pt x="5418916" y="0"/>
                </a:lnTo>
                <a:lnTo>
                  <a:pt x="3236852" y="6858000"/>
                </a:lnTo>
                <a:lnTo>
                  <a:pt x="0" y="6858000"/>
                </a:lnTo>
                <a:close/>
              </a:path>
            </a:pathLst>
          </a:custGeom>
        </p:spPr>
      </p:pic>
      <p:sp>
        <p:nvSpPr>
          <p:cNvPr id="35" name="等腰三角形 34"/>
          <p:cNvSpPr/>
          <p:nvPr/>
        </p:nvSpPr>
        <p:spPr>
          <a:xfrm>
            <a:off x="3156915" y="0"/>
            <a:ext cx="2262000" cy="6858000"/>
          </a:xfrm>
          <a:custGeom>
            <a:avLst/>
            <a:gdLst>
              <a:gd name="connsiteX0" fmla="*/ 0 w 607372"/>
              <a:gd name="connsiteY0" fmla="*/ 6858000 h 6858000"/>
              <a:gd name="connsiteX1" fmla="*/ 607372 w 607372"/>
              <a:gd name="connsiteY1" fmla="*/ 0 h 6858000"/>
              <a:gd name="connsiteX2" fmla="*/ 607372 w 607372"/>
              <a:gd name="connsiteY2" fmla="*/ 6858000 h 6858000"/>
              <a:gd name="connsiteX3" fmla="*/ 0 w 607372"/>
              <a:gd name="connsiteY3" fmla="*/ 6858000 h 6858000"/>
              <a:gd name="connsiteX0-1" fmla="*/ 0 w 2262000"/>
              <a:gd name="connsiteY0-2" fmla="*/ 6945086 h 6945086"/>
              <a:gd name="connsiteX1-3" fmla="*/ 2262000 w 2262000"/>
              <a:gd name="connsiteY1-4" fmla="*/ 0 h 6945086"/>
              <a:gd name="connsiteX2-5" fmla="*/ 607372 w 2262000"/>
              <a:gd name="connsiteY2-6" fmla="*/ 6945086 h 6945086"/>
              <a:gd name="connsiteX3-7" fmla="*/ 0 w 2262000"/>
              <a:gd name="connsiteY3-8" fmla="*/ 6945086 h 6945086"/>
            </a:gdLst>
            <a:ahLst/>
            <a:cxnLst>
              <a:cxn ang="0">
                <a:pos x="connsiteX0-1" y="connsiteY0-2"/>
              </a:cxn>
              <a:cxn ang="0">
                <a:pos x="connsiteX1-3" y="connsiteY1-4"/>
              </a:cxn>
              <a:cxn ang="0">
                <a:pos x="connsiteX2-5" y="connsiteY2-6"/>
              </a:cxn>
              <a:cxn ang="0">
                <a:pos x="connsiteX3-7" y="connsiteY3-8"/>
              </a:cxn>
            </a:cxnLst>
            <a:rect l="l" t="t" r="r" b="b"/>
            <a:pathLst>
              <a:path w="2262000" h="6945086">
                <a:moveTo>
                  <a:pt x="0" y="6945086"/>
                </a:moveTo>
                <a:lnTo>
                  <a:pt x="2262000" y="0"/>
                </a:lnTo>
                <a:lnTo>
                  <a:pt x="607372" y="6945086"/>
                </a:lnTo>
                <a:lnTo>
                  <a:pt x="0" y="694508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32" name="组合 31"/>
          <p:cNvGrpSpPr/>
          <p:nvPr/>
        </p:nvGrpSpPr>
        <p:grpSpPr>
          <a:xfrm>
            <a:off x="7694579" y="1138776"/>
            <a:ext cx="1277954" cy="1277954"/>
            <a:chOff x="1131485" y="2234042"/>
            <a:chExt cx="1607262" cy="1607262"/>
          </a:xfrm>
        </p:grpSpPr>
        <p:sp>
          <p:nvSpPr>
            <p:cNvPr id="33" name="椭圆 32"/>
            <p:cNvSpPr/>
            <p:nvPr/>
          </p:nvSpPr>
          <p:spPr>
            <a:xfrm>
              <a:off x="1131485"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椭圆 35"/>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7"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cxnSp>
        <p:nvCxnSpPr>
          <p:cNvPr id="3" name="直接连接符 2"/>
          <p:cNvCxnSpPr/>
          <p:nvPr/>
        </p:nvCxnSpPr>
        <p:spPr>
          <a:xfrm>
            <a:off x="5829300" y="3369233"/>
            <a:ext cx="54610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7619450" y="2523433"/>
            <a:ext cx="1428211" cy="461665"/>
          </a:xfrm>
          <a:prstGeom prst="rect">
            <a:avLst/>
          </a:prstGeom>
          <a:noFill/>
        </p:spPr>
        <p:txBody>
          <a:bodyPr wrap="none"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PART 03</a:t>
            </a:r>
            <a:endParaRPr lang="zh-CN" altLang="en-US"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738664"/>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添加论文内容第三部分标题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新月形 10"/>
          <p:cNvSpPr/>
          <p:nvPr/>
        </p:nvSpPr>
        <p:spPr>
          <a:xfrm rot="20751297">
            <a:off x="4056857" y="2330450"/>
            <a:ext cx="1733550" cy="3468688"/>
          </a:xfrm>
          <a:prstGeom prst="moon">
            <a:avLst>
              <a:gd name="adj" fmla="val 15190"/>
            </a:avLst>
          </a:prstGeom>
          <a:solidFill>
            <a:schemeClr val="accent2"/>
          </a:solidFill>
          <a:ln w="9525">
            <a:noFill/>
            <a:miter/>
          </a:ln>
        </p:spPr>
        <p:txBody>
          <a:bodyPr anchor="ct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algn="ctr" eaLnBrk="1" hangingPunct="1"/>
            <a:endParaRPr lang="zh-CN" altLang="en-US" dirty="0">
              <a:solidFill>
                <a:srgbClr val="FFFFFF"/>
              </a:solidFill>
              <a:cs typeface="+mn-ea"/>
              <a:sym typeface="+mn-lt"/>
            </a:endParaRPr>
          </a:p>
        </p:txBody>
      </p:sp>
      <p:sp>
        <p:nvSpPr>
          <p:cNvPr id="12" name="新月形 11"/>
          <p:cNvSpPr/>
          <p:nvPr/>
        </p:nvSpPr>
        <p:spPr>
          <a:xfrm rot="4551297">
            <a:off x="4944269" y="1200150"/>
            <a:ext cx="1735138" cy="3468688"/>
          </a:xfrm>
          <a:prstGeom prst="moon">
            <a:avLst>
              <a:gd name="adj" fmla="val 15190"/>
            </a:avLst>
          </a:prstGeom>
          <a:solidFill>
            <a:schemeClr val="accent1"/>
          </a:solidFill>
          <a:ln w="9525">
            <a:noFill/>
            <a:miter/>
          </a:ln>
        </p:spPr>
        <p:txBody>
          <a:bodyPr anchor="ct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algn="ctr" eaLnBrk="1" hangingPunct="1"/>
            <a:endParaRPr lang="zh-CN" altLang="en-US" dirty="0">
              <a:solidFill>
                <a:srgbClr val="FFFFFF"/>
              </a:solidFill>
              <a:cs typeface="+mn-ea"/>
              <a:sym typeface="+mn-lt"/>
            </a:endParaRPr>
          </a:p>
        </p:txBody>
      </p:sp>
      <p:sp>
        <p:nvSpPr>
          <p:cNvPr id="13" name="新月形 12"/>
          <p:cNvSpPr/>
          <p:nvPr/>
        </p:nvSpPr>
        <p:spPr>
          <a:xfrm rot="9951297">
            <a:off x="6076157" y="2089150"/>
            <a:ext cx="1733550" cy="3468688"/>
          </a:xfrm>
          <a:prstGeom prst="moon">
            <a:avLst>
              <a:gd name="adj" fmla="val 15190"/>
            </a:avLst>
          </a:prstGeom>
          <a:solidFill>
            <a:schemeClr val="accent3"/>
          </a:solidFill>
          <a:ln w="9525">
            <a:noFill/>
            <a:miter/>
          </a:ln>
        </p:spPr>
        <p:txBody>
          <a:bodyPr anchor="ct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algn="ctr" eaLnBrk="1" hangingPunct="1"/>
            <a:endParaRPr lang="zh-CN" altLang="en-US" dirty="0">
              <a:solidFill>
                <a:srgbClr val="FFFFFF"/>
              </a:solidFill>
              <a:cs typeface="+mn-ea"/>
              <a:sym typeface="+mn-lt"/>
            </a:endParaRPr>
          </a:p>
        </p:txBody>
      </p:sp>
      <p:sp>
        <p:nvSpPr>
          <p:cNvPr id="14" name="新月形 13"/>
          <p:cNvSpPr/>
          <p:nvPr/>
        </p:nvSpPr>
        <p:spPr>
          <a:xfrm rot="15351297">
            <a:off x="5201444" y="3206750"/>
            <a:ext cx="1735138" cy="3467100"/>
          </a:xfrm>
          <a:prstGeom prst="moon">
            <a:avLst>
              <a:gd name="adj" fmla="val 15190"/>
            </a:avLst>
          </a:prstGeom>
          <a:solidFill>
            <a:schemeClr val="bg1"/>
          </a:solidFill>
          <a:ln w="9525">
            <a:noFill/>
            <a:miter/>
          </a:ln>
        </p:spPr>
        <p:txBody>
          <a:bodyPr anchor="ct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algn="ctr" eaLnBrk="1" hangingPunct="1"/>
            <a:endParaRPr lang="zh-CN" altLang="en-US" dirty="0">
              <a:solidFill>
                <a:srgbClr val="FFFFFF"/>
              </a:solidFill>
              <a:cs typeface="+mn-ea"/>
              <a:sym typeface="+mn-lt"/>
            </a:endParaRPr>
          </a:p>
        </p:txBody>
      </p:sp>
      <p:sp>
        <p:nvSpPr>
          <p:cNvPr id="15" name="TextBox 11"/>
          <p:cNvSpPr/>
          <p:nvPr/>
        </p:nvSpPr>
        <p:spPr>
          <a:xfrm flipH="1">
            <a:off x="4853843" y="3659023"/>
            <a:ext cx="2124895" cy="461665"/>
          </a:xfrm>
          <a:prstGeom prst="rect">
            <a:avLst/>
          </a:prstGeom>
          <a:noFill/>
          <a:ln w="9525">
            <a:noFill/>
            <a:miter/>
          </a:ln>
        </p:spPr>
        <p:txBody>
          <a:bodyPr wrap="square">
            <a:spAutoFit/>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algn="ctr" eaLnBrk="1" hangingPunct="1"/>
            <a:r>
              <a:rPr lang="zh-CN" altLang="en-US" sz="2400" b="1" dirty="0">
                <a:solidFill>
                  <a:schemeClr val="tx1">
                    <a:lumMod val="75000"/>
                    <a:lumOff val="25000"/>
                  </a:schemeClr>
                </a:solidFill>
                <a:cs typeface="+mn-ea"/>
                <a:sym typeface="+mn-lt"/>
              </a:rPr>
              <a:t>点击添加标题    </a:t>
            </a:r>
            <a:endParaRPr lang="en-US" altLang="x-none" sz="2400" b="1" dirty="0">
              <a:solidFill>
                <a:schemeClr val="tx1">
                  <a:lumMod val="75000"/>
                  <a:lumOff val="25000"/>
                </a:schemeClr>
              </a:solidFill>
              <a:cs typeface="+mn-ea"/>
              <a:sym typeface="+mn-lt"/>
            </a:endParaRPr>
          </a:p>
        </p:txBody>
      </p:sp>
      <p:sp>
        <p:nvSpPr>
          <p:cNvPr id="16" name="直接连接符 15"/>
          <p:cNvSpPr/>
          <p:nvPr/>
        </p:nvSpPr>
        <p:spPr>
          <a:xfrm flipH="1">
            <a:off x="818435" y="2905614"/>
            <a:ext cx="3551159" cy="1"/>
          </a:xfrm>
          <a:prstGeom prst="line">
            <a:avLst/>
          </a:prstGeom>
          <a:ln w="12700" cap="flat" cmpd="sng">
            <a:solidFill>
              <a:schemeClr val="tx1">
                <a:lumMod val="75000"/>
                <a:lumOff val="25000"/>
              </a:schemeClr>
            </a:solidFill>
            <a:prstDash val="sysDot"/>
            <a:headEnd type="oval" w="med" len="med"/>
            <a:tailEnd type="oval" w="med" len="med"/>
          </a:ln>
        </p:spPr>
        <p:txBody>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endParaRPr lang="zh-CN" altLang="en-US">
              <a:cs typeface="+mn-ea"/>
              <a:sym typeface="+mn-lt"/>
            </a:endParaRPr>
          </a:p>
        </p:txBody>
      </p:sp>
      <p:sp>
        <p:nvSpPr>
          <p:cNvPr id="17" name="直接连接符 16"/>
          <p:cNvSpPr/>
          <p:nvPr/>
        </p:nvSpPr>
        <p:spPr>
          <a:xfrm flipH="1">
            <a:off x="750841" y="5354273"/>
            <a:ext cx="3996578" cy="1"/>
          </a:xfrm>
          <a:prstGeom prst="line">
            <a:avLst/>
          </a:prstGeom>
          <a:ln w="12700" cap="flat" cmpd="sng">
            <a:solidFill>
              <a:schemeClr val="tx1">
                <a:lumMod val="75000"/>
                <a:lumOff val="25000"/>
              </a:schemeClr>
            </a:solidFill>
            <a:prstDash val="sysDot"/>
            <a:headEnd type="oval" w="med" len="med"/>
            <a:tailEnd type="oval" w="med" len="med"/>
          </a:ln>
        </p:spPr>
        <p:txBody>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endParaRPr lang="zh-CN" altLang="en-US">
              <a:cs typeface="+mn-ea"/>
              <a:sym typeface="+mn-lt"/>
            </a:endParaRPr>
          </a:p>
        </p:txBody>
      </p:sp>
      <p:sp>
        <p:nvSpPr>
          <p:cNvPr id="18" name="直接连接符 17"/>
          <p:cNvSpPr/>
          <p:nvPr/>
        </p:nvSpPr>
        <p:spPr>
          <a:xfrm flipH="1">
            <a:off x="7128669" y="2838471"/>
            <a:ext cx="3997076" cy="1"/>
          </a:xfrm>
          <a:prstGeom prst="line">
            <a:avLst/>
          </a:prstGeom>
          <a:ln w="12700" cap="flat" cmpd="sng">
            <a:solidFill>
              <a:schemeClr val="tx1">
                <a:lumMod val="75000"/>
                <a:lumOff val="25000"/>
              </a:schemeClr>
            </a:solidFill>
            <a:prstDash val="sysDot"/>
            <a:headEnd type="oval" w="med" len="med"/>
            <a:tailEnd type="oval" w="med" len="med"/>
          </a:ln>
        </p:spPr>
        <p:txBody>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endParaRPr lang="zh-CN" altLang="en-US">
              <a:cs typeface="+mn-ea"/>
              <a:sym typeface="+mn-lt"/>
            </a:endParaRPr>
          </a:p>
        </p:txBody>
      </p:sp>
      <p:sp>
        <p:nvSpPr>
          <p:cNvPr id="19" name="直接连接符 18"/>
          <p:cNvSpPr/>
          <p:nvPr/>
        </p:nvSpPr>
        <p:spPr>
          <a:xfrm flipH="1">
            <a:off x="7128669" y="5196613"/>
            <a:ext cx="3996826" cy="0"/>
          </a:xfrm>
          <a:prstGeom prst="line">
            <a:avLst/>
          </a:prstGeom>
          <a:ln w="12700" cap="flat" cmpd="sng">
            <a:solidFill>
              <a:schemeClr val="tx1">
                <a:lumMod val="75000"/>
                <a:lumOff val="25000"/>
              </a:schemeClr>
            </a:solidFill>
            <a:prstDash val="sysDot"/>
            <a:headEnd type="oval" w="med" len="med"/>
            <a:tailEnd type="oval" w="med" len="med"/>
          </a:ln>
        </p:spPr>
        <p:txBody>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endParaRPr lang="zh-CN" altLang="en-US">
              <a:cs typeface="+mn-ea"/>
              <a:sym typeface="+mn-lt"/>
            </a:endParaRPr>
          </a:p>
        </p:txBody>
      </p:sp>
      <p:sp>
        <p:nvSpPr>
          <p:cNvPr id="20" name="TextBox 19"/>
          <p:cNvSpPr txBox="1"/>
          <p:nvPr/>
        </p:nvSpPr>
        <p:spPr>
          <a:xfrm>
            <a:off x="736826" y="2239067"/>
            <a:ext cx="3719559" cy="584775"/>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这里填写文字内容这里填写文字内容这里填写文字内容这里填写文字内容</a:t>
            </a:r>
            <a:endParaRPr lang="zh-CN" altLang="en-US" sz="1600" dirty="0">
              <a:solidFill>
                <a:schemeClr val="tx1">
                  <a:lumMod val="65000"/>
                  <a:lumOff val="35000"/>
                </a:schemeClr>
              </a:solidFill>
              <a:cs typeface="+mn-ea"/>
              <a:sym typeface="+mn-lt"/>
            </a:endParaRPr>
          </a:p>
        </p:txBody>
      </p:sp>
      <p:sp>
        <p:nvSpPr>
          <p:cNvPr id="21" name="TextBox 20"/>
          <p:cNvSpPr txBox="1"/>
          <p:nvPr/>
        </p:nvSpPr>
        <p:spPr>
          <a:xfrm>
            <a:off x="752756" y="1832708"/>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22" name="TextBox 19"/>
          <p:cNvSpPr txBox="1"/>
          <p:nvPr/>
        </p:nvSpPr>
        <p:spPr>
          <a:xfrm>
            <a:off x="736826" y="4687725"/>
            <a:ext cx="3719559" cy="584775"/>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这里填写文字内容这里填写文字内容这里填写文字内容这里填写文字内容</a:t>
            </a:r>
            <a:endParaRPr lang="zh-CN" altLang="en-US" sz="1600" dirty="0">
              <a:solidFill>
                <a:schemeClr val="tx1">
                  <a:lumMod val="65000"/>
                  <a:lumOff val="35000"/>
                </a:schemeClr>
              </a:solidFill>
              <a:cs typeface="+mn-ea"/>
              <a:sym typeface="+mn-lt"/>
            </a:endParaRPr>
          </a:p>
        </p:txBody>
      </p:sp>
      <p:sp>
        <p:nvSpPr>
          <p:cNvPr id="23" name="TextBox 20"/>
          <p:cNvSpPr txBox="1"/>
          <p:nvPr/>
        </p:nvSpPr>
        <p:spPr>
          <a:xfrm>
            <a:off x="752756" y="4281366"/>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24" name="TextBox 19"/>
          <p:cNvSpPr txBox="1"/>
          <p:nvPr/>
        </p:nvSpPr>
        <p:spPr>
          <a:xfrm>
            <a:off x="7705612" y="2239067"/>
            <a:ext cx="3719559" cy="584775"/>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这里填写文字内容这里填写文字内容这里填写文字内容这里填写文字内容</a:t>
            </a:r>
            <a:endParaRPr lang="zh-CN" altLang="en-US" sz="1600" dirty="0">
              <a:solidFill>
                <a:schemeClr val="tx1">
                  <a:lumMod val="65000"/>
                  <a:lumOff val="35000"/>
                </a:schemeClr>
              </a:solidFill>
              <a:cs typeface="+mn-ea"/>
              <a:sym typeface="+mn-lt"/>
            </a:endParaRPr>
          </a:p>
        </p:txBody>
      </p:sp>
      <p:sp>
        <p:nvSpPr>
          <p:cNvPr id="25" name="TextBox 20"/>
          <p:cNvSpPr txBox="1"/>
          <p:nvPr/>
        </p:nvSpPr>
        <p:spPr>
          <a:xfrm>
            <a:off x="7721542" y="1832708"/>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
        <p:nvSpPr>
          <p:cNvPr id="26" name="TextBox 19"/>
          <p:cNvSpPr txBox="1"/>
          <p:nvPr/>
        </p:nvSpPr>
        <p:spPr>
          <a:xfrm>
            <a:off x="7813654" y="4569747"/>
            <a:ext cx="3719559" cy="584775"/>
          </a:xfrm>
          <a:prstGeom prst="rect">
            <a:avLst/>
          </a:prstGeom>
          <a:noFill/>
        </p:spPr>
        <p:txBody>
          <a:bodyPr wrap="square" rtlCol="0">
            <a:spAutoFit/>
          </a:bodyPr>
          <a:lstStyle/>
          <a:p>
            <a:r>
              <a:rPr lang="zh-CN" altLang="en-US" sz="1600" dirty="0">
                <a:solidFill>
                  <a:schemeClr val="tx1">
                    <a:lumMod val="65000"/>
                    <a:lumOff val="35000"/>
                  </a:schemeClr>
                </a:solidFill>
                <a:cs typeface="+mn-ea"/>
                <a:sym typeface="+mn-lt"/>
              </a:rPr>
              <a:t>这里填写文字内容这里填写文字内容这里填写文字内容这里填写文字内容</a:t>
            </a:r>
            <a:endParaRPr lang="zh-CN" altLang="en-US" sz="1600" dirty="0">
              <a:solidFill>
                <a:schemeClr val="tx1">
                  <a:lumMod val="65000"/>
                  <a:lumOff val="35000"/>
                </a:schemeClr>
              </a:solidFill>
              <a:cs typeface="+mn-ea"/>
              <a:sym typeface="+mn-lt"/>
            </a:endParaRPr>
          </a:p>
        </p:txBody>
      </p:sp>
      <p:sp>
        <p:nvSpPr>
          <p:cNvPr id="27" name="TextBox 20"/>
          <p:cNvSpPr txBox="1"/>
          <p:nvPr/>
        </p:nvSpPr>
        <p:spPr>
          <a:xfrm>
            <a:off x="7829584" y="4163388"/>
            <a:ext cx="2784311" cy="420564"/>
          </a:xfrm>
          <a:prstGeom prst="rect">
            <a:avLst/>
          </a:prstGeom>
          <a:noFill/>
        </p:spPr>
        <p:txBody>
          <a:bodyPr wrap="square" rtlCol="0">
            <a:spAutoFit/>
          </a:bodyPr>
          <a:lstStyle/>
          <a:p>
            <a:r>
              <a:rPr lang="zh-CN" altLang="en-US" sz="2135" b="1" dirty="0">
                <a:solidFill>
                  <a:schemeClr val="tx1">
                    <a:lumMod val="65000"/>
                    <a:lumOff val="35000"/>
                  </a:schemeClr>
                </a:solidFill>
                <a:cs typeface="+mn-ea"/>
                <a:sym typeface="+mn-lt"/>
              </a:rPr>
              <a:t>这里添加标题</a:t>
            </a:r>
            <a:endParaRPr lang="zh-CN" altLang="en-US" sz="2135" b="1" dirty="0">
              <a:solidFill>
                <a:schemeClr val="tx1">
                  <a:lumMod val="65000"/>
                  <a:lumOff val="3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738664"/>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添加论文内容第三部分标题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0"/>
          <p:cNvSpPr/>
          <p:nvPr/>
        </p:nvSpPr>
        <p:spPr>
          <a:xfrm>
            <a:off x="6725444" y="4490923"/>
            <a:ext cx="4445000" cy="1200329"/>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eaLnBrk="1" hangingPunct="1">
              <a:lnSpc>
                <a:spcPct val="150000"/>
              </a:lnSpc>
            </a:pPr>
            <a:r>
              <a:rPr lang="zh-CN" altLang="en-US" sz="1600" dirty="0">
                <a:solidFill>
                  <a:schemeClr val="tx1">
                    <a:lumMod val="75000"/>
                    <a:lumOff val="25000"/>
                  </a:schemeClr>
                </a:solidFill>
                <a:cs typeface="+mn-ea"/>
                <a:sym typeface="+mn-lt"/>
              </a:rPr>
              <a:t>这里输入文字这里输入文字这里输入文字这里输入文字这里输入文字这里输入文字</a:t>
            </a:r>
            <a:endParaRPr lang="zh-CN" altLang="en-US" sz="1600" dirty="0">
              <a:solidFill>
                <a:schemeClr val="tx1">
                  <a:lumMod val="75000"/>
                  <a:lumOff val="25000"/>
                </a:schemeClr>
              </a:solidFill>
              <a:cs typeface="+mn-ea"/>
              <a:sym typeface="+mn-lt"/>
            </a:endParaRPr>
          </a:p>
          <a:p>
            <a:pPr lvl="0" eaLnBrk="1" hangingPunct="1">
              <a:lnSpc>
                <a:spcPct val="150000"/>
              </a:lnSpc>
            </a:pPr>
            <a:endParaRPr lang="zh-CN" altLang="en-US" sz="1600" dirty="0">
              <a:solidFill>
                <a:schemeClr val="tx1">
                  <a:lumMod val="75000"/>
                  <a:lumOff val="25000"/>
                </a:schemeClr>
              </a:solidFill>
              <a:cs typeface="+mn-ea"/>
              <a:sym typeface="+mn-lt"/>
            </a:endParaRPr>
          </a:p>
        </p:txBody>
      </p:sp>
      <p:sp>
        <p:nvSpPr>
          <p:cNvPr id="12" name="矩形 11"/>
          <p:cNvSpPr/>
          <p:nvPr/>
        </p:nvSpPr>
        <p:spPr>
          <a:xfrm>
            <a:off x="972344" y="2381136"/>
            <a:ext cx="2416175" cy="1200329"/>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eaLnBrk="1" hangingPunct="1">
              <a:lnSpc>
                <a:spcPct val="150000"/>
              </a:lnSpc>
            </a:pPr>
            <a:r>
              <a:rPr lang="zh-CN" altLang="en-US" sz="1600" dirty="0">
                <a:solidFill>
                  <a:schemeClr val="tx1">
                    <a:lumMod val="75000"/>
                    <a:lumOff val="25000"/>
                  </a:schemeClr>
                </a:solidFill>
                <a:cs typeface="+mn-ea"/>
                <a:sym typeface="+mn-lt"/>
              </a:rPr>
              <a:t>这里输入文字这里输入文字这里输入文字这里输入文字这里输入文字</a:t>
            </a:r>
            <a:endParaRPr lang="zh-CN" altLang="en-US" sz="1600" dirty="0">
              <a:solidFill>
                <a:schemeClr val="tx1">
                  <a:lumMod val="75000"/>
                  <a:lumOff val="25000"/>
                </a:schemeClr>
              </a:solidFill>
              <a:cs typeface="+mn-ea"/>
              <a:sym typeface="+mn-lt"/>
            </a:endParaRPr>
          </a:p>
        </p:txBody>
      </p:sp>
      <p:grpSp>
        <p:nvGrpSpPr>
          <p:cNvPr id="13" name="组合 12"/>
          <p:cNvGrpSpPr/>
          <p:nvPr/>
        </p:nvGrpSpPr>
        <p:grpSpPr>
          <a:xfrm>
            <a:off x="3388519" y="1720736"/>
            <a:ext cx="4392613" cy="3910012"/>
            <a:chOff x="0" y="0"/>
            <a:chExt cx="3264319" cy="2905377"/>
          </a:xfrm>
        </p:grpSpPr>
        <p:sp>
          <p:nvSpPr>
            <p:cNvPr id="14" name="Oval 274"/>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5" name="Oval 276"/>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6" name="Oval 277"/>
            <p:cNvSpPr/>
            <p:nvPr/>
          </p:nvSpPr>
          <p:spPr>
            <a:xfrm>
              <a:off x="550635" y="1211962"/>
              <a:ext cx="1694223" cy="1693415"/>
            </a:xfrm>
            <a:prstGeom prst="ellipse">
              <a:avLst/>
            </a:prstGeom>
            <a:solidFill>
              <a:schemeClr val="accent2"/>
            </a:solidFill>
            <a:ln w="9525">
              <a:noFill/>
            </a:ln>
          </p:spPr>
          <p:txBody>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7" name="矩形 16"/>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algn="ctr" eaLnBrk="1" hangingPunct="1"/>
              <a:r>
                <a:rPr lang="zh-CN" altLang="en-US" sz="2000" b="1" dirty="0">
                  <a:solidFill>
                    <a:srgbClr val="F8F8F8"/>
                  </a:solidFill>
                  <a:cs typeface="+mn-ea"/>
                  <a:sym typeface="+mn-lt"/>
                </a:rPr>
                <a:t>② 您的标题</a:t>
              </a:r>
              <a:endParaRPr lang="zh-CN" altLang="en-US" sz="2000" b="1" dirty="0">
                <a:solidFill>
                  <a:srgbClr val="F8F8F8"/>
                </a:solidFill>
                <a:cs typeface="+mn-ea"/>
                <a:sym typeface="+mn-lt"/>
              </a:endParaRPr>
            </a:p>
          </p:txBody>
        </p:sp>
        <p:sp>
          <p:nvSpPr>
            <p:cNvPr id="18" name="矩形 17"/>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eaLnBrk="1" hangingPunct="1"/>
              <a:r>
                <a:rPr lang="zh-CN" altLang="en-US" b="1" dirty="0">
                  <a:solidFill>
                    <a:srgbClr val="F8F8F8"/>
                  </a:solidFill>
                  <a:cs typeface="+mn-ea"/>
                  <a:sym typeface="+mn-lt"/>
                </a:rPr>
                <a:t>③ 您的标题</a:t>
              </a:r>
              <a:endParaRPr lang="zh-CN" altLang="en-US" b="1" dirty="0">
                <a:solidFill>
                  <a:srgbClr val="F8F8F8"/>
                </a:solidFill>
                <a:cs typeface="+mn-ea"/>
                <a:sym typeface="+mn-lt"/>
              </a:endParaRPr>
            </a:p>
          </p:txBody>
        </p:sp>
        <p:sp>
          <p:nvSpPr>
            <p:cNvPr id="19" name="矩形 18"/>
            <p:cNvSpPr/>
            <p:nvPr/>
          </p:nvSpPr>
          <p:spPr>
            <a:xfrm>
              <a:off x="1097088" y="753411"/>
              <a:ext cx="2016548" cy="343091"/>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algn="r" eaLnBrk="1" hangingPunct="1"/>
              <a:r>
                <a:rPr lang="zh-CN" altLang="en-US" sz="2400" b="1" dirty="0">
                  <a:solidFill>
                    <a:srgbClr val="F8F8F8"/>
                  </a:solidFill>
                  <a:cs typeface="+mn-ea"/>
                  <a:sym typeface="+mn-lt"/>
                </a:rPr>
                <a:t>① 您的标题</a:t>
              </a:r>
              <a:endParaRPr lang="zh-CN" altLang="en-US" sz="2400" b="1" dirty="0">
                <a:solidFill>
                  <a:srgbClr val="F8F8F8"/>
                </a:solidFill>
                <a:cs typeface="+mn-ea"/>
                <a:sym typeface="+mn-lt"/>
              </a:endParaRPr>
            </a:p>
          </p:txBody>
        </p:sp>
      </p:grpSp>
      <p:sp>
        <p:nvSpPr>
          <p:cNvPr id="20" name="矩形 19"/>
          <p:cNvSpPr/>
          <p:nvPr/>
        </p:nvSpPr>
        <p:spPr>
          <a:xfrm>
            <a:off x="7774781" y="1969973"/>
            <a:ext cx="3444875" cy="1569660"/>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u="none" kern="1200" baseline="0">
                <a:solidFill>
                  <a:schemeClr val="tx1"/>
                </a:solidFill>
                <a:latin typeface="+mn-lt"/>
                <a:ea typeface="+mn-ea"/>
                <a:cs typeface="+mn-cs"/>
              </a:defRPr>
            </a:lvl9pPr>
          </a:lstStyle>
          <a:p>
            <a:pPr lvl="0" eaLnBrk="1" hangingPunct="1">
              <a:lnSpc>
                <a:spcPct val="150000"/>
              </a:lnSpc>
            </a:pPr>
            <a:r>
              <a:rPr lang="zh-CN" altLang="en-US" sz="1600" dirty="0">
                <a:solidFill>
                  <a:schemeClr val="tx1">
                    <a:lumMod val="75000"/>
                    <a:lumOff val="25000"/>
                  </a:schemeClr>
                </a:solidFill>
                <a:cs typeface="+mn-ea"/>
                <a:sym typeface="+mn-lt"/>
              </a:rPr>
              <a:t>这里输入文字这里输入文字这里输入文字这里输入文字这里输入文字这里输入文字</a:t>
            </a:r>
            <a:endParaRPr lang="zh-CN" altLang="en-US" sz="1600" dirty="0">
              <a:solidFill>
                <a:schemeClr val="tx1">
                  <a:lumMod val="75000"/>
                  <a:lumOff val="25000"/>
                </a:schemeClr>
              </a:solidFill>
              <a:cs typeface="+mn-ea"/>
              <a:sym typeface="+mn-lt"/>
            </a:endParaRPr>
          </a:p>
          <a:p>
            <a:pPr lvl="0" eaLnBrk="1" hangingPunct="1">
              <a:lnSpc>
                <a:spcPct val="150000"/>
              </a:lnSpc>
            </a:pPr>
            <a:endParaRPr lang="zh-CN" altLang="en-US" sz="1600" dirty="0">
              <a:solidFill>
                <a:schemeClr val="tx1">
                  <a:lumMod val="75000"/>
                  <a:lumOff val="2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738664"/>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添加论文内容第三部分标题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11" name="组合 10"/>
          <p:cNvGrpSpPr/>
          <p:nvPr/>
        </p:nvGrpSpPr>
        <p:grpSpPr>
          <a:xfrm>
            <a:off x="5632881" y="1389657"/>
            <a:ext cx="1065746" cy="4853615"/>
            <a:chOff x="4311526" y="843558"/>
            <a:chExt cx="839427" cy="3822916"/>
          </a:xfrm>
        </p:grpSpPr>
        <p:sp>
          <p:nvSpPr>
            <p:cNvPr id="12" name="矩形 11"/>
            <p:cNvSpPr/>
            <p:nvPr/>
          </p:nvSpPr>
          <p:spPr>
            <a:xfrm>
              <a:off x="4311526" y="843558"/>
              <a:ext cx="839427" cy="38229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100"/>
            </a:p>
          </p:txBody>
        </p:sp>
        <p:sp>
          <p:nvSpPr>
            <p:cNvPr id="13" name="文本框 37"/>
            <p:cNvSpPr txBox="1"/>
            <p:nvPr/>
          </p:nvSpPr>
          <p:spPr>
            <a:xfrm>
              <a:off x="4541465" y="1301135"/>
              <a:ext cx="275751" cy="272721"/>
            </a:xfrm>
            <a:prstGeom prst="rect">
              <a:avLst/>
            </a:prstGeom>
            <a:noFill/>
          </p:spPr>
          <p:txBody>
            <a:bodyPr wrap="none" lIns="68580" tIns="34290" rIns="68580" bIns="34290" rtlCol="0">
              <a:spAutoFit/>
            </a:bodyPr>
            <a:lstStyle/>
            <a:p>
              <a:r>
                <a:rPr lang="en-US" altLang="zh-CN" dirty="0">
                  <a:solidFill>
                    <a:schemeClr val="accent1"/>
                  </a:solidFill>
                  <a:latin typeface="Impact" panose="020B0806030902050204" pitchFamily="34" charset="0"/>
                  <a:cs typeface="Aharoni" pitchFamily="2" charset="-79"/>
                </a:rPr>
                <a:t>01</a:t>
              </a:r>
              <a:endParaRPr lang="zh-CN" altLang="en-US" dirty="0">
                <a:solidFill>
                  <a:schemeClr val="accent1"/>
                </a:solidFill>
                <a:latin typeface="Impact" panose="020B0806030902050204" pitchFamily="34" charset="0"/>
                <a:cs typeface="Aharoni" pitchFamily="2" charset="-79"/>
              </a:endParaRPr>
            </a:p>
          </p:txBody>
        </p:sp>
        <p:sp>
          <p:nvSpPr>
            <p:cNvPr id="14" name="文本框 110"/>
            <p:cNvSpPr txBox="1"/>
            <p:nvPr/>
          </p:nvSpPr>
          <p:spPr>
            <a:xfrm>
              <a:off x="4541464" y="2149032"/>
              <a:ext cx="297215" cy="272721"/>
            </a:xfrm>
            <a:prstGeom prst="rect">
              <a:avLst/>
            </a:prstGeom>
            <a:noFill/>
          </p:spPr>
          <p:txBody>
            <a:bodyPr wrap="none" lIns="68580" tIns="34290" rIns="68580" bIns="34290" rtlCol="0">
              <a:spAutoFit/>
            </a:bodyPr>
            <a:lstStyle/>
            <a:p>
              <a:r>
                <a:rPr lang="en-US" altLang="zh-CN" dirty="0">
                  <a:solidFill>
                    <a:schemeClr val="accent1"/>
                  </a:solidFill>
                  <a:latin typeface="Impact" panose="020B0806030902050204" pitchFamily="34" charset="0"/>
                  <a:cs typeface="Aharoni" pitchFamily="2" charset="-79"/>
                </a:rPr>
                <a:t>02</a:t>
              </a:r>
              <a:endParaRPr lang="zh-CN" altLang="en-US" dirty="0">
                <a:solidFill>
                  <a:schemeClr val="accent1"/>
                </a:solidFill>
                <a:latin typeface="Impact" panose="020B0806030902050204" pitchFamily="34" charset="0"/>
                <a:cs typeface="Aharoni" pitchFamily="2" charset="-79"/>
              </a:endParaRPr>
            </a:p>
          </p:txBody>
        </p:sp>
        <p:sp>
          <p:nvSpPr>
            <p:cNvPr id="15" name="文本框 111"/>
            <p:cNvSpPr txBox="1"/>
            <p:nvPr/>
          </p:nvSpPr>
          <p:spPr>
            <a:xfrm>
              <a:off x="4541465" y="2996929"/>
              <a:ext cx="302265" cy="272721"/>
            </a:xfrm>
            <a:prstGeom prst="rect">
              <a:avLst/>
            </a:prstGeom>
            <a:noFill/>
          </p:spPr>
          <p:txBody>
            <a:bodyPr wrap="none" lIns="68580" tIns="34290" rIns="68580" bIns="34290" rtlCol="0">
              <a:spAutoFit/>
            </a:bodyPr>
            <a:lstStyle/>
            <a:p>
              <a:r>
                <a:rPr lang="en-US" altLang="zh-CN" dirty="0">
                  <a:solidFill>
                    <a:schemeClr val="accent1"/>
                  </a:solidFill>
                  <a:latin typeface="Impact" panose="020B0806030902050204" pitchFamily="34" charset="0"/>
                  <a:cs typeface="Aharoni" pitchFamily="2" charset="-79"/>
                </a:rPr>
                <a:t>03</a:t>
              </a:r>
              <a:endParaRPr lang="zh-CN" altLang="en-US" dirty="0">
                <a:solidFill>
                  <a:schemeClr val="accent1"/>
                </a:solidFill>
                <a:latin typeface="Impact" panose="020B0806030902050204" pitchFamily="34" charset="0"/>
                <a:cs typeface="Aharoni" pitchFamily="2" charset="-79"/>
              </a:endParaRPr>
            </a:p>
          </p:txBody>
        </p:sp>
        <p:sp>
          <p:nvSpPr>
            <p:cNvPr id="16" name="文本框 112"/>
            <p:cNvSpPr txBox="1"/>
            <p:nvPr/>
          </p:nvSpPr>
          <p:spPr>
            <a:xfrm>
              <a:off x="4541465" y="3844826"/>
              <a:ext cx="297215" cy="272721"/>
            </a:xfrm>
            <a:prstGeom prst="rect">
              <a:avLst/>
            </a:prstGeom>
            <a:noFill/>
          </p:spPr>
          <p:txBody>
            <a:bodyPr wrap="none" lIns="68580" tIns="34290" rIns="68580" bIns="34290" rtlCol="0">
              <a:spAutoFit/>
            </a:bodyPr>
            <a:lstStyle/>
            <a:p>
              <a:r>
                <a:rPr lang="en-US" altLang="zh-CN" dirty="0">
                  <a:solidFill>
                    <a:schemeClr val="accent1"/>
                  </a:solidFill>
                  <a:latin typeface="Impact" panose="020B0806030902050204" pitchFamily="34" charset="0"/>
                  <a:cs typeface="Aharoni" pitchFamily="2" charset="-79"/>
                </a:rPr>
                <a:t>04</a:t>
              </a:r>
              <a:endParaRPr lang="zh-CN" altLang="en-US" dirty="0">
                <a:solidFill>
                  <a:schemeClr val="accent1"/>
                </a:solidFill>
                <a:latin typeface="Impact" panose="020B0806030902050204" pitchFamily="34" charset="0"/>
                <a:cs typeface="Aharoni" pitchFamily="2" charset="-79"/>
              </a:endParaRPr>
            </a:p>
          </p:txBody>
        </p:sp>
      </p:grpSp>
      <p:sp>
        <p:nvSpPr>
          <p:cNvPr id="17" name="Freeform 23"/>
          <p:cNvSpPr/>
          <p:nvPr/>
        </p:nvSpPr>
        <p:spPr bwMode="auto">
          <a:xfrm>
            <a:off x="4135139" y="1539226"/>
            <a:ext cx="1497740" cy="1509507"/>
          </a:xfrm>
          <a:custGeom>
            <a:avLst/>
            <a:gdLst>
              <a:gd name="T0" fmla="*/ 45 w 45"/>
              <a:gd name="T1" fmla="*/ 43 h 43"/>
              <a:gd name="T2" fmla="*/ 22 w 45"/>
              <a:gd name="T3" fmla="*/ 43 h 43"/>
              <a:gd name="T4" fmla="*/ 0 w 45"/>
              <a:gd name="T5" fmla="*/ 21 h 43"/>
              <a:gd name="T6" fmla="*/ 22 w 45"/>
              <a:gd name="T7" fmla="*/ 0 h 43"/>
              <a:gd name="T8" fmla="*/ 45 w 45"/>
              <a:gd name="T9" fmla="*/ 0 h 43"/>
              <a:gd name="T10" fmla="*/ 45 w 45"/>
              <a:gd name="T11" fmla="*/ 13 h 43"/>
              <a:gd name="T12" fmla="*/ 22 w 45"/>
              <a:gd name="T13" fmla="*/ 13 h 43"/>
              <a:gd name="T14" fmla="*/ 13 w 45"/>
              <a:gd name="T15" fmla="*/ 21 h 43"/>
              <a:gd name="T16" fmla="*/ 22 w 45"/>
              <a:gd name="T17" fmla="*/ 30 h 43"/>
              <a:gd name="T18" fmla="*/ 45 w 45"/>
              <a:gd name="T19" fmla="*/ 30 h 43"/>
              <a:gd name="T20" fmla="*/ 45 w 45"/>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43">
                <a:moveTo>
                  <a:pt x="45" y="43"/>
                </a:moveTo>
                <a:cubicBezTo>
                  <a:pt x="22" y="43"/>
                  <a:pt x="22" y="43"/>
                  <a:pt x="22" y="43"/>
                </a:cubicBezTo>
                <a:cubicBezTo>
                  <a:pt x="10" y="43"/>
                  <a:pt x="0" y="33"/>
                  <a:pt x="0" y="21"/>
                </a:cubicBezTo>
                <a:cubicBezTo>
                  <a:pt x="0" y="9"/>
                  <a:pt x="10" y="0"/>
                  <a:pt x="22" y="0"/>
                </a:cubicBezTo>
                <a:cubicBezTo>
                  <a:pt x="45" y="0"/>
                  <a:pt x="45" y="0"/>
                  <a:pt x="45" y="0"/>
                </a:cubicBezTo>
                <a:cubicBezTo>
                  <a:pt x="45" y="13"/>
                  <a:pt x="45" y="13"/>
                  <a:pt x="45" y="13"/>
                </a:cubicBezTo>
                <a:cubicBezTo>
                  <a:pt x="22" y="13"/>
                  <a:pt x="22" y="13"/>
                  <a:pt x="22" y="13"/>
                </a:cubicBezTo>
                <a:cubicBezTo>
                  <a:pt x="17" y="13"/>
                  <a:pt x="13" y="17"/>
                  <a:pt x="13" y="21"/>
                </a:cubicBezTo>
                <a:cubicBezTo>
                  <a:pt x="13" y="26"/>
                  <a:pt x="17" y="30"/>
                  <a:pt x="22" y="30"/>
                </a:cubicBezTo>
                <a:cubicBezTo>
                  <a:pt x="45" y="30"/>
                  <a:pt x="45" y="30"/>
                  <a:pt x="45" y="30"/>
                </a:cubicBezTo>
                <a:lnTo>
                  <a:pt x="45" y="43"/>
                </a:lnTo>
                <a:close/>
              </a:path>
            </a:pathLst>
          </a:custGeom>
          <a:solidFill>
            <a:schemeClr val="accent1"/>
          </a:solidFill>
          <a:ln>
            <a:noFill/>
          </a:ln>
          <a:effectLst>
            <a:outerShdw blurRad="50800" dist="38100" dir="10800000" algn="r"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100"/>
          </a:p>
        </p:txBody>
      </p:sp>
      <p:grpSp>
        <p:nvGrpSpPr>
          <p:cNvPr id="18" name="组合 17"/>
          <p:cNvGrpSpPr/>
          <p:nvPr/>
        </p:nvGrpSpPr>
        <p:grpSpPr>
          <a:xfrm>
            <a:off x="4890994" y="2063381"/>
            <a:ext cx="435556" cy="397436"/>
            <a:chOff x="7408863" y="1169988"/>
            <a:chExt cx="582613" cy="503237"/>
          </a:xfrm>
          <a:solidFill>
            <a:schemeClr val="accent1"/>
          </a:solidFill>
        </p:grpSpPr>
        <p:sp>
          <p:nvSpPr>
            <p:cNvPr id="19" name="Freeform 13"/>
            <p:cNvSpPr/>
            <p:nvPr/>
          </p:nvSpPr>
          <p:spPr bwMode="auto">
            <a:xfrm>
              <a:off x="7546975" y="1404938"/>
              <a:ext cx="304800" cy="115888"/>
            </a:xfrm>
            <a:custGeom>
              <a:avLst/>
              <a:gdLst>
                <a:gd name="T0" fmla="*/ 16 w 142"/>
                <a:gd name="T1" fmla="*/ 53 h 54"/>
                <a:gd name="T2" fmla="*/ 6 w 142"/>
                <a:gd name="T3" fmla="*/ 48 h 54"/>
                <a:gd name="T4" fmla="*/ 6 w 142"/>
                <a:gd name="T5" fmla="*/ 27 h 54"/>
                <a:gd name="T6" fmla="*/ 71 w 142"/>
                <a:gd name="T7" fmla="*/ 0 h 54"/>
                <a:gd name="T8" fmla="*/ 71 w 142"/>
                <a:gd name="T9" fmla="*/ 0 h 54"/>
                <a:gd name="T10" fmla="*/ 136 w 142"/>
                <a:gd name="T11" fmla="*/ 26 h 54"/>
                <a:gd name="T12" fmla="*/ 136 w 142"/>
                <a:gd name="T13" fmla="*/ 48 h 54"/>
                <a:gd name="T14" fmla="*/ 114 w 142"/>
                <a:gd name="T15" fmla="*/ 48 h 54"/>
                <a:gd name="T16" fmla="*/ 71 w 142"/>
                <a:gd name="T17" fmla="*/ 30 h 54"/>
                <a:gd name="T18" fmla="*/ 71 w 142"/>
                <a:gd name="T19" fmla="*/ 30 h 54"/>
                <a:gd name="T20" fmla="*/ 27 w 142"/>
                <a:gd name="T21" fmla="*/ 48 h 54"/>
                <a:gd name="T22" fmla="*/ 16 w 142"/>
                <a:gd name="T23" fmla="*/ 5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54">
                  <a:moveTo>
                    <a:pt x="16" y="53"/>
                  </a:moveTo>
                  <a:cubicBezTo>
                    <a:pt x="13" y="53"/>
                    <a:pt x="9" y="51"/>
                    <a:pt x="6" y="48"/>
                  </a:cubicBezTo>
                  <a:cubicBezTo>
                    <a:pt x="0" y="42"/>
                    <a:pt x="0" y="33"/>
                    <a:pt x="6" y="27"/>
                  </a:cubicBezTo>
                  <a:cubicBezTo>
                    <a:pt x="23" y="9"/>
                    <a:pt x="46" y="0"/>
                    <a:pt x="71" y="0"/>
                  </a:cubicBezTo>
                  <a:cubicBezTo>
                    <a:pt x="71" y="0"/>
                    <a:pt x="71" y="0"/>
                    <a:pt x="71" y="0"/>
                  </a:cubicBezTo>
                  <a:cubicBezTo>
                    <a:pt x="95" y="0"/>
                    <a:pt x="118" y="9"/>
                    <a:pt x="136" y="26"/>
                  </a:cubicBezTo>
                  <a:cubicBezTo>
                    <a:pt x="142" y="32"/>
                    <a:pt x="142" y="42"/>
                    <a:pt x="136" y="48"/>
                  </a:cubicBezTo>
                  <a:cubicBezTo>
                    <a:pt x="130" y="54"/>
                    <a:pt x="120" y="54"/>
                    <a:pt x="114" y="48"/>
                  </a:cubicBezTo>
                  <a:cubicBezTo>
                    <a:pt x="102" y="37"/>
                    <a:pt x="87" y="30"/>
                    <a:pt x="71" y="30"/>
                  </a:cubicBezTo>
                  <a:cubicBezTo>
                    <a:pt x="71" y="30"/>
                    <a:pt x="71" y="30"/>
                    <a:pt x="71" y="30"/>
                  </a:cubicBezTo>
                  <a:cubicBezTo>
                    <a:pt x="54" y="30"/>
                    <a:pt x="39" y="37"/>
                    <a:pt x="27" y="48"/>
                  </a:cubicBezTo>
                  <a:cubicBezTo>
                    <a:pt x="24" y="51"/>
                    <a:pt x="20" y="53"/>
                    <a:pt x="16"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a:p>
          </p:txBody>
        </p:sp>
        <p:sp>
          <p:nvSpPr>
            <p:cNvPr id="20" name="Freeform 14"/>
            <p:cNvSpPr/>
            <p:nvPr/>
          </p:nvSpPr>
          <p:spPr bwMode="auto">
            <a:xfrm>
              <a:off x="7477125" y="1306513"/>
              <a:ext cx="442913" cy="146050"/>
            </a:xfrm>
            <a:custGeom>
              <a:avLst/>
              <a:gdLst>
                <a:gd name="T0" fmla="*/ 17 w 207"/>
                <a:gd name="T1" fmla="*/ 66 h 68"/>
                <a:gd name="T2" fmla="*/ 6 w 207"/>
                <a:gd name="T3" fmla="*/ 62 h 68"/>
                <a:gd name="T4" fmla="*/ 6 w 207"/>
                <a:gd name="T5" fmla="*/ 40 h 68"/>
                <a:gd name="T6" fmla="*/ 104 w 207"/>
                <a:gd name="T7" fmla="*/ 0 h 68"/>
                <a:gd name="T8" fmla="*/ 104 w 207"/>
                <a:gd name="T9" fmla="*/ 0 h 68"/>
                <a:gd name="T10" fmla="*/ 201 w 207"/>
                <a:gd name="T11" fmla="*/ 40 h 68"/>
                <a:gd name="T12" fmla="*/ 201 w 207"/>
                <a:gd name="T13" fmla="*/ 62 h 68"/>
                <a:gd name="T14" fmla="*/ 180 w 207"/>
                <a:gd name="T15" fmla="*/ 62 h 68"/>
                <a:gd name="T16" fmla="*/ 104 w 207"/>
                <a:gd name="T17" fmla="*/ 30 h 68"/>
                <a:gd name="T18" fmla="*/ 104 w 207"/>
                <a:gd name="T19" fmla="*/ 30 h 68"/>
                <a:gd name="T20" fmla="*/ 28 w 207"/>
                <a:gd name="T21" fmla="*/ 62 h 68"/>
                <a:gd name="T22" fmla="*/ 17 w 207"/>
                <a:gd name="T23"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68">
                  <a:moveTo>
                    <a:pt x="17" y="66"/>
                  </a:moveTo>
                  <a:cubicBezTo>
                    <a:pt x="13" y="66"/>
                    <a:pt x="9" y="65"/>
                    <a:pt x="6" y="62"/>
                  </a:cubicBezTo>
                  <a:cubicBezTo>
                    <a:pt x="0" y="56"/>
                    <a:pt x="0" y="46"/>
                    <a:pt x="6" y="40"/>
                  </a:cubicBezTo>
                  <a:cubicBezTo>
                    <a:pt x="32" y="14"/>
                    <a:pt x="67" y="0"/>
                    <a:pt x="104" y="0"/>
                  </a:cubicBezTo>
                  <a:cubicBezTo>
                    <a:pt x="104" y="0"/>
                    <a:pt x="104" y="0"/>
                    <a:pt x="104" y="0"/>
                  </a:cubicBezTo>
                  <a:cubicBezTo>
                    <a:pt x="141" y="0"/>
                    <a:pt x="175" y="14"/>
                    <a:pt x="201" y="40"/>
                  </a:cubicBezTo>
                  <a:cubicBezTo>
                    <a:pt x="207" y="46"/>
                    <a:pt x="207" y="56"/>
                    <a:pt x="201" y="62"/>
                  </a:cubicBezTo>
                  <a:cubicBezTo>
                    <a:pt x="195" y="68"/>
                    <a:pt x="186" y="68"/>
                    <a:pt x="180" y="62"/>
                  </a:cubicBezTo>
                  <a:cubicBezTo>
                    <a:pt x="159" y="41"/>
                    <a:pt x="132" y="30"/>
                    <a:pt x="104" y="30"/>
                  </a:cubicBezTo>
                  <a:cubicBezTo>
                    <a:pt x="104" y="30"/>
                    <a:pt x="104" y="30"/>
                    <a:pt x="104" y="30"/>
                  </a:cubicBezTo>
                  <a:cubicBezTo>
                    <a:pt x="75" y="30"/>
                    <a:pt x="48" y="41"/>
                    <a:pt x="28" y="62"/>
                  </a:cubicBezTo>
                  <a:cubicBezTo>
                    <a:pt x="25" y="65"/>
                    <a:pt x="21" y="66"/>
                    <a:pt x="17"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a:p>
          </p:txBody>
        </p:sp>
        <p:sp>
          <p:nvSpPr>
            <p:cNvPr id="21" name="Freeform 15"/>
            <p:cNvSpPr/>
            <p:nvPr/>
          </p:nvSpPr>
          <p:spPr bwMode="auto">
            <a:xfrm>
              <a:off x="7408863" y="1169988"/>
              <a:ext cx="582613" cy="211138"/>
            </a:xfrm>
            <a:custGeom>
              <a:avLst/>
              <a:gdLst>
                <a:gd name="T0" fmla="*/ 16 w 272"/>
                <a:gd name="T1" fmla="*/ 98 h 99"/>
                <a:gd name="T2" fmla="*/ 6 w 272"/>
                <a:gd name="T3" fmla="*/ 93 h 99"/>
                <a:gd name="T4" fmla="*/ 6 w 272"/>
                <a:gd name="T5" fmla="*/ 72 h 99"/>
                <a:gd name="T6" fmla="*/ 266 w 272"/>
                <a:gd name="T7" fmla="*/ 71 h 99"/>
                <a:gd name="T8" fmla="*/ 266 w 272"/>
                <a:gd name="T9" fmla="*/ 93 h 99"/>
                <a:gd name="T10" fmla="*/ 244 w 272"/>
                <a:gd name="T11" fmla="*/ 93 h 99"/>
                <a:gd name="T12" fmla="*/ 27 w 272"/>
                <a:gd name="T13" fmla="*/ 93 h 99"/>
                <a:gd name="T14" fmla="*/ 16 w 272"/>
                <a:gd name="T15" fmla="*/ 98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99">
                  <a:moveTo>
                    <a:pt x="16" y="98"/>
                  </a:moveTo>
                  <a:cubicBezTo>
                    <a:pt x="12" y="98"/>
                    <a:pt x="9" y="96"/>
                    <a:pt x="6" y="93"/>
                  </a:cubicBezTo>
                  <a:cubicBezTo>
                    <a:pt x="0" y="87"/>
                    <a:pt x="0" y="78"/>
                    <a:pt x="6" y="72"/>
                  </a:cubicBezTo>
                  <a:cubicBezTo>
                    <a:pt x="77" y="0"/>
                    <a:pt x="194" y="0"/>
                    <a:pt x="266" y="71"/>
                  </a:cubicBezTo>
                  <a:cubicBezTo>
                    <a:pt x="272" y="77"/>
                    <a:pt x="272" y="87"/>
                    <a:pt x="266" y="93"/>
                  </a:cubicBezTo>
                  <a:cubicBezTo>
                    <a:pt x="260" y="99"/>
                    <a:pt x="250" y="99"/>
                    <a:pt x="244" y="93"/>
                  </a:cubicBezTo>
                  <a:cubicBezTo>
                    <a:pt x="184" y="33"/>
                    <a:pt x="87" y="33"/>
                    <a:pt x="27" y="93"/>
                  </a:cubicBezTo>
                  <a:cubicBezTo>
                    <a:pt x="24" y="96"/>
                    <a:pt x="20" y="98"/>
                    <a:pt x="16"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a:p>
          </p:txBody>
        </p:sp>
        <p:sp>
          <p:nvSpPr>
            <p:cNvPr id="22" name="Freeform 16"/>
            <p:cNvSpPr/>
            <p:nvPr/>
          </p:nvSpPr>
          <p:spPr bwMode="auto">
            <a:xfrm>
              <a:off x="7626350" y="1530350"/>
              <a:ext cx="144463" cy="142875"/>
            </a:xfrm>
            <a:custGeom>
              <a:avLst/>
              <a:gdLst>
                <a:gd name="T0" fmla="*/ 55 w 67"/>
                <a:gd name="T1" fmla="*/ 12 h 67"/>
                <a:gd name="T2" fmla="*/ 55 w 67"/>
                <a:gd name="T3" fmla="*/ 55 h 67"/>
                <a:gd name="T4" fmla="*/ 12 w 67"/>
                <a:gd name="T5" fmla="*/ 55 h 67"/>
                <a:gd name="T6" fmla="*/ 12 w 67"/>
                <a:gd name="T7" fmla="*/ 12 h 67"/>
                <a:gd name="T8" fmla="*/ 55 w 67"/>
                <a:gd name="T9" fmla="*/ 12 h 67"/>
              </a:gdLst>
              <a:ahLst/>
              <a:cxnLst>
                <a:cxn ang="0">
                  <a:pos x="T0" y="T1"/>
                </a:cxn>
                <a:cxn ang="0">
                  <a:pos x="T2" y="T3"/>
                </a:cxn>
                <a:cxn ang="0">
                  <a:pos x="T4" y="T5"/>
                </a:cxn>
                <a:cxn ang="0">
                  <a:pos x="T6" y="T7"/>
                </a:cxn>
                <a:cxn ang="0">
                  <a:pos x="T8" y="T9"/>
                </a:cxn>
              </a:cxnLst>
              <a:rect l="0" t="0" r="r" b="b"/>
              <a:pathLst>
                <a:path w="67" h="67">
                  <a:moveTo>
                    <a:pt x="55" y="12"/>
                  </a:moveTo>
                  <a:cubicBezTo>
                    <a:pt x="67" y="24"/>
                    <a:pt x="67" y="43"/>
                    <a:pt x="55" y="55"/>
                  </a:cubicBezTo>
                  <a:cubicBezTo>
                    <a:pt x="43" y="67"/>
                    <a:pt x="24" y="67"/>
                    <a:pt x="12" y="55"/>
                  </a:cubicBezTo>
                  <a:cubicBezTo>
                    <a:pt x="0" y="43"/>
                    <a:pt x="0" y="24"/>
                    <a:pt x="12" y="12"/>
                  </a:cubicBezTo>
                  <a:cubicBezTo>
                    <a:pt x="24" y="0"/>
                    <a:pt x="43" y="0"/>
                    <a:pt x="5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a:p>
          </p:txBody>
        </p:sp>
        <p:sp>
          <p:nvSpPr>
            <p:cNvPr id="23" name="Freeform 17"/>
            <p:cNvSpPr/>
            <p:nvPr/>
          </p:nvSpPr>
          <p:spPr bwMode="auto">
            <a:xfrm>
              <a:off x="7786688" y="1558925"/>
              <a:ext cx="57150" cy="84138"/>
            </a:xfrm>
            <a:custGeom>
              <a:avLst/>
              <a:gdLst>
                <a:gd name="T0" fmla="*/ 11 w 26"/>
                <a:gd name="T1" fmla="*/ 1 h 39"/>
                <a:gd name="T2" fmla="*/ 0 w 26"/>
                <a:gd name="T3" fmla="*/ 17 h 39"/>
                <a:gd name="T4" fmla="*/ 2 w 26"/>
                <a:gd name="T5" fmla="*/ 18 h 39"/>
                <a:gd name="T6" fmla="*/ 6 w 26"/>
                <a:gd name="T7" fmla="*/ 18 h 39"/>
                <a:gd name="T8" fmla="*/ 6 w 26"/>
                <a:gd name="T9" fmla="*/ 38 h 39"/>
                <a:gd name="T10" fmla="*/ 7 w 26"/>
                <a:gd name="T11" fmla="*/ 39 h 39"/>
                <a:gd name="T12" fmla="*/ 18 w 26"/>
                <a:gd name="T13" fmla="*/ 39 h 39"/>
                <a:gd name="T14" fmla="*/ 20 w 26"/>
                <a:gd name="T15" fmla="*/ 38 h 39"/>
                <a:gd name="T16" fmla="*/ 20 w 26"/>
                <a:gd name="T17" fmla="*/ 18 h 39"/>
                <a:gd name="T18" fmla="*/ 24 w 26"/>
                <a:gd name="T19" fmla="*/ 18 h 39"/>
                <a:gd name="T20" fmla="*/ 26 w 26"/>
                <a:gd name="T21" fmla="*/ 17 h 39"/>
                <a:gd name="T22" fmla="*/ 14 w 26"/>
                <a:gd name="T23" fmla="*/ 1 h 39"/>
                <a:gd name="T24" fmla="*/ 13 w 26"/>
                <a:gd name="T25" fmla="*/ 0 h 39"/>
                <a:gd name="T26" fmla="*/ 11 w 26"/>
                <a:gd name="T27"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39">
                  <a:moveTo>
                    <a:pt x="11" y="1"/>
                  </a:moveTo>
                  <a:cubicBezTo>
                    <a:pt x="11" y="1"/>
                    <a:pt x="0" y="16"/>
                    <a:pt x="0" y="17"/>
                  </a:cubicBezTo>
                  <a:cubicBezTo>
                    <a:pt x="0" y="18"/>
                    <a:pt x="1" y="18"/>
                    <a:pt x="2" y="18"/>
                  </a:cubicBezTo>
                  <a:cubicBezTo>
                    <a:pt x="2" y="18"/>
                    <a:pt x="3" y="18"/>
                    <a:pt x="6" y="18"/>
                  </a:cubicBezTo>
                  <a:cubicBezTo>
                    <a:pt x="6" y="38"/>
                    <a:pt x="6" y="38"/>
                    <a:pt x="6" y="38"/>
                  </a:cubicBezTo>
                  <a:cubicBezTo>
                    <a:pt x="6" y="39"/>
                    <a:pt x="6" y="39"/>
                    <a:pt x="7" y="39"/>
                  </a:cubicBezTo>
                  <a:cubicBezTo>
                    <a:pt x="18" y="39"/>
                    <a:pt x="18" y="39"/>
                    <a:pt x="18" y="39"/>
                  </a:cubicBezTo>
                  <a:cubicBezTo>
                    <a:pt x="19" y="39"/>
                    <a:pt x="20" y="39"/>
                    <a:pt x="20" y="38"/>
                  </a:cubicBezTo>
                  <a:cubicBezTo>
                    <a:pt x="20" y="18"/>
                    <a:pt x="20" y="18"/>
                    <a:pt x="20" y="18"/>
                  </a:cubicBezTo>
                  <a:cubicBezTo>
                    <a:pt x="22" y="18"/>
                    <a:pt x="24" y="18"/>
                    <a:pt x="24" y="18"/>
                  </a:cubicBezTo>
                  <a:cubicBezTo>
                    <a:pt x="25" y="18"/>
                    <a:pt x="26" y="18"/>
                    <a:pt x="26" y="17"/>
                  </a:cubicBezTo>
                  <a:cubicBezTo>
                    <a:pt x="26" y="16"/>
                    <a:pt x="15" y="1"/>
                    <a:pt x="14" y="1"/>
                  </a:cubicBezTo>
                  <a:cubicBezTo>
                    <a:pt x="14" y="0"/>
                    <a:pt x="14" y="0"/>
                    <a:pt x="13" y="0"/>
                  </a:cubicBezTo>
                  <a:cubicBezTo>
                    <a:pt x="12" y="0"/>
                    <a:pt x="12" y="0"/>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a:p>
          </p:txBody>
        </p:sp>
        <p:sp>
          <p:nvSpPr>
            <p:cNvPr id="24" name="Freeform 18"/>
            <p:cNvSpPr/>
            <p:nvPr/>
          </p:nvSpPr>
          <p:spPr bwMode="auto">
            <a:xfrm>
              <a:off x="7556500" y="1558925"/>
              <a:ext cx="52388" cy="84138"/>
            </a:xfrm>
            <a:custGeom>
              <a:avLst/>
              <a:gdLst>
                <a:gd name="T0" fmla="*/ 14 w 25"/>
                <a:gd name="T1" fmla="*/ 38 h 39"/>
                <a:gd name="T2" fmla="*/ 25 w 25"/>
                <a:gd name="T3" fmla="*/ 22 h 39"/>
                <a:gd name="T4" fmla="*/ 24 w 25"/>
                <a:gd name="T5" fmla="*/ 21 h 39"/>
                <a:gd name="T6" fmla="*/ 20 w 25"/>
                <a:gd name="T7" fmla="*/ 21 h 39"/>
                <a:gd name="T8" fmla="*/ 20 w 25"/>
                <a:gd name="T9" fmla="*/ 1 h 39"/>
                <a:gd name="T10" fmla="*/ 18 w 25"/>
                <a:gd name="T11" fmla="*/ 0 h 39"/>
                <a:gd name="T12" fmla="*/ 7 w 25"/>
                <a:gd name="T13" fmla="*/ 0 h 39"/>
                <a:gd name="T14" fmla="*/ 5 w 25"/>
                <a:gd name="T15" fmla="*/ 1 h 39"/>
                <a:gd name="T16" fmla="*/ 5 w 25"/>
                <a:gd name="T17" fmla="*/ 21 h 39"/>
                <a:gd name="T18" fmla="*/ 1 w 25"/>
                <a:gd name="T19" fmla="*/ 21 h 39"/>
                <a:gd name="T20" fmla="*/ 0 w 25"/>
                <a:gd name="T21" fmla="*/ 22 h 39"/>
                <a:gd name="T22" fmla="*/ 11 w 25"/>
                <a:gd name="T23" fmla="*/ 38 h 39"/>
                <a:gd name="T24" fmla="*/ 12 w 25"/>
                <a:gd name="T25" fmla="*/ 39 h 39"/>
                <a:gd name="T26" fmla="*/ 14 w 25"/>
                <a:gd name="T2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9">
                  <a:moveTo>
                    <a:pt x="14" y="38"/>
                  </a:moveTo>
                  <a:cubicBezTo>
                    <a:pt x="14" y="38"/>
                    <a:pt x="25" y="23"/>
                    <a:pt x="25" y="22"/>
                  </a:cubicBezTo>
                  <a:cubicBezTo>
                    <a:pt x="25" y="21"/>
                    <a:pt x="25" y="21"/>
                    <a:pt x="24" y="21"/>
                  </a:cubicBezTo>
                  <a:cubicBezTo>
                    <a:pt x="24" y="21"/>
                    <a:pt x="22" y="21"/>
                    <a:pt x="20" y="21"/>
                  </a:cubicBezTo>
                  <a:cubicBezTo>
                    <a:pt x="20" y="1"/>
                    <a:pt x="20" y="1"/>
                    <a:pt x="20" y="1"/>
                  </a:cubicBezTo>
                  <a:cubicBezTo>
                    <a:pt x="20" y="0"/>
                    <a:pt x="19" y="0"/>
                    <a:pt x="18" y="0"/>
                  </a:cubicBezTo>
                  <a:cubicBezTo>
                    <a:pt x="7" y="0"/>
                    <a:pt x="7" y="0"/>
                    <a:pt x="7" y="0"/>
                  </a:cubicBezTo>
                  <a:cubicBezTo>
                    <a:pt x="6" y="0"/>
                    <a:pt x="5" y="0"/>
                    <a:pt x="5" y="1"/>
                  </a:cubicBezTo>
                  <a:cubicBezTo>
                    <a:pt x="5" y="21"/>
                    <a:pt x="5" y="21"/>
                    <a:pt x="5" y="21"/>
                  </a:cubicBezTo>
                  <a:cubicBezTo>
                    <a:pt x="3" y="21"/>
                    <a:pt x="1" y="21"/>
                    <a:pt x="1" y="21"/>
                  </a:cubicBezTo>
                  <a:cubicBezTo>
                    <a:pt x="0" y="21"/>
                    <a:pt x="0" y="21"/>
                    <a:pt x="0" y="22"/>
                  </a:cubicBezTo>
                  <a:cubicBezTo>
                    <a:pt x="0" y="23"/>
                    <a:pt x="11" y="38"/>
                    <a:pt x="11" y="38"/>
                  </a:cubicBezTo>
                  <a:cubicBezTo>
                    <a:pt x="11" y="39"/>
                    <a:pt x="12" y="39"/>
                    <a:pt x="12" y="39"/>
                  </a:cubicBezTo>
                  <a:cubicBezTo>
                    <a:pt x="13" y="39"/>
                    <a:pt x="14" y="39"/>
                    <a:pt x="14"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a:p>
          </p:txBody>
        </p:sp>
      </p:grpSp>
      <p:grpSp>
        <p:nvGrpSpPr>
          <p:cNvPr id="25" name="组合 24"/>
          <p:cNvGrpSpPr/>
          <p:nvPr/>
        </p:nvGrpSpPr>
        <p:grpSpPr>
          <a:xfrm>
            <a:off x="6698627" y="2592371"/>
            <a:ext cx="1497741" cy="1544612"/>
            <a:chOff x="5150954" y="1790867"/>
            <a:chExt cx="1179685" cy="1216603"/>
          </a:xfrm>
        </p:grpSpPr>
        <p:sp>
          <p:nvSpPr>
            <p:cNvPr id="26" name="Freeform 24"/>
            <p:cNvSpPr/>
            <p:nvPr/>
          </p:nvSpPr>
          <p:spPr bwMode="auto">
            <a:xfrm>
              <a:off x="5150954" y="1790867"/>
              <a:ext cx="1179685" cy="1216603"/>
            </a:xfrm>
            <a:custGeom>
              <a:avLst/>
              <a:gdLst>
                <a:gd name="T0" fmla="*/ 0 w 45"/>
                <a:gd name="T1" fmla="*/ 44 h 44"/>
                <a:gd name="T2" fmla="*/ 22 w 45"/>
                <a:gd name="T3" fmla="*/ 44 h 44"/>
                <a:gd name="T4" fmla="*/ 45 w 45"/>
                <a:gd name="T5" fmla="*/ 22 h 44"/>
                <a:gd name="T6" fmla="*/ 22 w 45"/>
                <a:gd name="T7" fmla="*/ 0 h 44"/>
                <a:gd name="T8" fmla="*/ 0 w 45"/>
                <a:gd name="T9" fmla="*/ 0 h 44"/>
                <a:gd name="T10" fmla="*/ 0 w 45"/>
                <a:gd name="T11" fmla="*/ 13 h 44"/>
                <a:gd name="T12" fmla="*/ 22 w 45"/>
                <a:gd name="T13" fmla="*/ 13 h 44"/>
                <a:gd name="T14" fmla="*/ 32 w 45"/>
                <a:gd name="T15" fmla="*/ 22 h 44"/>
                <a:gd name="T16" fmla="*/ 22 w 45"/>
                <a:gd name="T17" fmla="*/ 30 h 44"/>
                <a:gd name="T18" fmla="*/ 0 w 45"/>
                <a:gd name="T19" fmla="*/ 30 h 44"/>
                <a:gd name="T20" fmla="*/ 0 w 45"/>
                <a:gd name="T21"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44">
                  <a:moveTo>
                    <a:pt x="0" y="44"/>
                  </a:moveTo>
                  <a:cubicBezTo>
                    <a:pt x="22" y="44"/>
                    <a:pt x="22" y="44"/>
                    <a:pt x="22" y="44"/>
                  </a:cubicBezTo>
                  <a:cubicBezTo>
                    <a:pt x="35" y="44"/>
                    <a:pt x="45" y="34"/>
                    <a:pt x="45" y="22"/>
                  </a:cubicBezTo>
                  <a:cubicBezTo>
                    <a:pt x="45" y="10"/>
                    <a:pt x="35" y="0"/>
                    <a:pt x="22" y="0"/>
                  </a:cubicBezTo>
                  <a:cubicBezTo>
                    <a:pt x="0" y="0"/>
                    <a:pt x="0" y="0"/>
                    <a:pt x="0" y="0"/>
                  </a:cubicBezTo>
                  <a:cubicBezTo>
                    <a:pt x="0" y="13"/>
                    <a:pt x="0" y="13"/>
                    <a:pt x="0" y="13"/>
                  </a:cubicBezTo>
                  <a:cubicBezTo>
                    <a:pt x="22" y="13"/>
                    <a:pt x="22" y="13"/>
                    <a:pt x="22" y="13"/>
                  </a:cubicBezTo>
                  <a:cubicBezTo>
                    <a:pt x="28" y="13"/>
                    <a:pt x="32" y="17"/>
                    <a:pt x="32" y="22"/>
                  </a:cubicBezTo>
                  <a:cubicBezTo>
                    <a:pt x="32" y="26"/>
                    <a:pt x="28" y="30"/>
                    <a:pt x="22" y="30"/>
                  </a:cubicBezTo>
                  <a:cubicBezTo>
                    <a:pt x="0" y="30"/>
                    <a:pt x="0" y="30"/>
                    <a:pt x="0" y="30"/>
                  </a:cubicBezTo>
                  <a:lnTo>
                    <a:pt x="0" y="44"/>
                  </a:lnTo>
                  <a:close/>
                </a:path>
              </a:pathLst>
            </a:custGeom>
            <a:solidFill>
              <a:schemeClr val="accent2"/>
            </a:solidFill>
            <a:ln>
              <a:noFill/>
            </a:ln>
            <a:effectLst>
              <a:outerShdw blurRad="50800" dist="38100" algn="l" rotWithShape="0">
                <a:prstClr val="black">
                  <a:alpha val="40000"/>
                </a:prstClr>
              </a:outerShdw>
            </a:effectLst>
          </p:spPr>
          <p:txBody>
            <a:bodyPr vert="horz" wrap="square" lIns="68580" tIns="34290" rIns="68580" bIns="34290" numCol="1" anchor="t" anchorCtr="0" compatLnSpc="1"/>
            <a:lstStyle/>
            <a:p>
              <a:endParaRPr lang="zh-CN" altLang="en-US" sz="1100"/>
            </a:p>
          </p:txBody>
        </p:sp>
        <p:grpSp>
          <p:nvGrpSpPr>
            <p:cNvPr id="27" name="组合 26"/>
            <p:cNvGrpSpPr/>
            <p:nvPr/>
          </p:nvGrpSpPr>
          <p:grpSpPr>
            <a:xfrm>
              <a:off x="5382823" y="2250309"/>
              <a:ext cx="364563" cy="255763"/>
              <a:chOff x="4254500" y="1266825"/>
              <a:chExt cx="619126" cy="411163"/>
            </a:xfrm>
          </p:grpSpPr>
          <p:sp>
            <p:nvSpPr>
              <p:cNvPr id="28" name="Freeform 11"/>
              <p:cNvSpPr>
                <a:spLocks noEditPoints="1"/>
              </p:cNvSpPr>
              <p:nvPr/>
            </p:nvSpPr>
            <p:spPr bwMode="auto">
              <a:xfrm>
                <a:off x="4254500" y="1276350"/>
                <a:ext cx="411163" cy="390525"/>
              </a:xfrm>
              <a:custGeom>
                <a:avLst/>
                <a:gdLst>
                  <a:gd name="T0" fmla="*/ 182 w 192"/>
                  <a:gd name="T1" fmla="*/ 0 h 182"/>
                  <a:gd name="T2" fmla="*/ 10 w 192"/>
                  <a:gd name="T3" fmla="*/ 0 h 182"/>
                  <a:gd name="T4" fmla="*/ 0 w 192"/>
                  <a:gd name="T5" fmla="*/ 10 h 182"/>
                  <a:gd name="T6" fmla="*/ 0 w 192"/>
                  <a:gd name="T7" fmla="*/ 128 h 182"/>
                  <a:gd name="T8" fmla="*/ 10 w 192"/>
                  <a:gd name="T9" fmla="*/ 138 h 182"/>
                  <a:gd name="T10" fmla="*/ 80 w 192"/>
                  <a:gd name="T11" fmla="*/ 138 h 182"/>
                  <a:gd name="T12" fmla="*/ 80 w 192"/>
                  <a:gd name="T13" fmla="*/ 170 h 182"/>
                  <a:gd name="T14" fmla="*/ 38 w 192"/>
                  <a:gd name="T15" fmla="*/ 170 h 182"/>
                  <a:gd name="T16" fmla="*/ 34 w 192"/>
                  <a:gd name="T17" fmla="*/ 176 h 182"/>
                  <a:gd name="T18" fmla="*/ 38 w 192"/>
                  <a:gd name="T19" fmla="*/ 182 h 182"/>
                  <a:gd name="T20" fmla="*/ 162 w 192"/>
                  <a:gd name="T21" fmla="*/ 182 h 182"/>
                  <a:gd name="T22" fmla="*/ 167 w 192"/>
                  <a:gd name="T23" fmla="*/ 176 h 182"/>
                  <a:gd name="T24" fmla="*/ 162 w 192"/>
                  <a:gd name="T25" fmla="*/ 170 h 182"/>
                  <a:gd name="T26" fmla="*/ 119 w 192"/>
                  <a:gd name="T27" fmla="*/ 170 h 182"/>
                  <a:gd name="T28" fmla="*/ 119 w 192"/>
                  <a:gd name="T29" fmla="*/ 138 h 182"/>
                  <a:gd name="T30" fmla="*/ 182 w 192"/>
                  <a:gd name="T31" fmla="*/ 138 h 182"/>
                  <a:gd name="T32" fmla="*/ 192 w 192"/>
                  <a:gd name="T33" fmla="*/ 128 h 182"/>
                  <a:gd name="T34" fmla="*/ 192 w 192"/>
                  <a:gd name="T35" fmla="*/ 10 h 182"/>
                  <a:gd name="T36" fmla="*/ 182 w 192"/>
                  <a:gd name="T37" fmla="*/ 0 h 182"/>
                  <a:gd name="T38" fmla="*/ 183 w 192"/>
                  <a:gd name="T39" fmla="*/ 130 h 182"/>
                  <a:gd name="T40" fmla="*/ 10 w 192"/>
                  <a:gd name="T41" fmla="*/ 130 h 182"/>
                  <a:gd name="T42" fmla="*/ 10 w 192"/>
                  <a:gd name="T43" fmla="*/ 6 h 182"/>
                  <a:gd name="T44" fmla="*/ 183 w 192"/>
                  <a:gd name="T45" fmla="*/ 6 h 182"/>
                  <a:gd name="T46" fmla="*/ 183 w 192"/>
                  <a:gd name="T47" fmla="*/ 13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2" h="182">
                    <a:moveTo>
                      <a:pt x="182" y="0"/>
                    </a:moveTo>
                    <a:cubicBezTo>
                      <a:pt x="10" y="0"/>
                      <a:pt x="10" y="0"/>
                      <a:pt x="10" y="0"/>
                    </a:cubicBezTo>
                    <a:cubicBezTo>
                      <a:pt x="4" y="0"/>
                      <a:pt x="0" y="4"/>
                      <a:pt x="0" y="10"/>
                    </a:cubicBezTo>
                    <a:cubicBezTo>
                      <a:pt x="0" y="128"/>
                      <a:pt x="0" y="128"/>
                      <a:pt x="0" y="128"/>
                    </a:cubicBezTo>
                    <a:cubicBezTo>
                      <a:pt x="0" y="133"/>
                      <a:pt x="4" y="138"/>
                      <a:pt x="10" y="138"/>
                    </a:cubicBezTo>
                    <a:cubicBezTo>
                      <a:pt x="80" y="138"/>
                      <a:pt x="80" y="138"/>
                      <a:pt x="80" y="138"/>
                    </a:cubicBezTo>
                    <a:cubicBezTo>
                      <a:pt x="80" y="170"/>
                      <a:pt x="80" y="170"/>
                      <a:pt x="80" y="170"/>
                    </a:cubicBezTo>
                    <a:cubicBezTo>
                      <a:pt x="38" y="170"/>
                      <a:pt x="38" y="170"/>
                      <a:pt x="38" y="170"/>
                    </a:cubicBezTo>
                    <a:cubicBezTo>
                      <a:pt x="36" y="170"/>
                      <a:pt x="34" y="173"/>
                      <a:pt x="34" y="176"/>
                    </a:cubicBezTo>
                    <a:cubicBezTo>
                      <a:pt x="34" y="179"/>
                      <a:pt x="36" y="182"/>
                      <a:pt x="38" y="182"/>
                    </a:cubicBezTo>
                    <a:cubicBezTo>
                      <a:pt x="162" y="182"/>
                      <a:pt x="162" y="182"/>
                      <a:pt x="162" y="182"/>
                    </a:cubicBezTo>
                    <a:cubicBezTo>
                      <a:pt x="165" y="182"/>
                      <a:pt x="167" y="179"/>
                      <a:pt x="167" y="176"/>
                    </a:cubicBezTo>
                    <a:cubicBezTo>
                      <a:pt x="167" y="173"/>
                      <a:pt x="165" y="170"/>
                      <a:pt x="162" y="170"/>
                    </a:cubicBezTo>
                    <a:cubicBezTo>
                      <a:pt x="119" y="170"/>
                      <a:pt x="119" y="170"/>
                      <a:pt x="119" y="170"/>
                    </a:cubicBezTo>
                    <a:cubicBezTo>
                      <a:pt x="119" y="138"/>
                      <a:pt x="119" y="138"/>
                      <a:pt x="119" y="138"/>
                    </a:cubicBezTo>
                    <a:cubicBezTo>
                      <a:pt x="182" y="138"/>
                      <a:pt x="182" y="138"/>
                      <a:pt x="182" y="138"/>
                    </a:cubicBezTo>
                    <a:cubicBezTo>
                      <a:pt x="187" y="138"/>
                      <a:pt x="192" y="133"/>
                      <a:pt x="192" y="128"/>
                    </a:cubicBezTo>
                    <a:cubicBezTo>
                      <a:pt x="192" y="10"/>
                      <a:pt x="192" y="10"/>
                      <a:pt x="192" y="10"/>
                    </a:cubicBezTo>
                    <a:cubicBezTo>
                      <a:pt x="192" y="4"/>
                      <a:pt x="187" y="0"/>
                      <a:pt x="182" y="0"/>
                    </a:cubicBezTo>
                    <a:close/>
                    <a:moveTo>
                      <a:pt x="183" y="130"/>
                    </a:moveTo>
                    <a:cubicBezTo>
                      <a:pt x="10" y="130"/>
                      <a:pt x="10" y="130"/>
                      <a:pt x="10" y="130"/>
                    </a:cubicBezTo>
                    <a:cubicBezTo>
                      <a:pt x="10" y="6"/>
                      <a:pt x="10" y="6"/>
                      <a:pt x="10" y="6"/>
                    </a:cubicBezTo>
                    <a:cubicBezTo>
                      <a:pt x="183" y="6"/>
                      <a:pt x="183" y="6"/>
                      <a:pt x="183" y="6"/>
                    </a:cubicBezTo>
                    <a:lnTo>
                      <a:pt x="183" y="13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a:p>
            </p:txBody>
          </p:sp>
          <p:sp>
            <p:nvSpPr>
              <p:cNvPr id="29" name="Freeform 12"/>
              <p:cNvSpPr>
                <a:spLocks noEditPoints="1"/>
              </p:cNvSpPr>
              <p:nvPr/>
            </p:nvSpPr>
            <p:spPr bwMode="auto">
              <a:xfrm>
                <a:off x="4681538" y="1266825"/>
                <a:ext cx="192088" cy="411163"/>
              </a:xfrm>
              <a:custGeom>
                <a:avLst/>
                <a:gdLst>
                  <a:gd name="T0" fmla="*/ 74 w 90"/>
                  <a:gd name="T1" fmla="*/ 0 h 192"/>
                  <a:gd name="T2" fmla="*/ 16 w 90"/>
                  <a:gd name="T3" fmla="*/ 0 h 192"/>
                  <a:gd name="T4" fmla="*/ 0 w 90"/>
                  <a:gd name="T5" fmla="*/ 9 h 192"/>
                  <a:gd name="T6" fmla="*/ 0 w 90"/>
                  <a:gd name="T7" fmla="*/ 182 h 192"/>
                  <a:gd name="T8" fmla="*/ 16 w 90"/>
                  <a:gd name="T9" fmla="*/ 192 h 192"/>
                  <a:gd name="T10" fmla="*/ 74 w 90"/>
                  <a:gd name="T11" fmla="*/ 192 h 192"/>
                  <a:gd name="T12" fmla="*/ 90 w 90"/>
                  <a:gd name="T13" fmla="*/ 182 h 192"/>
                  <a:gd name="T14" fmla="*/ 90 w 90"/>
                  <a:gd name="T15" fmla="*/ 9 h 192"/>
                  <a:gd name="T16" fmla="*/ 74 w 90"/>
                  <a:gd name="T17" fmla="*/ 0 h 192"/>
                  <a:gd name="T18" fmla="*/ 45 w 90"/>
                  <a:gd name="T19" fmla="*/ 160 h 192"/>
                  <a:gd name="T20" fmla="*/ 32 w 90"/>
                  <a:gd name="T21" fmla="*/ 148 h 192"/>
                  <a:gd name="T22" fmla="*/ 45 w 90"/>
                  <a:gd name="T23" fmla="*/ 135 h 192"/>
                  <a:gd name="T24" fmla="*/ 57 w 90"/>
                  <a:gd name="T25" fmla="*/ 148 h 192"/>
                  <a:gd name="T26" fmla="*/ 45 w 90"/>
                  <a:gd name="T27" fmla="*/ 16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192">
                    <a:moveTo>
                      <a:pt x="74" y="0"/>
                    </a:moveTo>
                    <a:cubicBezTo>
                      <a:pt x="16" y="0"/>
                      <a:pt x="16" y="0"/>
                      <a:pt x="16" y="0"/>
                    </a:cubicBezTo>
                    <a:cubicBezTo>
                      <a:pt x="7" y="0"/>
                      <a:pt x="0" y="4"/>
                      <a:pt x="0" y="9"/>
                    </a:cubicBezTo>
                    <a:cubicBezTo>
                      <a:pt x="0" y="182"/>
                      <a:pt x="0" y="182"/>
                      <a:pt x="0" y="182"/>
                    </a:cubicBezTo>
                    <a:cubicBezTo>
                      <a:pt x="0" y="188"/>
                      <a:pt x="7" y="192"/>
                      <a:pt x="16" y="192"/>
                    </a:cubicBezTo>
                    <a:cubicBezTo>
                      <a:pt x="74" y="192"/>
                      <a:pt x="74" y="192"/>
                      <a:pt x="74" y="192"/>
                    </a:cubicBezTo>
                    <a:cubicBezTo>
                      <a:pt x="83" y="192"/>
                      <a:pt x="90" y="188"/>
                      <a:pt x="90" y="182"/>
                    </a:cubicBezTo>
                    <a:cubicBezTo>
                      <a:pt x="90" y="9"/>
                      <a:pt x="90" y="9"/>
                      <a:pt x="90" y="9"/>
                    </a:cubicBezTo>
                    <a:cubicBezTo>
                      <a:pt x="90" y="4"/>
                      <a:pt x="83" y="0"/>
                      <a:pt x="74" y="0"/>
                    </a:cubicBezTo>
                    <a:close/>
                    <a:moveTo>
                      <a:pt x="45" y="160"/>
                    </a:moveTo>
                    <a:cubicBezTo>
                      <a:pt x="38" y="160"/>
                      <a:pt x="32" y="155"/>
                      <a:pt x="32" y="148"/>
                    </a:cubicBezTo>
                    <a:cubicBezTo>
                      <a:pt x="32" y="141"/>
                      <a:pt x="38" y="135"/>
                      <a:pt x="45" y="135"/>
                    </a:cubicBezTo>
                    <a:cubicBezTo>
                      <a:pt x="52" y="135"/>
                      <a:pt x="57" y="141"/>
                      <a:pt x="57" y="148"/>
                    </a:cubicBezTo>
                    <a:cubicBezTo>
                      <a:pt x="57" y="155"/>
                      <a:pt x="52" y="160"/>
                      <a:pt x="45" y="160"/>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100" dirty="0"/>
              </a:p>
            </p:txBody>
          </p:sp>
        </p:grpSp>
      </p:grpSp>
      <p:grpSp>
        <p:nvGrpSpPr>
          <p:cNvPr id="30" name="组合 29"/>
          <p:cNvGrpSpPr/>
          <p:nvPr/>
        </p:nvGrpSpPr>
        <p:grpSpPr>
          <a:xfrm>
            <a:off x="4135139" y="3645515"/>
            <a:ext cx="1497740" cy="1544612"/>
            <a:chOff x="3131841" y="2620369"/>
            <a:chExt cx="1179685" cy="1216603"/>
          </a:xfrm>
        </p:grpSpPr>
        <p:sp>
          <p:nvSpPr>
            <p:cNvPr id="31" name="Freeform 25"/>
            <p:cNvSpPr/>
            <p:nvPr/>
          </p:nvSpPr>
          <p:spPr bwMode="auto">
            <a:xfrm>
              <a:off x="3131841" y="2620369"/>
              <a:ext cx="1179685" cy="1216603"/>
            </a:xfrm>
            <a:custGeom>
              <a:avLst/>
              <a:gdLst>
                <a:gd name="T0" fmla="*/ 45 w 45"/>
                <a:gd name="T1" fmla="*/ 44 h 44"/>
                <a:gd name="T2" fmla="*/ 23 w 45"/>
                <a:gd name="T3" fmla="*/ 44 h 44"/>
                <a:gd name="T4" fmla="*/ 0 w 45"/>
                <a:gd name="T5" fmla="*/ 22 h 44"/>
                <a:gd name="T6" fmla="*/ 23 w 45"/>
                <a:gd name="T7" fmla="*/ 0 h 44"/>
                <a:gd name="T8" fmla="*/ 45 w 45"/>
                <a:gd name="T9" fmla="*/ 0 h 44"/>
                <a:gd name="T10" fmla="*/ 45 w 45"/>
                <a:gd name="T11" fmla="*/ 13 h 44"/>
                <a:gd name="T12" fmla="*/ 23 w 45"/>
                <a:gd name="T13" fmla="*/ 13 h 44"/>
                <a:gd name="T14" fmla="*/ 13 w 45"/>
                <a:gd name="T15" fmla="*/ 22 h 44"/>
                <a:gd name="T16" fmla="*/ 23 w 45"/>
                <a:gd name="T17" fmla="*/ 30 h 44"/>
                <a:gd name="T18" fmla="*/ 45 w 45"/>
                <a:gd name="T19" fmla="*/ 30 h 44"/>
                <a:gd name="T20" fmla="*/ 45 w 45"/>
                <a:gd name="T21"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44">
                  <a:moveTo>
                    <a:pt x="45" y="44"/>
                  </a:moveTo>
                  <a:cubicBezTo>
                    <a:pt x="23" y="44"/>
                    <a:pt x="23" y="44"/>
                    <a:pt x="23" y="44"/>
                  </a:cubicBezTo>
                  <a:cubicBezTo>
                    <a:pt x="10" y="44"/>
                    <a:pt x="0" y="34"/>
                    <a:pt x="0" y="22"/>
                  </a:cubicBezTo>
                  <a:cubicBezTo>
                    <a:pt x="0" y="10"/>
                    <a:pt x="10" y="0"/>
                    <a:pt x="23" y="0"/>
                  </a:cubicBezTo>
                  <a:cubicBezTo>
                    <a:pt x="45" y="0"/>
                    <a:pt x="45" y="0"/>
                    <a:pt x="45" y="0"/>
                  </a:cubicBezTo>
                  <a:cubicBezTo>
                    <a:pt x="45" y="13"/>
                    <a:pt x="45" y="13"/>
                    <a:pt x="45" y="13"/>
                  </a:cubicBezTo>
                  <a:cubicBezTo>
                    <a:pt x="23" y="13"/>
                    <a:pt x="23" y="13"/>
                    <a:pt x="23" y="13"/>
                  </a:cubicBezTo>
                  <a:cubicBezTo>
                    <a:pt x="17" y="13"/>
                    <a:pt x="13" y="17"/>
                    <a:pt x="13" y="22"/>
                  </a:cubicBezTo>
                  <a:cubicBezTo>
                    <a:pt x="13" y="27"/>
                    <a:pt x="17" y="30"/>
                    <a:pt x="23" y="30"/>
                  </a:cubicBezTo>
                  <a:cubicBezTo>
                    <a:pt x="45" y="30"/>
                    <a:pt x="45" y="30"/>
                    <a:pt x="45" y="30"/>
                  </a:cubicBezTo>
                  <a:lnTo>
                    <a:pt x="45" y="44"/>
                  </a:lnTo>
                  <a:close/>
                </a:path>
              </a:pathLst>
            </a:custGeom>
            <a:solidFill>
              <a:schemeClr val="accent3"/>
            </a:solidFill>
            <a:ln>
              <a:noFill/>
            </a:ln>
            <a:effectLst>
              <a:outerShdw blurRad="50800" dist="38100" dir="10800000" algn="r"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100"/>
            </a:p>
          </p:txBody>
        </p:sp>
        <p:sp>
          <p:nvSpPr>
            <p:cNvPr id="32" name="Freeform 19"/>
            <p:cNvSpPr/>
            <p:nvPr/>
          </p:nvSpPr>
          <p:spPr bwMode="auto">
            <a:xfrm>
              <a:off x="3684292" y="3032052"/>
              <a:ext cx="302867" cy="319951"/>
            </a:xfrm>
            <a:custGeom>
              <a:avLst/>
              <a:gdLst>
                <a:gd name="T0" fmla="*/ 194 w 240"/>
                <a:gd name="T1" fmla="*/ 157 h 240"/>
                <a:gd name="T2" fmla="*/ 163 w 240"/>
                <a:gd name="T3" fmla="*/ 167 h 240"/>
                <a:gd name="T4" fmla="*/ 92 w 240"/>
                <a:gd name="T5" fmla="*/ 127 h 240"/>
                <a:gd name="T6" fmla="*/ 92 w 240"/>
                <a:gd name="T7" fmla="*/ 120 h 240"/>
                <a:gd name="T8" fmla="*/ 165 w 240"/>
                <a:gd name="T9" fmla="*/ 78 h 240"/>
                <a:gd name="T10" fmla="*/ 189 w 240"/>
                <a:gd name="T11" fmla="*/ 84 h 240"/>
                <a:gd name="T12" fmla="*/ 235 w 240"/>
                <a:gd name="T13" fmla="*/ 42 h 240"/>
                <a:gd name="T14" fmla="*/ 189 w 240"/>
                <a:gd name="T15" fmla="*/ 0 h 240"/>
                <a:gd name="T16" fmla="*/ 143 w 240"/>
                <a:gd name="T17" fmla="*/ 42 h 240"/>
                <a:gd name="T18" fmla="*/ 145 w 240"/>
                <a:gd name="T19" fmla="*/ 55 h 240"/>
                <a:gd name="T20" fmla="*/ 75 w 240"/>
                <a:gd name="T21" fmla="*/ 95 h 240"/>
                <a:gd name="T22" fmla="*/ 46 w 240"/>
                <a:gd name="T23" fmla="*/ 85 h 240"/>
                <a:gd name="T24" fmla="*/ 0 w 240"/>
                <a:gd name="T25" fmla="*/ 127 h 240"/>
                <a:gd name="T26" fmla="*/ 46 w 240"/>
                <a:gd name="T27" fmla="*/ 169 h 240"/>
                <a:gd name="T28" fmla="*/ 81 w 240"/>
                <a:gd name="T29" fmla="*/ 155 h 240"/>
                <a:gd name="T30" fmla="*/ 148 w 240"/>
                <a:gd name="T31" fmla="*/ 193 h 240"/>
                <a:gd name="T32" fmla="*/ 148 w 240"/>
                <a:gd name="T33" fmla="*/ 198 h 240"/>
                <a:gd name="T34" fmla="*/ 194 w 240"/>
                <a:gd name="T35" fmla="*/ 240 h 240"/>
                <a:gd name="T36" fmla="*/ 240 w 240"/>
                <a:gd name="T37" fmla="*/ 198 h 240"/>
                <a:gd name="T38" fmla="*/ 194 w 240"/>
                <a:gd name="T39" fmla="*/ 157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40" h="240">
                  <a:moveTo>
                    <a:pt x="194" y="157"/>
                  </a:moveTo>
                  <a:cubicBezTo>
                    <a:pt x="182" y="157"/>
                    <a:pt x="171" y="161"/>
                    <a:pt x="163" y="167"/>
                  </a:cubicBezTo>
                  <a:cubicBezTo>
                    <a:pt x="92" y="127"/>
                    <a:pt x="92" y="127"/>
                    <a:pt x="92" y="127"/>
                  </a:cubicBezTo>
                  <a:cubicBezTo>
                    <a:pt x="92" y="124"/>
                    <a:pt x="92" y="122"/>
                    <a:pt x="92" y="120"/>
                  </a:cubicBezTo>
                  <a:cubicBezTo>
                    <a:pt x="165" y="78"/>
                    <a:pt x="165" y="78"/>
                    <a:pt x="165" y="78"/>
                  </a:cubicBezTo>
                  <a:cubicBezTo>
                    <a:pt x="172" y="82"/>
                    <a:pt x="180" y="84"/>
                    <a:pt x="189" y="84"/>
                  </a:cubicBezTo>
                  <a:cubicBezTo>
                    <a:pt x="215" y="84"/>
                    <a:pt x="235" y="65"/>
                    <a:pt x="235" y="42"/>
                  </a:cubicBezTo>
                  <a:cubicBezTo>
                    <a:pt x="235" y="19"/>
                    <a:pt x="215" y="0"/>
                    <a:pt x="189" y="0"/>
                  </a:cubicBezTo>
                  <a:cubicBezTo>
                    <a:pt x="164" y="0"/>
                    <a:pt x="143" y="19"/>
                    <a:pt x="143" y="42"/>
                  </a:cubicBezTo>
                  <a:cubicBezTo>
                    <a:pt x="143" y="47"/>
                    <a:pt x="144" y="51"/>
                    <a:pt x="145" y="55"/>
                  </a:cubicBezTo>
                  <a:cubicBezTo>
                    <a:pt x="75" y="95"/>
                    <a:pt x="75" y="95"/>
                    <a:pt x="75" y="95"/>
                  </a:cubicBezTo>
                  <a:cubicBezTo>
                    <a:pt x="67" y="89"/>
                    <a:pt x="57" y="85"/>
                    <a:pt x="46" y="85"/>
                  </a:cubicBezTo>
                  <a:cubicBezTo>
                    <a:pt x="21" y="85"/>
                    <a:pt x="0" y="104"/>
                    <a:pt x="0" y="127"/>
                  </a:cubicBezTo>
                  <a:cubicBezTo>
                    <a:pt x="0" y="150"/>
                    <a:pt x="21" y="169"/>
                    <a:pt x="46" y="169"/>
                  </a:cubicBezTo>
                  <a:cubicBezTo>
                    <a:pt x="60" y="169"/>
                    <a:pt x="73" y="164"/>
                    <a:pt x="81" y="155"/>
                  </a:cubicBezTo>
                  <a:cubicBezTo>
                    <a:pt x="148" y="193"/>
                    <a:pt x="148" y="193"/>
                    <a:pt x="148" y="193"/>
                  </a:cubicBezTo>
                  <a:cubicBezTo>
                    <a:pt x="148" y="195"/>
                    <a:pt x="148" y="197"/>
                    <a:pt x="148" y="198"/>
                  </a:cubicBezTo>
                  <a:cubicBezTo>
                    <a:pt x="148" y="221"/>
                    <a:pt x="168" y="240"/>
                    <a:pt x="194" y="240"/>
                  </a:cubicBezTo>
                  <a:cubicBezTo>
                    <a:pt x="219" y="240"/>
                    <a:pt x="240" y="221"/>
                    <a:pt x="240" y="198"/>
                  </a:cubicBezTo>
                  <a:cubicBezTo>
                    <a:pt x="240" y="175"/>
                    <a:pt x="219" y="157"/>
                    <a:pt x="194" y="157"/>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100" dirty="0"/>
            </a:p>
          </p:txBody>
        </p:sp>
      </p:grpSp>
      <p:grpSp>
        <p:nvGrpSpPr>
          <p:cNvPr id="33" name="组合 32"/>
          <p:cNvGrpSpPr/>
          <p:nvPr/>
        </p:nvGrpSpPr>
        <p:grpSpPr>
          <a:xfrm>
            <a:off x="6698627" y="4733763"/>
            <a:ext cx="1530972" cy="1509507"/>
            <a:chOff x="5150954" y="3477520"/>
            <a:chExt cx="1205859" cy="1188953"/>
          </a:xfrm>
        </p:grpSpPr>
        <p:sp>
          <p:nvSpPr>
            <p:cNvPr id="34" name="Freeform 26"/>
            <p:cNvSpPr/>
            <p:nvPr/>
          </p:nvSpPr>
          <p:spPr bwMode="auto">
            <a:xfrm>
              <a:off x="5150954" y="3477520"/>
              <a:ext cx="1205859" cy="1188953"/>
            </a:xfrm>
            <a:custGeom>
              <a:avLst/>
              <a:gdLst>
                <a:gd name="T0" fmla="*/ 0 w 46"/>
                <a:gd name="T1" fmla="*/ 43 h 43"/>
                <a:gd name="T2" fmla="*/ 23 w 46"/>
                <a:gd name="T3" fmla="*/ 43 h 43"/>
                <a:gd name="T4" fmla="*/ 46 w 46"/>
                <a:gd name="T5" fmla="*/ 21 h 43"/>
                <a:gd name="T6" fmla="*/ 23 w 46"/>
                <a:gd name="T7" fmla="*/ 0 h 43"/>
                <a:gd name="T8" fmla="*/ 0 w 46"/>
                <a:gd name="T9" fmla="*/ 0 h 43"/>
                <a:gd name="T10" fmla="*/ 0 w 46"/>
                <a:gd name="T11" fmla="*/ 13 h 43"/>
                <a:gd name="T12" fmla="*/ 23 w 46"/>
                <a:gd name="T13" fmla="*/ 13 h 43"/>
                <a:gd name="T14" fmla="*/ 32 w 46"/>
                <a:gd name="T15" fmla="*/ 21 h 43"/>
                <a:gd name="T16" fmla="*/ 23 w 46"/>
                <a:gd name="T17" fmla="*/ 30 h 43"/>
                <a:gd name="T18" fmla="*/ 0 w 46"/>
                <a:gd name="T19" fmla="*/ 30 h 43"/>
                <a:gd name="T20" fmla="*/ 0 w 46"/>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43">
                  <a:moveTo>
                    <a:pt x="0" y="43"/>
                  </a:moveTo>
                  <a:cubicBezTo>
                    <a:pt x="23" y="43"/>
                    <a:pt x="23" y="43"/>
                    <a:pt x="23" y="43"/>
                  </a:cubicBezTo>
                  <a:cubicBezTo>
                    <a:pt x="35" y="43"/>
                    <a:pt x="46" y="33"/>
                    <a:pt x="46" y="21"/>
                  </a:cubicBezTo>
                  <a:cubicBezTo>
                    <a:pt x="46" y="9"/>
                    <a:pt x="35" y="0"/>
                    <a:pt x="23" y="0"/>
                  </a:cubicBezTo>
                  <a:cubicBezTo>
                    <a:pt x="0" y="0"/>
                    <a:pt x="0" y="0"/>
                    <a:pt x="0" y="0"/>
                  </a:cubicBezTo>
                  <a:cubicBezTo>
                    <a:pt x="0" y="13"/>
                    <a:pt x="0" y="13"/>
                    <a:pt x="0" y="13"/>
                  </a:cubicBezTo>
                  <a:cubicBezTo>
                    <a:pt x="23" y="13"/>
                    <a:pt x="23" y="13"/>
                    <a:pt x="23" y="13"/>
                  </a:cubicBezTo>
                  <a:cubicBezTo>
                    <a:pt x="28" y="13"/>
                    <a:pt x="32" y="17"/>
                    <a:pt x="32" y="21"/>
                  </a:cubicBezTo>
                  <a:cubicBezTo>
                    <a:pt x="32" y="26"/>
                    <a:pt x="28" y="30"/>
                    <a:pt x="23" y="30"/>
                  </a:cubicBezTo>
                  <a:cubicBezTo>
                    <a:pt x="0" y="30"/>
                    <a:pt x="0" y="30"/>
                    <a:pt x="0" y="30"/>
                  </a:cubicBezTo>
                  <a:lnTo>
                    <a:pt x="0" y="43"/>
                  </a:lnTo>
                  <a:close/>
                </a:path>
              </a:pathLst>
            </a:custGeom>
            <a:solidFill>
              <a:schemeClr val="accent4"/>
            </a:solidFill>
            <a:ln>
              <a:noFill/>
            </a:ln>
            <a:effectLst>
              <a:outerShdw blurRad="50800" dist="38100" algn="l" rotWithShape="0">
                <a:prstClr val="black">
                  <a:alpha val="40000"/>
                </a:prstClr>
              </a:outerShdw>
            </a:effectLst>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100"/>
            </a:p>
          </p:txBody>
        </p:sp>
        <p:sp>
          <p:nvSpPr>
            <p:cNvPr id="35" name="Freeform 20"/>
            <p:cNvSpPr>
              <a:spLocks noEditPoints="1"/>
            </p:cNvSpPr>
            <p:nvPr/>
          </p:nvSpPr>
          <p:spPr bwMode="auto">
            <a:xfrm>
              <a:off x="5428321" y="3917618"/>
              <a:ext cx="292585" cy="247863"/>
            </a:xfrm>
            <a:custGeom>
              <a:avLst/>
              <a:gdLst>
                <a:gd name="T0" fmla="*/ 227 w 232"/>
                <a:gd name="T1" fmla="*/ 0 h 186"/>
                <a:gd name="T2" fmla="*/ 213 w 232"/>
                <a:gd name="T3" fmla="*/ 0 h 186"/>
                <a:gd name="T4" fmla="*/ 208 w 232"/>
                <a:gd name="T5" fmla="*/ 5 h 186"/>
                <a:gd name="T6" fmla="*/ 208 w 232"/>
                <a:gd name="T7" fmla="*/ 28 h 186"/>
                <a:gd name="T8" fmla="*/ 24 w 232"/>
                <a:gd name="T9" fmla="*/ 28 h 186"/>
                <a:gd name="T10" fmla="*/ 24 w 232"/>
                <a:gd name="T11" fmla="*/ 5 h 186"/>
                <a:gd name="T12" fmla="*/ 19 w 232"/>
                <a:gd name="T13" fmla="*/ 0 h 186"/>
                <a:gd name="T14" fmla="*/ 5 w 232"/>
                <a:gd name="T15" fmla="*/ 0 h 186"/>
                <a:gd name="T16" fmla="*/ 0 w 232"/>
                <a:gd name="T17" fmla="*/ 5 h 186"/>
                <a:gd name="T18" fmla="*/ 0 w 232"/>
                <a:gd name="T19" fmla="*/ 180 h 186"/>
                <a:gd name="T20" fmla="*/ 5 w 232"/>
                <a:gd name="T21" fmla="*/ 186 h 186"/>
                <a:gd name="T22" fmla="*/ 19 w 232"/>
                <a:gd name="T23" fmla="*/ 186 h 186"/>
                <a:gd name="T24" fmla="*/ 24 w 232"/>
                <a:gd name="T25" fmla="*/ 180 h 186"/>
                <a:gd name="T26" fmla="*/ 24 w 232"/>
                <a:gd name="T27" fmla="*/ 157 h 186"/>
                <a:gd name="T28" fmla="*/ 208 w 232"/>
                <a:gd name="T29" fmla="*/ 157 h 186"/>
                <a:gd name="T30" fmla="*/ 208 w 232"/>
                <a:gd name="T31" fmla="*/ 180 h 186"/>
                <a:gd name="T32" fmla="*/ 213 w 232"/>
                <a:gd name="T33" fmla="*/ 186 h 186"/>
                <a:gd name="T34" fmla="*/ 227 w 232"/>
                <a:gd name="T35" fmla="*/ 186 h 186"/>
                <a:gd name="T36" fmla="*/ 232 w 232"/>
                <a:gd name="T37" fmla="*/ 180 h 186"/>
                <a:gd name="T38" fmla="*/ 232 w 232"/>
                <a:gd name="T39" fmla="*/ 5 h 186"/>
                <a:gd name="T40" fmla="*/ 227 w 232"/>
                <a:gd name="T41" fmla="*/ 0 h 186"/>
                <a:gd name="T42" fmla="*/ 157 w 232"/>
                <a:gd name="T43" fmla="*/ 98 h 186"/>
                <a:gd name="T44" fmla="*/ 97 w 232"/>
                <a:gd name="T45" fmla="*/ 135 h 186"/>
                <a:gd name="T46" fmla="*/ 92 w 232"/>
                <a:gd name="T47" fmla="*/ 130 h 186"/>
                <a:gd name="T48" fmla="*/ 92 w 232"/>
                <a:gd name="T49" fmla="*/ 56 h 186"/>
                <a:gd name="T50" fmla="*/ 97 w 232"/>
                <a:gd name="T51" fmla="*/ 50 h 186"/>
                <a:gd name="T52" fmla="*/ 157 w 232"/>
                <a:gd name="T53" fmla="*/ 87 h 186"/>
                <a:gd name="T54" fmla="*/ 162 w 232"/>
                <a:gd name="T55" fmla="*/ 93 h 186"/>
                <a:gd name="T56" fmla="*/ 157 w 232"/>
                <a:gd name="T57" fmla="*/ 98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2" h="186">
                  <a:moveTo>
                    <a:pt x="227" y="0"/>
                  </a:moveTo>
                  <a:cubicBezTo>
                    <a:pt x="213" y="0"/>
                    <a:pt x="213" y="0"/>
                    <a:pt x="213" y="0"/>
                  </a:cubicBezTo>
                  <a:cubicBezTo>
                    <a:pt x="210" y="0"/>
                    <a:pt x="208" y="2"/>
                    <a:pt x="208" y="5"/>
                  </a:cubicBezTo>
                  <a:cubicBezTo>
                    <a:pt x="208" y="28"/>
                    <a:pt x="208" y="28"/>
                    <a:pt x="208" y="28"/>
                  </a:cubicBezTo>
                  <a:cubicBezTo>
                    <a:pt x="24" y="28"/>
                    <a:pt x="24" y="28"/>
                    <a:pt x="24" y="28"/>
                  </a:cubicBezTo>
                  <a:cubicBezTo>
                    <a:pt x="24" y="5"/>
                    <a:pt x="24" y="5"/>
                    <a:pt x="24" y="5"/>
                  </a:cubicBezTo>
                  <a:cubicBezTo>
                    <a:pt x="24" y="2"/>
                    <a:pt x="22" y="0"/>
                    <a:pt x="19" y="0"/>
                  </a:cubicBezTo>
                  <a:cubicBezTo>
                    <a:pt x="5" y="0"/>
                    <a:pt x="5" y="0"/>
                    <a:pt x="5" y="0"/>
                  </a:cubicBezTo>
                  <a:cubicBezTo>
                    <a:pt x="2" y="0"/>
                    <a:pt x="0" y="2"/>
                    <a:pt x="0" y="5"/>
                  </a:cubicBezTo>
                  <a:cubicBezTo>
                    <a:pt x="0" y="180"/>
                    <a:pt x="0" y="180"/>
                    <a:pt x="0" y="180"/>
                  </a:cubicBezTo>
                  <a:cubicBezTo>
                    <a:pt x="0" y="183"/>
                    <a:pt x="2" y="186"/>
                    <a:pt x="5" y="186"/>
                  </a:cubicBezTo>
                  <a:cubicBezTo>
                    <a:pt x="19" y="186"/>
                    <a:pt x="19" y="186"/>
                    <a:pt x="19" y="186"/>
                  </a:cubicBezTo>
                  <a:cubicBezTo>
                    <a:pt x="22" y="186"/>
                    <a:pt x="24" y="183"/>
                    <a:pt x="24" y="180"/>
                  </a:cubicBezTo>
                  <a:cubicBezTo>
                    <a:pt x="24" y="157"/>
                    <a:pt x="24" y="157"/>
                    <a:pt x="24" y="157"/>
                  </a:cubicBezTo>
                  <a:cubicBezTo>
                    <a:pt x="208" y="157"/>
                    <a:pt x="208" y="157"/>
                    <a:pt x="208" y="157"/>
                  </a:cubicBezTo>
                  <a:cubicBezTo>
                    <a:pt x="208" y="180"/>
                    <a:pt x="208" y="180"/>
                    <a:pt x="208" y="180"/>
                  </a:cubicBezTo>
                  <a:cubicBezTo>
                    <a:pt x="208" y="183"/>
                    <a:pt x="210" y="186"/>
                    <a:pt x="213" y="186"/>
                  </a:cubicBezTo>
                  <a:cubicBezTo>
                    <a:pt x="227" y="186"/>
                    <a:pt x="227" y="186"/>
                    <a:pt x="227" y="186"/>
                  </a:cubicBezTo>
                  <a:cubicBezTo>
                    <a:pt x="230" y="186"/>
                    <a:pt x="232" y="183"/>
                    <a:pt x="232" y="180"/>
                  </a:cubicBezTo>
                  <a:cubicBezTo>
                    <a:pt x="232" y="5"/>
                    <a:pt x="232" y="5"/>
                    <a:pt x="232" y="5"/>
                  </a:cubicBezTo>
                  <a:cubicBezTo>
                    <a:pt x="232" y="2"/>
                    <a:pt x="230" y="0"/>
                    <a:pt x="227" y="0"/>
                  </a:cubicBezTo>
                  <a:close/>
                  <a:moveTo>
                    <a:pt x="157" y="98"/>
                  </a:moveTo>
                  <a:cubicBezTo>
                    <a:pt x="156" y="98"/>
                    <a:pt x="100" y="135"/>
                    <a:pt x="97" y="135"/>
                  </a:cubicBezTo>
                  <a:cubicBezTo>
                    <a:pt x="95" y="135"/>
                    <a:pt x="92" y="133"/>
                    <a:pt x="92" y="130"/>
                  </a:cubicBezTo>
                  <a:cubicBezTo>
                    <a:pt x="92" y="128"/>
                    <a:pt x="92" y="57"/>
                    <a:pt x="92" y="56"/>
                  </a:cubicBezTo>
                  <a:cubicBezTo>
                    <a:pt x="92" y="53"/>
                    <a:pt x="95" y="50"/>
                    <a:pt x="97" y="50"/>
                  </a:cubicBezTo>
                  <a:cubicBezTo>
                    <a:pt x="100" y="50"/>
                    <a:pt x="156" y="87"/>
                    <a:pt x="157" y="87"/>
                  </a:cubicBezTo>
                  <a:cubicBezTo>
                    <a:pt x="159" y="89"/>
                    <a:pt x="162" y="90"/>
                    <a:pt x="162" y="93"/>
                  </a:cubicBezTo>
                  <a:cubicBezTo>
                    <a:pt x="162" y="96"/>
                    <a:pt x="159" y="96"/>
                    <a:pt x="157" y="98"/>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100"/>
            </a:p>
          </p:txBody>
        </p:sp>
      </p:grpSp>
      <p:sp>
        <p:nvSpPr>
          <p:cNvPr id="36" name="Content Placeholder 2"/>
          <p:cNvSpPr txBox="1"/>
          <p:nvPr/>
        </p:nvSpPr>
        <p:spPr>
          <a:xfrm>
            <a:off x="8495848" y="3007254"/>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37" name="Title 13"/>
          <p:cNvSpPr txBox="1"/>
          <p:nvPr/>
        </p:nvSpPr>
        <p:spPr>
          <a:xfrm>
            <a:off x="8482956" y="2592371"/>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38" name="Content Placeholder 2"/>
          <p:cNvSpPr txBox="1"/>
          <p:nvPr/>
        </p:nvSpPr>
        <p:spPr>
          <a:xfrm>
            <a:off x="8495848" y="5175114"/>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39" name="Title 13"/>
          <p:cNvSpPr txBox="1"/>
          <p:nvPr/>
        </p:nvSpPr>
        <p:spPr>
          <a:xfrm>
            <a:off x="8482956" y="4760231"/>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40" name="Content Placeholder 2"/>
          <p:cNvSpPr txBox="1"/>
          <p:nvPr/>
        </p:nvSpPr>
        <p:spPr>
          <a:xfrm>
            <a:off x="1010249" y="4224032"/>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r">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41" name="Title 13"/>
          <p:cNvSpPr txBox="1"/>
          <p:nvPr/>
        </p:nvSpPr>
        <p:spPr>
          <a:xfrm>
            <a:off x="997357" y="3809149"/>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42" name="Content Placeholder 2"/>
          <p:cNvSpPr txBox="1"/>
          <p:nvPr/>
        </p:nvSpPr>
        <p:spPr>
          <a:xfrm>
            <a:off x="1010249" y="2053801"/>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r">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43" name="Title 13"/>
          <p:cNvSpPr txBox="1"/>
          <p:nvPr/>
        </p:nvSpPr>
        <p:spPr>
          <a:xfrm>
            <a:off x="997357" y="1638918"/>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738664"/>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添加论文内容第三部分标题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Rectangle 2"/>
          <p:cNvSpPr>
            <a:spLocks noChangeArrowheads="1"/>
          </p:cNvSpPr>
          <p:nvPr/>
        </p:nvSpPr>
        <p:spPr bwMode="auto">
          <a:xfrm rot="10800000" flipV="1">
            <a:off x="8510195" y="1609951"/>
            <a:ext cx="2211723" cy="2194115"/>
          </a:xfrm>
          <a:prstGeom prst="rect">
            <a:avLst/>
          </a:prstGeom>
          <a:solidFill>
            <a:schemeClr val="accent4"/>
          </a:solidFill>
          <a:ln w="3175" cap="flat" cmpd="sng" algn="ctr">
            <a:noFill/>
            <a:prstDash val="solid"/>
          </a:ln>
          <a:effectLst/>
        </p:spPr>
        <p:txBody>
          <a:bodyPr anchor="ct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1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单击添加标题文字</a:t>
            </a:r>
            <a:endParaRPr kumimoji="0" lang="zh-CN" altLang="en-US" sz="1200" b="0" i="0" u="none" strike="noStrike" kern="1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2" name="Rectangle 4"/>
          <p:cNvSpPr>
            <a:spLocks noChangeArrowheads="1"/>
          </p:cNvSpPr>
          <p:nvPr/>
        </p:nvSpPr>
        <p:spPr bwMode="auto">
          <a:xfrm rot="10800000" flipV="1">
            <a:off x="6265462" y="2521048"/>
            <a:ext cx="2456002" cy="2433994"/>
          </a:xfrm>
          <a:prstGeom prst="rect">
            <a:avLst/>
          </a:prstGeom>
          <a:solidFill>
            <a:schemeClr val="accent3"/>
          </a:solidFill>
          <a:ln w="22225" cap="flat" cmpd="sng" algn="ctr">
            <a:solidFill>
              <a:schemeClr val="bg1"/>
            </a:solidFill>
            <a:prstDash val="solid"/>
          </a:ln>
          <a:effectLst/>
        </p:spPr>
        <p:txBody>
          <a:bodyPr anchor="ct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1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单击添加标题文字</a:t>
            </a:r>
            <a:endParaRPr kumimoji="0" lang="zh-CN" altLang="en-US" sz="1200" b="0" i="0" u="none" strike="noStrike" kern="1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3" name="Rectangle 8"/>
          <p:cNvSpPr>
            <a:spLocks noChangeArrowheads="1"/>
          </p:cNvSpPr>
          <p:nvPr/>
        </p:nvSpPr>
        <p:spPr bwMode="auto">
          <a:xfrm rot="10800000" flipV="1">
            <a:off x="1496506" y="2230554"/>
            <a:ext cx="2330560" cy="2315155"/>
          </a:xfrm>
          <a:prstGeom prst="rect">
            <a:avLst/>
          </a:prstGeom>
          <a:solidFill>
            <a:schemeClr val="accent1"/>
          </a:solidFill>
          <a:ln w="3175" cap="flat" cmpd="sng" algn="ctr">
            <a:noFill/>
            <a:prstDash val="soli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0" i="0" u="none" strike="noStrike" kern="1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单击添加标题文字</a:t>
            </a:r>
            <a:endParaRPr kumimoji="0" lang="zh-CN" altLang="en-US" sz="1200" b="0" i="0" u="none" strike="noStrike" kern="1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4" name="Rectangle 10"/>
          <p:cNvSpPr>
            <a:spLocks noChangeArrowheads="1"/>
          </p:cNvSpPr>
          <p:nvPr/>
        </p:nvSpPr>
        <p:spPr bwMode="auto">
          <a:xfrm rot="10800000" flipV="1">
            <a:off x="3551977" y="2833550"/>
            <a:ext cx="3074403" cy="3045794"/>
          </a:xfrm>
          <a:prstGeom prst="rect">
            <a:avLst/>
          </a:prstGeom>
          <a:solidFill>
            <a:schemeClr val="accent2"/>
          </a:solidFill>
          <a:ln w="34925" cap="flat" cmpd="sng" algn="ctr">
            <a:solidFill>
              <a:schemeClr val="bg1"/>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1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单击添加标题文字</a:t>
            </a:r>
            <a:endParaRPr kumimoji="0" lang="zh-CN" altLang="en-US" sz="1800" b="1" i="0" u="none" strike="noStrike" kern="1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15" name="Content Placeholder 2"/>
          <p:cNvSpPr txBox="1"/>
          <p:nvPr/>
        </p:nvSpPr>
        <p:spPr>
          <a:xfrm>
            <a:off x="4401361" y="1609950"/>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16" name="Title 13"/>
          <p:cNvSpPr txBox="1"/>
          <p:nvPr/>
        </p:nvSpPr>
        <p:spPr>
          <a:xfrm>
            <a:off x="4388469" y="1195067"/>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17" name="Content Placeholder 2"/>
          <p:cNvSpPr txBox="1"/>
          <p:nvPr/>
        </p:nvSpPr>
        <p:spPr>
          <a:xfrm>
            <a:off x="8851124" y="4694449"/>
            <a:ext cx="2871533"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18" name="Title 13"/>
          <p:cNvSpPr txBox="1"/>
          <p:nvPr/>
        </p:nvSpPr>
        <p:spPr>
          <a:xfrm>
            <a:off x="8838232" y="4279566"/>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
        <p:nvSpPr>
          <p:cNvPr id="19" name="Content Placeholder 2"/>
          <p:cNvSpPr txBox="1"/>
          <p:nvPr/>
        </p:nvSpPr>
        <p:spPr>
          <a:xfrm>
            <a:off x="732519" y="5109332"/>
            <a:ext cx="2455505"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nSpc>
                <a:spcPct val="150000"/>
              </a:lnSpc>
              <a:buNone/>
              <a:defRPr/>
            </a:pPr>
            <a:r>
              <a:rPr lang="zh-CN" altLang="en-US" sz="1200" dirty="0">
                <a:solidFill>
                  <a:sysClr val="window" lastClr="FFFFFF">
                    <a:lumMod val="65000"/>
                  </a:sysClr>
                </a:solidFill>
                <a:cs typeface="+mn-ea"/>
                <a:sym typeface="+mn-lt"/>
              </a:rPr>
              <a:t>请在这里添加文字内容请在这里添加文字内容请在这里添加文字内容请在这里添加文字内容</a:t>
            </a:r>
            <a:endParaRPr lang="en-US" altLang="zh-CN" sz="1200" dirty="0">
              <a:solidFill>
                <a:sysClr val="window" lastClr="FFFFFF">
                  <a:lumMod val="65000"/>
                </a:sysClr>
              </a:solidFill>
              <a:cs typeface="+mn-ea"/>
              <a:sym typeface="+mn-lt"/>
            </a:endParaRPr>
          </a:p>
        </p:txBody>
      </p:sp>
      <p:sp>
        <p:nvSpPr>
          <p:cNvPr id="20" name="Title 13"/>
          <p:cNvSpPr txBox="1"/>
          <p:nvPr/>
        </p:nvSpPr>
        <p:spPr>
          <a:xfrm>
            <a:off x="719627" y="4694449"/>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rPr>
              <a:t>添加文字标题</a:t>
            </a:r>
            <a:endParaRPr kumimoji="0" lang="en-US" sz="2400" b="1" i="0" u="none" strike="noStrike" kern="1200" cap="none" spc="0" normalizeH="0" baseline="0" noProof="0" dirty="0">
              <a:ln>
                <a:noFill/>
              </a:ln>
              <a:solidFill>
                <a:srgbClr val="5C5C5C">
                  <a:lumMod val="65000"/>
                  <a:lumOff val="35000"/>
                </a:srgbClr>
              </a:solidFill>
              <a:effectLst/>
              <a:uLnTx/>
              <a:uFillTx/>
              <a:latin typeface="+mn-lt"/>
              <a:ea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p:cNvSpPr txBox="1"/>
          <p:nvPr/>
        </p:nvSpPr>
        <p:spPr>
          <a:xfrm>
            <a:off x="5721684" y="3369233"/>
            <a:ext cx="5708293" cy="923330"/>
          </a:xfrm>
          <a:prstGeom prst="rect">
            <a:avLst/>
          </a:prstGeom>
          <a:noFill/>
        </p:spPr>
        <p:txBody>
          <a:bodyPr wrap="square" rtlCol="0">
            <a:spAutoFit/>
          </a:bodyPr>
          <a:lstStyle/>
          <a:p>
            <a:pPr>
              <a:lnSpc>
                <a:spcPct val="150000"/>
              </a:lnSpc>
            </a:pPr>
            <a:r>
              <a:rPr lang="zh-CN" altLang="en-US" sz="36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添加论文内容第四部分标题</a:t>
            </a:r>
            <a:endParaRPr lang="zh-CN" altLang="en-US" sz="36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文本框 30"/>
          <p:cNvSpPr txBox="1"/>
          <p:nvPr/>
        </p:nvSpPr>
        <p:spPr>
          <a:xfrm>
            <a:off x="5721684" y="4165783"/>
            <a:ext cx="5708293" cy="1338828"/>
          </a:xfrm>
          <a:prstGeom prst="rect">
            <a:avLst/>
          </a:prstGeom>
          <a:noFill/>
        </p:spPr>
        <p:txBody>
          <a:bodyPr wrap="square" rtlCol="0">
            <a:spAutoFit/>
          </a:bodyPr>
          <a:lstStyle/>
          <a:p>
            <a:pPr>
              <a:lnSpc>
                <a:spcPct val="150000"/>
              </a:lnSpc>
            </a:pPr>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培养学生综合运用、巩固与扩展所学的基础理论和专业知识，培养学生独立分析、解决实际问题能力、培养学生处理数据和信息的能力。</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34" name="图片 33" descr="C:\Users\Administrator\Desktop\天津大学\图片素材\1图片\5c61df6859559790b3f10a9920fcd4e.jpg5c61df6859559790b3f10a9920fcd4e"/>
          <p:cNvPicPr>
            <a:picLocks noChangeAspect="1"/>
          </p:cNvPicPr>
          <p:nvPr/>
        </p:nvPicPr>
        <p:blipFill>
          <a:blip r:embed="rId1">
            <a:duotone>
              <a:schemeClr val="accent1">
                <a:shade val="45000"/>
                <a:satMod val="135000"/>
              </a:schemeClr>
              <a:prstClr val="white"/>
            </a:duotone>
          </a:blip>
          <a:srcRect/>
          <a:stretch>
            <a:fillRect/>
          </a:stretch>
        </p:blipFill>
        <p:spPr>
          <a:xfrm>
            <a:off x="-635" y="0"/>
            <a:ext cx="5420360" cy="6858000"/>
          </a:xfrm>
          <a:custGeom>
            <a:avLst/>
            <a:gdLst>
              <a:gd name="connsiteX0" fmla="*/ 0 w 5418916"/>
              <a:gd name="connsiteY0" fmla="*/ 0 h 6858000"/>
              <a:gd name="connsiteX1" fmla="*/ 5418916 w 5418916"/>
              <a:gd name="connsiteY1" fmla="*/ 0 h 6858000"/>
              <a:gd name="connsiteX2" fmla="*/ 3236852 w 5418916"/>
              <a:gd name="connsiteY2" fmla="*/ 6858000 h 6858000"/>
              <a:gd name="connsiteX3" fmla="*/ 0 w 54189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18916" h="6858000">
                <a:moveTo>
                  <a:pt x="0" y="0"/>
                </a:moveTo>
                <a:lnTo>
                  <a:pt x="5418916" y="0"/>
                </a:lnTo>
                <a:lnTo>
                  <a:pt x="3236852" y="6858000"/>
                </a:lnTo>
                <a:lnTo>
                  <a:pt x="0" y="6858000"/>
                </a:lnTo>
                <a:close/>
              </a:path>
            </a:pathLst>
          </a:custGeom>
        </p:spPr>
      </p:pic>
      <p:sp>
        <p:nvSpPr>
          <p:cNvPr id="35" name="等腰三角形 34"/>
          <p:cNvSpPr/>
          <p:nvPr/>
        </p:nvSpPr>
        <p:spPr>
          <a:xfrm>
            <a:off x="3156915" y="0"/>
            <a:ext cx="2262000" cy="6858000"/>
          </a:xfrm>
          <a:custGeom>
            <a:avLst/>
            <a:gdLst>
              <a:gd name="connsiteX0" fmla="*/ 0 w 607372"/>
              <a:gd name="connsiteY0" fmla="*/ 6858000 h 6858000"/>
              <a:gd name="connsiteX1" fmla="*/ 607372 w 607372"/>
              <a:gd name="connsiteY1" fmla="*/ 0 h 6858000"/>
              <a:gd name="connsiteX2" fmla="*/ 607372 w 607372"/>
              <a:gd name="connsiteY2" fmla="*/ 6858000 h 6858000"/>
              <a:gd name="connsiteX3" fmla="*/ 0 w 607372"/>
              <a:gd name="connsiteY3" fmla="*/ 6858000 h 6858000"/>
              <a:gd name="connsiteX0-1" fmla="*/ 0 w 2262000"/>
              <a:gd name="connsiteY0-2" fmla="*/ 6945086 h 6945086"/>
              <a:gd name="connsiteX1-3" fmla="*/ 2262000 w 2262000"/>
              <a:gd name="connsiteY1-4" fmla="*/ 0 h 6945086"/>
              <a:gd name="connsiteX2-5" fmla="*/ 607372 w 2262000"/>
              <a:gd name="connsiteY2-6" fmla="*/ 6945086 h 6945086"/>
              <a:gd name="connsiteX3-7" fmla="*/ 0 w 2262000"/>
              <a:gd name="connsiteY3-8" fmla="*/ 6945086 h 6945086"/>
            </a:gdLst>
            <a:ahLst/>
            <a:cxnLst>
              <a:cxn ang="0">
                <a:pos x="connsiteX0-1" y="connsiteY0-2"/>
              </a:cxn>
              <a:cxn ang="0">
                <a:pos x="connsiteX1-3" y="connsiteY1-4"/>
              </a:cxn>
              <a:cxn ang="0">
                <a:pos x="connsiteX2-5" y="connsiteY2-6"/>
              </a:cxn>
              <a:cxn ang="0">
                <a:pos x="connsiteX3-7" y="connsiteY3-8"/>
              </a:cxn>
            </a:cxnLst>
            <a:rect l="l" t="t" r="r" b="b"/>
            <a:pathLst>
              <a:path w="2262000" h="6945086">
                <a:moveTo>
                  <a:pt x="0" y="6945086"/>
                </a:moveTo>
                <a:lnTo>
                  <a:pt x="2262000" y="0"/>
                </a:lnTo>
                <a:lnTo>
                  <a:pt x="607372" y="6945086"/>
                </a:lnTo>
                <a:lnTo>
                  <a:pt x="0" y="694508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32" name="组合 31"/>
          <p:cNvGrpSpPr/>
          <p:nvPr/>
        </p:nvGrpSpPr>
        <p:grpSpPr>
          <a:xfrm>
            <a:off x="7694579" y="1138776"/>
            <a:ext cx="1277954" cy="1277954"/>
            <a:chOff x="1131485" y="2234042"/>
            <a:chExt cx="1607262" cy="1607262"/>
          </a:xfrm>
        </p:grpSpPr>
        <p:sp>
          <p:nvSpPr>
            <p:cNvPr id="33" name="椭圆 32"/>
            <p:cNvSpPr/>
            <p:nvPr/>
          </p:nvSpPr>
          <p:spPr>
            <a:xfrm>
              <a:off x="1131485"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椭圆 35"/>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37"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cxnSp>
        <p:nvCxnSpPr>
          <p:cNvPr id="3" name="直接连接符 2"/>
          <p:cNvCxnSpPr/>
          <p:nvPr/>
        </p:nvCxnSpPr>
        <p:spPr>
          <a:xfrm>
            <a:off x="5829300" y="3369233"/>
            <a:ext cx="54610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7619450" y="2523433"/>
            <a:ext cx="1428211" cy="461665"/>
          </a:xfrm>
          <a:prstGeom prst="rect">
            <a:avLst/>
          </a:prstGeom>
          <a:noFill/>
        </p:spPr>
        <p:txBody>
          <a:bodyPr wrap="none"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PART 04</a:t>
            </a:r>
            <a:endParaRPr lang="zh-CN" altLang="en-US" sz="2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738664"/>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添加论文内容第四部分标题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Freeform 12"/>
          <p:cNvSpPr/>
          <p:nvPr/>
        </p:nvSpPr>
        <p:spPr bwMode="auto">
          <a:xfrm>
            <a:off x="10032437" y="17158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2" name="Freeform 13"/>
          <p:cNvSpPr>
            <a:spLocks noEditPoints="1"/>
          </p:cNvSpPr>
          <p:nvPr/>
        </p:nvSpPr>
        <p:spPr bwMode="auto">
          <a:xfrm>
            <a:off x="10412862" y="18400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3" name="Freeform 15"/>
          <p:cNvSpPr>
            <a:spLocks noEditPoints="1"/>
          </p:cNvSpPr>
          <p:nvPr/>
        </p:nvSpPr>
        <p:spPr bwMode="auto">
          <a:xfrm>
            <a:off x="10231708" y="19306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4" name="Freeform 16"/>
          <p:cNvSpPr>
            <a:spLocks noEditPoints="1"/>
          </p:cNvSpPr>
          <p:nvPr/>
        </p:nvSpPr>
        <p:spPr bwMode="auto">
          <a:xfrm>
            <a:off x="10050553" y="17313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5" name="Oval 22"/>
          <p:cNvSpPr>
            <a:spLocks noChangeArrowheads="1"/>
          </p:cNvSpPr>
          <p:nvPr/>
        </p:nvSpPr>
        <p:spPr bwMode="auto">
          <a:xfrm>
            <a:off x="10084197" y="4823925"/>
            <a:ext cx="652159" cy="652158"/>
          </a:xfrm>
          <a:prstGeom prst="ellipse">
            <a:avLst/>
          </a:prstGeom>
          <a:solidFill>
            <a:schemeClr val="accent3"/>
          </a:solidFill>
          <a:ln>
            <a:noFill/>
          </a:ln>
        </p:spPr>
        <p:txBody>
          <a:bodyPr/>
          <a:lstStyle/>
          <a:p>
            <a:endParaRPr lang="zh-CN" altLang="en-US" sz="2135">
              <a:cs typeface="+mn-ea"/>
              <a:sym typeface="+mn-lt"/>
            </a:endParaRPr>
          </a:p>
        </p:txBody>
      </p:sp>
      <p:sp>
        <p:nvSpPr>
          <p:cNvPr id="16" name="Freeform 23"/>
          <p:cNvSpPr>
            <a:spLocks noEditPoints="1"/>
          </p:cNvSpPr>
          <p:nvPr/>
        </p:nvSpPr>
        <p:spPr bwMode="auto">
          <a:xfrm>
            <a:off x="10412863" y="48239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17" name="组合 16"/>
          <p:cNvGrpSpPr/>
          <p:nvPr/>
        </p:nvGrpSpPr>
        <p:grpSpPr>
          <a:xfrm>
            <a:off x="10231709" y="4917090"/>
            <a:ext cx="346783" cy="476180"/>
            <a:chOff x="10231709" y="4917090"/>
            <a:chExt cx="346783" cy="476180"/>
          </a:xfrm>
        </p:grpSpPr>
        <p:sp>
          <p:nvSpPr>
            <p:cNvPr id="18" name="Freeform 25"/>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9" name="Freeform 26"/>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0" name="Freeform 27"/>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1" name="Freeform 28"/>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9"/>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30"/>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31"/>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32"/>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3"/>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4"/>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5"/>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6"/>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0" name="Freeform 37"/>
          <p:cNvSpPr>
            <a:spLocks noEditPoints="1"/>
          </p:cNvSpPr>
          <p:nvPr/>
        </p:nvSpPr>
        <p:spPr bwMode="auto">
          <a:xfrm>
            <a:off x="10050554" y="47928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Oval 48"/>
          <p:cNvSpPr>
            <a:spLocks noChangeArrowheads="1"/>
          </p:cNvSpPr>
          <p:nvPr/>
        </p:nvSpPr>
        <p:spPr bwMode="auto">
          <a:xfrm>
            <a:off x="10084197" y="32996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2" name="Freeform 49"/>
          <p:cNvSpPr/>
          <p:nvPr/>
        </p:nvSpPr>
        <p:spPr bwMode="auto">
          <a:xfrm>
            <a:off x="10412863" y="39259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3" name="Freeform 51"/>
          <p:cNvSpPr/>
          <p:nvPr/>
        </p:nvSpPr>
        <p:spPr bwMode="auto">
          <a:xfrm>
            <a:off x="10182538" y="33979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Freeform 52"/>
          <p:cNvSpPr>
            <a:spLocks noEditPoints="1"/>
          </p:cNvSpPr>
          <p:nvPr/>
        </p:nvSpPr>
        <p:spPr bwMode="auto">
          <a:xfrm>
            <a:off x="10050554" y="32659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5" name="TextBox 1401"/>
          <p:cNvSpPr txBox="1"/>
          <p:nvPr/>
        </p:nvSpPr>
        <p:spPr bwMode="auto">
          <a:xfrm>
            <a:off x="2124949" y="15800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135" b="1" dirty="0">
                <a:solidFill>
                  <a:schemeClr val="accent1"/>
                </a:solidFill>
                <a:latin typeface="+mn-lt"/>
                <a:ea typeface="+mn-ea"/>
                <a:cs typeface="+mn-ea"/>
                <a:sym typeface="+mn-lt"/>
              </a:rPr>
              <a:t>添加标题</a:t>
            </a:r>
            <a:endParaRPr lang="zh-CN" altLang="en-US" sz="2135" b="1" dirty="0">
              <a:solidFill>
                <a:schemeClr val="accent1"/>
              </a:solidFill>
              <a:latin typeface="+mn-lt"/>
              <a:ea typeface="+mn-ea"/>
              <a:cs typeface="+mn-ea"/>
              <a:sym typeface="+mn-lt"/>
            </a:endParaRPr>
          </a:p>
        </p:txBody>
      </p:sp>
      <p:sp>
        <p:nvSpPr>
          <p:cNvPr id="36" name="TextBox 1412"/>
          <p:cNvSpPr txBox="1"/>
          <p:nvPr/>
        </p:nvSpPr>
        <p:spPr bwMode="auto">
          <a:xfrm>
            <a:off x="2124949" y="29455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135" b="1" dirty="0">
                <a:solidFill>
                  <a:schemeClr val="accent2"/>
                </a:solidFill>
                <a:latin typeface="+mn-lt"/>
                <a:ea typeface="+mn-ea"/>
                <a:cs typeface="+mn-ea"/>
                <a:sym typeface="+mn-lt"/>
              </a:rPr>
              <a:t>添加标题</a:t>
            </a:r>
            <a:endParaRPr lang="zh-CN" altLang="en-US" sz="2135" b="1" dirty="0">
              <a:solidFill>
                <a:schemeClr val="accent2"/>
              </a:solidFill>
              <a:latin typeface="+mn-lt"/>
              <a:ea typeface="+mn-ea"/>
              <a:cs typeface="+mn-ea"/>
              <a:sym typeface="+mn-lt"/>
            </a:endParaRPr>
          </a:p>
        </p:txBody>
      </p:sp>
      <p:sp>
        <p:nvSpPr>
          <p:cNvPr id="37" name="TextBox 1414"/>
          <p:cNvSpPr txBox="1"/>
          <p:nvPr/>
        </p:nvSpPr>
        <p:spPr bwMode="auto">
          <a:xfrm>
            <a:off x="2124949" y="44657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135" b="1" dirty="0">
                <a:solidFill>
                  <a:schemeClr val="accent3"/>
                </a:solidFill>
                <a:latin typeface="+mn-lt"/>
                <a:ea typeface="+mn-ea"/>
                <a:cs typeface="+mn-ea"/>
                <a:sym typeface="+mn-lt"/>
              </a:rPr>
              <a:t>添加标题</a:t>
            </a:r>
            <a:endParaRPr lang="zh-CN" altLang="en-US" sz="2135" b="1" dirty="0">
              <a:solidFill>
                <a:schemeClr val="accent3"/>
              </a:solidFill>
              <a:latin typeface="+mn-lt"/>
              <a:ea typeface="+mn-ea"/>
              <a:cs typeface="+mn-ea"/>
              <a:sym typeface="+mn-lt"/>
            </a:endParaRPr>
          </a:p>
        </p:txBody>
      </p:sp>
      <p:sp>
        <p:nvSpPr>
          <p:cNvPr id="38" name="TextBox 1416"/>
          <p:cNvSpPr txBox="1"/>
          <p:nvPr/>
        </p:nvSpPr>
        <p:spPr bwMode="auto">
          <a:xfrm>
            <a:off x="6884769" y="15800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135" b="1" dirty="0">
                <a:solidFill>
                  <a:schemeClr val="accent1"/>
                </a:solidFill>
                <a:latin typeface="+mn-lt"/>
                <a:ea typeface="+mn-ea"/>
                <a:cs typeface="+mn-ea"/>
                <a:sym typeface="+mn-lt"/>
              </a:rPr>
              <a:t>添加标题</a:t>
            </a:r>
            <a:endParaRPr lang="zh-CN" altLang="en-US" sz="2135" b="1" dirty="0">
              <a:solidFill>
                <a:schemeClr val="accent1"/>
              </a:solidFill>
              <a:latin typeface="+mn-lt"/>
              <a:ea typeface="+mn-ea"/>
              <a:cs typeface="+mn-ea"/>
              <a:sym typeface="+mn-lt"/>
            </a:endParaRPr>
          </a:p>
        </p:txBody>
      </p:sp>
      <p:sp>
        <p:nvSpPr>
          <p:cNvPr id="39" name="TextBox 1418"/>
          <p:cNvSpPr txBox="1"/>
          <p:nvPr/>
        </p:nvSpPr>
        <p:spPr bwMode="auto">
          <a:xfrm>
            <a:off x="6884769" y="29455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135" b="1" dirty="0">
                <a:solidFill>
                  <a:schemeClr val="accent2"/>
                </a:solidFill>
                <a:latin typeface="+mn-lt"/>
                <a:ea typeface="+mn-ea"/>
                <a:cs typeface="+mn-ea"/>
                <a:sym typeface="+mn-lt"/>
              </a:rPr>
              <a:t>添加标题</a:t>
            </a:r>
            <a:endParaRPr lang="zh-CN" altLang="en-US" sz="2135" b="1" dirty="0">
              <a:solidFill>
                <a:schemeClr val="accent2"/>
              </a:solidFill>
              <a:latin typeface="+mn-lt"/>
              <a:ea typeface="+mn-ea"/>
              <a:cs typeface="+mn-ea"/>
              <a:sym typeface="+mn-lt"/>
            </a:endParaRPr>
          </a:p>
        </p:txBody>
      </p:sp>
      <p:sp>
        <p:nvSpPr>
          <p:cNvPr id="40" name="TextBox 1420"/>
          <p:cNvSpPr txBox="1"/>
          <p:nvPr/>
        </p:nvSpPr>
        <p:spPr bwMode="auto">
          <a:xfrm>
            <a:off x="6884769" y="44657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135" b="1" dirty="0">
                <a:solidFill>
                  <a:schemeClr val="accent3"/>
                </a:solidFill>
                <a:latin typeface="+mn-lt"/>
                <a:ea typeface="+mn-ea"/>
                <a:cs typeface="+mn-ea"/>
                <a:sym typeface="+mn-lt"/>
              </a:rPr>
              <a:t>添加标题</a:t>
            </a:r>
            <a:endParaRPr lang="zh-CN" altLang="en-US" sz="2135" b="1" dirty="0">
              <a:solidFill>
                <a:schemeClr val="accent3"/>
              </a:solidFill>
              <a:latin typeface="+mn-lt"/>
              <a:ea typeface="+mn-ea"/>
              <a:cs typeface="+mn-ea"/>
              <a:sym typeface="+mn-lt"/>
            </a:endParaRPr>
          </a:p>
        </p:txBody>
      </p:sp>
      <p:cxnSp>
        <p:nvCxnSpPr>
          <p:cNvPr id="41" name="直接连接符 40"/>
          <p:cNvCxnSpPr/>
          <p:nvPr/>
        </p:nvCxnSpPr>
        <p:spPr>
          <a:xfrm flipH="1">
            <a:off x="1150178" y="29074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1150178" y="43408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6933141" y="29074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6933141" y="43408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5" name="Oval 22"/>
          <p:cNvSpPr>
            <a:spLocks noChangeArrowheads="1"/>
          </p:cNvSpPr>
          <p:nvPr/>
        </p:nvSpPr>
        <p:spPr bwMode="auto">
          <a:xfrm>
            <a:off x="1221119" y="4823925"/>
            <a:ext cx="652159" cy="652158"/>
          </a:xfrm>
          <a:prstGeom prst="ellipse">
            <a:avLst/>
          </a:prstGeom>
          <a:solidFill>
            <a:schemeClr val="accent3"/>
          </a:solidFill>
          <a:ln>
            <a:noFill/>
          </a:ln>
        </p:spPr>
        <p:txBody>
          <a:bodyPr/>
          <a:lstStyle/>
          <a:p>
            <a:endParaRPr lang="zh-CN" altLang="en-US" sz="2135">
              <a:cs typeface="+mn-ea"/>
              <a:sym typeface="+mn-lt"/>
            </a:endParaRPr>
          </a:p>
        </p:txBody>
      </p:sp>
      <p:sp>
        <p:nvSpPr>
          <p:cNvPr id="46" name="Freeform 23"/>
          <p:cNvSpPr>
            <a:spLocks noEditPoints="1"/>
          </p:cNvSpPr>
          <p:nvPr/>
        </p:nvSpPr>
        <p:spPr bwMode="auto">
          <a:xfrm>
            <a:off x="1549785" y="48239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47" name="组合 46"/>
          <p:cNvGrpSpPr/>
          <p:nvPr/>
        </p:nvGrpSpPr>
        <p:grpSpPr>
          <a:xfrm>
            <a:off x="1368631" y="4917090"/>
            <a:ext cx="346783" cy="476180"/>
            <a:chOff x="10231709" y="4917090"/>
            <a:chExt cx="346783" cy="476180"/>
          </a:xfrm>
        </p:grpSpPr>
        <p:sp>
          <p:nvSpPr>
            <p:cNvPr id="48" name="Freeform 25"/>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49" name="Freeform 26"/>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0" name="Freeform 27"/>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1" name="Freeform 28"/>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9"/>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30"/>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31"/>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32"/>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3"/>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4"/>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5"/>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6"/>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0" name="Freeform 37"/>
          <p:cNvSpPr>
            <a:spLocks noEditPoints="1"/>
          </p:cNvSpPr>
          <p:nvPr/>
        </p:nvSpPr>
        <p:spPr bwMode="auto">
          <a:xfrm>
            <a:off x="1187476" y="47928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Oval 22"/>
          <p:cNvSpPr>
            <a:spLocks noChangeArrowheads="1"/>
          </p:cNvSpPr>
          <p:nvPr/>
        </p:nvSpPr>
        <p:spPr bwMode="auto">
          <a:xfrm>
            <a:off x="1221119" y="33486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2" name="Freeform 23"/>
          <p:cNvSpPr>
            <a:spLocks noEditPoints="1"/>
          </p:cNvSpPr>
          <p:nvPr/>
        </p:nvSpPr>
        <p:spPr bwMode="auto">
          <a:xfrm>
            <a:off x="1549785" y="33486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3" name="组合 62"/>
          <p:cNvGrpSpPr/>
          <p:nvPr/>
        </p:nvGrpSpPr>
        <p:grpSpPr>
          <a:xfrm>
            <a:off x="1368631" y="3441842"/>
            <a:ext cx="346783" cy="476180"/>
            <a:chOff x="10231709" y="4917090"/>
            <a:chExt cx="346783" cy="476180"/>
          </a:xfrm>
        </p:grpSpPr>
        <p:sp>
          <p:nvSpPr>
            <p:cNvPr id="64" name="Freeform 25"/>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5" name="Freeform 26"/>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6" name="Freeform 27"/>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7" name="Freeform 28"/>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9"/>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30"/>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31"/>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32"/>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3"/>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4"/>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5"/>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6"/>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6" name="Freeform 37"/>
          <p:cNvSpPr>
            <a:spLocks noEditPoints="1"/>
          </p:cNvSpPr>
          <p:nvPr/>
        </p:nvSpPr>
        <p:spPr bwMode="auto">
          <a:xfrm>
            <a:off x="1187476" y="33176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Oval 22"/>
          <p:cNvSpPr>
            <a:spLocks noChangeArrowheads="1"/>
          </p:cNvSpPr>
          <p:nvPr/>
        </p:nvSpPr>
        <p:spPr bwMode="auto">
          <a:xfrm>
            <a:off x="1221119" y="17629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78" name="Freeform 23"/>
          <p:cNvSpPr>
            <a:spLocks noEditPoints="1"/>
          </p:cNvSpPr>
          <p:nvPr/>
        </p:nvSpPr>
        <p:spPr bwMode="auto">
          <a:xfrm>
            <a:off x="1549785" y="17629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79" name="组合 78"/>
          <p:cNvGrpSpPr/>
          <p:nvPr/>
        </p:nvGrpSpPr>
        <p:grpSpPr>
          <a:xfrm>
            <a:off x="1368631" y="1856149"/>
            <a:ext cx="346783" cy="476180"/>
            <a:chOff x="10231709" y="4917090"/>
            <a:chExt cx="346783" cy="476180"/>
          </a:xfrm>
        </p:grpSpPr>
        <p:sp>
          <p:nvSpPr>
            <p:cNvPr id="80" name="Freeform 25"/>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1" name="Freeform 26"/>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2" name="Freeform 27"/>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3" name="Freeform 28"/>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9"/>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30"/>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31"/>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32"/>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3"/>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4"/>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5"/>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6"/>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2" name="Freeform 37"/>
          <p:cNvSpPr>
            <a:spLocks noEditPoints="1"/>
          </p:cNvSpPr>
          <p:nvPr/>
        </p:nvSpPr>
        <p:spPr bwMode="auto">
          <a:xfrm>
            <a:off x="1187476" y="17319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3" name="图表 92"/>
          <p:cNvGraphicFramePr/>
          <p:nvPr/>
        </p:nvGraphicFramePr>
        <p:xfrm>
          <a:off x="4710937" y="2887364"/>
          <a:ext cx="2635005" cy="14247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94" name="图表 93"/>
          <p:cNvGraphicFramePr/>
          <p:nvPr/>
        </p:nvGraphicFramePr>
        <p:xfrm>
          <a:off x="4710937" y="4358522"/>
          <a:ext cx="2635005" cy="1424780"/>
        </p:xfrm>
        <a:graphic>
          <a:graphicData uri="http://schemas.openxmlformats.org/drawingml/2006/chart">
            <c:chart xmlns:c="http://schemas.openxmlformats.org/drawingml/2006/chart" xmlns:r="http://schemas.openxmlformats.org/officeDocument/2006/relationships" r:id="rId2"/>
          </a:graphicData>
        </a:graphic>
      </p:graphicFrame>
      <p:sp>
        <p:nvSpPr>
          <p:cNvPr id="95" name="文本框 94"/>
          <p:cNvSpPr txBox="1"/>
          <p:nvPr/>
        </p:nvSpPr>
        <p:spPr>
          <a:xfrm>
            <a:off x="5541854" y="18400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96" name="文本框 95"/>
          <p:cNvSpPr txBox="1"/>
          <p:nvPr/>
        </p:nvSpPr>
        <p:spPr>
          <a:xfrm>
            <a:off x="5541854" y="33124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97" name="文本框 96"/>
          <p:cNvSpPr txBox="1"/>
          <p:nvPr/>
        </p:nvSpPr>
        <p:spPr>
          <a:xfrm>
            <a:off x="5541854" y="4784947"/>
            <a:ext cx="1005403" cy="584775"/>
          </a:xfrm>
          <a:prstGeom prst="rect">
            <a:avLst/>
          </a:prstGeom>
          <a:noFill/>
        </p:spPr>
        <p:txBody>
          <a:bodyPr wrap="none" rtlCol="0">
            <a:spAutoFit/>
          </a:bodyPr>
          <a:lstStyle/>
          <a:p>
            <a:r>
              <a:rPr lang="en-US" altLang="zh-CN" sz="3200" b="1" dirty="0">
                <a:solidFill>
                  <a:schemeClr val="accent3"/>
                </a:solidFill>
              </a:rPr>
              <a:t>36%</a:t>
            </a:r>
            <a:endParaRPr lang="zh-CN" altLang="en-US" sz="3200" b="1" dirty="0">
              <a:solidFill>
                <a:schemeClr val="accent3"/>
              </a:solidFill>
            </a:endParaRPr>
          </a:p>
        </p:txBody>
      </p:sp>
      <p:sp>
        <p:nvSpPr>
          <p:cNvPr id="98" name="矩形 97"/>
          <p:cNvSpPr/>
          <p:nvPr/>
        </p:nvSpPr>
        <p:spPr>
          <a:xfrm>
            <a:off x="2144866" y="18574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99" name="矩形 98"/>
          <p:cNvSpPr/>
          <p:nvPr/>
        </p:nvSpPr>
        <p:spPr>
          <a:xfrm>
            <a:off x="2144866" y="32952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100" name="矩形 99"/>
          <p:cNvSpPr/>
          <p:nvPr/>
        </p:nvSpPr>
        <p:spPr>
          <a:xfrm>
            <a:off x="2144866" y="47973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101" name="矩形 100"/>
          <p:cNvSpPr/>
          <p:nvPr/>
        </p:nvSpPr>
        <p:spPr>
          <a:xfrm>
            <a:off x="6933141" y="18574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102" name="矩形 101"/>
          <p:cNvSpPr/>
          <p:nvPr/>
        </p:nvSpPr>
        <p:spPr>
          <a:xfrm>
            <a:off x="6933141" y="32952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
        <p:nvSpPr>
          <p:cNvPr id="103" name="矩形 102"/>
          <p:cNvSpPr/>
          <p:nvPr/>
        </p:nvSpPr>
        <p:spPr>
          <a:xfrm>
            <a:off x="6933141" y="47973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endParaRPr lang="zh-CN" altLang="en-US" sz="1400" dirty="0">
              <a:solidFill>
                <a:schemeClr val="tx1">
                  <a:lumMod val="65000"/>
                  <a:lumOff val="35000"/>
                </a:schemeClr>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738664"/>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添加论文内容第四部分标题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aphicFrame>
        <p:nvGraphicFramePr>
          <p:cNvPr id="11" name="图表 10"/>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1"/>
          </a:graphicData>
        </a:graphic>
      </p:graphicFrame>
      <p:sp>
        <p:nvSpPr>
          <p:cNvPr id="12" name="文本框 11"/>
          <p:cNvSpPr txBox="1"/>
          <p:nvPr/>
        </p:nvSpPr>
        <p:spPr>
          <a:xfrm>
            <a:off x="1522955" y="5214568"/>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endParaRPr lang="zh-CN" altLang="en-US" sz="1600" dirty="0">
              <a:solidFill>
                <a:schemeClr val="tx1">
                  <a:lumMod val="65000"/>
                  <a:lumOff val="35000"/>
                </a:schemeClr>
              </a:solidFill>
              <a:cs typeface="+mn-ea"/>
              <a:sym typeface="+mn-lt"/>
            </a:endParaRPr>
          </a:p>
        </p:txBody>
      </p:sp>
      <p:sp>
        <p:nvSpPr>
          <p:cNvPr id="13" name="矩形 12"/>
          <p:cNvSpPr/>
          <p:nvPr/>
        </p:nvSpPr>
        <p:spPr>
          <a:xfrm>
            <a:off x="1522955" y="4814458"/>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4" name="文本框 13"/>
          <p:cNvSpPr txBox="1"/>
          <p:nvPr/>
        </p:nvSpPr>
        <p:spPr>
          <a:xfrm>
            <a:off x="1522955" y="361412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endParaRPr lang="zh-CN" altLang="en-US" sz="1600" dirty="0">
              <a:solidFill>
                <a:schemeClr val="tx1">
                  <a:lumMod val="65000"/>
                  <a:lumOff val="35000"/>
                </a:schemeClr>
              </a:solidFill>
              <a:cs typeface="+mn-ea"/>
              <a:sym typeface="+mn-lt"/>
            </a:endParaRPr>
          </a:p>
        </p:txBody>
      </p:sp>
      <p:sp>
        <p:nvSpPr>
          <p:cNvPr id="15" name="矩形 14"/>
          <p:cNvSpPr/>
          <p:nvPr/>
        </p:nvSpPr>
        <p:spPr>
          <a:xfrm>
            <a:off x="1522955" y="3214019"/>
            <a:ext cx="2236510" cy="400110"/>
          </a:xfrm>
          <a:prstGeom prst="rect">
            <a:avLst/>
          </a:prstGeom>
        </p:spPr>
        <p:txBody>
          <a:bodyPr wrap="none">
            <a:spAutoFit/>
          </a:bodyPr>
          <a:lstStyle/>
          <a:p>
            <a:r>
              <a:rPr lang="zh-CN" altLang="en-US" sz="2000" b="1" dirty="0">
                <a:solidFill>
                  <a:schemeClr val="accent2"/>
                </a:solidFill>
                <a:cs typeface="+mn-ea"/>
                <a:sym typeface="+mn-lt"/>
              </a:rPr>
              <a:t>这里添加文字标题</a:t>
            </a:r>
            <a:endParaRPr lang="zh-CN" altLang="en-US" sz="2000" dirty="0">
              <a:solidFill>
                <a:schemeClr val="accent2"/>
              </a:solidFill>
              <a:cs typeface="+mn-ea"/>
              <a:sym typeface="+mn-lt"/>
            </a:endParaRPr>
          </a:p>
        </p:txBody>
      </p:sp>
      <p:sp>
        <p:nvSpPr>
          <p:cNvPr id="16" name="KSO_Shape"/>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7" name="KSO_Shape"/>
          <p:cNvSpPr/>
          <p:nvPr/>
        </p:nvSpPr>
        <p:spPr bwMode="auto">
          <a:xfrm>
            <a:off x="616376" y="359901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2"/>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8" name="KSO_Shape"/>
          <p:cNvSpPr/>
          <p:nvPr/>
        </p:nvSpPr>
        <p:spPr bwMode="auto">
          <a:xfrm>
            <a:off x="616376" y="5051970"/>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文本框 18"/>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endParaRPr lang="zh-CN" altLang="en-US" sz="1600" dirty="0">
              <a:solidFill>
                <a:schemeClr val="tx1">
                  <a:lumMod val="65000"/>
                  <a:lumOff val="35000"/>
                </a:schemeClr>
              </a:solidFill>
              <a:cs typeface="+mn-ea"/>
              <a:sym typeface="+mn-lt"/>
            </a:endParaRPr>
          </a:p>
        </p:txBody>
      </p:sp>
      <p:sp>
        <p:nvSpPr>
          <p:cNvPr id="20" name="矩形 19"/>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duotone>
              <a:schemeClr val="accent1">
                <a:shade val="45000"/>
                <a:satMod val="135000"/>
              </a:schemeClr>
              <a:prstClr val="white"/>
            </a:duotone>
          </a:blip>
          <a:srcRect t="6197" b="9421"/>
          <a:stretch>
            <a:fillRect/>
          </a:stretch>
        </p:blipFill>
        <p:spPr>
          <a:xfrm>
            <a:off x="0" y="1"/>
            <a:ext cx="12192000" cy="6858000"/>
          </a:xfrm>
          <a:prstGeom prst="rect">
            <a:avLst/>
          </a:prstGeom>
        </p:spPr>
      </p:pic>
      <p:sp>
        <p:nvSpPr>
          <p:cNvPr id="3" name="矩形 2"/>
          <p:cNvSpPr/>
          <p:nvPr/>
        </p:nvSpPr>
        <p:spPr>
          <a:xfrm>
            <a:off x="0" y="44450"/>
            <a:ext cx="12192000" cy="698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 name="文本框 3"/>
          <p:cNvSpPr txBox="1"/>
          <p:nvPr/>
        </p:nvSpPr>
        <p:spPr>
          <a:xfrm>
            <a:off x="908877" y="8168"/>
            <a:ext cx="5708293" cy="738664"/>
          </a:xfrm>
          <a:prstGeom prst="rect">
            <a:avLst/>
          </a:prstGeom>
          <a:noFill/>
        </p:spPr>
        <p:txBody>
          <a:bodyPr wrap="square" rtlCol="0">
            <a:spAutoFit/>
          </a:bodyPr>
          <a:lstStyle/>
          <a:p>
            <a:pPr>
              <a:lnSpc>
                <a:spcPct val="150000"/>
              </a:lnSpc>
            </a:pPr>
            <a:r>
              <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rPr>
              <a:t>添加论文内容第四部分标题</a:t>
            </a:r>
            <a:endParaRPr lang="zh-CN" altLang="en-US" sz="2800" b="1" dirty="0">
              <a:solidFill>
                <a:schemeClr val="bg1"/>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Arial" panose="020B0604020202020204" pitchFamily="34" charset="0"/>
            </a:endParaRPr>
          </a:p>
        </p:txBody>
      </p:sp>
      <p:grpSp>
        <p:nvGrpSpPr>
          <p:cNvPr id="5" name="组合 4"/>
          <p:cNvGrpSpPr/>
          <p:nvPr/>
        </p:nvGrpSpPr>
        <p:grpSpPr>
          <a:xfrm>
            <a:off x="159153" y="96791"/>
            <a:ext cx="593817" cy="593817"/>
            <a:chOff x="1131485" y="2234042"/>
            <a:chExt cx="1607262" cy="1607262"/>
          </a:xfrm>
        </p:grpSpPr>
        <p:sp>
          <p:nvSpPr>
            <p:cNvPr id="6" name="椭圆 5"/>
            <p:cNvSpPr/>
            <p:nvPr/>
          </p:nvSpPr>
          <p:spPr>
            <a:xfrm>
              <a:off x="1131485" y="2234042"/>
              <a:ext cx="1607262" cy="1607262"/>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椭圆 6"/>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0" name="矩形 9"/>
          <p:cNvSpPr/>
          <p:nvPr/>
        </p:nvSpPr>
        <p:spPr>
          <a:xfrm>
            <a:off x="0" y="806450"/>
            <a:ext cx="12192000" cy="6051550"/>
          </a:xfrm>
          <a:prstGeom prst="rect">
            <a:avLst/>
          </a:prstGeom>
          <a:solidFill>
            <a:schemeClr val="bg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Freeform 6"/>
          <p:cNvSpPr/>
          <p:nvPr/>
        </p:nvSpPr>
        <p:spPr bwMode="auto">
          <a:xfrm>
            <a:off x="1388534" y="1866900"/>
            <a:ext cx="1170517" cy="1168400"/>
          </a:xfrm>
          <a:custGeom>
            <a:avLst/>
            <a:gdLst>
              <a:gd name="T0" fmla="*/ 553 w 553"/>
              <a:gd name="T1" fmla="*/ 552 h 552"/>
              <a:gd name="T2" fmla="*/ 0 w 553"/>
              <a:gd name="T3" fmla="*/ 552 h 552"/>
              <a:gd name="T4" fmla="*/ 0 w 553"/>
              <a:gd name="T5" fmla="*/ 0 h 552"/>
              <a:gd name="T6" fmla="*/ 553 w 553"/>
              <a:gd name="T7" fmla="*/ 0 h 552"/>
              <a:gd name="T8" fmla="*/ 553 w 553"/>
              <a:gd name="T9" fmla="*/ 552 h 552"/>
              <a:gd name="T10" fmla="*/ 553 w 553"/>
              <a:gd name="T11" fmla="*/ 552 h 5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2">
                <a:moveTo>
                  <a:pt x="553" y="552"/>
                </a:moveTo>
                <a:lnTo>
                  <a:pt x="0" y="552"/>
                </a:lnTo>
                <a:lnTo>
                  <a:pt x="0" y="0"/>
                </a:lnTo>
                <a:lnTo>
                  <a:pt x="553" y="0"/>
                </a:lnTo>
                <a:lnTo>
                  <a:pt x="553" y="552"/>
                </a:lnTo>
                <a:close/>
              </a:path>
            </a:pathLst>
          </a:custGeom>
          <a:solidFill>
            <a:schemeClr val="accent2"/>
          </a:solidFill>
          <a:ln>
            <a:noFill/>
          </a:ln>
        </p:spPr>
        <p:txBody>
          <a:bodyPr/>
          <a:lstStyle/>
          <a:p>
            <a:endParaRPr lang="zh-CN" altLang="en-US" sz="2400">
              <a:cs typeface="+mn-ea"/>
              <a:sym typeface="+mn-lt"/>
            </a:endParaRPr>
          </a:p>
        </p:txBody>
      </p:sp>
      <p:sp>
        <p:nvSpPr>
          <p:cNvPr id="12" name="Freeform 7"/>
          <p:cNvSpPr/>
          <p:nvPr/>
        </p:nvSpPr>
        <p:spPr bwMode="auto">
          <a:xfrm>
            <a:off x="1388534" y="3225800"/>
            <a:ext cx="1170517" cy="1170517"/>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chemeClr val="accent3"/>
          </a:solidFill>
          <a:ln>
            <a:noFill/>
          </a:ln>
        </p:spPr>
        <p:txBody>
          <a:bodyPr/>
          <a:lstStyle/>
          <a:p>
            <a:endParaRPr lang="zh-CN" altLang="en-US" sz="2400">
              <a:cs typeface="+mn-ea"/>
              <a:sym typeface="+mn-lt"/>
            </a:endParaRPr>
          </a:p>
        </p:txBody>
      </p:sp>
      <p:sp>
        <p:nvSpPr>
          <p:cNvPr id="13" name="Freeform 8"/>
          <p:cNvSpPr/>
          <p:nvPr/>
        </p:nvSpPr>
        <p:spPr bwMode="auto">
          <a:xfrm>
            <a:off x="1388534" y="4597400"/>
            <a:ext cx="1170517" cy="1170517"/>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chemeClr val="accent4"/>
          </a:solidFill>
          <a:ln>
            <a:noFill/>
          </a:ln>
        </p:spPr>
        <p:txBody>
          <a:bodyPr/>
          <a:lstStyle/>
          <a:p>
            <a:endParaRPr lang="zh-CN" altLang="en-US" sz="2400">
              <a:cs typeface="+mn-ea"/>
              <a:sym typeface="+mn-lt"/>
            </a:endParaRPr>
          </a:p>
        </p:txBody>
      </p:sp>
      <p:sp>
        <p:nvSpPr>
          <p:cNvPr id="14" name="Freeform 9"/>
          <p:cNvSpPr/>
          <p:nvPr/>
        </p:nvSpPr>
        <p:spPr bwMode="auto">
          <a:xfrm>
            <a:off x="2770718" y="4597400"/>
            <a:ext cx="1170517" cy="1170517"/>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chemeClr val="accent2"/>
          </a:solidFill>
          <a:ln>
            <a:noFill/>
          </a:ln>
        </p:spPr>
        <p:txBody>
          <a:bodyPr/>
          <a:lstStyle/>
          <a:p>
            <a:endParaRPr lang="zh-CN" altLang="en-US" sz="2400">
              <a:cs typeface="+mn-ea"/>
              <a:sym typeface="+mn-lt"/>
            </a:endParaRPr>
          </a:p>
        </p:txBody>
      </p:sp>
      <p:sp>
        <p:nvSpPr>
          <p:cNvPr id="15" name="Freeform 10"/>
          <p:cNvSpPr/>
          <p:nvPr/>
        </p:nvSpPr>
        <p:spPr bwMode="auto">
          <a:xfrm>
            <a:off x="4144433" y="4597400"/>
            <a:ext cx="1168400" cy="1170517"/>
          </a:xfrm>
          <a:custGeom>
            <a:avLst/>
            <a:gdLst>
              <a:gd name="T0" fmla="*/ 552 w 552"/>
              <a:gd name="T1" fmla="*/ 553 h 553"/>
              <a:gd name="T2" fmla="*/ 0 w 552"/>
              <a:gd name="T3" fmla="*/ 553 h 553"/>
              <a:gd name="T4" fmla="*/ 0 w 552"/>
              <a:gd name="T5" fmla="*/ 0 h 553"/>
              <a:gd name="T6" fmla="*/ 552 w 552"/>
              <a:gd name="T7" fmla="*/ 0 h 553"/>
              <a:gd name="T8" fmla="*/ 552 w 552"/>
              <a:gd name="T9" fmla="*/ 553 h 553"/>
              <a:gd name="T10" fmla="*/ 552 w 552"/>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3">
                <a:moveTo>
                  <a:pt x="552" y="553"/>
                </a:moveTo>
                <a:lnTo>
                  <a:pt x="0" y="553"/>
                </a:lnTo>
                <a:lnTo>
                  <a:pt x="0" y="0"/>
                </a:lnTo>
                <a:lnTo>
                  <a:pt x="552" y="0"/>
                </a:lnTo>
                <a:lnTo>
                  <a:pt x="552" y="553"/>
                </a:lnTo>
                <a:close/>
              </a:path>
            </a:pathLst>
          </a:custGeom>
          <a:solidFill>
            <a:schemeClr val="accent4"/>
          </a:solidFill>
          <a:ln>
            <a:noFill/>
          </a:ln>
        </p:spPr>
        <p:txBody>
          <a:bodyPr/>
          <a:lstStyle/>
          <a:p>
            <a:endParaRPr lang="zh-CN" altLang="en-US" sz="2400">
              <a:cs typeface="+mn-ea"/>
              <a:sym typeface="+mn-lt"/>
            </a:endParaRPr>
          </a:p>
        </p:txBody>
      </p:sp>
      <p:sp>
        <p:nvSpPr>
          <p:cNvPr id="16" name="Freeform 11"/>
          <p:cNvSpPr/>
          <p:nvPr/>
        </p:nvSpPr>
        <p:spPr bwMode="auto">
          <a:xfrm>
            <a:off x="5516033" y="4597400"/>
            <a:ext cx="1168400" cy="1170517"/>
          </a:xfrm>
          <a:custGeom>
            <a:avLst/>
            <a:gdLst>
              <a:gd name="T0" fmla="*/ 552 w 552"/>
              <a:gd name="T1" fmla="*/ 553 h 553"/>
              <a:gd name="T2" fmla="*/ 0 w 552"/>
              <a:gd name="T3" fmla="*/ 553 h 553"/>
              <a:gd name="T4" fmla="*/ 0 w 552"/>
              <a:gd name="T5" fmla="*/ 0 h 553"/>
              <a:gd name="T6" fmla="*/ 552 w 552"/>
              <a:gd name="T7" fmla="*/ 0 h 553"/>
              <a:gd name="T8" fmla="*/ 552 w 552"/>
              <a:gd name="T9" fmla="*/ 553 h 553"/>
              <a:gd name="T10" fmla="*/ 552 w 552"/>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3">
                <a:moveTo>
                  <a:pt x="552" y="553"/>
                </a:moveTo>
                <a:lnTo>
                  <a:pt x="0" y="553"/>
                </a:lnTo>
                <a:lnTo>
                  <a:pt x="0" y="0"/>
                </a:lnTo>
                <a:lnTo>
                  <a:pt x="552" y="0"/>
                </a:lnTo>
                <a:lnTo>
                  <a:pt x="552" y="553"/>
                </a:lnTo>
                <a:close/>
              </a:path>
            </a:pathLst>
          </a:custGeom>
          <a:solidFill>
            <a:schemeClr val="accent1"/>
          </a:solidFill>
          <a:ln>
            <a:noFill/>
          </a:ln>
        </p:spPr>
        <p:txBody>
          <a:bodyPr/>
          <a:lstStyle/>
          <a:p>
            <a:endParaRPr lang="zh-CN" altLang="en-US" sz="2400">
              <a:cs typeface="+mn-ea"/>
              <a:sym typeface="+mn-lt"/>
            </a:endParaRPr>
          </a:p>
        </p:txBody>
      </p:sp>
      <p:sp>
        <p:nvSpPr>
          <p:cNvPr id="17" name="Freeform 12"/>
          <p:cNvSpPr/>
          <p:nvPr/>
        </p:nvSpPr>
        <p:spPr bwMode="auto">
          <a:xfrm>
            <a:off x="6898218" y="4597400"/>
            <a:ext cx="1170517" cy="1170517"/>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chemeClr val="accent5"/>
          </a:solidFill>
          <a:ln>
            <a:noFill/>
          </a:ln>
        </p:spPr>
        <p:txBody>
          <a:bodyPr/>
          <a:lstStyle/>
          <a:p>
            <a:endParaRPr lang="zh-CN" altLang="en-US" sz="2400">
              <a:cs typeface="+mn-ea"/>
              <a:sym typeface="+mn-lt"/>
            </a:endParaRPr>
          </a:p>
        </p:txBody>
      </p:sp>
      <p:sp>
        <p:nvSpPr>
          <p:cNvPr id="18" name="Freeform 13"/>
          <p:cNvSpPr/>
          <p:nvPr/>
        </p:nvSpPr>
        <p:spPr bwMode="auto">
          <a:xfrm>
            <a:off x="5516033" y="3249084"/>
            <a:ext cx="1168400" cy="1168400"/>
          </a:xfrm>
          <a:custGeom>
            <a:avLst/>
            <a:gdLst>
              <a:gd name="T0" fmla="*/ 552 w 552"/>
              <a:gd name="T1" fmla="*/ 552 h 552"/>
              <a:gd name="T2" fmla="*/ 0 w 552"/>
              <a:gd name="T3" fmla="*/ 552 h 552"/>
              <a:gd name="T4" fmla="*/ 0 w 552"/>
              <a:gd name="T5" fmla="*/ 0 h 552"/>
              <a:gd name="T6" fmla="*/ 552 w 552"/>
              <a:gd name="T7" fmla="*/ 0 h 552"/>
              <a:gd name="T8" fmla="*/ 552 w 552"/>
              <a:gd name="T9" fmla="*/ 552 h 552"/>
              <a:gd name="T10" fmla="*/ 552 w 552"/>
              <a:gd name="T11" fmla="*/ 552 h 5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2">
                <a:moveTo>
                  <a:pt x="552" y="552"/>
                </a:moveTo>
                <a:lnTo>
                  <a:pt x="0" y="552"/>
                </a:lnTo>
                <a:lnTo>
                  <a:pt x="0" y="0"/>
                </a:lnTo>
                <a:lnTo>
                  <a:pt x="552" y="0"/>
                </a:lnTo>
                <a:lnTo>
                  <a:pt x="552" y="552"/>
                </a:lnTo>
                <a:close/>
              </a:path>
            </a:pathLst>
          </a:custGeom>
          <a:solidFill>
            <a:schemeClr val="accent4"/>
          </a:solidFill>
          <a:ln>
            <a:noFill/>
          </a:ln>
        </p:spPr>
        <p:txBody>
          <a:bodyPr/>
          <a:lstStyle/>
          <a:p>
            <a:endParaRPr lang="zh-CN" altLang="en-US" sz="2400">
              <a:cs typeface="+mn-ea"/>
              <a:sym typeface="+mn-lt"/>
            </a:endParaRPr>
          </a:p>
        </p:txBody>
      </p:sp>
      <p:sp>
        <p:nvSpPr>
          <p:cNvPr id="19" name="Freeform 14"/>
          <p:cNvSpPr/>
          <p:nvPr/>
        </p:nvSpPr>
        <p:spPr bwMode="auto">
          <a:xfrm>
            <a:off x="6898218" y="3249084"/>
            <a:ext cx="1170517" cy="1168400"/>
          </a:xfrm>
          <a:custGeom>
            <a:avLst/>
            <a:gdLst>
              <a:gd name="T0" fmla="*/ 553 w 553"/>
              <a:gd name="T1" fmla="*/ 552 h 552"/>
              <a:gd name="T2" fmla="*/ 0 w 553"/>
              <a:gd name="T3" fmla="*/ 552 h 552"/>
              <a:gd name="T4" fmla="*/ 0 w 553"/>
              <a:gd name="T5" fmla="*/ 0 h 552"/>
              <a:gd name="T6" fmla="*/ 553 w 553"/>
              <a:gd name="T7" fmla="*/ 0 h 552"/>
              <a:gd name="T8" fmla="*/ 553 w 553"/>
              <a:gd name="T9" fmla="*/ 552 h 552"/>
              <a:gd name="T10" fmla="*/ 553 w 553"/>
              <a:gd name="T11" fmla="*/ 552 h 5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2">
                <a:moveTo>
                  <a:pt x="553" y="552"/>
                </a:moveTo>
                <a:lnTo>
                  <a:pt x="0" y="552"/>
                </a:lnTo>
                <a:lnTo>
                  <a:pt x="0" y="0"/>
                </a:lnTo>
                <a:lnTo>
                  <a:pt x="553" y="0"/>
                </a:lnTo>
                <a:lnTo>
                  <a:pt x="553" y="552"/>
                </a:lnTo>
                <a:close/>
              </a:path>
            </a:pathLst>
          </a:custGeom>
          <a:solidFill>
            <a:schemeClr val="accent1"/>
          </a:solidFill>
          <a:ln>
            <a:noFill/>
          </a:ln>
        </p:spPr>
        <p:txBody>
          <a:bodyPr/>
          <a:lstStyle/>
          <a:p>
            <a:endParaRPr lang="zh-CN" altLang="en-US" sz="2400">
              <a:cs typeface="+mn-ea"/>
              <a:sym typeface="+mn-lt"/>
            </a:endParaRPr>
          </a:p>
        </p:txBody>
      </p:sp>
      <p:sp>
        <p:nvSpPr>
          <p:cNvPr id="20" name="Freeform 15"/>
          <p:cNvSpPr/>
          <p:nvPr/>
        </p:nvSpPr>
        <p:spPr bwMode="auto">
          <a:xfrm>
            <a:off x="5516033" y="1888067"/>
            <a:ext cx="1168400" cy="1170517"/>
          </a:xfrm>
          <a:custGeom>
            <a:avLst/>
            <a:gdLst>
              <a:gd name="T0" fmla="*/ 552 w 552"/>
              <a:gd name="T1" fmla="*/ 553 h 553"/>
              <a:gd name="T2" fmla="*/ 0 w 552"/>
              <a:gd name="T3" fmla="*/ 553 h 553"/>
              <a:gd name="T4" fmla="*/ 0 w 552"/>
              <a:gd name="T5" fmla="*/ 0 h 553"/>
              <a:gd name="T6" fmla="*/ 552 w 552"/>
              <a:gd name="T7" fmla="*/ 0 h 553"/>
              <a:gd name="T8" fmla="*/ 552 w 552"/>
              <a:gd name="T9" fmla="*/ 553 h 553"/>
              <a:gd name="T10" fmla="*/ 552 w 552"/>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3">
                <a:moveTo>
                  <a:pt x="552" y="553"/>
                </a:moveTo>
                <a:lnTo>
                  <a:pt x="0" y="553"/>
                </a:lnTo>
                <a:lnTo>
                  <a:pt x="0" y="0"/>
                </a:lnTo>
                <a:lnTo>
                  <a:pt x="552" y="0"/>
                </a:lnTo>
                <a:lnTo>
                  <a:pt x="552" y="553"/>
                </a:lnTo>
                <a:close/>
              </a:path>
            </a:pathLst>
          </a:custGeom>
          <a:solidFill>
            <a:schemeClr val="accent3"/>
          </a:solidFill>
          <a:ln>
            <a:noFill/>
          </a:ln>
        </p:spPr>
        <p:txBody>
          <a:bodyPr/>
          <a:lstStyle/>
          <a:p>
            <a:endParaRPr lang="zh-CN" altLang="en-US" sz="2400">
              <a:cs typeface="+mn-ea"/>
              <a:sym typeface="+mn-lt"/>
            </a:endParaRPr>
          </a:p>
        </p:txBody>
      </p:sp>
      <p:sp>
        <p:nvSpPr>
          <p:cNvPr id="21" name="Freeform 16"/>
          <p:cNvSpPr/>
          <p:nvPr/>
        </p:nvSpPr>
        <p:spPr bwMode="auto">
          <a:xfrm>
            <a:off x="6898218" y="1888067"/>
            <a:ext cx="1170517" cy="1170517"/>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chemeClr val="accent5"/>
          </a:solidFill>
          <a:ln>
            <a:noFill/>
          </a:ln>
        </p:spPr>
        <p:txBody>
          <a:bodyPr/>
          <a:lstStyle/>
          <a:p>
            <a:endParaRPr lang="zh-CN" altLang="en-US" sz="2400">
              <a:cs typeface="+mn-ea"/>
              <a:sym typeface="+mn-lt"/>
            </a:endParaRPr>
          </a:p>
        </p:txBody>
      </p:sp>
      <p:sp>
        <p:nvSpPr>
          <p:cNvPr id="22" name="Freeform 17"/>
          <p:cNvSpPr/>
          <p:nvPr/>
        </p:nvSpPr>
        <p:spPr bwMode="auto">
          <a:xfrm>
            <a:off x="8248651" y="1888067"/>
            <a:ext cx="1168400" cy="1170517"/>
          </a:xfrm>
          <a:custGeom>
            <a:avLst/>
            <a:gdLst>
              <a:gd name="T0" fmla="*/ 552 w 552"/>
              <a:gd name="T1" fmla="*/ 553 h 553"/>
              <a:gd name="T2" fmla="*/ 0 w 552"/>
              <a:gd name="T3" fmla="*/ 553 h 553"/>
              <a:gd name="T4" fmla="*/ 0 w 552"/>
              <a:gd name="T5" fmla="*/ 0 h 553"/>
              <a:gd name="T6" fmla="*/ 552 w 552"/>
              <a:gd name="T7" fmla="*/ 0 h 553"/>
              <a:gd name="T8" fmla="*/ 552 w 552"/>
              <a:gd name="T9" fmla="*/ 553 h 553"/>
              <a:gd name="T10" fmla="*/ 552 w 552"/>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2" h="553">
                <a:moveTo>
                  <a:pt x="552" y="553"/>
                </a:moveTo>
                <a:lnTo>
                  <a:pt x="0" y="553"/>
                </a:lnTo>
                <a:lnTo>
                  <a:pt x="0" y="0"/>
                </a:lnTo>
                <a:lnTo>
                  <a:pt x="552" y="0"/>
                </a:lnTo>
                <a:lnTo>
                  <a:pt x="552" y="553"/>
                </a:lnTo>
                <a:close/>
              </a:path>
            </a:pathLst>
          </a:custGeom>
          <a:solidFill>
            <a:schemeClr val="accent2"/>
          </a:solidFill>
          <a:ln>
            <a:noFill/>
          </a:ln>
        </p:spPr>
        <p:txBody>
          <a:bodyPr/>
          <a:lstStyle/>
          <a:p>
            <a:endParaRPr lang="zh-CN" altLang="en-US" sz="2400">
              <a:cs typeface="+mn-ea"/>
              <a:sym typeface="+mn-lt"/>
            </a:endParaRPr>
          </a:p>
        </p:txBody>
      </p:sp>
      <p:sp>
        <p:nvSpPr>
          <p:cNvPr id="23" name="Freeform 18"/>
          <p:cNvSpPr/>
          <p:nvPr/>
        </p:nvSpPr>
        <p:spPr bwMode="auto">
          <a:xfrm>
            <a:off x="9620251" y="1888067"/>
            <a:ext cx="1170517" cy="1170517"/>
          </a:xfrm>
          <a:custGeom>
            <a:avLst/>
            <a:gdLst>
              <a:gd name="T0" fmla="*/ 553 w 553"/>
              <a:gd name="T1" fmla="*/ 553 h 553"/>
              <a:gd name="T2" fmla="*/ 0 w 553"/>
              <a:gd name="T3" fmla="*/ 553 h 553"/>
              <a:gd name="T4" fmla="*/ 0 w 553"/>
              <a:gd name="T5" fmla="*/ 0 h 553"/>
              <a:gd name="T6" fmla="*/ 553 w 553"/>
              <a:gd name="T7" fmla="*/ 0 h 553"/>
              <a:gd name="T8" fmla="*/ 553 w 553"/>
              <a:gd name="T9" fmla="*/ 553 h 553"/>
              <a:gd name="T10" fmla="*/ 553 w 553"/>
              <a:gd name="T11" fmla="*/ 553 h 5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3" h="553">
                <a:moveTo>
                  <a:pt x="553" y="553"/>
                </a:moveTo>
                <a:lnTo>
                  <a:pt x="0" y="553"/>
                </a:lnTo>
                <a:lnTo>
                  <a:pt x="0" y="0"/>
                </a:lnTo>
                <a:lnTo>
                  <a:pt x="553" y="0"/>
                </a:lnTo>
                <a:lnTo>
                  <a:pt x="553" y="553"/>
                </a:lnTo>
                <a:close/>
              </a:path>
            </a:pathLst>
          </a:custGeom>
          <a:solidFill>
            <a:schemeClr val="accent4"/>
          </a:solidFill>
          <a:ln>
            <a:noFill/>
          </a:ln>
        </p:spPr>
        <p:txBody>
          <a:bodyPr/>
          <a:lstStyle/>
          <a:p>
            <a:endParaRPr lang="zh-CN" altLang="en-US" sz="2400">
              <a:cs typeface="+mn-ea"/>
              <a:sym typeface="+mn-lt"/>
            </a:endParaRPr>
          </a:p>
        </p:txBody>
      </p:sp>
      <p:sp>
        <p:nvSpPr>
          <p:cNvPr id="24" name="Freeform 19"/>
          <p:cNvSpPr/>
          <p:nvPr/>
        </p:nvSpPr>
        <p:spPr bwMode="auto">
          <a:xfrm>
            <a:off x="2770718" y="1866900"/>
            <a:ext cx="2542117" cy="2506133"/>
          </a:xfrm>
          <a:custGeom>
            <a:avLst/>
            <a:gdLst>
              <a:gd name="T0" fmla="*/ 1201 w 1201"/>
              <a:gd name="T1" fmla="*/ 1184 h 1184"/>
              <a:gd name="T2" fmla="*/ 0 w 1201"/>
              <a:gd name="T3" fmla="*/ 1184 h 1184"/>
              <a:gd name="T4" fmla="*/ 0 w 1201"/>
              <a:gd name="T5" fmla="*/ 0 h 1184"/>
              <a:gd name="T6" fmla="*/ 1201 w 1201"/>
              <a:gd name="T7" fmla="*/ 0 h 1184"/>
              <a:gd name="T8" fmla="*/ 1201 w 1201"/>
              <a:gd name="T9" fmla="*/ 1184 h 1184"/>
              <a:gd name="T10" fmla="*/ 1201 w 1201"/>
              <a:gd name="T11" fmla="*/ 1184 h 11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01" h="1184">
                <a:moveTo>
                  <a:pt x="1201" y="1184"/>
                </a:moveTo>
                <a:lnTo>
                  <a:pt x="0" y="1184"/>
                </a:lnTo>
                <a:lnTo>
                  <a:pt x="0" y="0"/>
                </a:lnTo>
                <a:lnTo>
                  <a:pt x="1201" y="0"/>
                </a:lnTo>
                <a:lnTo>
                  <a:pt x="1201" y="1184"/>
                </a:lnTo>
                <a:close/>
              </a:path>
            </a:pathLst>
          </a:custGeom>
          <a:solidFill>
            <a:schemeClr val="accent1"/>
          </a:solidFill>
          <a:ln>
            <a:noFill/>
          </a:ln>
        </p:spPr>
        <p:txBody>
          <a:bodyPr/>
          <a:lstStyle/>
          <a:p>
            <a:endParaRPr lang="zh-CN" altLang="en-US" sz="2400">
              <a:cs typeface="+mn-ea"/>
              <a:sym typeface="+mn-lt"/>
            </a:endParaRPr>
          </a:p>
        </p:txBody>
      </p:sp>
      <p:sp>
        <p:nvSpPr>
          <p:cNvPr id="25" name="Freeform 20"/>
          <p:cNvSpPr/>
          <p:nvPr/>
        </p:nvSpPr>
        <p:spPr bwMode="auto">
          <a:xfrm>
            <a:off x="8269818" y="3249084"/>
            <a:ext cx="2542117" cy="2506133"/>
          </a:xfrm>
          <a:custGeom>
            <a:avLst/>
            <a:gdLst>
              <a:gd name="T0" fmla="*/ 1201 w 1201"/>
              <a:gd name="T1" fmla="*/ 1184 h 1184"/>
              <a:gd name="T2" fmla="*/ 0 w 1201"/>
              <a:gd name="T3" fmla="*/ 1184 h 1184"/>
              <a:gd name="T4" fmla="*/ 0 w 1201"/>
              <a:gd name="T5" fmla="*/ 0 h 1184"/>
              <a:gd name="T6" fmla="*/ 1201 w 1201"/>
              <a:gd name="T7" fmla="*/ 0 h 1184"/>
              <a:gd name="T8" fmla="*/ 1201 w 1201"/>
              <a:gd name="T9" fmla="*/ 1184 h 1184"/>
              <a:gd name="T10" fmla="*/ 1201 w 1201"/>
              <a:gd name="T11" fmla="*/ 1184 h 118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01" h="1184">
                <a:moveTo>
                  <a:pt x="1201" y="1184"/>
                </a:moveTo>
                <a:lnTo>
                  <a:pt x="0" y="1184"/>
                </a:lnTo>
                <a:lnTo>
                  <a:pt x="0" y="0"/>
                </a:lnTo>
                <a:lnTo>
                  <a:pt x="1201" y="0"/>
                </a:lnTo>
                <a:lnTo>
                  <a:pt x="1201" y="1184"/>
                </a:lnTo>
                <a:close/>
              </a:path>
            </a:pathLst>
          </a:custGeom>
          <a:solidFill>
            <a:schemeClr val="accent3"/>
          </a:solidFill>
          <a:ln>
            <a:noFill/>
          </a:ln>
        </p:spPr>
        <p:txBody>
          <a:bodyPr/>
          <a:lstStyle/>
          <a:p>
            <a:endParaRPr lang="zh-CN" altLang="en-US" sz="2400">
              <a:cs typeface="+mn-ea"/>
              <a:sym typeface="+mn-lt"/>
            </a:endParaRPr>
          </a:p>
        </p:txBody>
      </p:sp>
      <p:sp>
        <p:nvSpPr>
          <p:cNvPr id="26" name="Freeform 70"/>
          <p:cNvSpPr/>
          <p:nvPr/>
        </p:nvSpPr>
        <p:spPr bwMode="auto">
          <a:xfrm>
            <a:off x="5808134" y="3598334"/>
            <a:ext cx="675217" cy="505884"/>
          </a:xfrm>
          <a:custGeom>
            <a:avLst/>
            <a:gdLst>
              <a:gd name="T0" fmla="*/ 24053 w 60"/>
              <a:gd name="T1" fmla="*/ 0 h 45"/>
              <a:gd name="T2" fmla="*/ 0 w 60"/>
              <a:gd name="T3" fmla="*/ 15880 h 45"/>
              <a:gd name="T4" fmla="*/ 12016 w 60"/>
              <a:gd name="T5" fmla="*/ 30268 h 45"/>
              <a:gd name="T6" fmla="*/ 7209 w 60"/>
              <a:gd name="T7" fmla="*/ 35797 h 45"/>
              <a:gd name="T8" fmla="*/ 15945 w 60"/>
              <a:gd name="T9" fmla="*/ 31001 h 45"/>
              <a:gd name="T10" fmla="*/ 24053 w 60"/>
              <a:gd name="T11" fmla="*/ 32663 h 45"/>
              <a:gd name="T12" fmla="*/ 47940 w 60"/>
              <a:gd name="T13" fmla="*/ 15880 h 45"/>
              <a:gd name="T14" fmla="*/ 24053 w 60"/>
              <a:gd name="T15" fmla="*/ 0 h 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0" h="45">
                <a:moveTo>
                  <a:pt x="30" y="0"/>
                </a:moveTo>
                <a:cubicBezTo>
                  <a:pt x="14" y="0"/>
                  <a:pt x="0" y="9"/>
                  <a:pt x="0" y="20"/>
                </a:cubicBezTo>
                <a:cubicBezTo>
                  <a:pt x="0" y="28"/>
                  <a:pt x="6" y="34"/>
                  <a:pt x="15" y="38"/>
                </a:cubicBezTo>
                <a:cubicBezTo>
                  <a:pt x="9" y="45"/>
                  <a:pt x="9" y="45"/>
                  <a:pt x="9" y="45"/>
                </a:cubicBezTo>
                <a:cubicBezTo>
                  <a:pt x="20" y="39"/>
                  <a:pt x="20" y="39"/>
                  <a:pt x="20" y="39"/>
                </a:cubicBezTo>
                <a:cubicBezTo>
                  <a:pt x="23" y="40"/>
                  <a:pt x="27" y="41"/>
                  <a:pt x="30" y="41"/>
                </a:cubicBezTo>
                <a:cubicBezTo>
                  <a:pt x="47" y="41"/>
                  <a:pt x="60" y="32"/>
                  <a:pt x="60" y="20"/>
                </a:cubicBezTo>
                <a:cubicBezTo>
                  <a:pt x="60" y="9"/>
                  <a:pt x="47" y="0"/>
                  <a:pt x="30"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cs typeface="+mn-ea"/>
              <a:sym typeface="+mn-lt"/>
            </a:endParaRPr>
          </a:p>
        </p:txBody>
      </p:sp>
      <p:sp>
        <p:nvSpPr>
          <p:cNvPr id="27" name="Freeform 71"/>
          <p:cNvSpPr/>
          <p:nvPr/>
        </p:nvSpPr>
        <p:spPr bwMode="auto">
          <a:xfrm>
            <a:off x="1737784" y="4991100"/>
            <a:ext cx="448733" cy="482600"/>
          </a:xfrm>
          <a:custGeom>
            <a:avLst/>
            <a:gdLst>
              <a:gd name="T0" fmla="*/ 20532 w 40"/>
              <a:gd name="T1" fmla="*/ 14168 h 43"/>
              <a:gd name="T2" fmla="*/ 23680 w 40"/>
              <a:gd name="T3" fmla="*/ 7900 h 43"/>
              <a:gd name="T4" fmla="*/ 15789 w 40"/>
              <a:gd name="T5" fmla="*/ 0 h 43"/>
              <a:gd name="T6" fmla="*/ 7892 w 40"/>
              <a:gd name="T7" fmla="*/ 7900 h 43"/>
              <a:gd name="T8" fmla="*/ 11013 w 40"/>
              <a:gd name="T9" fmla="*/ 14168 h 43"/>
              <a:gd name="T10" fmla="*/ 0 w 40"/>
              <a:gd name="T11" fmla="*/ 33993 h 43"/>
              <a:gd name="T12" fmla="*/ 31572 w 40"/>
              <a:gd name="T13" fmla="*/ 33993 h 43"/>
              <a:gd name="T14" fmla="*/ 20532 w 40"/>
              <a:gd name="T15" fmla="*/ 14168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0" h="43">
                <a:moveTo>
                  <a:pt x="26" y="18"/>
                </a:moveTo>
                <a:cubicBezTo>
                  <a:pt x="28" y="16"/>
                  <a:pt x="30" y="13"/>
                  <a:pt x="30" y="10"/>
                </a:cubicBezTo>
                <a:cubicBezTo>
                  <a:pt x="30" y="4"/>
                  <a:pt x="26" y="0"/>
                  <a:pt x="20" y="0"/>
                </a:cubicBezTo>
                <a:cubicBezTo>
                  <a:pt x="14" y="0"/>
                  <a:pt x="10" y="4"/>
                  <a:pt x="10" y="10"/>
                </a:cubicBezTo>
                <a:cubicBezTo>
                  <a:pt x="10" y="13"/>
                  <a:pt x="11" y="16"/>
                  <a:pt x="14" y="18"/>
                </a:cubicBezTo>
                <a:cubicBezTo>
                  <a:pt x="7" y="22"/>
                  <a:pt x="1" y="31"/>
                  <a:pt x="0" y="43"/>
                </a:cubicBezTo>
                <a:cubicBezTo>
                  <a:pt x="40" y="43"/>
                  <a:pt x="40" y="43"/>
                  <a:pt x="40" y="43"/>
                </a:cubicBezTo>
                <a:cubicBezTo>
                  <a:pt x="39" y="31"/>
                  <a:pt x="33" y="22"/>
                  <a:pt x="26" y="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cs typeface="+mn-ea"/>
              <a:sym typeface="+mn-lt"/>
            </a:endParaRPr>
          </a:p>
        </p:txBody>
      </p:sp>
      <p:sp>
        <p:nvSpPr>
          <p:cNvPr id="28" name="Oval 72"/>
          <p:cNvSpPr>
            <a:spLocks noChangeArrowheads="1"/>
          </p:cNvSpPr>
          <p:nvPr/>
        </p:nvSpPr>
        <p:spPr bwMode="auto">
          <a:xfrm>
            <a:off x="4447117" y="5317067"/>
            <a:ext cx="135467" cy="146051"/>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cs typeface="+mn-ea"/>
              <a:sym typeface="+mn-lt"/>
            </a:endParaRPr>
          </a:p>
        </p:txBody>
      </p:sp>
      <p:sp>
        <p:nvSpPr>
          <p:cNvPr id="29" name="Freeform 73"/>
          <p:cNvSpPr/>
          <p:nvPr/>
        </p:nvSpPr>
        <p:spPr bwMode="auto">
          <a:xfrm>
            <a:off x="4447117" y="4946651"/>
            <a:ext cx="516467" cy="505884"/>
          </a:xfrm>
          <a:custGeom>
            <a:avLst/>
            <a:gdLst>
              <a:gd name="T0" fmla="*/ 36409 w 46"/>
              <a:gd name="T1" fmla="*/ 35797 h 45"/>
              <a:gd name="T2" fmla="*/ 30134 w 46"/>
              <a:gd name="T3" fmla="*/ 35797 h 45"/>
              <a:gd name="T4" fmla="*/ 0 w 46"/>
              <a:gd name="T5" fmla="*/ 6288 h 45"/>
              <a:gd name="T6" fmla="*/ 0 w 46"/>
              <a:gd name="T7" fmla="*/ 0 h 45"/>
              <a:gd name="T8" fmla="*/ 36409 w 46"/>
              <a:gd name="T9" fmla="*/ 35797 h 45"/>
              <a:gd name="T10" fmla="*/ 36409 w 46"/>
              <a:gd name="T11" fmla="*/ 35797 h 4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45">
                <a:moveTo>
                  <a:pt x="46" y="45"/>
                </a:moveTo>
                <a:cubicBezTo>
                  <a:pt x="38" y="45"/>
                  <a:pt x="38" y="45"/>
                  <a:pt x="38" y="45"/>
                </a:cubicBezTo>
                <a:cubicBezTo>
                  <a:pt x="37" y="25"/>
                  <a:pt x="21" y="8"/>
                  <a:pt x="0" y="8"/>
                </a:cubicBezTo>
                <a:cubicBezTo>
                  <a:pt x="0" y="0"/>
                  <a:pt x="0" y="0"/>
                  <a:pt x="0" y="0"/>
                </a:cubicBezTo>
                <a:cubicBezTo>
                  <a:pt x="25" y="0"/>
                  <a:pt x="46" y="20"/>
                  <a:pt x="46" y="45"/>
                </a:cubicBezTo>
                <a:cubicBezTo>
                  <a:pt x="46" y="45"/>
                  <a:pt x="46" y="45"/>
                  <a:pt x="46"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cs typeface="+mn-ea"/>
              <a:sym typeface="+mn-lt"/>
            </a:endParaRPr>
          </a:p>
        </p:txBody>
      </p:sp>
      <p:sp>
        <p:nvSpPr>
          <p:cNvPr id="30" name="Freeform 74"/>
          <p:cNvSpPr/>
          <p:nvPr/>
        </p:nvSpPr>
        <p:spPr bwMode="auto">
          <a:xfrm>
            <a:off x="4447118" y="5126567"/>
            <a:ext cx="336551" cy="325967"/>
          </a:xfrm>
          <a:custGeom>
            <a:avLst/>
            <a:gdLst>
              <a:gd name="T0" fmla="*/ 23680 w 30"/>
              <a:gd name="T1" fmla="*/ 23068 h 29"/>
              <a:gd name="T2" fmla="*/ 17416 w 30"/>
              <a:gd name="T3" fmla="*/ 23068 h 29"/>
              <a:gd name="T4" fmla="*/ 12667 w 30"/>
              <a:gd name="T5" fmla="*/ 11083 h 29"/>
              <a:gd name="T6" fmla="*/ 0 w 30"/>
              <a:gd name="T7" fmla="*/ 6287 h 29"/>
              <a:gd name="T8" fmla="*/ 0 w 30"/>
              <a:gd name="T9" fmla="*/ 0 h 29"/>
              <a:gd name="T10" fmla="*/ 23680 w 30"/>
              <a:gd name="T11" fmla="*/ 23068 h 29"/>
              <a:gd name="T12" fmla="*/ 23680 w 30"/>
              <a:gd name="T13" fmla="*/ 23068 h 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29">
                <a:moveTo>
                  <a:pt x="30" y="29"/>
                </a:moveTo>
                <a:cubicBezTo>
                  <a:pt x="22" y="29"/>
                  <a:pt x="22" y="29"/>
                  <a:pt x="22" y="29"/>
                </a:cubicBezTo>
                <a:cubicBezTo>
                  <a:pt x="22" y="24"/>
                  <a:pt x="20" y="18"/>
                  <a:pt x="16" y="14"/>
                </a:cubicBezTo>
                <a:cubicBezTo>
                  <a:pt x="11" y="10"/>
                  <a:pt x="6" y="8"/>
                  <a:pt x="0" y="8"/>
                </a:cubicBezTo>
                <a:cubicBezTo>
                  <a:pt x="0" y="0"/>
                  <a:pt x="0" y="0"/>
                  <a:pt x="0" y="0"/>
                </a:cubicBezTo>
                <a:cubicBezTo>
                  <a:pt x="17" y="0"/>
                  <a:pt x="30" y="13"/>
                  <a:pt x="30" y="29"/>
                </a:cubicBezTo>
                <a:cubicBezTo>
                  <a:pt x="30" y="29"/>
                  <a:pt x="30" y="29"/>
                  <a:pt x="30" y="2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cs typeface="+mn-ea"/>
              <a:sym typeface="+mn-lt"/>
            </a:endParaRPr>
          </a:p>
        </p:txBody>
      </p:sp>
      <p:sp>
        <p:nvSpPr>
          <p:cNvPr id="31" name="Freeform 75"/>
          <p:cNvSpPr/>
          <p:nvPr/>
        </p:nvSpPr>
        <p:spPr bwMode="auto">
          <a:xfrm>
            <a:off x="1612901" y="2226734"/>
            <a:ext cx="698500" cy="427567"/>
          </a:xfrm>
          <a:custGeom>
            <a:avLst/>
            <a:gdLst>
              <a:gd name="T0" fmla="*/ 40851 w 62"/>
              <a:gd name="T1" fmla="*/ 13507 h 38"/>
              <a:gd name="T2" fmla="*/ 40116 w 62"/>
              <a:gd name="T3" fmla="*/ 13507 h 38"/>
              <a:gd name="T4" fmla="*/ 40851 w 62"/>
              <a:gd name="T5" fmla="*/ 12774 h 38"/>
              <a:gd name="T6" fmla="*/ 28045 w 62"/>
              <a:gd name="T7" fmla="*/ 0 h 38"/>
              <a:gd name="T8" fmla="*/ 15978 w 62"/>
              <a:gd name="T9" fmla="*/ 7968 h 38"/>
              <a:gd name="T10" fmla="*/ 12806 w 62"/>
              <a:gd name="T11" fmla="*/ 7208 h 38"/>
              <a:gd name="T12" fmla="*/ 7223 w 62"/>
              <a:gd name="T13" fmla="*/ 12774 h 38"/>
              <a:gd name="T14" fmla="*/ 7223 w 62"/>
              <a:gd name="T15" fmla="*/ 13507 h 38"/>
              <a:gd name="T16" fmla="*/ 0 w 62"/>
              <a:gd name="T17" fmla="*/ 22379 h 38"/>
              <a:gd name="T18" fmla="*/ 8894 w 62"/>
              <a:gd name="T19" fmla="*/ 30348 h 38"/>
              <a:gd name="T20" fmla="*/ 40851 w 62"/>
              <a:gd name="T21" fmla="*/ 30348 h 38"/>
              <a:gd name="T22" fmla="*/ 49745 w 62"/>
              <a:gd name="T23" fmla="*/ 22379 h 38"/>
              <a:gd name="T24" fmla="*/ 40851 w 62"/>
              <a:gd name="T25" fmla="*/ 13507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2" h="38">
                <a:moveTo>
                  <a:pt x="51" y="17"/>
                </a:moveTo>
                <a:cubicBezTo>
                  <a:pt x="51" y="17"/>
                  <a:pt x="51" y="17"/>
                  <a:pt x="50" y="17"/>
                </a:cubicBezTo>
                <a:cubicBezTo>
                  <a:pt x="50" y="17"/>
                  <a:pt x="51" y="16"/>
                  <a:pt x="51" y="16"/>
                </a:cubicBezTo>
                <a:cubicBezTo>
                  <a:pt x="51" y="7"/>
                  <a:pt x="44" y="0"/>
                  <a:pt x="35" y="0"/>
                </a:cubicBezTo>
                <a:cubicBezTo>
                  <a:pt x="28" y="0"/>
                  <a:pt x="23" y="4"/>
                  <a:pt x="20" y="10"/>
                </a:cubicBezTo>
                <a:cubicBezTo>
                  <a:pt x="19" y="9"/>
                  <a:pt x="18" y="9"/>
                  <a:pt x="16" y="9"/>
                </a:cubicBezTo>
                <a:cubicBezTo>
                  <a:pt x="12" y="9"/>
                  <a:pt x="9" y="12"/>
                  <a:pt x="9" y="16"/>
                </a:cubicBezTo>
                <a:cubicBezTo>
                  <a:pt x="9" y="17"/>
                  <a:pt x="9" y="17"/>
                  <a:pt x="9" y="17"/>
                </a:cubicBezTo>
                <a:cubicBezTo>
                  <a:pt x="4" y="18"/>
                  <a:pt x="0" y="23"/>
                  <a:pt x="0" y="28"/>
                </a:cubicBezTo>
                <a:cubicBezTo>
                  <a:pt x="0" y="33"/>
                  <a:pt x="5" y="38"/>
                  <a:pt x="11" y="38"/>
                </a:cubicBezTo>
                <a:cubicBezTo>
                  <a:pt x="51" y="38"/>
                  <a:pt x="51" y="38"/>
                  <a:pt x="51" y="38"/>
                </a:cubicBezTo>
                <a:cubicBezTo>
                  <a:pt x="57" y="38"/>
                  <a:pt x="62" y="33"/>
                  <a:pt x="62" y="28"/>
                </a:cubicBezTo>
                <a:cubicBezTo>
                  <a:pt x="62" y="22"/>
                  <a:pt x="57" y="17"/>
                  <a:pt x="51"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cs typeface="+mn-ea"/>
              <a:sym typeface="+mn-lt"/>
            </a:endParaRPr>
          </a:p>
        </p:txBody>
      </p:sp>
      <p:sp>
        <p:nvSpPr>
          <p:cNvPr id="32" name="Freeform 76"/>
          <p:cNvSpPr/>
          <p:nvPr/>
        </p:nvSpPr>
        <p:spPr bwMode="auto">
          <a:xfrm>
            <a:off x="9878485" y="2203451"/>
            <a:ext cx="607484" cy="550333"/>
          </a:xfrm>
          <a:custGeom>
            <a:avLst/>
            <a:gdLst>
              <a:gd name="T0" fmla="*/ 21610 w 54"/>
              <a:gd name="T1" fmla="*/ 8670 h 49"/>
              <a:gd name="T2" fmla="*/ 11103 w 54"/>
              <a:gd name="T3" fmla="*/ 759 h 49"/>
              <a:gd name="T4" fmla="*/ 765 w 54"/>
              <a:gd name="T5" fmla="*/ 13456 h 49"/>
              <a:gd name="T6" fmla="*/ 21610 w 54"/>
              <a:gd name="T7" fmla="*/ 38851 h 49"/>
              <a:gd name="T8" fmla="*/ 42343 w 54"/>
              <a:gd name="T9" fmla="*/ 13456 h 49"/>
              <a:gd name="T10" fmla="*/ 32739 w 54"/>
              <a:gd name="T11" fmla="*/ 759 h 49"/>
              <a:gd name="T12" fmla="*/ 21610 w 54"/>
              <a:gd name="T13" fmla="*/ 8670 h 49"/>
              <a:gd name="T14" fmla="*/ 21610 w 54"/>
              <a:gd name="T15" fmla="*/ 8670 h 4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 h="49">
                <a:moveTo>
                  <a:pt x="27" y="11"/>
                </a:moveTo>
                <a:cubicBezTo>
                  <a:pt x="25" y="4"/>
                  <a:pt x="20" y="0"/>
                  <a:pt x="14" y="1"/>
                </a:cubicBezTo>
                <a:cubicBezTo>
                  <a:pt x="4" y="1"/>
                  <a:pt x="0" y="8"/>
                  <a:pt x="1" y="17"/>
                </a:cubicBezTo>
                <a:cubicBezTo>
                  <a:pt x="2" y="28"/>
                  <a:pt x="17" y="35"/>
                  <a:pt x="27" y="49"/>
                </a:cubicBezTo>
                <a:cubicBezTo>
                  <a:pt x="37" y="35"/>
                  <a:pt x="52" y="29"/>
                  <a:pt x="53" y="17"/>
                </a:cubicBezTo>
                <a:cubicBezTo>
                  <a:pt x="54" y="9"/>
                  <a:pt x="51" y="2"/>
                  <a:pt x="41" y="1"/>
                </a:cubicBezTo>
                <a:cubicBezTo>
                  <a:pt x="34" y="0"/>
                  <a:pt x="30" y="4"/>
                  <a:pt x="27" y="11"/>
                </a:cubicBezTo>
                <a:cubicBezTo>
                  <a:pt x="27" y="11"/>
                  <a:pt x="27" y="11"/>
                  <a:pt x="27" y="1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cs typeface="+mn-ea"/>
              <a:sym typeface="+mn-lt"/>
            </a:endParaRPr>
          </a:p>
        </p:txBody>
      </p:sp>
      <p:sp>
        <p:nvSpPr>
          <p:cNvPr id="33" name="Freeform 77"/>
          <p:cNvSpPr/>
          <p:nvPr/>
        </p:nvSpPr>
        <p:spPr bwMode="auto">
          <a:xfrm>
            <a:off x="7247467" y="2182284"/>
            <a:ext cx="495300" cy="550333"/>
          </a:xfrm>
          <a:custGeom>
            <a:avLst/>
            <a:gdLst>
              <a:gd name="T0" fmla="*/ 22400 w 44"/>
              <a:gd name="T1" fmla="*/ 759 h 49"/>
              <a:gd name="T2" fmla="*/ 23166 w 44"/>
              <a:gd name="T3" fmla="*/ 3125 h 49"/>
              <a:gd name="T4" fmla="*/ 29638 w 44"/>
              <a:gd name="T5" fmla="*/ 26154 h 49"/>
              <a:gd name="T6" fmla="*/ 24831 w 44"/>
              <a:gd name="T7" fmla="*/ 30181 h 49"/>
              <a:gd name="T8" fmla="*/ 25570 w 44"/>
              <a:gd name="T9" fmla="*/ 26886 h 49"/>
              <a:gd name="T10" fmla="*/ 23166 w 44"/>
              <a:gd name="T11" fmla="*/ 12698 h 49"/>
              <a:gd name="T12" fmla="*/ 20762 w 44"/>
              <a:gd name="T13" fmla="*/ 11063 h 49"/>
              <a:gd name="T14" fmla="*/ 19996 w 44"/>
              <a:gd name="T15" fmla="*/ 16582 h 49"/>
              <a:gd name="T16" fmla="*/ 17593 w 44"/>
              <a:gd name="T17" fmla="*/ 28520 h 49"/>
              <a:gd name="T18" fmla="*/ 15949 w 44"/>
              <a:gd name="T19" fmla="*/ 35700 h 49"/>
              <a:gd name="T20" fmla="*/ 5573 w 44"/>
              <a:gd name="T21" fmla="*/ 38093 h 49"/>
              <a:gd name="T22" fmla="*/ 1670 w 44"/>
              <a:gd name="T23" fmla="*/ 34065 h 49"/>
              <a:gd name="T24" fmla="*/ 7211 w 44"/>
              <a:gd name="T25" fmla="*/ 24493 h 49"/>
              <a:gd name="T26" fmla="*/ 12785 w 44"/>
              <a:gd name="T27" fmla="*/ 26886 h 49"/>
              <a:gd name="T28" fmla="*/ 14455 w 44"/>
              <a:gd name="T29" fmla="*/ 27788 h 49"/>
              <a:gd name="T30" fmla="*/ 15189 w 44"/>
              <a:gd name="T31" fmla="*/ 24493 h 49"/>
              <a:gd name="T32" fmla="*/ 19262 w 44"/>
              <a:gd name="T33" fmla="*/ 4027 h 49"/>
              <a:gd name="T34" fmla="*/ 19996 w 44"/>
              <a:gd name="T35" fmla="*/ 759 h 49"/>
              <a:gd name="T36" fmla="*/ 22400 w 44"/>
              <a:gd name="T37" fmla="*/ 759 h 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4" h="49">
                <a:moveTo>
                  <a:pt x="28" y="1"/>
                </a:moveTo>
                <a:cubicBezTo>
                  <a:pt x="29" y="2"/>
                  <a:pt x="29" y="3"/>
                  <a:pt x="29" y="4"/>
                </a:cubicBezTo>
                <a:cubicBezTo>
                  <a:pt x="33" y="13"/>
                  <a:pt x="44" y="21"/>
                  <a:pt x="37" y="33"/>
                </a:cubicBezTo>
                <a:cubicBezTo>
                  <a:pt x="36" y="34"/>
                  <a:pt x="32" y="39"/>
                  <a:pt x="31" y="38"/>
                </a:cubicBezTo>
                <a:cubicBezTo>
                  <a:pt x="30" y="37"/>
                  <a:pt x="32" y="36"/>
                  <a:pt x="32" y="34"/>
                </a:cubicBezTo>
                <a:cubicBezTo>
                  <a:pt x="36" y="28"/>
                  <a:pt x="33" y="21"/>
                  <a:pt x="29" y="16"/>
                </a:cubicBezTo>
                <a:cubicBezTo>
                  <a:pt x="28" y="16"/>
                  <a:pt x="27" y="14"/>
                  <a:pt x="26" y="14"/>
                </a:cubicBezTo>
                <a:cubicBezTo>
                  <a:pt x="26" y="14"/>
                  <a:pt x="25" y="21"/>
                  <a:pt x="25" y="21"/>
                </a:cubicBezTo>
                <a:cubicBezTo>
                  <a:pt x="24" y="26"/>
                  <a:pt x="23" y="30"/>
                  <a:pt x="22" y="36"/>
                </a:cubicBezTo>
                <a:cubicBezTo>
                  <a:pt x="22" y="39"/>
                  <a:pt x="22" y="42"/>
                  <a:pt x="20" y="45"/>
                </a:cubicBezTo>
                <a:cubicBezTo>
                  <a:pt x="17" y="48"/>
                  <a:pt x="10" y="49"/>
                  <a:pt x="7" y="48"/>
                </a:cubicBezTo>
                <a:cubicBezTo>
                  <a:pt x="4" y="47"/>
                  <a:pt x="2" y="45"/>
                  <a:pt x="2" y="43"/>
                </a:cubicBezTo>
                <a:cubicBezTo>
                  <a:pt x="0" y="38"/>
                  <a:pt x="4" y="32"/>
                  <a:pt x="9" y="31"/>
                </a:cubicBezTo>
                <a:cubicBezTo>
                  <a:pt x="12" y="31"/>
                  <a:pt x="14" y="32"/>
                  <a:pt x="16" y="34"/>
                </a:cubicBezTo>
                <a:cubicBezTo>
                  <a:pt x="17" y="34"/>
                  <a:pt x="18" y="35"/>
                  <a:pt x="18" y="35"/>
                </a:cubicBezTo>
                <a:cubicBezTo>
                  <a:pt x="19" y="35"/>
                  <a:pt x="19" y="31"/>
                  <a:pt x="19" y="31"/>
                </a:cubicBezTo>
                <a:cubicBezTo>
                  <a:pt x="20" y="22"/>
                  <a:pt x="22" y="14"/>
                  <a:pt x="24" y="5"/>
                </a:cubicBezTo>
                <a:cubicBezTo>
                  <a:pt x="24" y="4"/>
                  <a:pt x="25" y="1"/>
                  <a:pt x="25" y="1"/>
                </a:cubicBezTo>
                <a:cubicBezTo>
                  <a:pt x="25" y="0"/>
                  <a:pt x="28" y="1"/>
                  <a:pt x="28"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cs typeface="+mn-ea"/>
              <a:sym typeface="+mn-lt"/>
            </a:endParaRPr>
          </a:p>
        </p:txBody>
      </p:sp>
      <p:sp>
        <p:nvSpPr>
          <p:cNvPr id="34" name="Freeform 78"/>
          <p:cNvSpPr>
            <a:spLocks noEditPoints="1"/>
          </p:cNvSpPr>
          <p:nvPr/>
        </p:nvSpPr>
        <p:spPr bwMode="auto">
          <a:xfrm>
            <a:off x="7156451" y="4878918"/>
            <a:ext cx="654051" cy="641351"/>
          </a:xfrm>
          <a:custGeom>
            <a:avLst/>
            <a:gdLst>
              <a:gd name="T0" fmla="*/ 23447 w 58"/>
              <a:gd name="T1" fmla="*/ 0 h 57"/>
              <a:gd name="T2" fmla="*/ 0 w 58"/>
              <a:gd name="T3" fmla="*/ 23145 h 57"/>
              <a:gd name="T4" fmla="*/ 23447 w 58"/>
              <a:gd name="T5" fmla="*/ 45524 h 57"/>
              <a:gd name="T6" fmla="*/ 46718 w 58"/>
              <a:gd name="T7" fmla="*/ 23145 h 57"/>
              <a:gd name="T8" fmla="*/ 23447 w 58"/>
              <a:gd name="T9" fmla="*/ 0 h 57"/>
              <a:gd name="T10" fmla="*/ 21769 w 58"/>
              <a:gd name="T11" fmla="*/ 34388 h 57"/>
              <a:gd name="T12" fmla="*/ 21769 w 58"/>
              <a:gd name="T13" fmla="*/ 34388 h 57"/>
              <a:gd name="T14" fmla="*/ 22536 w 58"/>
              <a:gd name="T15" fmla="*/ 34388 h 57"/>
              <a:gd name="T16" fmla="*/ 25716 w 58"/>
              <a:gd name="T17" fmla="*/ 31081 h 57"/>
              <a:gd name="T18" fmla="*/ 26622 w 58"/>
              <a:gd name="T19" fmla="*/ 31985 h 57"/>
              <a:gd name="T20" fmla="*/ 22536 w 58"/>
              <a:gd name="T21" fmla="*/ 35887 h 57"/>
              <a:gd name="T22" fmla="*/ 19355 w 58"/>
              <a:gd name="T23" fmla="*/ 37556 h 57"/>
              <a:gd name="T24" fmla="*/ 17682 w 58"/>
              <a:gd name="T25" fmla="*/ 36791 h 57"/>
              <a:gd name="T26" fmla="*/ 17682 w 58"/>
              <a:gd name="T27" fmla="*/ 35153 h 57"/>
              <a:gd name="T28" fmla="*/ 17682 w 58"/>
              <a:gd name="T29" fmla="*/ 31985 h 57"/>
              <a:gd name="T30" fmla="*/ 21033 w 58"/>
              <a:gd name="T31" fmla="*/ 21619 h 57"/>
              <a:gd name="T32" fmla="*/ 21769 w 58"/>
              <a:gd name="T33" fmla="*/ 18339 h 57"/>
              <a:gd name="T34" fmla="*/ 21769 w 58"/>
              <a:gd name="T35" fmla="*/ 17574 h 57"/>
              <a:gd name="T36" fmla="*/ 20122 w 58"/>
              <a:gd name="T37" fmla="*/ 17574 h 57"/>
              <a:gd name="T38" fmla="*/ 18593 w 58"/>
              <a:gd name="T39" fmla="*/ 17574 h 57"/>
              <a:gd name="T40" fmla="*/ 18593 w 58"/>
              <a:gd name="T41" fmla="*/ 16814 h 57"/>
              <a:gd name="T42" fmla="*/ 26622 w 58"/>
              <a:gd name="T43" fmla="*/ 15177 h 57"/>
              <a:gd name="T44" fmla="*/ 21769 w 58"/>
              <a:gd name="T45" fmla="*/ 31985 h 57"/>
              <a:gd name="T46" fmla="*/ 21033 w 58"/>
              <a:gd name="T47" fmla="*/ 33484 h 57"/>
              <a:gd name="T48" fmla="*/ 21769 w 58"/>
              <a:gd name="T49" fmla="*/ 34388 h 57"/>
              <a:gd name="T50" fmla="*/ 27362 w 58"/>
              <a:gd name="T51" fmla="*/ 10371 h 57"/>
              <a:gd name="T52" fmla="*/ 25716 w 58"/>
              <a:gd name="T53" fmla="*/ 10371 h 57"/>
              <a:gd name="T54" fmla="*/ 24182 w 58"/>
              <a:gd name="T55" fmla="*/ 10371 h 57"/>
              <a:gd name="T56" fmla="*/ 23447 w 58"/>
              <a:gd name="T57" fmla="*/ 8702 h 57"/>
              <a:gd name="T58" fmla="*/ 24182 w 58"/>
              <a:gd name="T59" fmla="*/ 6469 h 57"/>
              <a:gd name="T60" fmla="*/ 25716 w 58"/>
              <a:gd name="T61" fmla="*/ 6469 h 57"/>
              <a:gd name="T62" fmla="*/ 27362 w 58"/>
              <a:gd name="T63" fmla="*/ 6469 h 57"/>
              <a:gd name="T64" fmla="*/ 28130 w 58"/>
              <a:gd name="T65" fmla="*/ 8702 h 57"/>
              <a:gd name="T66" fmla="*/ 27362 w 58"/>
              <a:gd name="T67" fmla="*/ 10371 h 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8" h="57">
                <a:moveTo>
                  <a:pt x="29" y="0"/>
                </a:moveTo>
                <a:cubicBezTo>
                  <a:pt x="13" y="0"/>
                  <a:pt x="0" y="13"/>
                  <a:pt x="0" y="29"/>
                </a:cubicBezTo>
                <a:cubicBezTo>
                  <a:pt x="0" y="45"/>
                  <a:pt x="13" y="57"/>
                  <a:pt x="29" y="57"/>
                </a:cubicBezTo>
                <a:cubicBezTo>
                  <a:pt x="45" y="57"/>
                  <a:pt x="58" y="45"/>
                  <a:pt x="58" y="29"/>
                </a:cubicBezTo>
                <a:cubicBezTo>
                  <a:pt x="58" y="13"/>
                  <a:pt x="45" y="0"/>
                  <a:pt x="29" y="0"/>
                </a:cubicBezTo>
                <a:close/>
                <a:moveTo>
                  <a:pt x="27" y="43"/>
                </a:moveTo>
                <a:cubicBezTo>
                  <a:pt x="27" y="43"/>
                  <a:pt x="27" y="43"/>
                  <a:pt x="27" y="43"/>
                </a:cubicBezTo>
                <a:cubicBezTo>
                  <a:pt x="28" y="43"/>
                  <a:pt x="28" y="43"/>
                  <a:pt x="28" y="43"/>
                </a:cubicBezTo>
                <a:cubicBezTo>
                  <a:pt x="29" y="42"/>
                  <a:pt x="31" y="41"/>
                  <a:pt x="32" y="39"/>
                </a:cubicBezTo>
                <a:cubicBezTo>
                  <a:pt x="33" y="40"/>
                  <a:pt x="33" y="40"/>
                  <a:pt x="33" y="40"/>
                </a:cubicBezTo>
                <a:cubicBezTo>
                  <a:pt x="31" y="42"/>
                  <a:pt x="30" y="44"/>
                  <a:pt x="28" y="45"/>
                </a:cubicBezTo>
                <a:cubicBezTo>
                  <a:pt x="27" y="46"/>
                  <a:pt x="25" y="47"/>
                  <a:pt x="24" y="47"/>
                </a:cubicBezTo>
                <a:cubicBezTo>
                  <a:pt x="23" y="47"/>
                  <a:pt x="23" y="46"/>
                  <a:pt x="22" y="46"/>
                </a:cubicBezTo>
                <a:cubicBezTo>
                  <a:pt x="22" y="45"/>
                  <a:pt x="22" y="45"/>
                  <a:pt x="22" y="44"/>
                </a:cubicBezTo>
                <a:cubicBezTo>
                  <a:pt x="22" y="43"/>
                  <a:pt x="22" y="42"/>
                  <a:pt x="22" y="40"/>
                </a:cubicBezTo>
                <a:cubicBezTo>
                  <a:pt x="26" y="27"/>
                  <a:pt x="26" y="27"/>
                  <a:pt x="26" y="27"/>
                </a:cubicBezTo>
                <a:cubicBezTo>
                  <a:pt x="27" y="25"/>
                  <a:pt x="27" y="24"/>
                  <a:pt x="27" y="23"/>
                </a:cubicBezTo>
                <a:cubicBezTo>
                  <a:pt x="27" y="23"/>
                  <a:pt x="27" y="22"/>
                  <a:pt x="27" y="22"/>
                </a:cubicBezTo>
                <a:cubicBezTo>
                  <a:pt x="26" y="22"/>
                  <a:pt x="26" y="22"/>
                  <a:pt x="25" y="22"/>
                </a:cubicBezTo>
                <a:cubicBezTo>
                  <a:pt x="25" y="22"/>
                  <a:pt x="24" y="22"/>
                  <a:pt x="23" y="22"/>
                </a:cubicBezTo>
                <a:cubicBezTo>
                  <a:pt x="23" y="21"/>
                  <a:pt x="23" y="21"/>
                  <a:pt x="23" y="21"/>
                </a:cubicBezTo>
                <a:cubicBezTo>
                  <a:pt x="33" y="19"/>
                  <a:pt x="33" y="19"/>
                  <a:pt x="33" y="19"/>
                </a:cubicBezTo>
                <a:cubicBezTo>
                  <a:pt x="27" y="40"/>
                  <a:pt x="27" y="40"/>
                  <a:pt x="27" y="40"/>
                </a:cubicBezTo>
                <a:cubicBezTo>
                  <a:pt x="27" y="41"/>
                  <a:pt x="26" y="42"/>
                  <a:pt x="26" y="42"/>
                </a:cubicBezTo>
                <a:cubicBezTo>
                  <a:pt x="26" y="43"/>
                  <a:pt x="26" y="43"/>
                  <a:pt x="27" y="43"/>
                </a:cubicBezTo>
                <a:close/>
                <a:moveTo>
                  <a:pt x="34" y="13"/>
                </a:moveTo>
                <a:cubicBezTo>
                  <a:pt x="34" y="13"/>
                  <a:pt x="33" y="13"/>
                  <a:pt x="32" y="13"/>
                </a:cubicBezTo>
                <a:cubicBezTo>
                  <a:pt x="32" y="13"/>
                  <a:pt x="31" y="13"/>
                  <a:pt x="30" y="13"/>
                </a:cubicBezTo>
                <a:cubicBezTo>
                  <a:pt x="30" y="12"/>
                  <a:pt x="29" y="11"/>
                  <a:pt x="29" y="11"/>
                </a:cubicBezTo>
                <a:cubicBezTo>
                  <a:pt x="29" y="10"/>
                  <a:pt x="30" y="9"/>
                  <a:pt x="30" y="8"/>
                </a:cubicBezTo>
                <a:cubicBezTo>
                  <a:pt x="31" y="8"/>
                  <a:pt x="32" y="8"/>
                  <a:pt x="32" y="8"/>
                </a:cubicBezTo>
                <a:cubicBezTo>
                  <a:pt x="33" y="8"/>
                  <a:pt x="34" y="8"/>
                  <a:pt x="34" y="8"/>
                </a:cubicBezTo>
                <a:cubicBezTo>
                  <a:pt x="35" y="9"/>
                  <a:pt x="35" y="10"/>
                  <a:pt x="35" y="11"/>
                </a:cubicBezTo>
                <a:cubicBezTo>
                  <a:pt x="35" y="11"/>
                  <a:pt x="35" y="12"/>
                  <a:pt x="34" y="1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cs typeface="+mn-ea"/>
              <a:sym typeface="+mn-lt"/>
            </a:endParaRPr>
          </a:p>
        </p:txBody>
      </p:sp>
      <p:sp>
        <p:nvSpPr>
          <p:cNvPr id="35" name="矩形 1"/>
          <p:cNvSpPr>
            <a:spLocks noChangeArrowheads="1"/>
          </p:cNvSpPr>
          <p:nvPr/>
        </p:nvSpPr>
        <p:spPr bwMode="auto">
          <a:xfrm>
            <a:off x="2873217" y="2172430"/>
            <a:ext cx="2328647" cy="189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pPr>
            <a:r>
              <a:rPr lang="zh-CN" altLang="en-US" sz="1600" dirty="0">
                <a:solidFill>
                  <a:schemeClr val="bg1"/>
                </a:solidFill>
                <a:cs typeface="+mn-ea"/>
                <a:sym typeface="+mn-lt"/>
              </a:rPr>
              <a:t>这里填写文字内容这里填写文字内容这里填写文字内容这里填写文字内容这里填写文字内容这里填写文字内容</a:t>
            </a:r>
            <a:endParaRPr lang="zh-CN" altLang="zh-CN" sz="1600" dirty="0">
              <a:solidFill>
                <a:schemeClr val="bg1"/>
              </a:solidFill>
              <a:cs typeface="+mn-ea"/>
              <a:sym typeface="+mn-lt"/>
            </a:endParaRPr>
          </a:p>
        </p:txBody>
      </p:sp>
      <p:sp>
        <p:nvSpPr>
          <p:cNvPr id="36" name="矩形 1"/>
          <p:cNvSpPr>
            <a:spLocks noChangeArrowheads="1"/>
          </p:cNvSpPr>
          <p:nvPr/>
        </p:nvSpPr>
        <p:spPr bwMode="auto">
          <a:xfrm>
            <a:off x="8366123" y="3554614"/>
            <a:ext cx="2328647" cy="1895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pPr>
            <a:r>
              <a:rPr lang="zh-CN" altLang="en-US" sz="1600" dirty="0">
                <a:solidFill>
                  <a:schemeClr val="bg1"/>
                </a:solidFill>
                <a:cs typeface="+mn-ea"/>
                <a:sym typeface="+mn-lt"/>
              </a:rPr>
              <a:t>这里填写文字内容这里填写文字内容这里填写文字内容这里填写文字内容这里填写文字内容这里填写文字内容</a:t>
            </a:r>
            <a:endParaRPr lang="zh-CN" altLang="zh-CN" sz="16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418660" y="2593801"/>
            <a:ext cx="5262979" cy="1107996"/>
          </a:xfrm>
          <a:prstGeom prst="rect">
            <a:avLst/>
          </a:prstGeom>
          <a:noFill/>
        </p:spPr>
        <p:txBody>
          <a:bodyPr wrap="none" rtlCol="0">
            <a:spAutoFit/>
          </a:bodyPr>
          <a:lstStyle/>
          <a:p>
            <a:r>
              <a:rPr lang="zh-CN" altLang="en-US" sz="66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感谢各位老师</a:t>
            </a:r>
            <a:endParaRPr lang="zh-CN" altLang="en-US" sz="66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nvSpPr>
        <p:spPr>
          <a:xfrm>
            <a:off x="8344892" y="3774365"/>
            <a:ext cx="3336747" cy="400110"/>
          </a:xfrm>
          <a:prstGeom prst="rect">
            <a:avLst/>
          </a:prstGeom>
          <a:noFill/>
        </p:spPr>
        <p:txBody>
          <a:bodyPr wrap="none" rtlCol="0">
            <a:spAutoFit/>
          </a:bodyPr>
          <a:lstStyle/>
          <a:p>
            <a:pPr algn="r"/>
            <a:r>
              <a:rPr kumimoji="1" lang="en-US" altLang="zh-CN" sz="20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POWERPOINT</a:t>
            </a:r>
            <a:r>
              <a:rPr kumimoji="1" lang="zh-CN" altLang="en-US" sz="20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en-US" altLang="zh-CN" sz="20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TEMPLATE</a:t>
            </a:r>
            <a:endParaRPr lang="zh-CN" altLang="en-US" sz="20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文本框 7"/>
          <p:cNvSpPr txBox="1"/>
          <p:nvPr/>
        </p:nvSpPr>
        <p:spPr>
          <a:xfrm>
            <a:off x="6755854" y="4029617"/>
            <a:ext cx="4925785" cy="377026"/>
          </a:xfrm>
          <a:prstGeom prst="rect">
            <a:avLst/>
          </a:prstGeom>
          <a:noFill/>
        </p:spPr>
        <p:txBody>
          <a:bodyPr wrap="square" rtlCol="0">
            <a:spAutoFit/>
          </a:bodyPr>
          <a:lstStyle/>
          <a:p>
            <a:pPr algn="r">
              <a:lnSpc>
                <a:spcPct val="150000"/>
              </a:lnSpc>
            </a:pPr>
            <a:r>
              <a:rPr lang="zh-CN" altLang="en-US" sz="14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rPr>
              <a:t>请在这里添加相应的文字内容请在这里添加相应的文字内容</a:t>
            </a:r>
            <a:endParaRPr lang="zh-CN" altLang="en-US" sz="14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圆角矩形 8"/>
          <p:cNvSpPr/>
          <p:nvPr/>
        </p:nvSpPr>
        <p:spPr>
          <a:xfrm>
            <a:off x="7648377" y="4602426"/>
            <a:ext cx="1892300" cy="36285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文本框 9"/>
          <p:cNvSpPr txBox="1"/>
          <p:nvPr/>
        </p:nvSpPr>
        <p:spPr>
          <a:xfrm>
            <a:off x="7889931" y="4602426"/>
            <a:ext cx="1402948" cy="369332"/>
          </a:xfrm>
          <a:prstGeom prst="rect">
            <a:avLst/>
          </a:prstGeom>
          <a:noFill/>
        </p:spPr>
        <p:txBody>
          <a:bodyPr wrap="none" rtlCol="0">
            <a:spAutoFit/>
          </a:bodyPr>
          <a:lstStyle/>
          <a:p>
            <a:r>
              <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学生</a:t>
            </a:r>
            <a:r>
              <a:rPr lang="en-US" altLang="zh-CN"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代用名</a:t>
            </a:r>
            <a:endPar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圆角矩形 10"/>
          <p:cNvSpPr/>
          <p:nvPr/>
        </p:nvSpPr>
        <p:spPr>
          <a:xfrm>
            <a:off x="9711760" y="4602426"/>
            <a:ext cx="1892300" cy="36285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文本框 11"/>
          <p:cNvSpPr txBox="1"/>
          <p:nvPr/>
        </p:nvSpPr>
        <p:spPr>
          <a:xfrm>
            <a:off x="9774272" y="4602426"/>
            <a:ext cx="1569660" cy="369332"/>
          </a:xfrm>
          <a:prstGeom prst="rect">
            <a:avLst/>
          </a:prstGeom>
          <a:noFill/>
        </p:spPr>
        <p:txBody>
          <a:bodyPr wrap="none" rtlCol="0">
            <a:spAutoFit/>
          </a:bodyPr>
          <a:lstStyle/>
          <a:p>
            <a:r>
              <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教师：代用名</a:t>
            </a:r>
            <a:endParaRPr lang="zh-CN" altLang="en-US"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 name="组合 12"/>
          <p:cNvGrpSpPr/>
          <p:nvPr/>
        </p:nvGrpSpPr>
        <p:grpSpPr>
          <a:xfrm>
            <a:off x="7897942" y="1811923"/>
            <a:ext cx="721079" cy="721079"/>
            <a:chOff x="1131485" y="2234042"/>
            <a:chExt cx="1607262" cy="1607262"/>
          </a:xfrm>
        </p:grpSpPr>
        <p:sp>
          <p:nvSpPr>
            <p:cNvPr id="14" name="椭圆 13"/>
            <p:cNvSpPr/>
            <p:nvPr/>
          </p:nvSpPr>
          <p:spPr>
            <a:xfrm>
              <a:off x="1131485"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椭圆 14"/>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KSO_Shape"/>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7" name="组合 16"/>
          <p:cNvGrpSpPr/>
          <p:nvPr/>
        </p:nvGrpSpPr>
        <p:grpSpPr>
          <a:xfrm>
            <a:off x="8878556" y="1811923"/>
            <a:ext cx="721079" cy="721079"/>
            <a:chOff x="3209823" y="2234042"/>
            <a:chExt cx="1607262" cy="1607262"/>
          </a:xfrm>
        </p:grpSpPr>
        <p:sp>
          <p:nvSpPr>
            <p:cNvPr id="18" name="椭圆 17"/>
            <p:cNvSpPr/>
            <p:nvPr/>
          </p:nvSpPr>
          <p:spPr>
            <a:xfrm>
              <a:off x="3209823"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椭圆 18"/>
            <p:cNvSpPr/>
            <p:nvPr/>
          </p:nvSpPr>
          <p:spPr>
            <a:xfrm>
              <a:off x="3319358"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KSO_Shape"/>
            <p:cNvSpPr/>
            <p:nvPr/>
          </p:nvSpPr>
          <p:spPr bwMode="auto">
            <a:xfrm>
              <a:off x="3550556" y="2597149"/>
              <a:ext cx="925796" cy="881048"/>
            </a:xfrm>
            <a:custGeom>
              <a:avLst/>
              <a:gdLst>
                <a:gd name="T0" fmla="*/ 2147483646 w 5871"/>
                <a:gd name="T1" fmla="*/ 2147483646 h 5585"/>
                <a:gd name="T2" fmla="*/ 2147483646 w 5871"/>
                <a:gd name="T3" fmla="*/ 2147483646 h 5585"/>
                <a:gd name="T4" fmla="*/ 2147483646 w 5871"/>
                <a:gd name="T5" fmla="*/ 2147483646 h 5585"/>
                <a:gd name="T6" fmla="*/ 2147483646 w 5871"/>
                <a:gd name="T7" fmla="*/ 2147483646 h 5585"/>
                <a:gd name="T8" fmla="*/ 2147483646 w 5871"/>
                <a:gd name="T9" fmla="*/ 2147483646 h 5585"/>
                <a:gd name="T10" fmla="*/ 2147483646 w 5871"/>
                <a:gd name="T11" fmla="*/ 2147483646 h 5585"/>
                <a:gd name="T12" fmla="*/ 2147483646 w 5871"/>
                <a:gd name="T13" fmla="*/ 2147483646 h 5585"/>
                <a:gd name="T14" fmla="*/ 2147483646 w 5871"/>
                <a:gd name="T15" fmla="*/ 2147483646 h 5585"/>
                <a:gd name="T16" fmla="*/ 2147483646 w 5871"/>
                <a:gd name="T17" fmla="*/ 2147483646 h 5585"/>
                <a:gd name="T18" fmla="*/ 2147483646 w 5871"/>
                <a:gd name="T19" fmla="*/ 2147483646 h 5585"/>
                <a:gd name="T20" fmla="*/ 2147483646 w 5871"/>
                <a:gd name="T21" fmla="*/ 2147483646 h 5585"/>
                <a:gd name="T22" fmla="*/ 2147483646 w 5871"/>
                <a:gd name="T23" fmla="*/ 2147483646 h 5585"/>
                <a:gd name="T24" fmla="*/ 2147483646 w 5871"/>
                <a:gd name="T25" fmla="*/ 2147483646 h 5585"/>
                <a:gd name="T26" fmla="*/ 2147483646 w 5871"/>
                <a:gd name="T27" fmla="*/ 2147483646 h 5585"/>
                <a:gd name="T28" fmla="*/ 2147483646 w 5871"/>
                <a:gd name="T29" fmla="*/ 2147483646 h 5585"/>
                <a:gd name="T30" fmla="*/ 2147483646 w 5871"/>
                <a:gd name="T31" fmla="*/ 2147483646 h 5585"/>
                <a:gd name="T32" fmla="*/ 2147483646 w 5871"/>
                <a:gd name="T33" fmla="*/ 2147483646 h 5585"/>
                <a:gd name="T34" fmla="*/ 2147483646 w 5871"/>
                <a:gd name="T35" fmla="*/ 2147483646 h 5585"/>
                <a:gd name="T36" fmla="*/ 2147483646 w 5871"/>
                <a:gd name="T37" fmla="*/ 2147483646 h 5585"/>
                <a:gd name="T38" fmla="*/ 2147483646 w 5871"/>
                <a:gd name="T39" fmla="*/ 2147483646 h 5585"/>
                <a:gd name="T40" fmla="*/ 2147483646 w 5871"/>
                <a:gd name="T41" fmla="*/ 2147483646 h 5585"/>
                <a:gd name="T42" fmla="*/ 2147483646 w 5871"/>
                <a:gd name="T43" fmla="*/ 2147483646 h 5585"/>
                <a:gd name="T44" fmla="*/ 2147483646 w 5871"/>
                <a:gd name="T45" fmla="*/ 2147483646 h 5585"/>
                <a:gd name="T46" fmla="*/ 2147483646 w 5871"/>
                <a:gd name="T47" fmla="*/ 2147483646 h 5585"/>
                <a:gd name="T48" fmla="*/ 2147483646 w 5871"/>
                <a:gd name="T49" fmla="*/ 2147483646 h 5585"/>
                <a:gd name="T50" fmla="*/ 2147483646 w 5871"/>
                <a:gd name="T51" fmla="*/ 2147483646 h 5585"/>
                <a:gd name="T52" fmla="*/ 2147483646 w 5871"/>
                <a:gd name="T53" fmla="*/ 2147483646 h 5585"/>
                <a:gd name="T54" fmla="*/ 2147483646 w 5871"/>
                <a:gd name="T55" fmla="*/ 2147483646 h 5585"/>
                <a:gd name="T56" fmla="*/ 2147483646 w 5871"/>
                <a:gd name="T57" fmla="*/ 2147483646 h 5585"/>
                <a:gd name="T58" fmla="*/ 2147483646 w 5871"/>
                <a:gd name="T59" fmla="*/ 2147483646 h 5585"/>
                <a:gd name="T60" fmla="*/ 2147483646 w 5871"/>
                <a:gd name="T61" fmla="*/ 2147483646 h 5585"/>
                <a:gd name="T62" fmla="*/ 2147483646 w 5871"/>
                <a:gd name="T63" fmla="*/ 2147483646 h 5585"/>
                <a:gd name="T64" fmla="*/ 2147483646 w 5871"/>
                <a:gd name="T65" fmla="*/ 2147483646 h 5585"/>
                <a:gd name="T66" fmla="*/ 2147483646 w 5871"/>
                <a:gd name="T67" fmla="*/ 2147483646 h 5585"/>
                <a:gd name="T68" fmla="*/ 2147483646 w 5871"/>
                <a:gd name="T69" fmla="*/ 2147483646 h 5585"/>
                <a:gd name="T70" fmla="*/ 2147483646 w 5871"/>
                <a:gd name="T71" fmla="*/ 2147483646 h 5585"/>
                <a:gd name="T72" fmla="*/ 2147483646 w 5871"/>
                <a:gd name="T73" fmla="*/ 2147483646 h 5585"/>
                <a:gd name="T74" fmla="*/ 2147483646 w 5871"/>
                <a:gd name="T75" fmla="*/ 2147483646 h 5585"/>
                <a:gd name="T76" fmla="*/ 2147483646 w 5871"/>
                <a:gd name="T77" fmla="*/ 2147483646 h 5585"/>
                <a:gd name="T78" fmla="*/ 2147483646 w 5871"/>
                <a:gd name="T79" fmla="*/ 2147483646 h 5585"/>
                <a:gd name="T80" fmla="*/ 2147483646 w 5871"/>
                <a:gd name="T81" fmla="*/ 2147483646 h 5585"/>
                <a:gd name="T82" fmla="*/ 2147483646 w 5871"/>
                <a:gd name="T83" fmla="*/ 2147483646 h 5585"/>
                <a:gd name="T84" fmla="*/ 2147483646 w 5871"/>
                <a:gd name="T85" fmla="*/ 2147483646 h 5585"/>
                <a:gd name="T86" fmla="*/ 2147483646 w 5871"/>
                <a:gd name="T87" fmla="*/ 2147483646 h 5585"/>
                <a:gd name="T88" fmla="*/ 2147483646 w 5871"/>
                <a:gd name="T89" fmla="*/ 2147483646 h 5585"/>
                <a:gd name="T90" fmla="*/ 2147483646 w 5871"/>
                <a:gd name="T91" fmla="*/ 2147483646 h 5585"/>
                <a:gd name="T92" fmla="*/ 2147483646 w 5871"/>
                <a:gd name="T93" fmla="*/ 2147483646 h 5585"/>
                <a:gd name="T94" fmla="*/ 2147483646 w 5871"/>
                <a:gd name="T95" fmla="*/ 2147483646 h 5585"/>
                <a:gd name="T96" fmla="*/ 2147483646 w 5871"/>
                <a:gd name="T97" fmla="*/ 2147483646 h 5585"/>
                <a:gd name="T98" fmla="*/ 2147483646 w 5871"/>
                <a:gd name="T99" fmla="*/ 2147483646 h 5585"/>
                <a:gd name="T100" fmla="*/ 2147483646 w 5871"/>
                <a:gd name="T101" fmla="*/ 2147483646 h 5585"/>
                <a:gd name="T102" fmla="*/ 2147483646 w 5871"/>
                <a:gd name="T103" fmla="*/ 2147483646 h 5585"/>
                <a:gd name="T104" fmla="*/ 0 w 5871"/>
                <a:gd name="T105" fmla="*/ 2147483646 h 5585"/>
                <a:gd name="T106" fmla="*/ 2147483646 w 5871"/>
                <a:gd name="T107" fmla="*/ 0 h 5585"/>
                <a:gd name="T108" fmla="*/ 2147483646 w 5871"/>
                <a:gd name="T109" fmla="*/ 2147483646 h 5585"/>
                <a:gd name="T110" fmla="*/ 2147483646 w 5871"/>
                <a:gd name="T111" fmla="*/ 2147483646 h 5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71" h="5585">
                  <a:moveTo>
                    <a:pt x="774" y="374"/>
                  </a:moveTo>
                  <a:lnTo>
                    <a:pt x="774" y="1910"/>
                  </a:lnTo>
                  <a:lnTo>
                    <a:pt x="5107" y="1910"/>
                  </a:lnTo>
                  <a:lnTo>
                    <a:pt x="5107" y="374"/>
                  </a:lnTo>
                  <a:lnTo>
                    <a:pt x="774" y="374"/>
                  </a:lnTo>
                  <a:close/>
                  <a:moveTo>
                    <a:pt x="1597" y="3265"/>
                  </a:moveTo>
                  <a:lnTo>
                    <a:pt x="1597" y="3265"/>
                  </a:lnTo>
                  <a:lnTo>
                    <a:pt x="1591" y="3265"/>
                  </a:lnTo>
                  <a:lnTo>
                    <a:pt x="1587" y="3265"/>
                  </a:lnTo>
                  <a:lnTo>
                    <a:pt x="1586" y="3265"/>
                  </a:lnTo>
                  <a:lnTo>
                    <a:pt x="1581" y="3265"/>
                  </a:lnTo>
                  <a:lnTo>
                    <a:pt x="1576" y="3265"/>
                  </a:lnTo>
                  <a:lnTo>
                    <a:pt x="1571" y="3265"/>
                  </a:lnTo>
                  <a:lnTo>
                    <a:pt x="1570" y="3265"/>
                  </a:lnTo>
                  <a:lnTo>
                    <a:pt x="1566" y="3265"/>
                  </a:lnTo>
                  <a:lnTo>
                    <a:pt x="1560" y="3265"/>
                  </a:lnTo>
                  <a:lnTo>
                    <a:pt x="1555" y="3265"/>
                  </a:lnTo>
                  <a:lnTo>
                    <a:pt x="1550" y="3265"/>
                  </a:lnTo>
                  <a:lnTo>
                    <a:pt x="1545" y="3265"/>
                  </a:lnTo>
                  <a:lnTo>
                    <a:pt x="1540" y="3265"/>
                  </a:lnTo>
                  <a:lnTo>
                    <a:pt x="1539" y="3265"/>
                  </a:lnTo>
                  <a:lnTo>
                    <a:pt x="1535" y="3265"/>
                  </a:lnTo>
                  <a:lnTo>
                    <a:pt x="1529" y="3265"/>
                  </a:lnTo>
                  <a:lnTo>
                    <a:pt x="1525" y="3265"/>
                  </a:lnTo>
                  <a:lnTo>
                    <a:pt x="1524" y="3265"/>
                  </a:lnTo>
                  <a:lnTo>
                    <a:pt x="1519" y="3265"/>
                  </a:lnTo>
                  <a:lnTo>
                    <a:pt x="1514" y="3265"/>
                  </a:lnTo>
                  <a:lnTo>
                    <a:pt x="1509" y="3265"/>
                  </a:lnTo>
                  <a:lnTo>
                    <a:pt x="1508" y="3265"/>
                  </a:lnTo>
                  <a:lnTo>
                    <a:pt x="1504" y="3265"/>
                  </a:lnTo>
                  <a:lnTo>
                    <a:pt x="1498" y="3265"/>
                  </a:lnTo>
                  <a:lnTo>
                    <a:pt x="1494" y="3265"/>
                  </a:lnTo>
                  <a:lnTo>
                    <a:pt x="1493" y="3265"/>
                  </a:lnTo>
                  <a:lnTo>
                    <a:pt x="1488" y="3265"/>
                  </a:lnTo>
                  <a:lnTo>
                    <a:pt x="1483" y="3265"/>
                  </a:lnTo>
                  <a:lnTo>
                    <a:pt x="1478" y="3265"/>
                  </a:lnTo>
                  <a:lnTo>
                    <a:pt x="1477" y="3265"/>
                  </a:lnTo>
                  <a:lnTo>
                    <a:pt x="1473" y="3265"/>
                  </a:lnTo>
                  <a:lnTo>
                    <a:pt x="1467" y="3265"/>
                  </a:lnTo>
                  <a:lnTo>
                    <a:pt x="1463" y="3265"/>
                  </a:lnTo>
                  <a:lnTo>
                    <a:pt x="1462" y="3265"/>
                  </a:lnTo>
                  <a:lnTo>
                    <a:pt x="1457" y="3265"/>
                  </a:lnTo>
                  <a:lnTo>
                    <a:pt x="1452" y="3265"/>
                  </a:lnTo>
                  <a:lnTo>
                    <a:pt x="1446" y="3265"/>
                  </a:lnTo>
                  <a:lnTo>
                    <a:pt x="1442" y="3265"/>
                  </a:lnTo>
                  <a:lnTo>
                    <a:pt x="1266" y="3265"/>
                  </a:lnTo>
                  <a:lnTo>
                    <a:pt x="1345" y="3830"/>
                  </a:lnTo>
                  <a:lnTo>
                    <a:pt x="1294" y="3911"/>
                  </a:lnTo>
                  <a:lnTo>
                    <a:pt x="1345" y="3977"/>
                  </a:lnTo>
                  <a:lnTo>
                    <a:pt x="1117" y="4116"/>
                  </a:lnTo>
                  <a:lnTo>
                    <a:pt x="1112" y="4144"/>
                  </a:lnTo>
                  <a:lnTo>
                    <a:pt x="1106" y="4173"/>
                  </a:lnTo>
                  <a:lnTo>
                    <a:pt x="1103" y="4201"/>
                  </a:lnTo>
                  <a:lnTo>
                    <a:pt x="1099" y="4228"/>
                  </a:lnTo>
                  <a:lnTo>
                    <a:pt x="1097" y="4255"/>
                  </a:lnTo>
                  <a:lnTo>
                    <a:pt x="1096" y="4281"/>
                  </a:lnTo>
                  <a:lnTo>
                    <a:pt x="1096" y="4308"/>
                  </a:lnTo>
                  <a:lnTo>
                    <a:pt x="1096" y="4333"/>
                  </a:lnTo>
                  <a:lnTo>
                    <a:pt x="1097" y="4359"/>
                  </a:lnTo>
                  <a:lnTo>
                    <a:pt x="1098" y="4383"/>
                  </a:lnTo>
                  <a:lnTo>
                    <a:pt x="1100" y="4407"/>
                  </a:lnTo>
                  <a:lnTo>
                    <a:pt x="1104" y="4432"/>
                  </a:lnTo>
                  <a:lnTo>
                    <a:pt x="1112" y="4478"/>
                  </a:lnTo>
                  <a:lnTo>
                    <a:pt x="1121" y="4523"/>
                  </a:lnTo>
                  <a:lnTo>
                    <a:pt x="1133" y="4568"/>
                  </a:lnTo>
                  <a:lnTo>
                    <a:pt x="1147" y="4611"/>
                  </a:lnTo>
                  <a:lnTo>
                    <a:pt x="1162" y="4653"/>
                  </a:lnTo>
                  <a:lnTo>
                    <a:pt x="1179" y="4694"/>
                  </a:lnTo>
                  <a:lnTo>
                    <a:pt x="1198" y="4733"/>
                  </a:lnTo>
                  <a:lnTo>
                    <a:pt x="1218" y="4772"/>
                  </a:lnTo>
                  <a:lnTo>
                    <a:pt x="1238" y="4812"/>
                  </a:lnTo>
                  <a:lnTo>
                    <a:pt x="1259" y="4849"/>
                  </a:lnTo>
                  <a:lnTo>
                    <a:pt x="774" y="4849"/>
                  </a:lnTo>
                  <a:lnTo>
                    <a:pt x="774" y="2135"/>
                  </a:lnTo>
                  <a:lnTo>
                    <a:pt x="2185" y="2135"/>
                  </a:lnTo>
                  <a:lnTo>
                    <a:pt x="2185" y="4849"/>
                  </a:lnTo>
                  <a:lnTo>
                    <a:pt x="1780" y="4849"/>
                  </a:lnTo>
                  <a:lnTo>
                    <a:pt x="1801" y="4812"/>
                  </a:lnTo>
                  <a:lnTo>
                    <a:pt x="1821" y="4772"/>
                  </a:lnTo>
                  <a:lnTo>
                    <a:pt x="1841" y="4733"/>
                  </a:lnTo>
                  <a:lnTo>
                    <a:pt x="1859" y="4694"/>
                  </a:lnTo>
                  <a:lnTo>
                    <a:pt x="1876" y="4653"/>
                  </a:lnTo>
                  <a:lnTo>
                    <a:pt x="1892" y="4611"/>
                  </a:lnTo>
                  <a:lnTo>
                    <a:pt x="1905" y="4568"/>
                  </a:lnTo>
                  <a:lnTo>
                    <a:pt x="1917" y="4523"/>
                  </a:lnTo>
                  <a:lnTo>
                    <a:pt x="1927" y="4478"/>
                  </a:lnTo>
                  <a:lnTo>
                    <a:pt x="1935" y="4432"/>
                  </a:lnTo>
                  <a:lnTo>
                    <a:pt x="1938" y="4407"/>
                  </a:lnTo>
                  <a:lnTo>
                    <a:pt x="1941" y="4383"/>
                  </a:lnTo>
                  <a:lnTo>
                    <a:pt x="1942" y="4359"/>
                  </a:lnTo>
                  <a:lnTo>
                    <a:pt x="1943" y="4333"/>
                  </a:lnTo>
                  <a:lnTo>
                    <a:pt x="1943" y="4308"/>
                  </a:lnTo>
                  <a:lnTo>
                    <a:pt x="1942" y="4281"/>
                  </a:lnTo>
                  <a:lnTo>
                    <a:pt x="1941" y="4255"/>
                  </a:lnTo>
                  <a:lnTo>
                    <a:pt x="1938" y="4228"/>
                  </a:lnTo>
                  <a:lnTo>
                    <a:pt x="1936" y="4201"/>
                  </a:lnTo>
                  <a:lnTo>
                    <a:pt x="1932" y="4173"/>
                  </a:lnTo>
                  <a:lnTo>
                    <a:pt x="1927" y="4144"/>
                  </a:lnTo>
                  <a:lnTo>
                    <a:pt x="1922" y="4116"/>
                  </a:lnTo>
                  <a:lnTo>
                    <a:pt x="1694" y="3977"/>
                  </a:lnTo>
                  <a:lnTo>
                    <a:pt x="1745" y="3911"/>
                  </a:lnTo>
                  <a:lnTo>
                    <a:pt x="1694" y="3830"/>
                  </a:lnTo>
                  <a:lnTo>
                    <a:pt x="1771" y="3265"/>
                  </a:lnTo>
                  <a:lnTo>
                    <a:pt x="1597" y="3265"/>
                  </a:lnTo>
                  <a:close/>
                  <a:moveTo>
                    <a:pt x="4819" y="863"/>
                  </a:moveTo>
                  <a:lnTo>
                    <a:pt x="4819" y="1057"/>
                  </a:lnTo>
                  <a:lnTo>
                    <a:pt x="3585" y="1057"/>
                  </a:lnTo>
                  <a:lnTo>
                    <a:pt x="3585" y="863"/>
                  </a:lnTo>
                  <a:lnTo>
                    <a:pt x="4819" y="863"/>
                  </a:lnTo>
                  <a:close/>
                  <a:moveTo>
                    <a:pt x="5002" y="1108"/>
                  </a:moveTo>
                  <a:lnTo>
                    <a:pt x="5002" y="1379"/>
                  </a:lnTo>
                  <a:lnTo>
                    <a:pt x="3769" y="1379"/>
                  </a:lnTo>
                  <a:lnTo>
                    <a:pt x="3769" y="1108"/>
                  </a:lnTo>
                  <a:lnTo>
                    <a:pt x="5002" y="1108"/>
                  </a:lnTo>
                  <a:close/>
                  <a:moveTo>
                    <a:pt x="4891" y="1429"/>
                  </a:moveTo>
                  <a:lnTo>
                    <a:pt x="4891" y="1623"/>
                  </a:lnTo>
                  <a:lnTo>
                    <a:pt x="3657" y="1623"/>
                  </a:lnTo>
                  <a:lnTo>
                    <a:pt x="3657" y="1429"/>
                  </a:lnTo>
                  <a:lnTo>
                    <a:pt x="4891" y="1429"/>
                  </a:lnTo>
                  <a:close/>
                  <a:moveTo>
                    <a:pt x="4977" y="1659"/>
                  </a:moveTo>
                  <a:lnTo>
                    <a:pt x="4977" y="1853"/>
                  </a:lnTo>
                  <a:lnTo>
                    <a:pt x="3743" y="1853"/>
                  </a:lnTo>
                  <a:lnTo>
                    <a:pt x="3743" y="1659"/>
                  </a:lnTo>
                  <a:lnTo>
                    <a:pt x="4977" y="1659"/>
                  </a:lnTo>
                  <a:close/>
                  <a:moveTo>
                    <a:pt x="1643" y="596"/>
                  </a:moveTo>
                  <a:lnTo>
                    <a:pt x="1833" y="561"/>
                  </a:lnTo>
                  <a:lnTo>
                    <a:pt x="2061" y="1773"/>
                  </a:lnTo>
                  <a:lnTo>
                    <a:pt x="1871" y="1809"/>
                  </a:lnTo>
                  <a:lnTo>
                    <a:pt x="1643" y="596"/>
                  </a:lnTo>
                  <a:close/>
                  <a:moveTo>
                    <a:pt x="1388" y="596"/>
                  </a:moveTo>
                  <a:lnTo>
                    <a:pt x="1579" y="561"/>
                  </a:lnTo>
                  <a:lnTo>
                    <a:pt x="1807" y="1773"/>
                  </a:lnTo>
                  <a:lnTo>
                    <a:pt x="1616" y="1809"/>
                  </a:lnTo>
                  <a:lnTo>
                    <a:pt x="1388" y="596"/>
                  </a:lnTo>
                  <a:close/>
                  <a:moveTo>
                    <a:pt x="1134" y="596"/>
                  </a:moveTo>
                  <a:lnTo>
                    <a:pt x="1324" y="561"/>
                  </a:lnTo>
                  <a:lnTo>
                    <a:pt x="1551" y="1773"/>
                  </a:lnTo>
                  <a:lnTo>
                    <a:pt x="1361" y="1809"/>
                  </a:lnTo>
                  <a:lnTo>
                    <a:pt x="1134" y="596"/>
                  </a:lnTo>
                  <a:close/>
                  <a:moveTo>
                    <a:pt x="884" y="568"/>
                  </a:moveTo>
                  <a:lnTo>
                    <a:pt x="1077" y="568"/>
                  </a:lnTo>
                  <a:lnTo>
                    <a:pt x="1077" y="1802"/>
                  </a:lnTo>
                  <a:lnTo>
                    <a:pt x="884" y="1802"/>
                  </a:lnTo>
                  <a:lnTo>
                    <a:pt x="884" y="568"/>
                  </a:lnTo>
                  <a:close/>
                  <a:moveTo>
                    <a:pt x="3540" y="2418"/>
                  </a:moveTo>
                  <a:lnTo>
                    <a:pt x="3807" y="2354"/>
                  </a:lnTo>
                  <a:lnTo>
                    <a:pt x="4033" y="3306"/>
                  </a:lnTo>
                  <a:lnTo>
                    <a:pt x="3765" y="3369"/>
                  </a:lnTo>
                  <a:lnTo>
                    <a:pt x="3540" y="2418"/>
                  </a:lnTo>
                  <a:close/>
                  <a:moveTo>
                    <a:pt x="3622" y="2531"/>
                  </a:moveTo>
                  <a:lnTo>
                    <a:pt x="3639" y="2606"/>
                  </a:lnTo>
                  <a:lnTo>
                    <a:pt x="3791" y="2570"/>
                  </a:lnTo>
                  <a:lnTo>
                    <a:pt x="3773" y="2496"/>
                  </a:lnTo>
                  <a:lnTo>
                    <a:pt x="3622" y="2531"/>
                  </a:lnTo>
                  <a:close/>
                  <a:moveTo>
                    <a:pt x="3739" y="3028"/>
                  </a:moveTo>
                  <a:lnTo>
                    <a:pt x="3776" y="3184"/>
                  </a:lnTo>
                  <a:lnTo>
                    <a:pt x="3928" y="3148"/>
                  </a:lnTo>
                  <a:lnTo>
                    <a:pt x="3890" y="2991"/>
                  </a:lnTo>
                  <a:lnTo>
                    <a:pt x="3739" y="3028"/>
                  </a:lnTo>
                  <a:close/>
                  <a:moveTo>
                    <a:pt x="3193" y="2418"/>
                  </a:moveTo>
                  <a:lnTo>
                    <a:pt x="3418" y="3369"/>
                  </a:lnTo>
                  <a:lnTo>
                    <a:pt x="3687" y="3306"/>
                  </a:lnTo>
                  <a:lnTo>
                    <a:pt x="3461" y="2354"/>
                  </a:lnTo>
                  <a:lnTo>
                    <a:pt x="3193" y="2418"/>
                  </a:lnTo>
                  <a:close/>
                  <a:moveTo>
                    <a:pt x="3276" y="2531"/>
                  </a:moveTo>
                  <a:lnTo>
                    <a:pt x="3426" y="2496"/>
                  </a:lnTo>
                  <a:lnTo>
                    <a:pt x="3444" y="2570"/>
                  </a:lnTo>
                  <a:lnTo>
                    <a:pt x="3292" y="2606"/>
                  </a:lnTo>
                  <a:lnTo>
                    <a:pt x="3276" y="2531"/>
                  </a:lnTo>
                  <a:close/>
                  <a:moveTo>
                    <a:pt x="3393" y="3028"/>
                  </a:moveTo>
                  <a:lnTo>
                    <a:pt x="3429" y="3184"/>
                  </a:lnTo>
                  <a:lnTo>
                    <a:pt x="3581" y="3148"/>
                  </a:lnTo>
                  <a:lnTo>
                    <a:pt x="3544" y="2991"/>
                  </a:lnTo>
                  <a:lnTo>
                    <a:pt x="3393" y="3028"/>
                  </a:lnTo>
                  <a:close/>
                  <a:moveTo>
                    <a:pt x="2841" y="2418"/>
                  </a:moveTo>
                  <a:lnTo>
                    <a:pt x="3109" y="2354"/>
                  </a:lnTo>
                  <a:lnTo>
                    <a:pt x="3335" y="3306"/>
                  </a:lnTo>
                  <a:lnTo>
                    <a:pt x="3067" y="3369"/>
                  </a:lnTo>
                  <a:lnTo>
                    <a:pt x="2841" y="2418"/>
                  </a:lnTo>
                  <a:close/>
                  <a:moveTo>
                    <a:pt x="2923" y="2531"/>
                  </a:moveTo>
                  <a:lnTo>
                    <a:pt x="2941" y="2606"/>
                  </a:lnTo>
                  <a:lnTo>
                    <a:pt x="3092" y="2570"/>
                  </a:lnTo>
                  <a:lnTo>
                    <a:pt x="3075" y="2496"/>
                  </a:lnTo>
                  <a:lnTo>
                    <a:pt x="2923" y="2531"/>
                  </a:lnTo>
                  <a:close/>
                  <a:moveTo>
                    <a:pt x="3041" y="3028"/>
                  </a:moveTo>
                  <a:lnTo>
                    <a:pt x="3192" y="2991"/>
                  </a:lnTo>
                  <a:lnTo>
                    <a:pt x="3229" y="3148"/>
                  </a:lnTo>
                  <a:lnTo>
                    <a:pt x="3078" y="3184"/>
                  </a:lnTo>
                  <a:lnTo>
                    <a:pt x="3041" y="3028"/>
                  </a:lnTo>
                  <a:close/>
                  <a:moveTo>
                    <a:pt x="2553" y="2372"/>
                  </a:moveTo>
                  <a:lnTo>
                    <a:pt x="2828" y="2372"/>
                  </a:lnTo>
                  <a:lnTo>
                    <a:pt x="2828" y="3352"/>
                  </a:lnTo>
                  <a:lnTo>
                    <a:pt x="2553" y="3352"/>
                  </a:lnTo>
                  <a:lnTo>
                    <a:pt x="2553" y="2372"/>
                  </a:lnTo>
                  <a:close/>
                  <a:moveTo>
                    <a:pt x="2606" y="2503"/>
                  </a:moveTo>
                  <a:lnTo>
                    <a:pt x="2606" y="2579"/>
                  </a:lnTo>
                  <a:lnTo>
                    <a:pt x="2762" y="2579"/>
                  </a:lnTo>
                  <a:lnTo>
                    <a:pt x="2762" y="2503"/>
                  </a:lnTo>
                  <a:lnTo>
                    <a:pt x="2606" y="2503"/>
                  </a:lnTo>
                  <a:close/>
                  <a:moveTo>
                    <a:pt x="2606" y="3012"/>
                  </a:moveTo>
                  <a:lnTo>
                    <a:pt x="2606" y="3173"/>
                  </a:lnTo>
                  <a:lnTo>
                    <a:pt x="2762" y="3173"/>
                  </a:lnTo>
                  <a:lnTo>
                    <a:pt x="2762" y="3012"/>
                  </a:lnTo>
                  <a:lnTo>
                    <a:pt x="2606" y="3012"/>
                  </a:lnTo>
                  <a:close/>
                  <a:moveTo>
                    <a:pt x="5555" y="151"/>
                  </a:moveTo>
                  <a:lnTo>
                    <a:pt x="5555" y="374"/>
                  </a:lnTo>
                  <a:lnTo>
                    <a:pt x="5555" y="4849"/>
                  </a:lnTo>
                  <a:lnTo>
                    <a:pt x="5871" y="4849"/>
                  </a:lnTo>
                  <a:lnTo>
                    <a:pt x="5871" y="5585"/>
                  </a:lnTo>
                  <a:lnTo>
                    <a:pt x="0" y="5585"/>
                  </a:lnTo>
                  <a:lnTo>
                    <a:pt x="0" y="4849"/>
                  </a:lnTo>
                  <a:lnTo>
                    <a:pt x="326" y="4849"/>
                  </a:lnTo>
                  <a:lnTo>
                    <a:pt x="326" y="374"/>
                  </a:lnTo>
                  <a:lnTo>
                    <a:pt x="326" y="151"/>
                  </a:lnTo>
                  <a:lnTo>
                    <a:pt x="326" y="0"/>
                  </a:lnTo>
                  <a:lnTo>
                    <a:pt x="5555" y="0"/>
                  </a:lnTo>
                  <a:lnTo>
                    <a:pt x="5555" y="151"/>
                  </a:lnTo>
                  <a:close/>
                  <a:moveTo>
                    <a:pt x="2409" y="2135"/>
                  </a:moveTo>
                  <a:lnTo>
                    <a:pt x="2409" y="3385"/>
                  </a:lnTo>
                  <a:lnTo>
                    <a:pt x="5107" y="3385"/>
                  </a:lnTo>
                  <a:lnTo>
                    <a:pt x="5107" y="2135"/>
                  </a:lnTo>
                  <a:lnTo>
                    <a:pt x="2409" y="2135"/>
                  </a:lnTo>
                  <a:close/>
                  <a:moveTo>
                    <a:pt x="2409" y="3609"/>
                  </a:moveTo>
                  <a:lnTo>
                    <a:pt x="2409" y="4849"/>
                  </a:lnTo>
                  <a:lnTo>
                    <a:pt x="5107" y="4849"/>
                  </a:lnTo>
                  <a:lnTo>
                    <a:pt x="5107" y="3609"/>
                  </a:lnTo>
                  <a:lnTo>
                    <a:pt x="2409" y="3609"/>
                  </a:lnTo>
                  <a:close/>
                </a:path>
              </a:pathLst>
            </a:custGeom>
            <a:solidFill>
              <a:schemeClr val="accent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1" name="组合 20"/>
          <p:cNvGrpSpPr/>
          <p:nvPr/>
        </p:nvGrpSpPr>
        <p:grpSpPr>
          <a:xfrm>
            <a:off x="9858887" y="1811923"/>
            <a:ext cx="721079" cy="721079"/>
            <a:chOff x="5288161" y="2234042"/>
            <a:chExt cx="1607262" cy="1607262"/>
          </a:xfrm>
        </p:grpSpPr>
        <p:sp>
          <p:nvSpPr>
            <p:cNvPr id="22" name="椭圆 21"/>
            <p:cNvSpPr/>
            <p:nvPr/>
          </p:nvSpPr>
          <p:spPr>
            <a:xfrm>
              <a:off x="5288161"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椭圆 22"/>
            <p:cNvSpPr/>
            <p:nvPr/>
          </p:nvSpPr>
          <p:spPr>
            <a:xfrm>
              <a:off x="5397696" y="2335059"/>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KSO_Shape"/>
            <p:cNvSpPr/>
            <p:nvPr/>
          </p:nvSpPr>
          <p:spPr bwMode="auto">
            <a:xfrm>
              <a:off x="5547153" y="2697761"/>
              <a:ext cx="1089278" cy="662788"/>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5" name="组合 24"/>
          <p:cNvGrpSpPr/>
          <p:nvPr/>
        </p:nvGrpSpPr>
        <p:grpSpPr>
          <a:xfrm>
            <a:off x="10825924" y="1811923"/>
            <a:ext cx="721079" cy="721079"/>
            <a:chOff x="7366499" y="2234042"/>
            <a:chExt cx="1607262" cy="1607262"/>
          </a:xfrm>
        </p:grpSpPr>
        <p:sp>
          <p:nvSpPr>
            <p:cNvPr id="26" name="椭圆 25"/>
            <p:cNvSpPr/>
            <p:nvPr/>
          </p:nvSpPr>
          <p:spPr>
            <a:xfrm>
              <a:off x="7366499" y="2234042"/>
              <a:ext cx="1607262" cy="160726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7" name="椭圆 26"/>
            <p:cNvSpPr/>
            <p:nvPr/>
          </p:nvSpPr>
          <p:spPr>
            <a:xfrm>
              <a:off x="7476034"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KSO_Shape"/>
            <p:cNvSpPr/>
            <p:nvPr/>
          </p:nvSpPr>
          <p:spPr bwMode="auto">
            <a:xfrm>
              <a:off x="7767760" y="2635303"/>
              <a:ext cx="804740" cy="804740"/>
            </a:xfrm>
            <a:custGeom>
              <a:avLst/>
              <a:gdLst>
                <a:gd name="T0" fmla="*/ 1767542 w 3927"/>
                <a:gd name="T1" fmla="*/ 308011 h 3928"/>
                <a:gd name="T2" fmla="*/ 1684137 w 3927"/>
                <a:gd name="T3" fmla="*/ 390514 h 3928"/>
                <a:gd name="T4" fmla="*/ 1406885 w 3927"/>
                <a:gd name="T5" fmla="*/ 115046 h 3928"/>
                <a:gd name="T6" fmla="*/ 1490290 w 3927"/>
                <a:gd name="T7" fmla="*/ 32084 h 3928"/>
                <a:gd name="T8" fmla="*/ 1597525 w 3927"/>
                <a:gd name="T9" fmla="*/ 28876 h 3928"/>
                <a:gd name="T10" fmla="*/ 1770750 w 3927"/>
                <a:gd name="T11" fmla="*/ 200757 h 3928"/>
                <a:gd name="T12" fmla="*/ 1767542 w 3927"/>
                <a:gd name="T13" fmla="*/ 308011 h 3928"/>
                <a:gd name="T14" fmla="*/ 1032021 w 3927"/>
                <a:gd name="T15" fmla="*/ 1039078 h 3928"/>
                <a:gd name="T16" fmla="*/ 754768 w 3927"/>
                <a:gd name="T17" fmla="*/ 763152 h 3928"/>
                <a:gd name="T18" fmla="*/ 1364724 w 3927"/>
                <a:gd name="T19" fmla="*/ 156756 h 3928"/>
                <a:gd name="T20" fmla="*/ 1641977 w 3927"/>
                <a:gd name="T21" fmla="*/ 432682 h 3928"/>
                <a:gd name="T22" fmla="*/ 1032021 w 3927"/>
                <a:gd name="T23" fmla="*/ 1039078 h 3928"/>
                <a:gd name="T24" fmla="*/ 993526 w 3927"/>
                <a:gd name="T25" fmla="*/ 1077121 h 3928"/>
                <a:gd name="T26" fmla="*/ 605373 w 3927"/>
                <a:gd name="T27" fmla="*/ 1187584 h 3928"/>
                <a:gd name="T28" fmla="*/ 716274 w 3927"/>
                <a:gd name="T29" fmla="*/ 801653 h 3928"/>
                <a:gd name="T30" fmla="*/ 993526 w 3927"/>
                <a:gd name="T31" fmla="*/ 1077121 h 3928"/>
                <a:gd name="T32" fmla="*/ 352867 w 3927"/>
                <a:gd name="T33" fmla="*/ 226883 h 3928"/>
                <a:gd name="T34" fmla="*/ 179641 w 3927"/>
                <a:gd name="T35" fmla="*/ 400597 h 3928"/>
                <a:gd name="T36" fmla="*/ 179641 w 3927"/>
                <a:gd name="T37" fmla="*/ 1447468 h 3928"/>
                <a:gd name="T38" fmla="*/ 352867 w 3927"/>
                <a:gd name="T39" fmla="*/ 1620724 h 3928"/>
                <a:gd name="T40" fmla="*/ 1400011 w 3927"/>
                <a:gd name="T41" fmla="*/ 1620724 h 3928"/>
                <a:gd name="T42" fmla="*/ 1573236 w 3927"/>
                <a:gd name="T43" fmla="*/ 1447468 h 3928"/>
                <a:gd name="T44" fmla="*/ 1573236 w 3927"/>
                <a:gd name="T45" fmla="*/ 759485 h 3928"/>
                <a:gd name="T46" fmla="*/ 1752419 w 3927"/>
                <a:gd name="T47" fmla="*/ 585771 h 3928"/>
                <a:gd name="T48" fmla="*/ 1752419 w 3927"/>
                <a:gd name="T49" fmla="*/ 1511178 h 3928"/>
                <a:gd name="T50" fmla="*/ 1457753 w 3927"/>
                <a:gd name="T51" fmla="*/ 1800397 h 3928"/>
                <a:gd name="T52" fmla="*/ 289168 w 3927"/>
                <a:gd name="T53" fmla="*/ 1800397 h 3928"/>
                <a:gd name="T54" fmla="*/ 0 w 3927"/>
                <a:gd name="T55" fmla="*/ 1511178 h 3928"/>
                <a:gd name="T56" fmla="*/ 0 w 3927"/>
                <a:gd name="T57" fmla="*/ 354304 h 3928"/>
                <a:gd name="T58" fmla="*/ 289168 w 3927"/>
                <a:gd name="T59" fmla="*/ 47210 h 3928"/>
                <a:gd name="T60" fmla="*/ 1214412 w 3927"/>
                <a:gd name="T61" fmla="*/ 47210 h 3928"/>
                <a:gd name="T62" fmla="*/ 1040728 w 3927"/>
                <a:gd name="T63" fmla="*/ 226883 h 3928"/>
                <a:gd name="T64" fmla="*/ 352867 w 3927"/>
                <a:gd name="T65" fmla="*/ 226883 h 39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27" h="3928">
                  <a:moveTo>
                    <a:pt x="3857" y="672"/>
                  </a:moveTo>
                  <a:cubicBezTo>
                    <a:pt x="3675" y="852"/>
                    <a:pt x="3675" y="852"/>
                    <a:pt x="3675" y="852"/>
                  </a:cubicBezTo>
                  <a:cubicBezTo>
                    <a:pt x="3070" y="251"/>
                    <a:pt x="3070" y="251"/>
                    <a:pt x="3070" y="251"/>
                  </a:cubicBezTo>
                  <a:cubicBezTo>
                    <a:pt x="3252" y="70"/>
                    <a:pt x="3252" y="70"/>
                    <a:pt x="3252" y="70"/>
                  </a:cubicBezTo>
                  <a:cubicBezTo>
                    <a:pt x="3319" y="4"/>
                    <a:pt x="3424" y="0"/>
                    <a:pt x="3486" y="63"/>
                  </a:cubicBezTo>
                  <a:cubicBezTo>
                    <a:pt x="3864" y="438"/>
                    <a:pt x="3864" y="438"/>
                    <a:pt x="3864" y="438"/>
                  </a:cubicBezTo>
                  <a:cubicBezTo>
                    <a:pt x="3927" y="501"/>
                    <a:pt x="3924" y="605"/>
                    <a:pt x="3857" y="672"/>
                  </a:cubicBezTo>
                  <a:close/>
                  <a:moveTo>
                    <a:pt x="2252" y="2267"/>
                  </a:moveTo>
                  <a:cubicBezTo>
                    <a:pt x="1647" y="1665"/>
                    <a:pt x="1647" y="1665"/>
                    <a:pt x="1647" y="1665"/>
                  </a:cubicBezTo>
                  <a:cubicBezTo>
                    <a:pt x="2978" y="342"/>
                    <a:pt x="2978" y="342"/>
                    <a:pt x="2978" y="342"/>
                  </a:cubicBezTo>
                  <a:cubicBezTo>
                    <a:pt x="3583" y="944"/>
                    <a:pt x="3583" y="944"/>
                    <a:pt x="3583" y="944"/>
                  </a:cubicBezTo>
                  <a:lnTo>
                    <a:pt x="2252" y="2267"/>
                  </a:lnTo>
                  <a:close/>
                  <a:moveTo>
                    <a:pt x="2168" y="2350"/>
                  </a:moveTo>
                  <a:cubicBezTo>
                    <a:pt x="1321" y="2591"/>
                    <a:pt x="1321" y="2591"/>
                    <a:pt x="1321" y="2591"/>
                  </a:cubicBezTo>
                  <a:cubicBezTo>
                    <a:pt x="1563" y="1749"/>
                    <a:pt x="1563" y="1749"/>
                    <a:pt x="1563" y="1749"/>
                  </a:cubicBezTo>
                  <a:lnTo>
                    <a:pt x="2168" y="2350"/>
                  </a:lnTo>
                  <a:close/>
                  <a:moveTo>
                    <a:pt x="770" y="495"/>
                  </a:moveTo>
                  <a:cubicBezTo>
                    <a:pt x="561" y="495"/>
                    <a:pt x="392" y="665"/>
                    <a:pt x="392" y="874"/>
                  </a:cubicBezTo>
                  <a:cubicBezTo>
                    <a:pt x="392" y="3158"/>
                    <a:pt x="392" y="3158"/>
                    <a:pt x="392" y="3158"/>
                  </a:cubicBezTo>
                  <a:cubicBezTo>
                    <a:pt x="392" y="3367"/>
                    <a:pt x="561" y="3536"/>
                    <a:pt x="770" y="3536"/>
                  </a:cubicBezTo>
                  <a:cubicBezTo>
                    <a:pt x="3055" y="3536"/>
                    <a:pt x="3055" y="3536"/>
                    <a:pt x="3055" y="3536"/>
                  </a:cubicBezTo>
                  <a:cubicBezTo>
                    <a:pt x="3264" y="3536"/>
                    <a:pt x="3433" y="3367"/>
                    <a:pt x="3433" y="3158"/>
                  </a:cubicBezTo>
                  <a:cubicBezTo>
                    <a:pt x="3433" y="1657"/>
                    <a:pt x="3433" y="1657"/>
                    <a:pt x="3433" y="1657"/>
                  </a:cubicBezTo>
                  <a:cubicBezTo>
                    <a:pt x="3824" y="1278"/>
                    <a:pt x="3824" y="1278"/>
                    <a:pt x="3824" y="1278"/>
                  </a:cubicBezTo>
                  <a:cubicBezTo>
                    <a:pt x="3824" y="3297"/>
                    <a:pt x="3824" y="3297"/>
                    <a:pt x="3824" y="3297"/>
                  </a:cubicBezTo>
                  <a:cubicBezTo>
                    <a:pt x="3824" y="3645"/>
                    <a:pt x="3529" y="3928"/>
                    <a:pt x="3181" y="3928"/>
                  </a:cubicBezTo>
                  <a:cubicBezTo>
                    <a:pt x="631" y="3928"/>
                    <a:pt x="631" y="3928"/>
                    <a:pt x="631" y="3928"/>
                  </a:cubicBezTo>
                  <a:cubicBezTo>
                    <a:pt x="283" y="3928"/>
                    <a:pt x="0" y="3645"/>
                    <a:pt x="0" y="3297"/>
                  </a:cubicBezTo>
                  <a:cubicBezTo>
                    <a:pt x="0" y="773"/>
                    <a:pt x="0" y="773"/>
                    <a:pt x="0" y="773"/>
                  </a:cubicBezTo>
                  <a:cubicBezTo>
                    <a:pt x="0" y="425"/>
                    <a:pt x="283" y="103"/>
                    <a:pt x="631" y="103"/>
                  </a:cubicBezTo>
                  <a:cubicBezTo>
                    <a:pt x="2650" y="103"/>
                    <a:pt x="2650" y="103"/>
                    <a:pt x="2650" y="103"/>
                  </a:cubicBezTo>
                  <a:cubicBezTo>
                    <a:pt x="2271" y="495"/>
                    <a:pt x="2271" y="495"/>
                    <a:pt x="2271" y="495"/>
                  </a:cubicBezTo>
                  <a:lnTo>
                    <a:pt x="770" y="495"/>
                  </a:lnTo>
                  <a:close/>
                </a:path>
              </a:pathLst>
            </a:custGeom>
            <a:solidFill>
              <a:schemeClr val="accent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34" name="图片 33" descr="C:\Users\Administrator\Desktop\天津大学\图片素材\1图片\2bec9c6f542f8d63bc71a865260a0d5.jpg2bec9c6f542f8d63bc71a865260a0d5"/>
          <p:cNvPicPr preferRelativeResize="0">
            <a:picLocks noChangeAspect="1"/>
          </p:cNvPicPr>
          <p:nvPr/>
        </p:nvPicPr>
        <p:blipFill>
          <a:blip r:embed="rId1">
            <a:duotone>
              <a:schemeClr val="accent1">
                <a:shade val="45000"/>
                <a:satMod val="135000"/>
              </a:schemeClr>
              <a:prstClr val="white"/>
            </a:duotone>
          </a:blip>
          <a:srcRect/>
          <a:stretch>
            <a:fillRect/>
          </a:stretch>
        </p:blipFill>
        <p:spPr>
          <a:xfrm>
            <a:off x="-635" y="0"/>
            <a:ext cx="7890510" cy="6858000"/>
          </a:xfrm>
          <a:custGeom>
            <a:avLst/>
            <a:gdLst>
              <a:gd name="connsiteX0" fmla="*/ 0 w 5418916"/>
              <a:gd name="connsiteY0" fmla="*/ 0 h 6858000"/>
              <a:gd name="connsiteX1" fmla="*/ 5418916 w 5418916"/>
              <a:gd name="connsiteY1" fmla="*/ 0 h 6858000"/>
              <a:gd name="connsiteX2" fmla="*/ 3236852 w 5418916"/>
              <a:gd name="connsiteY2" fmla="*/ 6858000 h 6858000"/>
              <a:gd name="connsiteX3" fmla="*/ 0 w 54189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18916" h="6858000">
                <a:moveTo>
                  <a:pt x="0" y="0"/>
                </a:moveTo>
                <a:lnTo>
                  <a:pt x="5418916" y="0"/>
                </a:lnTo>
                <a:lnTo>
                  <a:pt x="3236852" y="6858000"/>
                </a:lnTo>
                <a:lnTo>
                  <a:pt x="0" y="6858000"/>
                </a:lnTo>
                <a:close/>
              </a:path>
            </a:pathLst>
          </a:custGeom>
          <a:blipFill rotWithShape="1">
            <a:blip r:embed="rId2"/>
            <a:stretch>
              <a:fillRect/>
            </a:stretch>
          </a:blipFill>
        </p:spPr>
      </p:pic>
      <p:pic>
        <p:nvPicPr>
          <p:cNvPr id="2" name="图片 1" descr="logo"/>
          <p:cNvPicPr>
            <a:picLocks noChangeAspect="1"/>
          </p:cNvPicPr>
          <p:nvPr/>
        </p:nvPicPr>
        <p:blipFill>
          <a:blip r:embed="rId3"/>
          <a:stretch>
            <a:fillRect/>
          </a:stretch>
        </p:blipFill>
        <p:spPr>
          <a:xfrm>
            <a:off x="4465955" y="3615055"/>
            <a:ext cx="2721610" cy="25361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500">
        <p:random/>
      </p:transition>
    </mc:Choice>
    <mc:Fallback>
      <p:transition spd="slow">
        <p:random/>
      </p:transition>
    </mc:Fallback>
  </mc:AlternateContent>
</p:sld>
</file>

<file path=ppt/tags/tag1.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 name="KSO_WM_SPECIAL_SOURCE" val="bdnull"/>
</p:tagLst>
</file>

<file path=ppt/theme/theme1.xml><?xml version="1.0" encoding="utf-8"?>
<a:theme xmlns:a="http://schemas.openxmlformats.org/drawingml/2006/main" name="Office 主题​​">
  <a:themeElements>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fontScheme name="Office">
      <a:majorFont>
        <a:latin typeface="Arial"/>
        <a:ea typeface="微软雅黑"/>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微软雅黑"/>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2.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3.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4.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5.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6.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7.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8.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9.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0.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1.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2.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3.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4.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5.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6.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7.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8.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19.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20.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21.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22.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23.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ppt/theme/themeOverride24.xml><?xml version="1.0" encoding="utf-8"?>
<a:themeOverride xmlns:a="http://schemas.openxmlformats.org/drawingml/2006/main">
  <a:clrScheme name="自定义 8">
    <a:dk1>
      <a:srgbClr val="000000"/>
    </a:dk1>
    <a:lt1>
      <a:srgbClr val="FFFFFF"/>
    </a:lt1>
    <a:dk2>
      <a:srgbClr val="44546A"/>
    </a:dk2>
    <a:lt2>
      <a:srgbClr val="E7E6E6"/>
    </a:lt2>
    <a:accent1>
      <a:srgbClr val="24252D"/>
    </a:accent1>
    <a:accent2>
      <a:srgbClr val="FFBD48"/>
    </a:accent2>
    <a:accent3>
      <a:srgbClr val="8F8F8F"/>
    </a:accent3>
    <a:accent4>
      <a:srgbClr val="40414E"/>
    </a:accent4>
    <a:accent5>
      <a:srgbClr val="FFCB6D"/>
    </a:accent5>
    <a:accent6>
      <a:srgbClr val="BFBFBF"/>
    </a:accent6>
    <a:hlink>
      <a:srgbClr val="D95B5B"/>
    </a:hlink>
    <a:folHlink>
      <a:srgbClr val="F2CF61"/>
    </a:folHlink>
  </a:clrScheme>
</a:themeOverride>
</file>

<file path=docProps/app.xml><?xml version="1.0" encoding="utf-8"?>
<Properties xmlns="http://schemas.openxmlformats.org/officeDocument/2006/extended-properties" xmlns:vt="http://schemas.openxmlformats.org/officeDocument/2006/docPropsVTypes">
  <TotalTime>0</TotalTime>
  <Words>4207</Words>
  <Application>WPS 演示</Application>
  <PresentationFormat>宽屏</PresentationFormat>
  <Paragraphs>438</Paragraphs>
  <Slides>25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25</vt:i4>
      </vt:variant>
    </vt:vector>
  </HeadingPairs>
  <TitlesOfParts>
    <vt:vector size="40" baseType="lpstr">
      <vt:lpstr>Arial</vt:lpstr>
      <vt:lpstr>宋体</vt:lpstr>
      <vt:lpstr>Wingdings</vt:lpstr>
      <vt:lpstr>微软雅黑</vt:lpstr>
      <vt:lpstr>Calibri</vt:lpstr>
      <vt:lpstr>Source Sans Pro Light</vt:lpstr>
      <vt:lpstr>AMGDT</vt:lpstr>
      <vt:lpstr>Arial Unicode MS</vt:lpstr>
      <vt:lpstr>等线 Light</vt:lpstr>
      <vt:lpstr>等线</vt:lpstr>
      <vt:lpstr>Impact</vt:lpstr>
      <vt:lpstr>Aharoni</vt:lpstr>
      <vt:lpstr>方正粗黑宋简体</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毕业答辩类</dc:title>
  <dc:creator/>
  <cp:keywords>RP</cp:keywords>
  <dc:description>RP</dc:description>
  <dc:subject>RP</dc:subject>
  <cp:category>RP</cp:category>
  <cp:lastModifiedBy>大象</cp:lastModifiedBy>
  <cp:revision>3</cp:revision>
  <dcterms:created xsi:type="dcterms:W3CDTF">2018-03-09T13:23:00Z</dcterms:created>
  <dcterms:modified xsi:type="dcterms:W3CDTF">2020-10-03T05:26:31Z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