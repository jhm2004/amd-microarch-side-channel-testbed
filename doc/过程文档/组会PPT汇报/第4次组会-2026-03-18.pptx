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38"/>
  </p:handoutMasterIdLst>
  <p:sldIdLst>
    <p:sldId id="260" r:id="rId4"/>
    <p:sldId id="279" r:id="rId6"/>
    <p:sldId id="311" r:id="rId7"/>
    <p:sldId id="310" r:id="rId8"/>
    <p:sldId id="294" r:id="rId9"/>
    <p:sldId id="342" r:id="rId10"/>
    <p:sldId id="312" r:id="rId11"/>
    <p:sldId id="314" r:id="rId12"/>
    <p:sldId id="313" r:id="rId13"/>
    <p:sldId id="315" r:id="rId14"/>
    <p:sldId id="319" r:id="rId15"/>
    <p:sldId id="316" r:id="rId16"/>
    <p:sldId id="320" r:id="rId17"/>
    <p:sldId id="321" r:id="rId18"/>
    <p:sldId id="322" r:id="rId19"/>
    <p:sldId id="324" r:id="rId20"/>
    <p:sldId id="323" r:id="rId21"/>
    <p:sldId id="325" r:id="rId22"/>
    <p:sldId id="326" r:id="rId23"/>
    <p:sldId id="327" r:id="rId24"/>
    <p:sldId id="297" r:id="rId25"/>
    <p:sldId id="329" r:id="rId26"/>
    <p:sldId id="331" r:id="rId27"/>
    <p:sldId id="334" r:id="rId28"/>
    <p:sldId id="335" r:id="rId29"/>
    <p:sldId id="343" r:id="rId30"/>
    <p:sldId id="336" r:id="rId31"/>
    <p:sldId id="337" r:id="rId32"/>
    <p:sldId id="340" r:id="rId33"/>
    <p:sldId id="339" r:id="rId34"/>
    <p:sldId id="341" r:id="rId35"/>
    <p:sldId id="309" r:id="rId36"/>
    <p:sldId id="277" r:id="rId3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217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2" Type="http://schemas.openxmlformats.org/officeDocument/2006/relationships/commentAuthors" Target="commentAuthors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1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.xml"/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3.png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9.xml"/><Relationship Id="rId7" Type="http://schemas.openxmlformats.org/officeDocument/2006/relationships/image" Target="../media/image1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4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image" Target="../media/image3.png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37.xml"/><Relationship Id="rId7" Type="http://schemas.openxmlformats.org/officeDocument/2006/relationships/image" Target="../media/image1.png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image" Target="../media/image3.png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52.xml"/><Relationship Id="rId7" Type="http://schemas.openxmlformats.org/officeDocument/2006/relationships/image" Target="../media/image1.png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image" Target="../media/image3.png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3.xml"/><Relationship Id="rId7" Type="http://schemas.openxmlformats.org/officeDocument/2006/relationships/image" Target="../media/image1.png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8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image" Target="../media/image3.png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82.xml"/><Relationship Id="rId7" Type="http://schemas.openxmlformats.org/officeDocument/2006/relationships/image" Target="../media/image1.png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7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image" Target="../media/image3.png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01.xml"/><Relationship Id="rId7" Type="http://schemas.openxmlformats.org/officeDocument/2006/relationships/image" Target="../media/image1.png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6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image" Target="../media/image3.png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9" Type="http://schemas.openxmlformats.org/officeDocument/2006/relationships/tags" Target="../tags/tag210.xml"/><Relationship Id="rId98" Type="http://schemas.openxmlformats.org/officeDocument/2006/relationships/tags" Target="../tags/tag209.xml"/><Relationship Id="rId97" Type="http://schemas.openxmlformats.org/officeDocument/2006/relationships/tags" Target="../tags/tag208.xml"/><Relationship Id="rId96" Type="http://schemas.openxmlformats.org/officeDocument/2006/relationships/tags" Target="../tags/tag207.xml"/><Relationship Id="rId95" Type="http://schemas.openxmlformats.org/officeDocument/2006/relationships/tags" Target="../tags/tag206.xml"/><Relationship Id="rId94" Type="http://schemas.openxmlformats.org/officeDocument/2006/relationships/tags" Target="../tags/tag205.xml"/><Relationship Id="rId93" Type="http://schemas.openxmlformats.org/officeDocument/2006/relationships/tags" Target="../tags/tag204.xml"/><Relationship Id="rId92" Type="http://schemas.openxmlformats.org/officeDocument/2006/relationships/tags" Target="../tags/tag203.xml"/><Relationship Id="rId91" Type="http://schemas.openxmlformats.org/officeDocument/2006/relationships/tags" Target="../tags/tag202.xml"/><Relationship Id="rId90" Type="http://schemas.openxmlformats.org/officeDocument/2006/relationships/tags" Target="../tags/tag201.xml"/><Relationship Id="rId9" Type="http://schemas.openxmlformats.org/officeDocument/2006/relationships/tags" Target="../tags/tag120.xml"/><Relationship Id="rId89" Type="http://schemas.openxmlformats.org/officeDocument/2006/relationships/tags" Target="../tags/tag200.xml"/><Relationship Id="rId88" Type="http://schemas.openxmlformats.org/officeDocument/2006/relationships/tags" Target="../tags/tag199.xml"/><Relationship Id="rId87" Type="http://schemas.openxmlformats.org/officeDocument/2006/relationships/tags" Target="../tags/tag198.xml"/><Relationship Id="rId86" Type="http://schemas.openxmlformats.org/officeDocument/2006/relationships/tags" Target="../tags/tag197.xml"/><Relationship Id="rId85" Type="http://schemas.openxmlformats.org/officeDocument/2006/relationships/tags" Target="../tags/tag196.xml"/><Relationship Id="rId84" Type="http://schemas.openxmlformats.org/officeDocument/2006/relationships/tags" Target="../tags/tag195.xml"/><Relationship Id="rId83" Type="http://schemas.openxmlformats.org/officeDocument/2006/relationships/tags" Target="../tags/tag194.xml"/><Relationship Id="rId82" Type="http://schemas.openxmlformats.org/officeDocument/2006/relationships/tags" Target="../tags/tag193.xml"/><Relationship Id="rId81" Type="http://schemas.openxmlformats.org/officeDocument/2006/relationships/tags" Target="../tags/tag192.xml"/><Relationship Id="rId80" Type="http://schemas.openxmlformats.org/officeDocument/2006/relationships/tags" Target="../tags/tag191.xml"/><Relationship Id="rId8" Type="http://schemas.openxmlformats.org/officeDocument/2006/relationships/tags" Target="../tags/tag119.xml"/><Relationship Id="rId79" Type="http://schemas.openxmlformats.org/officeDocument/2006/relationships/tags" Target="../tags/tag190.xml"/><Relationship Id="rId78" Type="http://schemas.openxmlformats.org/officeDocument/2006/relationships/tags" Target="../tags/tag189.xml"/><Relationship Id="rId77" Type="http://schemas.openxmlformats.org/officeDocument/2006/relationships/tags" Target="../tags/tag188.xml"/><Relationship Id="rId76" Type="http://schemas.openxmlformats.org/officeDocument/2006/relationships/tags" Target="../tags/tag187.xml"/><Relationship Id="rId75" Type="http://schemas.openxmlformats.org/officeDocument/2006/relationships/tags" Target="../tags/tag186.xml"/><Relationship Id="rId74" Type="http://schemas.openxmlformats.org/officeDocument/2006/relationships/tags" Target="../tags/tag185.xml"/><Relationship Id="rId73" Type="http://schemas.openxmlformats.org/officeDocument/2006/relationships/tags" Target="../tags/tag184.xml"/><Relationship Id="rId72" Type="http://schemas.openxmlformats.org/officeDocument/2006/relationships/tags" Target="../tags/tag183.xml"/><Relationship Id="rId71" Type="http://schemas.openxmlformats.org/officeDocument/2006/relationships/tags" Target="../tags/tag182.xml"/><Relationship Id="rId70" Type="http://schemas.openxmlformats.org/officeDocument/2006/relationships/tags" Target="../tags/tag181.xml"/><Relationship Id="rId7" Type="http://schemas.openxmlformats.org/officeDocument/2006/relationships/tags" Target="../tags/tag118.xml"/><Relationship Id="rId69" Type="http://schemas.openxmlformats.org/officeDocument/2006/relationships/tags" Target="../tags/tag180.xml"/><Relationship Id="rId68" Type="http://schemas.openxmlformats.org/officeDocument/2006/relationships/tags" Target="../tags/tag179.xml"/><Relationship Id="rId67" Type="http://schemas.openxmlformats.org/officeDocument/2006/relationships/tags" Target="../tags/tag178.xml"/><Relationship Id="rId66" Type="http://schemas.openxmlformats.org/officeDocument/2006/relationships/tags" Target="../tags/tag177.xml"/><Relationship Id="rId65" Type="http://schemas.openxmlformats.org/officeDocument/2006/relationships/tags" Target="../tags/tag176.xml"/><Relationship Id="rId64" Type="http://schemas.openxmlformats.org/officeDocument/2006/relationships/tags" Target="../tags/tag175.xml"/><Relationship Id="rId63" Type="http://schemas.openxmlformats.org/officeDocument/2006/relationships/tags" Target="../tags/tag174.xml"/><Relationship Id="rId62" Type="http://schemas.openxmlformats.org/officeDocument/2006/relationships/tags" Target="../tags/tag173.xml"/><Relationship Id="rId61" Type="http://schemas.openxmlformats.org/officeDocument/2006/relationships/tags" Target="../tags/tag172.xml"/><Relationship Id="rId60" Type="http://schemas.openxmlformats.org/officeDocument/2006/relationships/tags" Target="../tags/tag171.xml"/><Relationship Id="rId6" Type="http://schemas.openxmlformats.org/officeDocument/2006/relationships/tags" Target="../tags/tag117.xml"/><Relationship Id="rId59" Type="http://schemas.openxmlformats.org/officeDocument/2006/relationships/tags" Target="../tags/tag170.xml"/><Relationship Id="rId58" Type="http://schemas.openxmlformats.org/officeDocument/2006/relationships/tags" Target="../tags/tag169.xml"/><Relationship Id="rId57" Type="http://schemas.openxmlformats.org/officeDocument/2006/relationships/tags" Target="../tags/tag168.xml"/><Relationship Id="rId56" Type="http://schemas.openxmlformats.org/officeDocument/2006/relationships/tags" Target="../tags/tag167.xml"/><Relationship Id="rId55" Type="http://schemas.openxmlformats.org/officeDocument/2006/relationships/tags" Target="../tags/tag166.xml"/><Relationship Id="rId54" Type="http://schemas.openxmlformats.org/officeDocument/2006/relationships/tags" Target="../tags/tag165.xml"/><Relationship Id="rId53" Type="http://schemas.openxmlformats.org/officeDocument/2006/relationships/tags" Target="../tags/tag164.xml"/><Relationship Id="rId52" Type="http://schemas.openxmlformats.org/officeDocument/2006/relationships/tags" Target="../tags/tag163.xml"/><Relationship Id="rId51" Type="http://schemas.openxmlformats.org/officeDocument/2006/relationships/tags" Target="../tags/tag162.xml"/><Relationship Id="rId50" Type="http://schemas.openxmlformats.org/officeDocument/2006/relationships/tags" Target="../tags/tag161.xml"/><Relationship Id="rId5" Type="http://schemas.openxmlformats.org/officeDocument/2006/relationships/tags" Target="../tags/tag116.xml"/><Relationship Id="rId49" Type="http://schemas.openxmlformats.org/officeDocument/2006/relationships/tags" Target="../tags/tag160.xml"/><Relationship Id="rId48" Type="http://schemas.openxmlformats.org/officeDocument/2006/relationships/tags" Target="../tags/tag159.xml"/><Relationship Id="rId47" Type="http://schemas.openxmlformats.org/officeDocument/2006/relationships/tags" Target="../tags/tag158.xml"/><Relationship Id="rId46" Type="http://schemas.openxmlformats.org/officeDocument/2006/relationships/tags" Target="../tags/tag157.xml"/><Relationship Id="rId45" Type="http://schemas.openxmlformats.org/officeDocument/2006/relationships/tags" Target="../tags/tag156.xml"/><Relationship Id="rId44" Type="http://schemas.openxmlformats.org/officeDocument/2006/relationships/tags" Target="../tags/tag155.xml"/><Relationship Id="rId43" Type="http://schemas.openxmlformats.org/officeDocument/2006/relationships/tags" Target="../tags/tag154.xml"/><Relationship Id="rId42" Type="http://schemas.openxmlformats.org/officeDocument/2006/relationships/tags" Target="../tags/tag153.xml"/><Relationship Id="rId41" Type="http://schemas.openxmlformats.org/officeDocument/2006/relationships/tags" Target="../tags/tag152.xml"/><Relationship Id="rId40" Type="http://schemas.openxmlformats.org/officeDocument/2006/relationships/tags" Target="../tags/tag151.xml"/><Relationship Id="rId4" Type="http://schemas.openxmlformats.org/officeDocument/2006/relationships/tags" Target="../tags/tag115.xml"/><Relationship Id="rId39" Type="http://schemas.openxmlformats.org/officeDocument/2006/relationships/tags" Target="../tags/tag150.xml"/><Relationship Id="rId38" Type="http://schemas.openxmlformats.org/officeDocument/2006/relationships/tags" Target="../tags/tag149.xml"/><Relationship Id="rId37" Type="http://schemas.openxmlformats.org/officeDocument/2006/relationships/tags" Target="../tags/tag148.xml"/><Relationship Id="rId36" Type="http://schemas.openxmlformats.org/officeDocument/2006/relationships/tags" Target="../tags/tag147.xml"/><Relationship Id="rId35" Type="http://schemas.openxmlformats.org/officeDocument/2006/relationships/tags" Target="../tags/tag146.xml"/><Relationship Id="rId34" Type="http://schemas.openxmlformats.org/officeDocument/2006/relationships/tags" Target="../tags/tag145.xml"/><Relationship Id="rId33" Type="http://schemas.openxmlformats.org/officeDocument/2006/relationships/tags" Target="../tags/tag144.xml"/><Relationship Id="rId32" Type="http://schemas.openxmlformats.org/officeDocument/2006/relationships/tags" Target="../tags/tag143.xml"/><Relationship Id="rId31" Type="http://schemas.openxmlformats.org/officeDocument/2006/relationships/tags" Target="../tags/tag142.xml"/><Relationship Id="rId30" Type="http://schemas.openxmlformats.org/officeDocument/2006/relationships/tags" Target="../tags/tag141.xml"/><Relationship Id="rId3" Type="http://schemas.openxmlformats.org/officeDocument/2006/relationships/tags" Target="../tags/tag114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3" Type="http://schemas.openxmlformats.org/officeDocument/2006/relationships/tags" Target="../tags/tag304.xml"/><Relationship Id="rId192" Type="http://schemas.openxmlformats.org/officeDocument/2006/relationships/tags" Target="../tags/tag303.xml"/><Relationship Id="rId191" Type="http://schemas.openxmlformats.org/officeDocument/2006/relationships/tags" Target="../tags/tag302.xml"/><Relationship Id="rId190" Type="http://schemas.openxmlformats.org/officeDocument/2006/relationships/tags" Target="../tags/tag301.xml"/><Relationship Id="rId19" Type="http://schemas.openxmlformats.org/officeDocument/2006/relationships/tags" Target="../tags/tag130.xml"/><Relationship Id="rId189" Type="http://schemas.openxmlformats.org/officeDocument/2006/relationships/tags" Target="../tags/tag300.xml"/><Relationship Id="rId188" Type="http://schemas.openxmlformats.org/officeDocument/2006/relationships/tags" Target="../tags/tag299.xml"/><Relationship Id="rId187" Type="http://schemas.openxmlformats.org/officeDocument/2006/relationships/tags" Target="../tags/tag298.xml"/><Relationship Id="rId186" Type="http://schemas.openxmlformats.org/officeDocument/2006/relationships/tags" Target="../tags/tag297.xml"/><Relationship Id="rId185" Type="http://schemas.openxmlformats.org/officeDocument/2006/relationships/tags" Target="../tags/tag296.xml"/><Relationship Id="rId184" Type="http://schemas.openxmlformats.org/officeDocument/2006/relationships/tags" Target="../tags/tag295.xml"/><Relationship Id="rId183" Type="http://schemas.openxmlformats.org/officeDocument/2006/relationships/tags" Target="../tags/tag294.xml"/><Relationship Id="rId182" Type="http://schemas.openxmlformats.org/officeDocument/2006/relationships/tags" Target="../tags/tag293.xml"/><Relationship Id="rId181" Type="http://schemas.openxmlformats.org/officeDocument/2006/relationships/tags" Target="../tags/tag292.xml"/><Relationship Id="rId180" Type="http://schemas.openxmlformats.org/officeDocument/2006/relationships/tags" Target="../tags/tag291.xml"/><Relationship Id="rId18" Type="http://schemas.openxmlformats.org/officeDocument/2006/relationships/tags" Target="../tags/tag129.xml"/><Relationship Id="rId179" Type="http://schemas.openxmlformats.org/officeDocument/2006/relationships/tags" Target="../tags/tag290.xml"/><Relationship Id="rId178" Type="http://schemas.openxmlformats.org/officeDocument/2006/relationships/tags" Target="../tags/tag289.xml"/><Relationship Id="rId177" Type="http://schemas.openxmlformats.org/officeDocument/2006/relationships/tags" Target="../tags/tag288.xml"/><Relationship Id="rId176" Type="http://schemas.openxmlformats.org/officeDocument/2006/relationships/tags" Target="../tags/tag287.xml"/><Relationship Id="rId175" Type="http://schemas.openxmlformats.org/officeDocument/2006/relationships/tags" Target="../tags/tag286.xml"/><Relationship Id="rId174" Type="http://schemas.openxmlformats.org/officeDocument/2006/relationships/tags" Target="../tags/tag285.xml"/><Relationship Id="rId173" Type="http://schemas.openxmlformats.org/officeDocument/2006/relationships/tags" Target="../tags/tag284.xml"/><Relationship Id="rId172" Type="http://schemas.openxmlformats.org/officeDocument/2006/relationships/tags" Target="../tags/tag283.xml"/><Relationship Id="rId171" Type="http://schemas.openxmlformats.org/officeDocument/2006/relationships/tags" Target="../tags/tag282.xml"/><Relationship Id="rId170" Type="http://schemas.openxmlformats.org/officeDocument/2006/relationships/tags" Target="../tags/tag281.xml"/><Relationship Id="rId17" Type="http://schemas.openxmlformats.org/officeDocument/2006/relationships/tags" Target="../tags/tag128.xml"/><Relationship Id="rId169" Type="http://schemas.openxmlformats.org/officeDocument/2006/relationships/tags" Target="../tags/tag280.xml"/><Relationship Id="rId168" Type="http://schemas.openxmlformats.org/officeDocument/2006/relationships/tags" Target="../tags/tag279.xml"/><Relationship Id="rId167" Type="http://schemas.openxmlformats.org/officeDocument/2006/relationships/tags" Target="../tags/tag278.xml"/><Relationship Id="rId166" Type="http://schemas.openxmlformats.org/officeDocument/2006/relationships/tags" Target="../tags/tag277.xml"/><Relationship Id="rId165" Type="http://schemas.openxmlformats.org/officeDocument/2006/relationships/tags" Target="../tags/tag276.xml"/><Relationship Id="rId164" Type="http://schemas.openxmlformats.org/officeDocument/2006/relationships/tags" Target="../tags/tag275.xml"/><Relationship Id="rId163" Type="http://schemas.openxmlformats.org/officeDocument/2006/relationships/tags" Target="../tags/tag274.xml"/><Relationship Id="rId162" Type="http://schemas.openxmlformats.org/officeDocument/2006/relationships/tags" Target="../tags/tag273.xml"/><Relationship Id="rId161" Type="http://schemas.openxmlformats.org/officeDocument/2006/relationships/tags" Target="../tags/tag272.xml"/><Relationship Id="rId160" Type="http://schemas.openxmlformats.org/officeDocument/2006/relationships/tags" Target="../tags/tag271.xml"/><Relationship Id="rId16" Type="http://schemas.openxmlformats.org/officeDocument/2006/relationships/tags" Target="../tags/tag127.xml"/><Relationship Id="rId159" Type="http://schemas.openxmlformats.org/officeDocument/2006/relationships/tags" Target="../tags/tag270.xml"/><Relationship Id="rId158" Type="http://schemas.openxmlformats.org/officeDocument/2006/relationships/tags" Target="../tags/tag269.xml"/><Relationship Id="rId157" Type="http://schemas.openxmlformats.org/officeDocument/2006/relationships/tags" Target="../tags/tag268.xml"/><Relationship Id="rId156" Type="http://schemas.openxmlformats.org/officeDocument/2006/relationships/tags" Target="../tags/tag267.xml"/><Relationship Id="rId155" Type="http://schemas.openxmlformats.org/officeDocument/2006/relationships/tags" Target="../tags/tag266.xml"/><Relationship Id="rId154" Type="http://schemas.openxmlformats.org/officeDocument/2006/relationships/tags" Target="../tags/tag265.xml"/><Relationship Id="rId153" Type="http://schemas.openxmlformats.org/officeDocument/2006/relationships/tags" Target="../tags/tag264.xml"/><Relationship Id="rId152" Type="http://schemas.openxmlformats.org/officeDocument/2006/relationships/tags" Target="../tags/tag263.xml"/><Relationship Id="rId151" Type="http://schemas.openxmlformats.org/officeDocument/2006/relationships/tags" Target="../tags/tag262.xml"/><Relationship Id="rId150" Type="http://schemas.openxmlformats.org/officeDocument/2006/relationships/tags" Target="../tags/tag261.xml"/><Relationship Id="rId15" Type="http://schemas.openxmlformats.org/officeDocument/2006/relationships/tags" Target="../tags/tag126.xml"/><Relationship Id="rId149" Type="http://schemas.openxmlformats.org/officeDocument/2006/relationships/tags" Target="../tags/tag260.xml"/><Relationship Id="rId148" Type="http://schemas.openxmlformats.org/officeDocument/2006/relationships/tags" Target="../tags/tag259.xml"/><Relationship Id="rId147" Type="http://schemas.openxmlformats.org/officeDocument/2006/relationships/tags" Target="../tags/tag258.xml"/><Relationship Id="rId146" Type="http://schemas.openxmlformats.org/officeDocument/2006/relationships/tags" Target="../tags/tag257.xml"/><Relationship Id="rId145" Type="http://schemas.openxmlformats.org/officeDocument/2006/relationships/tags" Target="../tags/tag256.xml"/><Relationship Id="rId144" Type="http://schemas.openxmlformats.org/officeDocument/2006/relationships/tags" Target="../tags/tag255.xml"/><Relationship Id="rId143" Type="http://schemas.openxmlformats.org/officeDocument/2006/relationships/tags" Target="../tags/tag254.xml"/><Relationship Id="rId142" Type="http://schemas.openxmlformats.org/officeDocument/2006/relationships/tags" Target="../tags/tag253.xml"/><Relationship Id="rId141" Type="http://schemas.openxmlformats.org/officeDocument/2006/relationships/tags" Target="../tags/tag252.xml"/><Relationship Id="rId140" Type="http://schemas.openxmlformats.org/officeDocument/2006/relationships/tags" Target="../tags/tag251.xml"/><Relationship Id="rId14" Type="http://schemas.openxmlformats.org/officeDocument/2006/relationships/tags" Target="../tags/tag125.xml"/><Relationship Id="rId139" Type="http://schemas.openxmlformats.org/officeDocument/2006/relationships/tags" Target="../tags/tag250.xml"/><Relationship Id="rId138" Type="http://schemas.openxmlformats.org/officeDocument/2006/relationships/tags" Target="../tags/tag249.xml"/><Relationship Id="rId137" Type="http://schemas.openxmlformats.org/officeDocument/2006/relationships/tags" Target="../tags/tag248.xml"/><Relationship Id="rId136" Type="http://schemas.openxmlformats.org/officeDocument/2006/relationships/tags" Target="../tags/tag247.xml"/><Relationship Id="rId135" Type="http://schemas.openxmlformats.org/officeDocument/2006/relationships/tags" Target="../tags/tag246.xml"/><Relationship Id="rId134" Type="http://schemas.openxmlformats.org/officeDocument/2006/relationships/tags" Target="../tags/tag245.xml"/><Relationship Id="rId133" Type="http://schemas.openxmlformats.org/officeDocument/2006/relationships/tags" Target="../tags/tag244.xml"/><Relationship Id="rId132" Type="http://schemas.openxmlformats.org/officeDocument/2006/relationships/tags" Target="../tags/tag243.xml"/><Relationship Id="rId131" Type="http://schemas.openxmlformats.org/officeDocument/2006/relationships/tags" Target="../tags/tag242.xml"/><Relationship Id="rId130" Type="http://schemas.openxmlformats.org/officeDocument/2006/relationships/tags" Target="../tags/tag241.xml"/><Relationship Id="rId13" Type="http://schemas.openxmlformats.org/officeDocument/2006/relationships/tags" Target="../tags/tag124.xml"/><Relationship Id="rId129" Type="http://schemas.openxmlformats.org/officeDocument/2006/relationships/tags" Target="../tags/tag240.xml"/><Relationship Id="rId128" Type="http://schemas.openxmlformats.org/officeDocument/2006/relationships/tags" Target="../tags/tag239.xml"/><Relationship Id="rId127" Type="http://schemas.openxmlformats.org/officeDocument/2006/relationships/tags" Target="../tags/tag238.xml"/><Relationship Id="rId126" Type="http://schemas.openxmlformats.org/officeDocument/2006/relationships/tags" Target="../tags/tag237.xml"/><Relationship Id="rId125" Type="http://schemas.openxmlformats.org/officeDocument/2006/relationships/tags" Target="../tags/tag236.xml"/><Relationship Id="rId124" Type="http://schemas.openxmlformats.org/officeDocument/2006/relationships/tags" Target="../tags/tag235.xml"/><Relationship Id="rId123" Type="http://schemas.openxmlformats.org/officeDocument/2006/relationships/tags" Target="../tags/tag234.xml"/><Relationship Id="rId122" Type="http://schemas.openxmlformats.org/officeDocument/2006/relationships/tags" Target="../tags/tag233.xml"/><Relationship Id="rId121" Type="http://schemas.openxmlformats.org/officeDocument/2006/relationships/tags" Target="../tags/tag232.xml"/><Relationship Id="rId120" Type="http://schemas.openxmlformats.org/officeDocument/2006/relationships/tags" Target="../tags/tag231.xml"/><Relationship Id="rId12" Type="http://schemas.openxmlformats.org/officeDocument/2006/relationships/tags" Target="../tags/tag123.xml"/><Relationship Id="rId119" Type="http://schemas.openxmlformats.org/officeDocument/2006/relationships/tags" Target="../tags/tag230.xml"/><Relationship Id="rId118" Type="http://schemas.openxmlformats.org/officeDocument/2006/relationships/tags" Target="../tags/tag229.xml"/><Relationship Id="rId117" Type="http://schemas.openxmlformats.org/officeDocument/2006/relationships/tags" Target="../tags/tag228.xml"/><Relationship Id="rId116" Type="http://schemas.openxmlformats.org/officeDocument/2006/relationships/tags" Target="../tags/tag227.xml"/><Relationship Id="rId115" Type="http://schemas.openxmlformats.org/officeDocument/2006/relationships/tags" Target="../tags/tag226.xml"/><Relationship Id="rId114" Type="http://schemas.openxmlformats.org/officeDocument/2006/relationships/tags" Target="../tags/tag225.xml"/><Relationship Id="rId113" Type="http://schemas.openxmlformats.org/officeDocument/2006/relationships/tags" Target="../tags/tag224.xml"/><Relationship Id="rId112" Type="http://schemas.openxmlformats.org/officeDocument/2006/relationships/tags" Target="../tags/tag223.xml"/><Relationship Id="rId111" Type="http://schemas.openxmlformats.org/officeDocument/2006/relationships/tags" Target="../tags/tag222.xml"/><Relationship Id="rId110" Type="http://schemas.openxmlformats.org/officeDocument/2006/relationships/tags" Target="../tags/tag221.xml"/><Relationship Id="rId11" Type="http://schemas.openxmlformats.org/officeDocument/2006/relationships/tags" Target="../tags/tag122.xml"/><Relationship Id="rId109" Type="http://schemas.openxmlformats.org/officeDocument/2006/relationships/tags" Target="../tags/tag220.xml"/><Relationship Id="rId108" Type="http://schemas.openxmlformats.org/officeDocument/2006/relationships/tags" Target="../tags/tag219.xml"/><Relationship Id="rId107" Type="http://schemas.openxmlformats.org/officeDocument/2006/relationships/tags" Target="../tags/tag218.xml"/><Relationship Id="rId106" Type="http://schemas.openxmlformats.org/officeDocument/2006/relationships/tags" Target="../tags/tag217.xml"/><Relationship Id="rId105" Type="http://schemas.openxmlformats.org/officeDocument/2006/relationships/tags" Target="../tags/tag216.xml"/><Relationship Id="rId104" Type="http://schemas.openxmlformats.org/officeDocument/2006/relationships/tags" Target="../tags/tag215.xml"/><Relationship Id="rId103" Type="http://schemas.openxmlformats.org/officeDocument/2006/relationships/tags" Target="../tags/tag214.xml"/><Relationship Id="rId102" Type="http://schemas.openxmlformats.org/officeDocument/2006/relationships/tags" Target="../tags/tag213.xml"/><Relationship Id="rId101" Type="http://schemas.openxmlformats.org/officeDocument/2006/relationships/tags" Target="../tags/tag212.xml"/><Relationship Id="rId100" Type="http://schemas.openxmlformats.org/officeDocument/2006/relationships/tags" Target="../tags/tag211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image" Target="../media/image1.png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3" Type="http://schemas.openxmlformats.org/officeDocument/2006/relationships/tags" Target="../tags/tag316.xml"/><Relationship Id="rId12" Type="http://schemas.openxmlformats.org/officeDocument/2006/relationships/image" Target="../media/image3.png"/><Relationship Id="rId11" Type="http://schemas.openxmlformats.org/officeDocument/2006/relationships/tags" Target="../tags/tag315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5"/>
            </p:custDataLst>
          </p:nvPr>
        </p:nvSpPr>
        <p:spPr>
          <a:xfrm>
            <a:off x="6096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6"/>
            </p:custDataLst>
          </p:nvPr>
        </p:nvSpPr>
        <p:spPr>
          <a:xfrm>
            <a:off x="64008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64008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6096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7"/>
            </p:custDataLst>
          </p:nvPr>
        </p:nvSpPr>
        <p:spPr>
          <a:xfrm>
            <a:off x="43688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43688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46736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20"/>
            </p:custDataLst>
          </p:nvPr>
        </p:nvSpPr>
        <p:spPr>
          <a:xfrm>
            <a:off x="81280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4" hasCustomPrompt="1"/>
            <p:custDataLst>
              <p:tags r:id="rId21"/>
            </p:custDataLst>
          </p:nvPr>
        </p:nvSpPr>
        <p:spPr>
          <a:xfrm>
            <a:off x="81280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22"/>
            </p:custDataLst>
          </p:nvPr>
        </p:nvSpPr>
        <p:spPr>
          <a:xfrm>
            <a:off x="84328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9144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2484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8"/>
            </p:custDataLst>
          </p:nvPr>
        </p:nvSpPr>
        <p:spPr>
          <a:xfrm>
            <a:off x="65532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65532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3429000" cy="548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87" hasCustomPrompt="1"/>
            <p:custDataLst>
              <p:tags r:id="rId14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5054600" y="1143000"/>
            <a:ext cx="6121400" cy="4572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705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705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6858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6858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705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6858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6858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705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6858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6858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762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762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762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762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762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762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1524000"/>
            <a:ext cx="7416800" cy="2209800"/>
          </a:xfrm>
          <a:custGeom>
            <a:avLst/>
            <a:gdLst>
              <a:gd name="connisteX0" fmla="*/ 0 w 7416800"/>
              <a:gd name="connsiteY0" fmla="*/ 203200 h 2209800"/>
              <a:gd name="connisteX1" fmla="*/ 203200 w 7416800"/>
              <a:gd name="connsiteY1" fmla="*/ 0 h 2209800"/>
              <a:gd name="connisteX2" fmla="*/ 7416800 w 7416800"/>
              <a:gd name="connsiteY2" fmla="*/ 0 h 2209800"/>
              <a:gd name="connisteX3" fmla="*/ 7416800 w 7416800"/>
              <a:gd name="connsiteY3" fmla="*/ 2209800 h 2209800"/>
              <a:gd name="connisteX4" fmla="*/ 203200 w 7416800"/>
              <a:gd name="connsiteY4" fmla="*/ 2209800 h 2209800"/>
              <a:gd name="connisteX5" fmla="*/ 0 w 7416800"/>
              <a:gd name="connsiteY5" fmla="*/ 2006600 h 2209800"/>
              <a:gd name="connisteX6" fmla="*/ 0 w 7416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416800" y="0"/>
                </a:lnTo>
                <a:lnTo>
                  <a:pt x="7416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1" hasCustomPrompt="1"/>
            <p:custDataLst>
              <p:tags r:id="rId15"/>
            </p:custDataLst>
          </p:nvPr>
        </p:nvSpPr>
        <p:spPr>
          <a:xfrm>
            <a:off x="8026400" y="1524000"/>
            <a:ext cx="3556000" cy="2209800"/>
          </a:xfrm>
          <a:custGeom>
            <a:avLst/>
            <a:gdLst>
              <a:gd name="connisteX0" fmla="*/ 0 w 3556000"/>
              <a:gd name="connsiteY0" fmla="*/ 0 h 2209800"/>
              <a:gd name="connisteX1" fmla="*/ 3352800 w 3556000"/>
              <a:gd name="connsiteY1" fmla="*/ 0 h 2209800"/>
              <a:gd name="connisteX2" fmla="*/ 3556000 w 3556000"/>
              <a:gd name="connsiteY2" fmla="*/ 203200 h 2209800"/>
              <a:gd name="connisteX3" fmla="*/ 3556000 w 3556000"/>
              <a:gd name="connsiteY3" fmla="*/ 2006600 h 2209800"/>
              <a:gd name="connisteX4" fmla="*/ 3352800 w 3556000"/>
              <a:gd name="connsiteY4" fmla="*/ 2209800 h 2209800"/>
              <a:gd name="connisteX5" fmla="*/ 0 w 3556000"/>
              <a:gd name="connsiteY5" fmla="*/ 2209800 h 2209800"/>
              <a:gd name="connisteX6" fmla="*/ 0 w 3556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06600"/>
                </a:lnTo>
                <a:cubicBezTo>
                  <a:pt x="3556000" y="2118824"/>
                  <a:pt x="3465024" y="2209800"/>
                  <a:pt x="3352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914400" y="18923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914400" y="24511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2" hasCustomPrompt="1"/>
            <p:custDataLst>
              <p:tags r:id="rId18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3" hasCustomPrompt="1"/>
            <p:custDataLst>
              <p:tags r:id="rId19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20"/>
            </p:custDataLst>
          </p:nvPr>
        </p:nvSpPr>
        <p:spPr>
          <a:xfrm>
            <a:off x="4470400" y="44069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21"/>
            </p:custDataLst>
          </p:nvPr>
        </p:nvSpPr>
        <p:spPr>
          <a:xfrm>
            <a:off x="4470400" y="49657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 235"/>
          <p:cNvGrpSpPr/>
          <p:nvPr userDrawn="1"/>
        </p:nvGrpSpPr>
        <p:grpSpPr>
          <a:xfrm>
            <a:off x="-1087482" y="-1169336"/>
            <a:ext cx="14366963" cy="9196672"/>
            <a:chOff x="-1517189" y="-871840"/>
            <a:chExt cx="14366963" cy="9196672"/>
          </a:xfrm>
          <a:solidFill>
            <a:schemeClr val="bg1">
              <a:alpha val="10000"/>
            </a:schemeClr>
          </a:solidFill>
        </p:grpSpPr>
        <p:sp>
          <p:nvSpPr>
            <p:cNvPr id="8" name="Freeform 7"/>
            <p:cNvSpPr>
              <a:spLocks noEditPoints="1"/>
            </p:cNvSpPr>
            <p:nvPr userDrawn="1">
              <p:custDataLst>
                <p:tags r:id="rId7"/>
              </p:custDataLst>
            </p:nvPr>
          </p:nvSpPr>
          <p:spPr bwMode="auto">
            <a:xfrm rot="20132266">
              <a:off x="3204672" y="5259246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Freeform 9"/>
            <p:cNvSpPr>
              <a:spLocks noEditPoints="1"/>
            </p:cNvSpPr>
            <p:nvPr userDrawn="1">
              <p:custDataLst>
                <p:tags r:id="rId8"/>
              </p:custDataLst>
            </p:nvPr>
          </p:nvSpPr>
          <p:spPr bwMode="auto">
            <a:xfrm>
              <a:off x="3276077" y="3086935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0" name="组 18"/>
            <p:cNvGrpSpPr/>
            <p:nvPr userDrawn="1"/>
          </p:nvGrpSpPr>
          <p:grpSpPr>
            <a:xfrm rot="1396810">
              <a:off x="5439148" y="336445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27" name="Freeform 13"/>
              <p:cNvSpPr>
                <a:spLocks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6130130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8" name="Freeform 14"/>
              <p:cNvSpPr/>
              <p:nvPr userDrawn="1">
                <p:custDataLst>
                  <p:tags r:id="rId10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9" name="Freeform 15"/>
              <p:cNvSpPr/>
              <p:nvPr userDrawn="1">
                <p:custDataLst>
                  <p:tags r:id="rId11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0" name="Freeform 17"/>
              <p:cNvSpPr>
                <a:spLocks noEditPoint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1" name="Freeform 19"/>
            <p:cNvSpPr>
              <a:spLocks noEditPoints="1"/>
            </p:cNvSpPr>
            <p:nvPr userDrawn="1">
              <p:custDataLst>
                <p:tags r:id="rId13"/>
              </p:custDataLst>
            </p:nvPr>
          </p:nvSpPr>
          <p:spPr bwMode="auto">
            <a:xfrm rot="1363540">
              <a:off x="8673100" y="7234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20"/>
            <p:cNvSpPr/>
            <p:nvPr userDrawn="1">
              <p:custDataLst>
                <p:tags r:id="rId14"/>
              </p:custDataLst>
            </p:nvPr>
          </p:nvSpPr>
          <p:spPr bwMode="auto">
            <a:xfrm rot="20253209">
              <a:off x="4644944" y="440960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2116298">
              <a:off x="5097308" y="532895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22" name="Freeform 5"/>
              <p:cNvSpPr/>
              <p:nvPr userDrawn="1">
                <p:custDataLst>
                  <p:tags r:id="rId1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3" name="Freeform 6"/>
              <p:cNvSpPr/>
              <p:nvPr userDrawn="1">
                <p:custDataLst>
                  <p:tags r:id="rId1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4" name="Freeform 7"/>
              <p:cNvSpPr/>
              <p:nvPr userDrawn="1">
                <p:custDataLst>
                  <p:tags r:id="rId1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" name="Freeform 8"/>
              <p:cNvSpPr/>
              <p:nvPr userDrawn="1">
                <p:custDataLst>
                  <p:tags r:id="rId1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6" name="Freeform 9"/>
              <p:cNvSpPr/>
              <p:nvPr userDrawn="1">
                <p:custDataLst>
                  <p:tags r:id="rId1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 userDrawn="1"/>
          </p:nvGrpSpPr>
          <p:grpSpPr>
            <a:xfrm rot="19680185">
              <a:off x="2669841" y="449950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20" name="Freeform 26"/>
              <p:cNvSpPr>
                <a:spLocks noEditPoints="1"/>
              </p:cNvSpPr>
              <p:nvPr userDrawn="1">
                <p:custDataLst>
                  <p:tags r:id="rId20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1" name="Freeform 27"/>
              <p:cNvSpPr/>
              <p:nvPr userDrawn="1">
                <p:custDataLst>
                  <p:tags r:id="rId21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29"/>
            <p:cNvSpPr>
              <a:spLocks noEditPoints="1"/>
            </p:cNvSpPr>
            <p:nvPr userDrawn="1">
              <p:custDataLst>
                <p:tags r:id="rId22"/>
              </p:custDataLst>
            </p:nvPr>
          </p:nvSpPr>
          <p:spPr bwMode="auto">
            <a:xfrm>
              <a:off x="4567724" y="3130391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5"/>
            <p:cNvSpPr>
              <a:spLocks noEditPoints="1"/>
            </p:cNvSpPr>
            <p:nvPr userDrawn="1">
              <p:custDataLst>
                <p:tags r:id="rId23"/>
              </p:custDataLst>
            </p:nvPr>
          </p:nvSpPr>
          <p:spPr bwMode="auto">
            <a:xfrm rot="1264384">
              <a:off x="3800465" y="638232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7" name="组合 16"/>
            <p:cNvGrpSpPr/>
            <p:nvPr userDrawn="1"/>
          </p:nvGrpSpPr>
          <p:grpSpPr>
            <a:xfrm rot="1013132">
              <a:off x="2506793" y="6413812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213" name="Freeform 12"/>
              <p:cNvSpPr>
                <a:spLocks noEditPoints="1"/>
              </p:cNvSpPr>
              <p:nvPr userDrawn="1">
                <p:custDataLst>
                  <p:tags r:id="rId24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4" name="Freeform 13"/>
              <p:cNvSpPr/>
              <p:nvPr userDrawn="1">
                <p:custDataLst>
                  <p:tags r:id="rId25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5" name="Freeform 14"/>
              <p:cNvSpPr/>
              <p:nvPr userDrawn="1">
                <p:custDataLst>
                  <p:tags r:id="rId26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6" name="Freeform 15"/>
              <p:cNvSpPr/>
              <p:nvPr userDrawn="1">
                <p:custDataLst>
                  <p:tags r:id="rId27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7" name="Freeform 16"/>
              <p:cNvSpPr/>
              <p:nvPr userDrawn="1">
                <p:custDataLst>
                  <p:tags r:id="rId28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8" name="Freeform 17"/>
              <p:cNvSpPr/>
              <p:nvPr userDrawn="1">
                <p:custDataLst>
                  <p:tags r:id="rId29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9" name="Freeform 18"/>
              <p:cNvSpPr/>
              <p:nvPr userDrawn="1">
                <p:custDataLst>
                  <p:tags r:id="rId30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 userDrawn="1"/>
          </p:nvGrpSpPr>
          <p:grpSpPr>
            <a:xfrm>
              <a:off x="6063218" y="3624642"/>
              <a:ext cx="1301704" cy="1299270"/>
              <a:chOff x="6262690" y="5170488"/>
              <a:chExt cx="1697038" cy="1693863"/>
            </a:xfrm>
            <a:grpFill/>
          </p:grpSpPr>
          <p:sp>
            <p:nvSpPr>
              <p:cNvPr id="211" name="Freeform 19"/>
              <p:cNvSpPr>
                <a:spLocks noEditPoints="1"/>
              </p:cNvSpPr>
              <p:nvPr userDrawn="1">
                <p:custDataLst>
                  <p:tags r:id="rId31"/>
                </p:custDataLst>
              </p:nvPr>
            </p:nvSpPr>
            <p:spPr bwMode="auto">
              <a:xfrm>
                <a:off x="6262690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2" name="Freeform 20"/>
              <p:cNvSpPr/>
              <p:nvPr userDrawn="1">
                <p:custDataLst>
                  <p:tags r:id="rId3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9" name="Freeform 7"/>
            <p:cNvSpPr>
              <a:spLocks noEditPoints="1"/>
            </p:cNvSpPr>
            <p:nvPr userDrawn="1">
              <p:custDataLst>
                <p:tags r:id="rId33"/>
              </p:custDataLst>
            </p:nvPr>
          </p:nvSpPr>
          <p:spPr bwMode="auto">
            <a:xfrm rot="20132266">
              <a:off x="-1257123" y="479820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9"/>
            <p:cNvSpPr>
              <a:spLocks noEditPoints="1"/>
            </p:cNvSpPr>
            <p:nvPr userDrawn="1">
              <p:custDataLst>
                <p:tags r:id="rId34"/>
              </p:custDataLst>
            </p:nvPr>
          </p:nvSpPr>
          <p:spPr bwMode="auto">
            <a:xfrm>
              <a:off x="-491355" y="283166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1" name="组 45"/>
            <p:cNvGrpSpPr/>
            <p:nvPr userDrawn="1"/>
          </p:nvGrpSpPr>
          <p:grpSpPr>
            <a:xfrm rot="1396810">
              <a:off x="998952" y="372213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07" name="Freeform 13"/>
              <p:cNvSpPr>
                <a:spLocks noEditPoints="1"/>
              </p:cNvSpPr>
              <p:nvPr userDrawn="1">
                <p:custDataLst>
                  <p:tags r:id="rId35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8" name="Freeform 14"/>
              <p:cNvSpPr/>
              <p:nvPr userDrawn="1">
                <p:custDataLst>
                  <p:tags r:id="rId36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9" name="Freeform 15"/>
              <p:cNvSpPr/>
              <p:nvPr userDrawn="1">
                <p:custDataLst>
                  <p:tags r:id="rId37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0" name="Freeform 17"/>
              <p:cNvSpPr>
                <a:spLocks noEditPoints="1"/>
              </p:cNvSpPr>
              <p:nvPr userDrawn="1">
                <p:custDataLst>
                  <p:tags r:id="rId38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2" name="Freeform 19"/>
            <p:cNvSpPr>
              <a:spLocks noEditPoints="1"/>
            </p:cNvSpPr>
            <p:nvPr userDrawn="1">
              <p:custDataLst>
                <p:tags r:id="rId39"/>
              </p:custDataLst>
            </p:nvPr>
          </p:nvSpPr>
          <p:spPr bwMode="auto">
            <a:xfrm rot="1363540">
              <a:off x="337564" y="579283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20"/>
            <p:cNvSpPr/>
            <p:nvPr userDrawn="1">
              <p:custDataLst>
                <p:tags r:id="rId40"/>
              </p:custDataLst>
            </p:nvPr>
          </p:nvSpPr>
          <p:spPr bwMode="auto">
            <a:xfrm rot="20253209">
              <a:off x="158920" y="448561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4" name="组合 23"/>
            <p:cNvGrpSpPr/>
            <p:nvPr userDrawn="1"/>
          </p:nvGrpSpPr>
          <p:grpSpPr>
            <a:xfrm rot="2116298">
              <a:off x="1231243" y="512861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02" name="Freeform 5"/>
              <p:cNvSpPr/>
              <p:nvPr userDrawn="1">
                <p:custDataLst>
                  <p:tags r:id="rId41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3" name="Freeform 6"/>
              <p:cNvSpPr/>
              <p:nvPr userDrawn="1">
                <p:custDataLst>
                  <p:tags r:id="rId42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4" name="Freeform 7"/>
              <p:cNvSpPr/>
              <p:nvPr userDrawn="1">
                <p:custDataLst>
                  <p:tags r:id="rId43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5" name="Freeform 8"/>
              <p:cNvSpPr/>
              <p:nvPr userDrawn="1">
                <p:custDataLst>
                  <p:tags r:id="rId44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6" name="Freeform 9"/>
              <p:cNvSpPr/>
              <p:nvPr userDrawn="1">
                <p:custDataLst>
                  <p:tags r:id="rId45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 userDrawn="1"/>
          </p:nvGrpSpPr>
          <p:grpSpPr>
            <a:xfrm rot="19680185">
              <a:off x="-1517189" y="380303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00" name="Freeform 26"/>
              <p:cNvSpPr>
                <a:spLocks noEditPoints="1"/>
              </p:cNvSpPr>
              <p:nvPr userDrawn="1">
                <p:custDataLst>
                  <p:tags r:id="rId46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1" name="Freeform 27"/>
              <p:cNvSpPr/>
              <p:nvPr userDrawn="1">
                <p:custDataLst>
                  <p:tags r:id="rId47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6" name="Freeform 29"/>
            <p:cNvSpPr>
              <a:spLocks noEditPoints="1"/>
            </p:cNvSpPr>
            <p:nvPr userDrawn="1">
              <p:custDataLst>
                <p:tags r:id="rId48"/>
              </p:custDataLst>
            </p:nvPr>
          </p:nvSpPr>
          <p:spPr bwMode="auto">
            <a:xfrm>
              <a:off x="760976" y="275152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5"/>
            <p:cNvSpPr>
              <a:spLocks noEditPoints="1"/>
            </p:cNvSpPr>
            <p:nvPr userDrawn="1">
              <p:custDataLst>
                <p:tags r:id="rId49"/>
              </p:custDataLst>
            </p:nvPr>
          </p:nvSpPr>
          <p:spPr bwMode="auto">
            <a:xfrm rot="1264384">
              <a:off x="1983280" y="5686214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8" name="组合 27"/>
            <p:cNvGrpSpPr/>
            <p:nvPr userDrawn="1"/>
          </p:nvGrpSpPr>
          <p:grpSpPr>
            <a:xfrm rot="1013132">
              <a:off x="1601368" y="443860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93" name="Freeform 12"/>
              <p:cNvSpPr>
                <a:spLocks noEditPoints="1"/>
              </p:cNvSpPr>
              <p:nvPr userDrawn="1">
                <p:custDataLst>
                  <p:tags r:id="rId50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4" name="Freeform 13"/>
              <p:cNvSpPr/>
              <p:nvPr userDrawn="1">
                <p:custDataLst>
                  <p:tags r:id="rId51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5" name="Freeform 14"/>
              <p:cNvSpPr/>
              <p:nvPr userDrawn="1">
                <p:custDataLst>
                  <p:tags r:id="rId52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6" name="Freeform 15"/>
              <p:cNvSpPr/>
              <p:nvPr userDrawn="1">
                <p:custDataLst>
                  <p:tags r:id="rId53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7" name="Freeform 16"/>
              <p:cNvSpPr/>
              <p:nvPr userDrawn="1">
                <p:custDataLst>
                  <p:tags r:id="rId54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8" name="Freeform 17"/>
              <p:cNvSpPr/>
              <p:nvPr userDrawn="1">
                <p:custDataLst>
                  <p:tags r:id="rId55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9" name="Freeform 18"/>
              <p:cNvSpPr/>
              <p:nvPr userDrawn="1">
                <p:custDataLst>
                  <p:tags r:id="rId56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 userDrawn="1"/>
          </p:nvGrpSpPr>
          <p:grpSpPr>
            <a:xfrm>
              <a:off x="1798258" y="294782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91" name="Freeform 19"/>
              <p:cNvSpPr>
                <a:spLocks noEditPoints="1"/>
              </p:cNvSpPr>
              <p:nvPr userDrawn="1">
                <p:custDataLst>
                  <p:tags r:id="rId57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2" name="Freeform 20"/>
              <p:cNvSpPr/>
              <p:nvPr userDrawn="1">
                <p:custDataLst>
                  <p:tags r:id="rId58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" name="Freeform 7"/>
            <p:cNvSpPr>
              <a:spLocks noEditPoints="1"/>
            </p:cNvSpPr>
            <p:nvPr userDrawn="1">
              <p:custDataLst>
                <p:tags r:id="rId59"/>
              </p:custDataLst>
            </p:nvPr>
          </p:nvSpPr>
          <p:spPr bwMode="auto">
            <a:xfrm rot="21538996">
              <a:off x="7150383" y="576431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9"/>
            <p:cNvSpPr>
              <a:spLocks noEditPoints="1"/>
            </p:cNvSpPr>
            <p:nvPr userDrawn="1">
              <p:custDataLst>
                <p:tags r:id="rId60"/>
              </p:custDataLst>
            </p:nvPr>
          </p:nvSpPr>
          <p:spPr bwMode="auto">
            <a:xfrm rot="1406730">
              <a:off x="8537771" y="4215104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2" name="组 77"/>
            <p:cNvGrpSpPr/>
            <p:nvPr userDrawn="1"/>
          </p:nvGrpSpPr>
          <p:grpSpPr>
            <a:xfrm rot="2803540">
              <a:off x="9511163" y="5451183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87" name="Freeform 13"/>
              <p:cNvSpPr>
                <a:spLocks noEditPoints="1"/>
              </p:cNvSpPr>
              <p:nvPr userDrawn="1">
                <p:custDataLst>
                  <p:tags r:id="rId61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8" name="Freeform 14"/>
              <p:cNvSpPr/>
              <p:nvPr userDrawn="1">
                <p:custDataLst>
                  <p:tags r:id="rId62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9" name="Freeform 15"/>
              <p:cNvSpPr/>
              <p:nvPr userDrawn="1">
                <p:custDataLst>
                  <p:tags r:id="rId63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0" name="Freeform 17"/>
              <p:cNvSpPr>
                <a:spLocks noEditPoints="1"/>
              </p:cNvSpPr>
              <p:nvPr userDrawn="1">
                <p:custDataLst>
                  <p:tags r:id="rId64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19"/>
            <p:cNvSpPr>
              <a:spLocks noEditPoints="1"/>
            </p:cNvSpPr>
            <p:nvPr userDrawn="1">
              <p:custDataLst>
                <p:tags r:id="rId65"/>
              </p:custDataLst>
            </p:nvPr>
          </p:nvSpPr>
          <p:spPr bwMode="auto">
            <a:xfrm rot="2770270">
              <a:off x="8355392" y="7325895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 userDrawn="1">
              <p:custDataLst>
                <p:tags r:id="rId66"/>
              </p:custDataLst>
            </p:nvPr>
          </p:nvSpPr>
          <p:spPr bwMode="auto">
            <a:xfrm rot="59939">
              <a:off x="8625447" y="5843013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 rot="3523028">
              <a:off x="9384746" y="6959689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82" name="Freeform 5"/>
              <p:cNvSpPr/>
              <p:nvPr userDrawn="1">
                <p:custDataLst>
                  <p:tags r:id="rId67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3" name="Freeform 6"/>
              <p:cNvSpPr/>
              <p:nvPr userDrawn="1">
                <p:custDataLst>
                  <p:tags r:id="rId68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4" name="Freeform 7"/>
              <p:cNvSpPr/>
              <p:nvPr userDrawn="1">
                <p:custDataLst>
                  <p:tags r:id="rId69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5" name="Freeform 8"/>
              <p:cNvSpPr/>
              <p:nvPr userDrawn="1">
                <p:custDataLst>
                  <p:tags r:id="rId70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6" name="Freeform 9"/>
              <p:cNvSpPr/>
              <p:nvPr userDrawn="1">
                <p:custDataLst>
                  <p:tags r:id="rId71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 userDrawn="1"/>
          </p:nvGrpSpPr>
          <p:grpSpPr>
            <a:xfrm rot="21086915">
              <a:off x="7366693" y="4686026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80" name="Freeform 26"/>
              <p:cNvSpPr>
                <a:spLocks noEditPoints="1"/>
              </p:cNvSpPr>
              <p:nvPr userDrawn="1">
                <p:custDataLst>
                  <p:tags r:id="rId72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1" name="Freeform 27"/>
              <p:cNvSpPr/>
              <p:nvPr userDrawn="1">
                <p:custDataLst>
                  <p:tags r:id="rId73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7" name="Freeform 29"/>
            <p:cNvSpPr>
              <a:spLocks noEditPoints="1"/>
            </p:cNvSpPr>
            <p:nvPr userDrawn="1">
              <p:custDataLst>
                <p:tags r:id="rId74"/>
              </p:custDataLst>
            </p:nvPr>
          </p:nvSpPr>
          <p:spPr bwMode="auto">
            <a:xfrm rot="1406730">
              <a:off x="9836343" y="4616570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5"/>
            <p:cNvSpPr>
              <a:spLocks noEditPoints="1"/>
            </p:cNvSpPr>
            <p:nvPr userDrawn="1">
              <p:custDataLst>
                <p:tags r:id="rId75"/>
              </p:custDataLst>
            </p:nvPr>
          </p:nvSpPr>
          <p:spPr bwMode="auto">
            <a:xfrm rot="2671114">
              <a:off x="9574736" y="789551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9" name="组合 38"/>
            <p:cNvGrpSpPr/>
            <p:nvPr userDrawn="1"/>
          </p:nvGrpSpPr>
          <p:grpSpPr>
            <a:xfrm rot="2419862">
              <a:off x="9997017" y="6488458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73" name="Freeform 12"/>
              <p:cNvSpPr>
                <a:spLocks noEditPoints="1"/>
              </p:cNvSpPr>
              <p:nvPr userDrawn="1">
                <p:custDataLst>
                  <p:tags r:id="rId7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4" name="Freeform 13"/>
              <p:cNvSpPr/>
              <p:nvPr userDrawn="1">
                <p:custDataLst>
                  <p:tags r:id="rId7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5" name="Freeform 14"/>
              <p:cNvSpPr/>
              <p:nvPr userDrawn="1">
                <p:custDataLst>
                  <p:tags r:id="rId7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6" name="Freeform 15"/>
              <p:cNvSpPr/>
              <p:nvPr userDrawn="1">
                <p:custDataLst>
                  <p:tags r:id="rId7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7" name="Freeform 16"/>
              <p:cNvSpPr/>
              <p:nvPr userDrawn="1">
                <p:custDataLst>
                  <p:tags r:id="rId8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8" name="Freeform 17"/>
              <p:cNvSpPr/>
              <p:nvPr userDrawn="1">
                <p:custDataLst>
                  <p:tags r:id="rId8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9" name="Freeform 18"/>
              <p:cNvSpPr/>
              <p:nvPr userDrawn="1">
                <p:custDataLst>
                  <p:tags r:id="rId8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 userDrawn="1"/>
          </p:nvGrpSpPr>
          <p:grpSpPr>
            <a:xfrm rot="1406730">
              <a:off x="11173870" y="-871840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71" name="Freeform 19"/>
              <p:cNvSpPr>
                <a:spLocks noEditPoints="1"/>
              </p:cNvSpPr>
              <p:nvPr userDrawn="1">
                <p:custDataLst>
                  <p:tags r:id="rId83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2" name="Freeform 20"/>
              <p:cNvSpPr/>
              <p:nvPr userDrawn="1">
                <p:custDataLst>
                  <p:tags r:id="rId84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1" name="Freeform 7"/>
            <p:cNvSpPr>
              <a:spLocks noEditPoints="1"/>
            </p:cNvSpPr>
            <p:nvPr userDrawn="1">
              <p:custDataLst>
                <p:tags r:id="rId85"/>
              </p:custDataLst>
            </p:nvPr>
          </p:nvSpPr>
          <p:spPr bwMode="auto">
            <a:xfrm rot="20132266">
              <a:off x="-3210" y="137461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9"/>
            <p:cNvSpPr>
              <a:spLocks noEditPoints="1"/>
            </p:cNvSpPr>
            <p:nvPr userDrawn="1">
              <p:custDataLst>
                <p:tags r:id="rId86"/>
              </p:custDataLst>
            </p:nvPr>
          </p:nvSpPr>
          <p:spPr bwMode="auto">
            <a:xfrm>
              <a:off x="762558" y="-591931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3" name="组 109"/>
            <p:cNvGrpSpPr/>
            <p:nvPr userDrawn="1"/>
          </p:nvGrpSpPr>
          <p:grpSpPr>
            <a:xfrm rot="1396810">
              <a:off x="2252833" y="298531"/>
              <a:ext cx="337162" cy="1816149"/>
              <a:chOff x="6099175" y="2627313"/>
              <a:chExt cx="411163" cy="2214761"/>
            </a:xfrm>
            <a:grpFill/>
          </p:grpSpPr>
          <p:sp>
            <p:nvSpPr>
              <p:cNvPr id="165" name="Freeform 13"/>
              <p:cNvSpPr>
                <a:spLocks noEditPoints="1"/>
              </p:cNvSpPr>
              <p:nvPr userDrawn="1">
                <p:custDataLst>
                  <p:tags r:id="rId8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6" name="Freeform 14"/>
              <p:cNvSpPr/>
              <p:nvPr userDrawn="1">
                <p:custDataLst>
                  <p:tags r:id="rId8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7" name="Freeform 15"/>
              <p:cNvSpPr/>
              <p:nvPr userDrawn="1">
                <p:custDataLst>
                  <p:tags r:id="rId8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8" name="Freeform 17"/>
              <p:cNvSpPr>
                <a:spLocks noEditPoints="1"/>
              </p:cNvSpPr>
              <p:nvPr userDrawn="1">
                <p:custDataLst>
                  <p:tags r:id="rId9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9" name="Freeform 13"/>
              <p:cNvSpPr>
                <a:spLocks noEditPoints="1"/>
              </p:cNvSpPr>
              <p:nvPr userDrawn="1">
                <p:custDataLst>
                  <p:tags r:id="rId91"/>
                </p:custDataLst>
              </p:nvPr>
            </p:nvSpPr>
            <p:spPr bwMode="auto">
              <a:xfrm>
                <a:off x="6133588" y="3048199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0" name="Freeform 17"/>
              <p:cNvSpPr>
                <a:spLocks noEditPoints="1"/>
              </p:cNvSpPr>
              <p:nvPr userDrawn="1">
                <p:custDataLst>
                  <p:tags r:id="rId92"/>
                </p:custDataLst>
              </p:nvPr>
            </p:nvSpPr>
            <p:spPr bwMode="auto">
              <a:xfrm>
                <a:off x="6132001" y="4310261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4" name="Freeform 19"/>
            <p:cNvSpPr>
              <a:spLocks noEditPoints="1"/>
            </p:cNvSpPr>
            <p:nvPr userDrawn="1">
              <p:custDataLst>
                <p:tags r:id="rId93"/>
              </p:custDataLst>
            </p:nvPr>
          </p:nvSpPr>
          <p:spPr bwMode="auto">
            <a:xfrm rot="1363540">
              <a:off x="1591477" y="2369237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0"/>
            <p:cNvSpPr/>
            <p:nvPr userDrawn="1">
              <p:custDataLst>
                <p:tags r:id="rId94"/>
              </p:custDataLst>
            </p:nvPr>
          </p:nvSpPr>
          <p:spPr bwMode="auto">
            <a:xfrm rot="20253209">
              <a:off x="1412833" y="1062017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6" name="组合 45"/>
            <p:cNvGrpSpPr/>
            <p:nvPr userDrawn="1"/>
          </p:nvGrpSpPr>
          <p:grpSpPr>
            <a:xfrm rot="2116298">
              <a:off x="2485156" y="1705024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59" name="Freeform 5"/>
              <p:cNvSpPr/>
              <p:nvPr userDrawn="1">
                <p:custDataLst>
                  <p:tags r:id="rId9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0" name="Freeform 6"/>
              <p:cNvSpPr/>
              <p:nvPr userDrawn="1">
                <p:custDataLst>
                  <p:tags r:id="rId9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1" name="Freeform 7"/>
              <p:cNvSpPr/>
              <p:nvPr userDrawn="1">
                <p:custDataLst>
                  <p:tags r:id="rId9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2" name="Freeform 8"/>
              <p:cNvSpPr/>
              <p:nvPr userDrawn="1">
                <p:custDataLst>
                  <p:tags r:id="rId9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3" name="Freeform 9"/>
              <p:cNvSpPr/>
              <p:nvPr userDrawn="1">
                <p:custDataLst>
                  <p:tags r:id="rId9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4" name="Freeform 6"/>
              <p:cNvSpPr/>
              <p:nvPr userDrawn="1">
                <p:custDataLst>
                  <p:tags r:id="rId100"/>
                </p:custDataLst>
              </p:nvPr>
            </p:nvSpPr>
            <p:spPr bwMode="auto">
              <a:xfrm>
                <a:off x="733276" y="3957829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 userDrawn="1"/>
          </p:nvGrpSpPr>
          <p:grpSpPr>
            <a:xfrm rot="19680185">
              <a:off x="-263276" y="379440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57" name="Freeform 26"/>
              <p:cNvSpPr>
                <a:spLocks noEditPoints="1"/>
              </p:cNvSpPr>
              <p:nvPr userDrawn="1">
                <p:custDataLst>
                  <p:tags r:id="rId101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8" name="Freeform 27"/>
              <p:cNvSpPr/>
              <p:nvPr userDrawn="1">
                <p:custDataLst>
                  <p:tags r:id="rId102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8" name="Freeform 29"/>
            <p:cNvSpPr>
              <a:spLocks noEditPoints="1"/>
            </p:cNvSpPr>
            <p:nvPr userDrawn="1">
              <p:custDataLst>
                <p:tags r:id="rId103"/>
              </p:custDataLst>
            </p:nvPr>
          </p:nvSpPr>
          <p:spPr bwMode="auto">
            <a:xfrm>
              <a:off x="2014889" y="-672068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5"/>
            <p:cNvSpPr>
              <a:spLocks noEditPoints="1"/>
            </p:cNvSpPr>
            <p:nvPr userDrawn="1">
              <p:custDataLst>
                <p:tags r:id="rId104"/>
              </p:custDataLst>
            </p:nvPr>
          </p:nvSpPr>
          <p:spPr bwMode="auto">
            <a:xfrm rot="1264384">
              <a:off x="2980490" y="2441065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0" name="组合 49"/>
            <p:cNvGrpSpPr/>
            <p:nvPr userDrawn="1"/>
          </p:nvGrpSpPr>
          <p:grpSpPr>
            <a:xfrm rot="1013132">
              <a:off x="2855281" y="1015011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50" name="Freeform 12"/>
              <p:cNvSpPr>
                <a:spLocks noEditPoints="1"/>
              </p:cNvSpPr>
              <p:nvPr userDrawn="1">
                <p:custDataLst>
                  <p:tags r:id="rId105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1" name="Freeform 13"/>
              <p:cNvSpPr/>
              <p:nvPr userDrawn="1">
                <p:custDataLst>
                  <p:tags r:id="rId106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2" name="Freeform 14"/>
              <p:cNvSpPr/>
              <p:nvPr userDrawn="1">
                <p:custDataLst>
                  <p:tags r:id="rId107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3" name="Freeform 15"/>
              <p:cNvSpPr/>
              <p:nvPr userDrawn="1">
                <p:custDataLst>
                  <p:tags r:id="rId108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" name="Freeform 16"/>
              <p:cNvSpPr/>
              <p:nvPr userDrawn="1">
                <p:custDataLst>
                  <p:tags r:id="rId109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5" name="Freeform 17"/>
              <p:cNvSpPr/>
              <p:nvPr userDrawn="1">
                <p:custDataLst>
                  <p:tags r:id="rId110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6" name="Freeform 18"/>
              <p:cNvSpPr/>
              <p:nvPr userDrawn="1">
                <p:custDataLst>
                  <p:tags r:id="rId111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 userDrawn="1"/>
          </p:nvGrpSpPr>
          <p:grpSpPr>
            <a:xfrm>
              <a:off x="3052171" y="-47576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48" name="Freeform 19"/>
              <p:cNvSpPr>
                <a:spLocks noEditPoints="1"/>
              </p:cNvSpPr>
              <p:nvPr userDrawn="1">
                <p:custDataLst>
                  <p:tags r:id="rId112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9" name="Freeform 20"/>
              <p:cNvSpPr/>
              <p:nvPr userDrawn="1">
                <p:custDataLst>
                  <p:tags r:id="rId113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2" name="Freeform 7"/>
            <p:cNvSpPr>
              <a:spLocks noEditPoints="1"/>
            </p:cNvSpPr>
            <p:nvPr userDrawn="1">
              <p:custDataLst>
                <p:tags r:id="rId114"/>
              </p:custDataLst>
            </p:nvPr>
          </p:nvSpPr>
          <p:spPr bwMode="auto">
            <a:xfrm rot="20132266">
              <a:off x="4165316" y="196966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9"/>
            <p:cNvSpPr>
              <a:spLocks noEditPoints="1"/>
            </p:cNvSpPr>
            <p:nvPr userDrawn="1">
              <p:custDataLst>
                <p:tags r:id="rId115"/>
              </p:custDataLst>
            </p:nvPr>
          </p:nvSpPr>
          <p:spPr bwMode="auto">
            <a:xfrm>
              <a:off x="4931084" y="312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4" name="组 141"/>
            <p:cNvGrpSpPr/>
            <p:nvPr userDrawn="1"/>
          </p:nvGrpSpPr>
          <p:grpSpPr>
            <a:xfrm rot="1396810">
              <a:off x="6421391" y="89359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44" name="Freeform 13"/>
              <p:cNvSpPr>
                <a:spLocks noEditPoints="1"/>
              </p:cNvSpPr>
              <p:nvPr userDrawn="1">
                <p:custDataLst>
                  <p:tags r:id="rId116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5" name="Freeform 14"/>
              <p:cNvSpPr/>
              <p:nvPr userDrawn="1">
                <p:custDataLst>
                  <p:tags r:id="rId117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6" name="Freeform 15"/>
              <p:cNvSpPr/>
              <p:nvPr userDrawn="1">
                <p:custDataLst>
                  <p:tags r:id="rId118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7" name="Freeform 17"/>
              <p:cNvSpPr>
                <a:spLocks noEditPoints="1"/>
              </p:cNvSpPr>
              <p:nvPr userDrawn="1">
                <p:custDataLst>
                  <p:tags r:id="rId119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5" name="Freeform 19"/>
            <p:cNvSpPr>
              <a:spLocks noEditPoints="1"/>
            </p:cNvSpPr>
            <p:nvPr userDrawn="1">
              <p:custDataLst>
                <p:tags r:id="rId120"/>
              </p:custDataLst>
            </p:nvPr>
          </p:nvSpPr>
          <p:spPr bwMode="auto">
            <a:xfrm rot="1363540">
              <a:off x="5760003" y="296429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20"/>
            <p:cNvSpPr/>
            <p:nvPr userDrawn="1">
              <p:custDataLst>
                <p:tags r:id="rId121"/>
              </p:custDataLst>
            </p:nvPr>
          </p:nvSpPr>
          <p:spPr bwMode="auto">
            <a:xfrm rot="20253209">
              <a:off x="5581359" y="165707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7" name="组合 56"/>
            <p:cNvGrpSpPr/>
            <p:nvPr userDrawn="1"/>
          </p:nvGrpSpPr>
          <p:grpSpPr>
            <a:xfrm rot="2116298">
              <a:off x="6653682" y="230007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39" name="Freeform 5"/>
              <p:cNvSpPr/>
              <p:nvPr userDrawn="1">
                <p:custDataLst>
                  <p:tags r:id="rId122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0" name="Freeform 6"/>
              <p:cNvSpPr/>
              <p:nvPr userDrawn="1">
                <p:custDataLst>
                  <p:tags r:id="rId123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1" name="Freeform 7"/>
              <p:cNvSpPr/>
              <p:nvPr userDrawn="1">
                <p:custDataLst>
                  <p:tags r:id="rId124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2" name="Freeform 8"/>
              <p:cNvSpPr/>
              <p:nvPr userDrawn="1">
                <p:custDataLst>
                  <p:tags r:id="rId125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3" name="Freeform 9"/>
              <p:cNvSpPr/>
              <p:nvPr userDrawn="1">
                <p:custDataLst>
                  <p:tags r:id="rId126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 userDrawn="1"/>
          </p:nvGrpSpPr>
          <p:grpSpPr>
            <a:xfrm rot="19680185">
              <a:off x="3905250" y="97449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37" name="Freeform 26"/>
              <p:cNvSpPr>
                <a:spLocks noEditPoints="1"/>
              </p:cNvSpPr>
              <p:nvPr userDrawn="1">
                <p:custDataLst>
                  <p:tags r:id="rId127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8" name="Freeform 27"/>
              <p:cNvSpPr/>
              <p:nvPr userDrawn="1">
                <p:custDataLst>
                  <p:tags r:id="rId128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9" name="Freeform 29"/>
            <p:cNvSpPr>
              <a:spLocks noEditPoints="1"/>
            </p:cNvSpPr>
            <p:nvPr userDrawn="1">
              <p:custDataLst>
                <p:tags r:id="rId129"/>
              </p:custDataLst>
            </p:nvPr>
          </p:nvSpPr>
          <p:spPr bwMode="auto">
            <a:xfrm>
              <a:off x="6183415" y="-7701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"/>
            <p:cNvSpPr>
              <a:spLocks noEditPoints="1"/>
            </p:cNvSpPr>
            <p:nvPr userDrawn="1">
              <p:custDataLst>
                <p:tags r:id="rId130"/>
              </p:custDataLst>
            </p:nvPr>
          </p:nvSpPr>
          <p:spPr bwMode="auto">
            <a:xfrm rot="1264384">
              <a:off x="7128415" y="315532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1" name="组合 60"/>
            <p:cNvGrpSpPr/>
            <p:nvPr userDrawn="1"/>
          </p:nvGrpSpPr>
          <p:grpSpPr>
            <a:xfrm rot="1013132">
              <a:off x="7023807" y="161006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30" name="Freeform 12"/>
              <p:cNvSpPr>
                <a:spLocks noEditPoints="1"/>
              </p:cNvSpPr>
              <p:nvPr userDrawn="1">
                <p:custDataLst>
                  <p:tags r:id="rId131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1" name="Freeform 13"/>
              <p:cNvSpPr/>
              <p:nvPr userDrawn="1">
                <p:custDataLst>
                  <p:tags r:id="rId132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2" name="Freeform 14"/>
              <p:cNvSpPr/>
              <p:nvPr userDrawn="1">
                <p:custDataLst>
                  <p:tags r:id="rId133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3" name="Freeform 15"/>
              <p:cNvSpPr/>
              <p:nvPr userDrawn="1">
                <p:custDataLst>
                  <p:tags r:id="rId134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4" name="Freeform 16"/>
              <p:cNvSpPr/>
              <p:nvPr userDrawn="1">
                <p:custDataLst>
                  <p:tags r:id="rId135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5" name="Freeform 17"/>
              <p:cNvSpPr/>
              <p:nvPr userDrawn="1">
                <p:custDataLst>
                  <p:tags r:id="rId136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6" name="Freeform 18"/>
              <p:cNvSpPr/>
              <p:nvPr userDrawn="1">
                <p:custDataLst>
                  <p:tags r:id="rId137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2" name="组合 61"/>
            <p:cNvGrpSpPr/>
            <p:nvPr userDrawn="1"/>
          </p:nvGrpSpPr>
          <p:grpSpPr>
            <a:xfrm>
              <a:off x="7220697" y="11928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28" name="Freeform 19"/>
              <p:cNvSpPr>
                <a:spLocks noEditPoints="1"/>
              </p:cNvSpPr>
              <p:nvPr userDrawn="1">
                <p:custDataLst>
                  <p:tags r:id="rId138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9" name="Freeform 20"/>
              <p:cNvSpPr/>
              <p:nvPr userDrawn="1">
                <p:custDataLst>
                  <p:tags r:id="rId139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3" name="Freeform 7"/>
            <p:cNvSpPr>
              <a:spLocks noEditPoints="1"/>
            </p:cNvSpPr>
            <p:nvPr userDrawn="1">
              <p:custDataLst>
                <p:tags r:id="rId140"/>
              </p:custDataLst>
            </p:nvPr>
          </p:nvSpPr>
          <p:spPr bwMode="auto">
            <a:xfrm rot="20132266">
              <a:off x="7996220" y="3333169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9"/>
            <p:cNvSpPr>
              <a:spLocks noEditPoints="1"/>
            </p:cNvSpPr>
            <p:nvPr userDrawn="1">
              <p:custDataLst>
                <p:tags r:id="rId141"/>
              </p:custDataLst>
            </p:nvPr>
          </p:nvSpPr>
          <p:spPr bwMode="auto">
            <a:xfrm>
              <a:off x="8803483" y="1209043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5" name="组 173"/>
            <p:cNvGrpSpPr/>
            <p:nvPr userDrawn="1"/>
          </p:nvGrpSpPr>
          <p:grpSpPr>
            <a:xfrm rot="1396810">
              <a:off x="10293790" y="209951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24" name="Freeform 13"/>
              <p:cNvSpPr>
                <a:spLocks noEditPoints="1"/>
              </p:cNvSpPr>
              <p:nvPr userDrawn="1">
                <p:custDataLst>
                  <p:tags r:id="rId142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5" name="Freeform 14"/>
              <p:cNvSpPr/>
              <p:nvPr userDrawn="1">
                <p:custDataLst>
                  <p:tags r:id="rId143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6" name="Freeform 15"/>
              <p:cNvSpPr/>
              <p:nvPr userDrawn="1">
                <p:custDataLst>
                  <p:tags r:id="rId144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7" name="Freeform 17"/>
              <p:cNvSpPr>
                <a:spLocks noEditPoints="1"/>
              </p:cNvSpPr>
              <p:nvPr userDrawn="1">
                <p:custDataLst>
                  <p:tags r:id="rId145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6" name="Freeform 19"/>
            <p:cNvSpPr>
              <a:spLocks noEditPoints="1"/>
            </p:cNvSpPr>
            <p:nvPr userDrawn="1">
              <p:custDataLst>
                <p:tags r:id="rId146"/>
              </p:custDataLst>
            </p:nvPr>
          </p:nvSpPr>
          <p:spPr bwMode="auto">
            <a:xfrm rot="1363540">
              <a:off x="9632402" y="4170211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20"/>
            <p:cNvSpPr/>
            <p:nvPr userDrawn="1">
              <p:custDataLst>
                <p:tags r:id="rId147"/>
              </p:custDataLst>
            </p:nvPr>
          </p:nvSpPr>
          <p:spPr bwMode="auto">
            <a:xfrm rot="20253209">
              <a:off x="9453758" y="2862991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8" name="组合 67"/>
            <p:cNvGrpSpPr/>
            <p:nvPr userDrawn="1"/>
          </p:nvGrpSpPr>
          <p:grpSpPr>
            <a:xfrm rot="2116298">
              <a:off x="10526081" y="3505998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19" name="Freeform 5"/>
              <p:cNvSpPr/>
              <p:nvPr userDrawn="1">
                <p:custDataLst>
                  <p:tags r:id="rId148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0" name="Freeform 6"/>
              <p:cNvSpPr/>
              <p:nvPr userDrawn="1">
                <p:custDataLst>
                  <p:tags r:id="rId149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1" name="Freeform 7"/>
              <p:cNvSpPr/>
              <p:nvPr userDrawn="1">
                <p:custDataLst>
                  <p:tags r:id="rId150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2" name="Freeform 8"/>
              <p:cNvSpPr/>
              <p:nvPr userDrawn="1">
                <p:custDataLst>
                  <p:tags r:id="rId151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3" name="Freeform 9"/>
              <p:cNvSpPr/>
              <p:nvPr userDrawn="1">
                <p:custDataLst>
                  <p:tags r:id="rId152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 userDrawn="1"/>
          </p:nvGrpSpPr>
          <p:grpSpPr>
            <a:xfrm rot="19680185">
              <a:off x="7879804" y="2119955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17" name="Freeform 26"/>
              <p:cNvSpPr>
                <a:spLocks noEditPoints="1"/>
              </p:cNvSpPr>
              <p:nvPr userDrawn="1">
                <p:custDataLst>
                  <p:tags r:id="rId153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8" name="Freeform 27"/>
              <p:cNvSpPr/>
              <p:nvPr userDrawn="1">
                <p:custDataLst>
                  <p:tags r:id="rId154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0" name="Freeform 29"/>
            <p:cNvSpPr>
              <a:spLocks noEditPoints="1"/>
            </p:cNvSpPr>
            <p:nvPr userDrawn="1">
              <p:custDataLst>
                <p:tags r:id="rId155"/>
              </p:custDataLst>
            </p:nvPr>
          </p:nvSpPr>
          <p:spPr bwMode="auto">
            <a:xfrm>
              <a:off x="10055814" y="1128906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5"/>
            <p:cNvSpPr>
              <a:spLocks noEditPoints="1"/>
            </p:cNvSpPr>
            <p:nvPr userDrawn="1">
              <p:custDataLst>
                <p:tags r:id="rId156"/>
              </p:custDataLst>
            </p:nvPr>
          </p:nvSpPr>
          <p:spPr bwMode="auto">
            <a:xfrm rot="1264384">
              <a:off x="11021415" y="424203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2" name="组合 71"/>
            <p:cNvGrpSpPr/>
            <p:nvPr userDrawn="1"/>
          </p:nvGrpSpPr>
          <p:grpSpPr>
            <a:xfrm rot="1013132">
              <a:off x="10896206" y="2815985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10" name="Freeform 12"/>
              <p:cNvSpPr>
                <a:spLocks noEditPoints="1"/>
              </p:cNvSpPr>
              <p:nvPr userDrawn="1">
                <p:custDataLst>
                  <p:tags r:id="rId157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1" name="Freeform 13"/>
              <p:cNvSpPr/>
              <p:nvPr userDrawn="1">
                <p:custDataLst>
                  <p:tags r:id="rId158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2" name="Freeform 14"/>
              <p:cNvSpPr/>
              <p:nvPr userDrawn="1">
                <p:custDataLst>
                  <p:tags r:id="rId159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3" name="Freeform 15"/>
              <p:cNvSpPr/>
              <p:nvPr userDrawn="1">
                <p:custDataLst>
                  <p:tags r:id="rId160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4" name="Freeform 16"/>
              <p:cNvSpPr/>
              <p:nvPr userDrawn="1">
                <p:custDataLst>
                  <p:tags r:id="rId161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" name="Freeform 17"/>
              <p:cNvSpPr/>
              <p:nvPr userDrawn="1">
                <p:custDataLst>
                  <p:tags r:id="rId162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6" name="Freeform 18"/>
              <p:cNvSpPr/>
              <p:nvPr userDrawn="1">
                <p:custDataLst>
                  <p:tags r:id="rId163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3" name="组合 72"/>
            <p:cNvGrpSpPr/>
            <p:nvPr userDrawn="1"/>
          </p:nvGrpSpPr>
          <p:grpSpPr>
            <a:xfrm>
              <a:off x="11093096" y="132520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08" name="Freeform 19"/>
              <p:cNvSpPr>
                <a:spLocks noEditPoints="1"/>
              </p:cNvSpPr>
              <p:nvPr userDrawn="1">
                <p:custDataLst>
                  <p:tags r:id="rId164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9" name="Freeform 20"/>
              <p:cNvSpPr/>
              <p:nvPr userDrawn="1">
                <p:custDataLst>
                  <p:tags r:id="rId165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4" name="组合 73"/>
            <p:cNvGrpSpPr/>
            <p:nvPr userDrawn="1"/>
          </p:nvGrpSpPr>
          <p:grpSpPr>
            <a:xfrm rot="1013132">
              <a:off x="6176564" y="5290989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01" name="Freeform 12"/>
              <p:cNvSpPr>
                <a:spLocks noEditPoints="1"/>
              </p:cNvSpPr>
              <p:nvPr userDrawn="1">
                <p:custDataLst>
                  <p:tags r:id="rId16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" name="Freeform 13"/>
              <p:cNvSpPr/>
              <p:nvPr userDrawn="1">
                <p:custDataLst>
                  <p:tags r:id="rId16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3" name="Freeform 14"/>
              <p:cNvSpPr/>
              <p:nvPr userDrawn="1">
                <p:custDataLst>
                  <p:tags r:id="rId16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4" name="Freeform 15"/>
              <p:cNvSpPr/>
              <p:nvPr userDrawn="1">
                <p:custDataLst>
                  <p:tags r:id="rId16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5" name="Freeform 16"/>
              <p:cNvSpPr/>
              <p:nvPr userDrawn="1">
                <p:custDataLst>
                  <p:tags r:id="rId17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" name="Freeform 17"/>
              <p:cNvSpPr/>
              <p:nvPr userDrawn="1">
                <p:custDataLst>
                  <p:tags r:id="rId17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7" name="Freeform 18"/>
              <p:cNvSpPr/>
              <p:nvPr userDrawn="1">
                <p:custDataLst>
                  <p:tags r:id="rId17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5" name="Freeform 19"/>
            <p:cNvSpPr>
              <a:spLocks noEditPoints="1"/>
            </p:cNvSpPr>
            <p:nvPr userDrawn="1">
              <p:custDataLst>
                <p:tags r:id="rId173"/>
              </p:custDataLst>
            </p:nvPr>
          </p:nvSpPr>
          <p:spPr bwMode="auto">
            <a:xfrm rot="3628785">
              <a:off x="4614671" y="65222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"/>
            <p:cNvSpPr>
              <a:spLocks noEditPoints="1"/>
            </p:cNvSpPr>
            <p:nvPr userDrawn="1">
              <p:custDataLst>
                <p:tags r:id="rId174"/>
              </p:custDataLst>
            </p:nvPr>
          </p:nvSpPr>
          <p:spPr bwMode="auto">
            <a:xfrm rot="20132266">
              <a:off x="-807207" y="5977073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7" name="组合 76"/>
            <p:cNvGrpSpPr/>
            <p:nvPr userDrawn="1"/>
          </p:nvGrpSpPr>
          <p:grpSpPr>
            <a:xfrm rot="21086915">
              <a:off x="11056807" y="581802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99" name="Freeform 26"/>
              <p:cNvSpPr>
                <a:spLocks noEditPoints="1"/>
              </p:cNvSpPr>
              <p:nvPr userDrawn="1">
                <p:custDataLst>
                  <p:tags r:id="rId175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27"/>
              <p:cNvSpPr/>
              <p:nvPr userDrawn="1">
                <p:custDataLst>
                  <p:tags r:id="rId176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8" name="组 215"/>
            <p:cNvGrpSpPr/>
            <p:nvPr userDrawn="1"/>
          </p:nvGrpSpPr>
          <p:grpSpPr>
            <a:xfrm rot="2803540">
              <a:off x="9225928" y="-1135170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95" name="Freeform 13"/>
              <p:cNvSpPr>
                <a:spLocks noEditPoints="1"/>
              </p:cNvSpPr>
              <p:nvPr userDrawn="1">
                <p:custDataLst>
                  <p:tags r:id="rId17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6" name="Freeform 14"/>
              <p:cNvSpPr/>
              <p:nvPr userDrawn="1">
                <p:custDataLst>
                  <p:tags r:id="rId17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7" name="Freeform 15"/>
              <p:cNvSpPr/>
              <p:nvPr userDrawn="1">
                <p:custDataLst>
                  <p:tags r:id="rId17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8" name="Freeform 17"/>
              <p:cNvSpPr>
                <a:spLocks noEditPoints="1"/>
              </p:cNvSpPr>
              <p:nvPr userDrawn="1">
                <p:custDataLst>
                  <p:tags r:id="rId18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9" name="组合 78"/>
            <p:cNvGrpSpPr/>
            <p:nvPr userDrawn="1"/>
          </p:nvGrpSpPr>
          <p:grpSpPr>
            <a:xfrm>
              <a:off x="5624277" y="6060101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93" name="Freeform 19"/>
              <p:cNvSpPr>
                <a:spLocks noEditPoints="1"/>
              </p:cNvSpPr>
              <p:nvPr userDrawn="1">
                <p:custDataLst>
                  <p:tags r:id="rId181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4" name="Freeform 20"/>
              <p:cNvSpPr/>
              <p:nvPr userDrawn="1">
                <p:custDataLst>
                  <p:tags r:id="rId18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0" name="Freeform 9"/>
            <p:cNvSpPr>
              <a:spLocks noEditPoints="1"/>
            </p:cNvSpPr>
            <p:nvPr userDrawn="1">
              <p:custDataLst>
                <p:tags r:id="rId183"/>
              </p:custDataLst>
            </p:nvPr>
          </p:nvSpPr>
          <p:spPr bwMode="auto">
            <a:xfrm>
              <a:off x="11714474" y="3298829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1" name="组合 80"/>
            <p:cNvGrpSpPr/>
            <p:nvPr userDrawn="1"/>
          </p:nvGrpSpPr>
          <p:grpSpPr>
            <a:xfrm rot="2116298">
              <a:off x="718678" y="6474358"/>
              <a:ext cx="1228067" cy="1069643"/>
              <a:chOff x="501650" y="3292475"/>
              <a:chExt cx="1735138" cy="1511300"/>
            </a:xfrm>
            <a:grpFill/>
          </p:grpSpPr>
          <p:sp>
            <p:nvSpPr>
              <p:cNvPr id="88" name="Freeform 5"/>
              <p:cNvSpPr/>
              <p:nvPr userDrawn="1">
                <p:custDataLst>
                  <p:tags r:id="rId184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9" name="Freeform 6"/>
              <p:cNvSpPr/>
              <p:nvPr userDrawn="1">
                <p:custDataLst>
                  <p:tags r:id="rId185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0" name="Freeform 7"/>
              <p:cNvSpPr/>
              <p:nvPr userDrawn="1">
                <p:custDataLst>
                  <p:tags r:id="rId186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1" name="Freeform 8"/>
              <p:cNvSpPr/>
              <p:nvPr userDrawn="1">
                <p:custDataLst>
                  <p:tags r:id="rId187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2" name="Freeform 9"/>
              <p:cNvSpPr/>
              <p:nvPr userDrawn="1">
                <p:custDataLst>
                  <p:tags r:id="rId188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2" name="Freeform 7"/>
            <p:cNvSpPr>
              <a:spLocks noEditPoints="1"/>
            </p:cNvSpPr>
            <p:nvPr userDrawn="1">
              <p:custDataLst>
                <p:tags r:id="rId189"/>
              </p:custDataLst>
            </p:nvPr>
          </p:nvSpPr>
          <p:spPr bwMode="auto">
            <a:xfrm rot="20132266">
              <a:off x="9763146" y="-24895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3" name="组合 82"/>
            <p:cNvGrpSpPr/>
            <p:nvPr userDrawn="1"/>
          </p:nvGrpSpPr>
          <p:grpSpPr>
            <a:xfrm rot="1406730">
              <a:off x="10767933" y="542444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86" name="Freeform 19"/>
              <p:cNvSpPr>
                <a:spLocks noEditPoints="1"/>
              </p:cNvSpPr>
              <p:nvPr userDrawn="1">
                <p:custDataLst>
                  <p:tags r:id="rId190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Freeform 20"/>
              <p:cNvSpPr/>
              <p:nvPr userDrawn="1">
                <p:custDataLst>
                  <p:tags r:id="rId191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4" name="Freeform 19"/>
            <p:cNvSpPr>
              <a:spLocks noEditPoints="1"/>
            </p:cNvSpPr>
            <p:nvPr userDrawn="1">
              <p:custDataLst>
                <p:tags r:id="rId192"/>
              </p:custDataLst>
            </p:nvPr>
          </p:nvSpPr>
          <p:spPr bwMode="auto">
            <a:xfrm rot="21418795">
              <a:off x="11264443" y="4898673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>
              <a:spLocks noEditPoints="1"/>
            </p:cNvSpPr>
            <p:nvPr userDrawn="1">
              <p:custDataLst>
                <p:tags r:id="rId193"/>
              </p:custDataLst>
            </p:nvPr>
          </p:nvSpPr>
          <p:spPr bwMode="auto">
            <a:xfrm rot="20132266">
              <a:off x="-1305" y="137588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910386" y="256837"/>
            <a:ext cx="5526505" cy="65755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形 8" descr="书籍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10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logo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>
            <p:custDataLst>
              <p:tags r:id="rId13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  <p:custDataLst>
              <p:tags r:id="rId2"/>
            </p:custDataLst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Hairline" panose="020F0202020204030203"/>
                <a:cs typeface="Lato Hairline" panose="020F0202020204030203"/>
              </a:defRPr>
            </a:lvl1pPr>
          </a:lstStyle>
          <a:p>
            <a:pPr lvl="0"/>
            <a:r>
              <a:rPr lang="es-ES_tradnl" dirty="0"/>
              <a:t>TITLE HERE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3"/>
                </a:solidFill>
                <a:latin typeface="Lato Light" panose="020F0302020204030203"/>
                <a:cs typeface="Lato Light" panose="020F0302020204030203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Oxford Regular" panose="02010600010101010101" charset="-122"/>
                <a:cs typeface="Oxford Regular" panose="02010600010101010101" charset="-122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1.xml"/><Relationship Id="rId1" Type="http://schemas.openxmlformats.org/officeDocument/2006/relationships/tags" Target="../tags/tag3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3.xml"/><Relationship Id="rId1" Type="http://schemas.openxmlformats.org/officeDocument/2006/relationships/tags" Target="../tags/tag3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37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336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39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33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41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4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43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4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5.xml"/><Relationship Id="rId1" Type="http://schemas.openxmlformats.org/officeDocument/2006/relationships/tags" Target="../tags/tag34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7.xml"/><Relationship Id="rId1" Type="http://schemas.openxmlformats.org/officeDocument/2006/relationships/tags" Target="../tags/tag34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49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4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51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50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53.xml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2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5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4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5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6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5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36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tags" Target="../tags/tag360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63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tags" Target="../tags/tag36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65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tags" Target="../tags/tag36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67.xml"/><Relationship Id="rId2" Type="http://schemas.openxmlformats.org/officeDocument/2006/relationships/image" Target="../media/image4.png"/><Relationship Id="rId1" Type="http://schemas.openxmlformats.org/officeDocument/2006/relationships/tags" Target="../tags/tag36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69.xml"/><Relationship Id="rId1" Type="http://schemas.openxmlformats.org/officeDocument/2006/relationships/tags" Target="../tags/tag368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7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tags" Target="../tags/tag370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73.xml"/><Relationship Id="rId2" Type="http://schemas.openxmlformats.org/officeDocument/2006/relationships/image" Target="../media/image24.png"/><Relationship Id="rId1" Type="http://schemas.openxmlformats.org/officeDocument/2006/relationships/tags" Target="../tags/tag372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75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374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77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376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79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378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81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tags" Target="../tags/tag380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83.xml"/><Relationship Id="rId2" Type="http://schemas.openxmlformats.org/officeDocument/2006/relationships/image" Target="../media/image29.png"/><Relationship Id="rId1" Type="http://schemas.openxmlformats.org/officeDocument/2006/relationships/tags" Target="../tags/tag38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85.xml"/><Relationship Id="rId2" Type="http://schemas.openxmlformats.org/officeDocument/2006/relationships/image" Target="../media/image29.png"/><Relationship Id="rId1" Type="http://schemas.openxmlformats.org/officeDocument/2006/relationships/tags" Target="../tags/tag384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87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tags" Target="../tags/tag386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89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tags" Target="../tags/tag38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91.xml"/><Relationship Id="rId1" Type="http://schemas.openxmlformats.org/officeDocument/2006/relationships/tags" Target="../tags/tag390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96.xml"/><Relationship Id="rId4" Type="http://schemas.openxmlformats.org/officeDocument/2006/relationships/tags" Target="../tags/tag395.xml"/><Relationship Id="rId3" Type="http://schemas.openxmlformats.org/officeDocument/2006/relationships/tags" Target="../tags/tag394.xml"/><Relationship Id="rId2" Type="http://schemas.openxmlformats.org/officeDocument/2006/relationships/tags" Target="../tags/tag393.xml"/><Relationship Id="rId1" Type="http://schemas.openxmlformats.org/officeDocument/2006/relationships/tags" Target="../tags/tag3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50631" y="1779835"/>
            <a:ext cx="9144000" cy="1260058"/>
          </a:xfrm>
        </p:spPr>
        <p:txBody>
          <a:bodyPr>
            <a:normAutofit/>
          </a:bodyPr>
          <a:lstStyle/>
          <a:p>
            <a:r>
              <a:rPr lang="zh-CN" altLang="en-US" sz="3900" dirty="0">
                <a:solidFill>
                  <a:schemeClr val="bg1"/>
                </a:solidFill>
              </a:rPr>
              <a:t>基于</a:t>
            </a:r>
            <a:r>
              <a:rPr lang="en-US" altLang="zh-CN" sz="3900" dirty="0">
                <a:solidFill>
                  <a:schemeClr val="bg1"/>
                </a:solidFill>
              </a:rPr>
              <a:t>Flush+Reload</a:t>
            </a:r>
            <a:r>
              <a:rPr lang="zh-CN" altLang="en-US" sz="3900" dirty="0">
                <a:solidFill>
                  <a:schemeClr val="bg1"/>
                </a:solidFill>
              </a:rPr>
              <a:t>的</a:t>
            </a:r>
            <a:br>
              <a:rPr lang="zh-CN" altLang="en-US" sz="3900" dirty="0">
                <a:solidFill>
                  <a:schemeClr val="bg1"/>
                </a:solidFill>
              </a:rPr>
            </a:br>
            <a:r>
              <a:rPr lang="en-US" altLang="zh-CN" sz="3900" dirty="0">
                <a:solidFill>
                  <a:schemeClr val="bg1"/>
                </a:solidFill>
              </a:rPr>
              <a:t>AES128</a:t>
            </a:r>
            <a:r>
              <a:rPr lang="zh-CN" altLang="en-US" sz="3900" dirty="0">
                <a:solidFill>
                  <a:schemeClr val="bg1"/>
                </a:solidFill>
              </a:rPr>
              <a:t>算法</a:t>
            </a:r>
            <a:r>
              <a:rPr lang="en-US" altLang="zh-CN" sz="3900" dirty="0">
                <a:solidFill>
                  <a:schemeClr val="bg1"/>
                </a:solidFill>
              </a:rPr>
              <a:t>Cache</a:t>
            </a:r>
            <a:r>
              <a:rPr lang="zh-CN" altLang="en-US" sz="3900" dirty="0">
                <a:solidFill>
                  <a:schemeClr val="bg1"/>
                </a:solidFill>
              </a:rPr>
              <a:t>计时攻击</a:t>
            </a:r>
            <a:endParaRPr lang="zh-CN" altLang="en-US" sz="39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026.03.18</a:t>
            </a:r>
            <a:endParaRPr lang="zh-CN" altLang="en-US"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MixColumns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MixColumns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003675"/>
            <a:ext cx="117557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9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1.2 </a:t>
            </a:r>
            <a:r>
              <a:rPr lang="zh-CN" altLang="en-US">
                <a:solidFill>
                  <a:schemeClr val="bg1"/>
                </a:solidFill>
              </a:rPr>
              <a:t>带查表加速的</a:t>
            </a:r>
            <a:r>
              <a:rPr lang="en-US" altLang="zh-CN">
                <a:solidFill>
                  <a:schemeClr val="bg1"/>
                </a:solidFill>
              </a:rPr>
              <a:t>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>
                <a:sym typeface="+mn-ea"/>
              </a:rPr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 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查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en-US" altLang="zh-CN">
                <a:sym typeface="+mn-ea"/>
              </a:rPr>
              <a:t>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ym typeface="+mn-ea"/>
              </a:rPr>
              <a:t>SubBytes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ShiftRows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轮标准轮：每轮输入状态直接通过查询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最终轮：仍然使用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</a:t>
            </a:r>
            <a:r>
              <a:rPr lang="zh-CN" altLang="en-US">
                <a:sym typeface="+mn-ea"/>
              </a:rPr>
              <a:t>与轮密钥异或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2.1 </a:t>
            </a:r>
            <a:r>
              <a:rPr lang="zh-CN" altLang="en-US">
                <a:solidFill>
                  <a:schemeClr val="bg1"/>
                </a:solidFill>
              </a:rPr>
              <a:t>攻击思想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0" y="9347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在最终轮中基于如下关系：</a:t>
            </a:r>
            <a:endParaRPr lang="zh-CN" altLang="en-US"/>
          </a:p>
          <a:p>
            <a:r>
              <a:rPr lang="zh-CN" altLang="en-US"/>
              <a:t>其中：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190" y="941070"/>
            <a:ext cx="1685925" cy="3619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" y="1555115"/>
            <a:ext cx="3600450" cy="14954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0330" y="31680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故，由位运算结论：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100" y="3207385"/>
            <a:ext cx="1743075" cy="361950"/>
          </a:xfrm>
          <a:prstGeom prst="rect">
            <a:avLst/>
          </a:prstGeom>
        </p:spPr>
      </p:pic>
      <p:sp>
        <p:nvSpPr>
          <p:cNvPr id="18" name="圆角矩形 17"/>
          <p:cNvSpPr/>
          <p:nvPr/>
        </p:nvSpPr>
        <p:spPr>
          <a:xfrm>
            <a:off x="2774950" y="970915"/>
            <a:ext cx="1642110" cy="33528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2192655" y="3176905"/>
            <a:ext cx="1668145" cy="3530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2.1 </a:t>
            </a:r>
            <a:r>
              <a:rPr lang="zh-CN" altLang="en-US">
                <a:solidFill>
                  <a:schemeClr val="bg1"/>
                </a:solidFill>
              </a:rPr>
              <a:t>攻击思想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0" y="9347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在最终轮中基于如下关系：</a:t>
            </a:r>
            <a:endParaRPr lang="zh-CN" altLang="en-US"/>
          </a:p>
          <a:p>
            <a:r>
              <a:rPr lang="zh-CN" altLang="en-US"/>
              <a:t>其中：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190" y="941070"/>
            <a:ext cx="1685925" cy="3619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" y="1555115"/>
            <a:ext cx="3600450" cy="14954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0330" y="31680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故，由位运算结论：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100" y="3207385"/>
            <a:ext cx="1743075" cy="36195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44780" y="390080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如何求出</a:t>
            </a:r>
            <a:r>
              <a:rPr lang="en-US" altLang="zh-CN"/>
              <a:t>x</a:t>
            </a:r>
            <a:r>
              <a:rPr lang="zh-CN" altLang="en-US"/>
              <a:t>？</a:t>
            </a:r>
            <a:endParaRPr lang="zh-CN" altLang="en-US"/>
          </a:p>
          <a:p>
            <a:r>
              <a:rPr lang="zh-CN" altLang="en-US"/>
              <a:t>因为后面需要进行</a:t>
            </a:r>
            <a:r>
              <a:rPr lang="zh-CN" altLang="en-US">
                <a:solidFill>
                  <a:srgbClr val="2177F9"/>
                </a:solidFill>
              </a:rPr>
              <a:t>针对</a:t>
            </a:r>
            <a:r>
              <a:rPr lang="en-US" altLang="zh-CN">
                <a:solidFill>
                  <a:srgbClr val="2177F9"/>
                </a:solidFill>
              </a:rPr>
              <a:t>x</a:t>
            </a:r>
            <a:r>
              <a:rPr lang="zh-CN" altLang="en-US">
                <a:solidFill>
                  <a:srgbClr val="2177F9"/>
                </a:solidFill>
              </a:rPr>
              <a:t>的查表</a:t>
            </a:r>
            <a:r>
              <a:rPr lang="zh-CN" altLang="en-US"/>
              <a:t>操作，</a:t>
            </a:r>
            <a:endParaRPr lang="zh-CN" altLang="en-US"/>
          </a:p>
          <a:p>
            <a:r>
              <a:rPr lang="zh-CN" altLang="en-US"/>
              <a:t>所以</a:t>
            </a:r>
            <a:r>
              <a:rPr lang="zh-CN" altLang="en-US">
                <a:solidFill>
                  <a:srgbClr val="FF0000"/>
                </a:solidFill>
              </a:rPr>
              <a:t>对表进行</a:t>
            </a:r>
            <a:r>
              <a:rPr lang="en-US" altLang="zh-CN">
                <a:solidFill>
                  <a:srgbClr val="FF0000"/>
                </a:solidFill>
              </a:rPr>
              <a:t>flush and reload</a:t>
            </a:r>
            <a:r>
              <a:rPr lang="zh-CN" altLang="en-US">
                <a:solidFill>
                  <a:srgbClr val="FF0000"/>
                </a:solidFill>
              </a:rPr>
              <a:t>监测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进而</a:t>
            </a:r>
            <a:r>
              <a:rPr lang="zh-CN" altLang="en-US">
                <a:solidFill>
                  <a:srgbClr val="2177F9"/>
                </a:solidFill>
              </a:rPr>
              <a:t>泄露</a:t>
            </a:r>
            <a:r>
              <a:rPr lang="en-US" altLang="zh-CN">
                <a:solidFill>
                  <a:srgbClr val="2177F9"/>
                </a:solidFill>
              </a:rPr>
              <a:t>x</a:t>
            </a:r>
            <a:r>
              <a:rPr lang="zh-CN" altLang="en-US">
                <a:solidFill>
                  <a:srgbClr val="2177F9"/>
                </a:solidFill>
              </a:rPr>
              <a:t>的值</a:t>
            </a:r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2774950" y="970915"/>
            <a:ext cx="1642110" cy="33528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2192655" y="3176905"/>
            <a:ext cx="1668145" cy="3530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356985" y="2954655"/>
            <a:ext cx="1374140" cy="2622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1.2 </a:t>
            </a:r>
            <a:r>
              <a:rPr lang="zh-CN" altLang="en-US">
                <a:solidFill>
                  <a:schemeClr val="bg1"/>
                </a:solidFill>
              </a:rPr>
              <a:t>带查表加速的</a:t>
            </a:r>
            <a:r>
              <a:rPr lang="en-US" altLang="zh-CN">
                <a:solidFill>
                  <a:schemeClr val="bg1"/>
                </a:solidFill>
              </a:rPr>
              <a:t>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>
                <a:sym typeface="+mn-ea"/>
              </a:rPr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 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查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en-US" altLang="zh-CN">
                <a:sym typeface="+mn-ea"/>
              </a:rPr>
              <a:t>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ym typeface="+mn-ea"/>
              </a:rPr>
              <a:t>SubBytes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ShiftRows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轮标准轮：每轮输入状态直接通过查询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最终轮：仍然使用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</a:t>
            </a:r>
            <a:r>
              <a:rPr lang="zh-CN" altLang="en-US">
                <a:sym typeface="+mn-ea"/>
              </a:rPr>
              <a:t>与轮密钥异或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1.2 </a:t>
            </a:r>
            <a:r>
              <a:rPr lang="zh-CN" altLang="en-US">
                <a:solidFill>
                  <a:schemeClr val="bg1"/>
                </a:solidFill>
              </a:rPr>
              <a:t>带查表加速的</a:t>
            </a:r>
            <a:r>
              <a:rPr lang="en-US" altLang="zh-CN">
                <a:solidFill>
                  <a:schemeClr val="bg1"/>
                </a:solidFill>
              </a:rPr>
              <a:t>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ln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密钥预处理</a:t>
            </a:r>
            <a:r>
              <a:rPr lang="zh-CN" altLang="en-US">
                <a:ln>
                  <a:noFill/>
                </a:ln>
              </a:rPr>
              <a:t>：</a:t>
            </a:r>
            <a:r>
              <a:rPr lang="en-US" altLang="zh-CN">
                <a:ln>
                  <a:noFill/>
                </a:ln>
              </a:rPr>
              <a:t>128</a:t>
            </a:r>
            <a:r>
              <a:rPr lang="zh-CN" altLang="en-US">
                <a:ln>
                  <a:noFill/>
                </a:ln>
              </a:rPr>
              <a:t>位种子密钥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</a:rPr>
              <a:t>按列填充到</a:t>
            </a:r>
            <a:r>
              <a:rPr lang="en-US" altLang="zh-CN">
                <a:ln>
                  <a:noFill/>
                </a:ln>
              </a:rPr>
              <a:t> 4</a:t>
            </a:r>
            <a:r>
              <a:rPr lang="en-US" altLang="en-US">
                <a:ln>
                  <a:noFill/>
                </a:ln>
              </a:rPr>
              <a:t>×</a:t>
            </a:r>
            <a:r>
              <a:rPr lang="en-US" altLang="zh-CN">
                <a:ln>
                  <a:noFill/>
                </a:ln>
              </a:rPr>
              <a:t>4 </a:t>
            </a:r>
            <a:r>
              <a:rPr lang="zh-CN" altLang="en-US">
                <a:ln>
                  <a:noFill/>
                </a:ln>
              </a:rPr>
              <a:t>的矩阵中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  <a:solidFill>
                  <a:srgbClr val="2177F9"/>
                </a:solidFill>
              </a:rPr>
              <a:t>密钥扩展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</a:rPr>
              <a:t>扩展出</a:t>
            </a:r>
            <a:r>
              <a:rPr lang="en-US" altLang="zh-CN">
                <a:ln>
                  <a:noFill/>
                </a:ln>
              </a:rPr>
              <a:t> 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</a:rPr>
              <a:t>11 </a:t>
            </a:r>
            <a:r>
              <a:rPr lang="zh-CN" altLang="en-US">
                <a:ln>
                  <a:noFill/>
                </a:ln>
                <a:solidFill>
                  <a:srgbClr val="2177F9"/>
                </a:solidFill>
              </a:rPr>
              <a:t>个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</a:rPr>
              <a:t> 128 </a:t>
            </a:r>
            <a:r>
              <a:rPr lang="zh-CN" altLang="en-US">
                <a:ln>
                  <a:noFill/>
                </a:ln>
                <a:solidFill>
                  <a:srgbClr val="2177F9"/>
                </a:solidFill>
              </a:rPr>
              <a:t>位的子密钥</a:t>
            </a:r>
            <a:r>
              <a:rPr lang="zh-CN" altLang="en-US">
                <a:ln>
                  <a:noFill/>
                </a:ln>
              </a:rPr>
              <a:t>，</a:t>
            </a:r>
            <a:endParaRPr lang="zh-CN" altLang="en-US">
              <a:ln>
                <a:noFill/>
              </a:ln>
            </a:endParaRPr>
          </a:p>
          <a:p>
            <a:r>
              <a:rPr lang="zh-CN" altLang="en-US">
                <a:ln>
                  <a:noFill/>
                </a:ln>
              </a:rPr>
              <a:t> </a:t>
            </a:r>
            <a:r>
              <a:rPr lang="en-US" altLang="zh-CN">
                <a:ln>
                  <a:noFill/>
                </a:ln>
              </a:rPr>
              <a:t>                   </a:t>
            </a:r>
            <a:r>
              <a:rPr lang="zh-CN" altLang="en-US">
                <a:ln>
                  <a:noFill/>
                </a:ln>
              </a:rPr>
              <a:t>每个子密钥也是</a:t>
            </a:r>
            <a:r>
              <a:rPr lang="en-US" altLang="zh-CN">
                <a:ln>
                  <a:noFill/>
                </a:ln>
              </a:rPr>
              <a:t> 4</a:t>
            </a:r>
            <a:r>
              <a:rPr lang="en-US" altLang="en-US">
                <a:ln>
                  <a:noFill/>
                </a:ln>
              </a:rPr>
              <a:t>×</a:t>
            </a:r>
            <a:r>
              <a:rPr lang="en-US" altLang="zh-CN">
                <a:ln>
                  <a:noFill/>
                </a:ln>
              </a:rPr>
              <a:t>4 </a:t>
            </a:r>
            <a:r>
              <a:rPr lang="zh-CN" altLang="en-US">
                <a:ln>
                  <a:noFill/>
                </a:ln>
              </a:rPr>
              <a:t>的字节矩阵。</a:t>
            </a:r>
            <a:endParaRPr lang="zh-CN" altLang="en-US">
              <a:ln>
                <a:noFill/>
              </a:ln>
            </a:endParaRPr>
          </a:p>
          <a:p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明文处理</a:t>
            </a:r>
            <a:r>
              <a:rPr lang="zh-CN" altLang="en-US">
                <a:ln>
                  <a:noFill/>
                </a:ln>
              </a:rPr>
              <a:t>：</a:t>
            </a:r>
            <a:r>
              <a:rPr lang="en-US" altLang="zh-CN">
                <a:ln>
                  <a:noFill/>
                </a:ln>
              </a:rPr>
              <a:t>   </a:t>
            </a:r>
            <a:r>
              <a:rPr lang="zh-CN" altLang="en-US">
                <a:ln>
                  <a:noFill/>
                </a:ln>
              </a:rPr>
              <a:t>取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</a:rPr>
              <a:t>1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>
                <a:ln>
                  <a:noFill/>
                </a:ln>
              </a:rPr>
              <a:t>明文（分组加密）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</a:rPr>
              <a:t>经</a:t>
            </a:r>
            <a:r>
              <a:rPr lang="en-US" altLang="zh-CN">
                <a:ln>
                  <a:noFill/>
                </a:ln>
                <a:solidFill>
                  <a:srgbClr val="FF0000"/>
                </a:solidFill>
              </a:rPr>
              <a:t>11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轮</a:t>
            </a:r>
            <a:r>
              <a:rPr lang="zh-CN" altLang="en-US">
                <a:ln>
                  <a:noFill/>
                </a:ln>
              </a:rPr>
              <a:t>加密：</a:t>
            </a:r>
            <a:endParaRPr lang="en-US" altLang="zh-CN">
              <a:ln>
                <a:noFill/>
              </a:ln>
            </a:endParaRPr>
          </a:p>
          <a:p>
            <a:r>
              <a:rPr lang="en-US" altLang="zh-CN">
                <a:ln>
                  <a:noFill/>
                </a:ln>
              </a:rPr>
              <a:t>                    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初始轮</a:t>
            </a:r>
            <a:r>
              <a:rPr lang="zh-CN" altLang="en-US">
                <a:ln>
                  <a:noFill/>
                </a:ln>
              </a:rPr>
              <a:t>：仅进行</a:t>
            </a:r>
            <a:r>
              <a:rPr lang="en-US" altLang="zh-CN">
                <a:ln>
                  <a:noFill/>
                </a:ln>
              </a:rPr>
              <a:t> AddRoundKey</a:t>
            </a:r>
            <a:r>
              <a:rPr lang="zh-CN" altLang="en-US">
                <a:ln>
                  <a:noFill/>
                </a:ln>
              </a:rPr>
              <a:t>（与第</a:t>
            </a:r>
            <a:r>
              <a:rPr lang="en-US" altLang="zh-CN">
                <a:ln>
                  <a:noFill/>
                </a:ln>
              </a:rPr>
              <a:t> 0 </a:t>
            </a:r>
            <a:r>
              <a:rPr lang="zh-CN" altLang="en-US">
                <a:ln>
                  <a:noFill/>
                </a:ln>
              </a:rPr>
              <a:t>轮密钥异或）。</a:t>
            </a:r>
            <a:endParaRPr lang="zh-CN" altLang="en-US">
              <a:ln>
                <a:noFill/>
              </a:ln>
            </a:endParaRPr>
          </a:p>
          <a:p>
            <a:r>
              <a:rPr lang="en-US" altLang="zh-CN">
                <a:ln>
                  <a:noFill/>
                </a:ln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轮标准轮</a:t>
            </a:r>
            <a:r>
              <a:rPr lang="zh-CN" altLang="en-US">
                <a:ln>
                  <a:noFill/>
                </a:ln>
              </a:rPr>
              <a:t>：每轮依次执行</a:t>
            </a:r>
            <a:r>
              <a:rPr lang="en-US" altLang="zh-CN">
                <a:ln>
                  <a:noFill/>
                </a:ln>
              </a:rPr>
              <a:t>                           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</a:rPr>
              <a:t>查</a:t>
            </a:r>
            <a:r>
              <a:rPr lang="en-US" altLang="zh-CN">
                <a:ln>
                  <a:noFill/>
                </a:ln>
                <a:solidFill>
                  <a:srgbClr val="00B050"/>
                </a:solidFill>
              </a:rPr>
              <a:t>T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</a:rPr>
              <a:t>表</a:t>
            </a:r>
            <a:r>
              <a:rPr lang="en-US" altLang="zh-CN">
                <a:ln>
                  <a:noFill/>
                </a:ln>
                <a:sym typeface="+mn-ea"/>
              </a:rPr>
              <a:t>                           </a:t>
            </a:r>
            <a:r>
              <a:rPr lang="en-US" altLang="en-US">
                <a:ln>
                  <a:noFill/>
                </a:ln>
              </a:rPr>
              <a:t>→</a:t>
            </a:r>
            <a:r>
              <a:rPr lang="en-US" altLang="zh-CN">
                <a:ln>
                  <a:noFill/>
                </a:ln>
              </a:rPr>
              <a:t> AddRoundKey</a:t>
            </a:r>
            <a:r>
              <a:rPr lang="zh-CN" altLang="en-US">
                <a:ln>
                  <a:noFill/>
                </a:ln>
              </a:rPr>
              <a:t>。</a:t>
            </a:r>
            <a:endParaRPr lang="zh-CN" altLang="en-US">
              <a:ln>
                <a:noFill/>
              </a:ln>
            </a:endParaRPr>
          </a:p>
          <a:p>
            <a:r>
              <a:rPr lang="en-US" altLang="zh-CN">
                <a:ln>
                  <a:noFill/>
                </a:ln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最终轮</a:t>
            </a:r>
            <a:r>
              <a:rPr lang="zh-CN" altLang="en-US">
                <a:ln>
                  <a:noFill/>
                </a:ln>
              </a:rPr>
              <a:t>：依次执行</a:t>
            </a:r>
            <a:r>
              <a:rPr lang="en-US" altLang="zh-CN">
                <a:ln>
                  <a:noFill/>
                </a:ln>
              </a:rPr>
              <a:t>               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  <a:sym typeface="+mn-ea"/>
              </a:rPr>
              <a:t>查</a:t>
            </a:r>
            <a:r>
              <a:rPr lang="en-US" altLang="zh-CN">
                <a:ln>
                  <a:noFill/>
                </a:ln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  <a:sym typeface="+mn-ea"/>
              </a:rPr>
              <a:t>表</a:t>
            </a:r>
            <a:r>
              <a:rPr lang="en-US" altLang="zh-CN">
                <a:ln>
                  <a:noFill/>
                </a:ln>
                <a:sym typeface="+mn-ea"/>
              </a:rPr>
              <a:t>               </a:t>
            </a:r>
            <a:r>
              <a:rPr lang="en-US" altLang="en-US">
                <a:ln>
                  <a:noFill/>
                </a:ln>
              </a:rPr>
              <a:t>→</a:t>
            </a:r>
            <a:r>
              <a:rPr lang="en-US" altLang="zh-CN">
                <a:ln>
                  <a:noFill/>
                </a:ln>
              </a:rPr>
              <a:t> AddRoundKey</a:t>
            </a:r>
            <a:r>
              <a:rPr lang="zh-CN" altLang="en-US">
                <a:ln>
                  <a:noFill/>
                </a:ln>
              </a:rPr>
              <a:t>（没有</a:t>
            </a:r>
            <a:r>
              <a:rPr lang="en-US" altLang="zh-CN">
                <a:ln>
                  <a:noFill/>
                </a:ln>
              </a:rPr>
              <a:t> MixColumns</a:t>
            </a:r>
            <a:r>
              <a:rPr lang="zh-CN" altLang="en-US">
                <a:ln>
                  <a:noFill/>
                </a:ln>
              </a:rPr>
              <a:t>）。</a:t>
            </a:r>
            <a:endParaRPr lang="zh-CN" altLang="en-US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  <a:p>
            <a:endParaRPr lang="zh-CN" altLang="en-US">
              <a:ln>
                <a:noFill/>
              </a:ln>
              <a:sym typeface="+mn-ea"/>
            </a:endParaRPr>
          </a:p>
          <a:p>
            <a:endParaRPr lang="zh-CN" altLang="en-US">
              <a:ln>
                <a:noFill/>
              </a:ln>
              <a:sym typeface="+mn-ea"/>
            </a:endParaRPr>
          </a:p>
          <a:p>
            <a:r>
              <a:rPr lang="zh-CN" altLang="en-US">
                <a:ln>
                  <a:noFill/>
                </a:ln>
                <a:sym typeface="+mn-ea"/>
              </a:rPr>
              <a:t>可以预先计算</a:t>
            </a:r>
            <a:r>
              <a:rPr lang="en-US" altLang="zh-CN">
                <a:ln>
                  <a:noFill/>
                </a:ln>
                <a:sym typeface="+mn-ea"/>
              </a:rPr>
              <a:t>SubBytes </a:t>
            </a:r>
            <a:r>
              <a:rPr lang="en-US" altLang="en-US">
                <a:ln>
                  <a:noFill/>
                </a:ln>
                <a:sym typeface="+mn-ea"/>
              </a:rPr>
              <a:t>→</a:t>
            </a:r>
            <a:r>
              <a:rPr lang="en-US" altLang="zh-CN">
                <a:ln>
                  <a:noFill/>
                </a:ln>
                <a:sym typeface="+mn-ea"/>
              </a:rPr>
              <a:t> ShiftRows </a:t>
            </a:r>
            <a:r>
              <a:rPr lang="en-US" altLang="en-US">
                <a:ln>
                  <a:noFill/>
                </a:ln>
                <a:sym typeface="+mn-ea"/>
              </a:rPr>
              <a:t>→</a:t>
            </a:r>
            <a:r>
              <a:rPr lang="en-US" altLang="zh-CN">
                <a:ln>
                  <a:noFill/>
                </a:ln>
                <a:sym typeface="+mn-ea"/>
              </a:rPr>
              <a:t> MixColumns</a:t>
            </a:r>
            <a:r>
              <a:rPr lang="zh-CN" altLang="en-US">
                <a:ln>
                  <a:noFill/>
                </a:ln>
                <a:sym typeface="+mn-ea"/>
              </a:rPr>
              <a:t>，得到</a:t>
            </a:r>
            <a:r>
              <a:rPr lang="en-US" altLang="zh-CN">
                <a:ln>
                  <a:noFill/>
                </a:ln>
                <a:sym typeface="+mn-ea"/>
              </a:rPr>
              <a:t>4</a:t>
            </a:r>
            <a:r>
              <a:rPr lang="zh-CN" altLang="en-US">
                <a:ln>
                  <a:noFill/>
                </a:ln>
                <a:sym typeface="+mn-ea"/>
              </a:rPr>
              <a:t>张</a:t>
            </a:r>
            <a:r>
              <a:rPr lang="en-US" altLang="zh-CN">
                <a:ln>
                  <a:noFill/>
                </a:ln>
                <a:sym typeface="+mn-ea"/>
              </a:rPr>
              <a:t>256</a:t>
            </a:r>
            <a:r>
              <a:rPr lang="zh-CN" altLang="en-US">
                <a:ln>
                  <a:noFill/>
                </a:ln>
                <a:sym typeface="+mn-ea"/>
              </a:rPr>
              <a:t>×</a:t>
            </a:r>
            <a:r>
              <a:rPr lang="en-US" altLang="zh-CN">
                <a:ln>
                  <a:noFill/>
                </a:ln>
                <a:sym typeface="+mn-ea"/>
              </a:rPr>
              <a:t>32bit</a:t>
            </a:r>
            <a:r>
              <a:rPr lang="zh-CN" altLang="en-US">
                <a:ln>
                  <a:noFill/>
                </a:ln>
                <a:sym typeface="+mn-ea"/>
              </a:rPr>
              <a:t>的</a:t>
            </a:r>
            <a:r>
              <a:rPr lang="en-US" altLang="zh-CN">
                <a:ln>
                  <a:noFill/>
                </a:ln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ym typeface="+mn-ea"/>
              </a:rPr>
              <a:t>表（</a:t>
            </a:r>
            <a:r>
              <a:rPr lang="en-US" altLang="zh-CN">
                <a:ln>
                  <a:noFill/>
                </a:ln>
                <a:sym typeface="+mn-ea"/>
              </a:rPr>
              <a:t>Te0~Te3</a:t>
            </a:r>
            <a:r>
              <a:rPr lang="zh-CN" altLang="en-US">
                <a:ln>
                  <a:noFill/>
                </a:ln>
                <a:sym typeface="+mn-ea"/>
              </a:rPr>
              <a:t>）</a:t>
            </a:r>
            <a:endParaRPr lang="zh-CN" altLang="en-US">
              <a:ln>
                <a:noFill/>
              </a:ln>
              <a:sym typeface="+mn-ea"/>
            </a:endParaRPr>
          </a:p>
          <a:p>
            <a:r>
              <a:rPr lang="en-US" altLang="zh-CN">
                <a:ln>
                  <a:noFill/>
                </a:ln>
                <a:sym typeface="+mn-ea"/>
              </a:rPr>
              <a:t>9</a:t>
            </a:r>
            <a:r>
              <a:rPr lang="zh-CN" altLang="en-US">
                <a:ln>
                  <a:noFill/>
                </a:ln>
                <a:sym typeface="+mn-ea"/>
              </a:rPr>
              <a:t>轮标准轮：每轮输入状态直接通过查询</a:t>
            </a:r>
            <a:r>
              <a:rPr lang="en-US" altLang="zh-CN">
                <a:ln>
                  <a:noFill/>
                </a:ln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ym typeface="+mn-ea"/>
              </a:rPr>
              <a:t>表得到结果，然后与轮密钥异或</a:t>
            </a:r>
            <a:endParaRPr lang="zh-CN" altLang="en-US">
              <a:ln>
                <a:noFill/>
              </a:ln>
              <a:sym typeface="+mn-ea"/>
            </a:endParaRPr>
          </a:p>
          <a:p>
            <a:r>
              <a:rPr lang="zh-CN" altLang="en-US">
                <a:ln>
                  <a:noFill/>
                </a:ln>
                <a:sym typeface="+mn-ea"/>
              </a:rPr>
              <a:t>最终轮：仍然使用</a:t>
            </a:r>
            <a:r>
              <a:rPr lang="en-US" altLang="zh-CN">
                <a:ln>
                  <a:noFill/>
                </a:ln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ym typeface="+mn-ea"/>
              </a:rPr>
              <a:t>表，但只提取其包含的</a:t>
            </a:r>
            <a:r>
              <a:rPr lang="en-US" altLang="zh-CN">
                <a:ln>
                  <a:noFill/>
                </a:ln>
                <a:sym typeface="+mn-ea"/>
              </a:rPr>
              <a:t>S</a:t>
            </a:r>
            <a:r>
              <a:rPr lang="zh-CN" altLang="en-US">
                <a:ln>
                  <a:noFill/>
                </a:ln>
                <a:sym typeface="+mn-ea"/>
              </a:rPr>
              <a:t>盒结果的那些字节（因为不进行列混淆），然后与轮密钥异或</a:t>
            </a:r>
            <a:endParaRPr lang="en-US" altLang="zh-CN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117975" y="2373630"/>
            <a:ext cx="1482725" cy="33528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046470" y="2382520"/>
            <a:ext cx="4465955" cy="3257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356985" y="2954655"/>
            <a:ext cx="1374140" cy="2622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356985" y="2954655"/>
            <a:ext cx="1374140" cy="2622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565775" y="2108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62880" y="2889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轮密钥加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5939790" y="171831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565775" y="2108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2.3 </a:t>
            </a:r>
            <a:r>
              <a:rPr lang="zh-CN" altLang="en-US">
                <a:solidFill>
                  <a:schemeClr val="bg1"/>
                </a:solidFill>
              </a:rPr>
              <a:t>攻击切入点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- T</a:t>
            </a:r>
            <a:r>
              <a:rPr lang="zh-CN" altLang="en-US">
                <a:solidFill>
                  <a:schemeClr val="bg1"/>
                </a:solidFill>
              </a:rPr>
              <a:t>表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922020" y="101727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16305" y="1014730"/>
            <a:ext cx="6187440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920" y="141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450" y="2497455"/>
            <a:ext cx="1202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T</a:t>
            </a:r>
            <a:r>
              <a:rPr lang="zh-CN" altLang="en-US"/>
              <a:t>表进行</a:t>
            </a:r>
            <a:r>
              <a:rPr lang="en-US" altLang="zh-CN"/>
              <a:t>flush and reload</a:t>
            </a:r>
            <a:r>
              <a:rPr lang="zh-CN" altLang="en-US"/>
              <a:t>检测。一共有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/>
              <a:t>表（</a:t>
            </a:r>
            <a:r>
              <a:rPr lang="en-US" altLang="zh-CN"/>
              <a:t>                           </a:t>
            </a:r>
            <a:r>
              <a:rPr lang="zh-CN" altLang="en-US"/>
              <a:t>），每一个</a:t>
            </a:r>
            <a:r>
              <a:rPr lang="en-US" altLang="zh-CN"/>
              <a:t>T</a:t>
            </a:r>
            <a:r>
              <a:rPr lang="zh-CN" altLang="en-US"/>
              <a:t>表对应一行数据，独立分工：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2555240"/>
            <a:ext cx="1724025" cy="285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1450" y="4598035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缓存行大小：</a:t>
            </a:r>
            <a:r>
              <a:rPr lang="en-US" altLang="zh-CN"/>
              <a:t>64B</a:t>
            </a:r>
            <a:endParaRPr lang="zh-CN" altLang="en-US"/>
          </a:p>
          <a:p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表大小：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= 1024B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64B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</a:t>
            </a:r>
            <a:r>
              <a:rPr lang="zh-CN" altLang="en-US">
                <a:sym typeface="+mn-ea"/>
              </a:rPr>
              <a:t>（每个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表占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个缓存行，每个缓存行有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个条目）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T</a:t>
            </a:r>
            <a:r>
              <a:rPr lang="zh-CN" altLang="en-US"/>
              <a:t>表的前</a:t>
            </a:r>
            <a:r>
              <a:rPr lang="en-US" altLang="zh-CN"/>
              <a:t>16</a:t>
            </a:r>
            <a:r>
              <a:rPr lang="zh-CN" altLang="en-US"/>
              <a:t>个条目（索引</a:t>
            </a:r>
            <a:r>
              <a:rPr lang="en-US" altLang="zh-CN"/>
              <a:t>0~15</a:t>
            </a:r>
            <a:r>
              <a:rPr lang="zh-CN" altLang="en-US"/>
              <a:t>）恰好占一个缓存行。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939415"/>
            <a:ext cx="4662170" cy="16090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2.3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攻击切入点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最终轮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T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表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922020" y="101727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16305" y="1014730"/>
            <a:ext cx="6187440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920" y="141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450" y="2497455"/>
            <a:ext cx="1202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T</a:t>
            </a:r>
            <a:r>
              <a:rPr lang="zh-CN" altLang="en-US"/>
              <a:t>表进行</a:t>
            </a:r>
            <a:r>
              <a:rPr lang="en-US" altLang="zh-CN"/>
              <a:t>flush and reload</a:t>
            </a:r>
            <a:r>
              <a:rPr lang="zh-CN" altLang="en-US"/>
              <a:t>检测。一共有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/>
              <a:t>表（</a:t>
            </a:r>
            <a:r>
              <a:rPr lang="en-US" altLang="zh-CN"/>
              <a:t>                           </a:t>
            </a:r>
            <a:r>
              <a:rPr lang="zh-CN" altLang="en-US"/>
              <a:t>），每一个</a:t>
            </a:r>
            <a:r>
              <a:rPr lang="en-US" altLang="zh-CN"/>
              <a:t>T</a:t>
            </a:r>
            <a:r>
              <a:rPr lang="zh-CN" altLang="en-US"/>
              <a:t>表对应一行数据，独立分工：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2555240"/>
            <a:ext cx="1724025" cy="285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1450" y="4598035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缓存行大小：</a:t>
            </a:r>
            <a:r>
              <a:rPr lang="en-US" altLang="zh-CN"/>
              <a:t>64B</a:t>
            </a:r>
            <a:endParaRPr lang="zh-CN" altLang="en-US"/>
          </a:p>
          <a:p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表大小：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= 1024B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64B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</a:t>
            </a:r>
            <a:r>
              <a:rPr lang="zh-CN" altLang="en-US">
                <a:sym typeface="+mn-ea"/>
              </a:rPr>
              <a:t>（每个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表占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个缓存行，每个缓存行有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个条目）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T</a:t>
            </a:r>
            <a:r>
              <a:rPr lang="zh-CN" altLang="en-US"/>
              <a:t>表的前</a:t>
            </a:r>
            <a:r>
              <a:rPr lang="en-US" altLang="zh-CN"/>
              <a:t>16</a:t>
            </a:r>
            <a:r>
              <a:rPr lang="zh-CN" altLang="en-US"/>
              <a:t>个条目（索引</a:t>
            </a:r>
            <a:r>
              <a:rPr lang="en-US" altLang="zh-CN"/>
              <a:t>0~15</a:t>
            </a:r>
            <a:r>
              <a:rPr lang="zh-CN" altLang="en-US"/>
              <a:t>）恰好占一个缓存行。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个缓存行）。</a:t>
            </a:r>
            <a:endParaRPr lang="zh-CN" altLang="en-US">
              <a:solidFill>
                <a:srgbClr val="2177F9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939415"/>
            <a:ext cx="4662170" cy="16090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2.3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攻击切入点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最终轮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T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表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922020" y="101727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16305" y="1014730"/>
            <a:ext cx="6187440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920" y="141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450" y="2497455"/>
            <a:ext cx="1202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T</a:t>
            </a:r>
            <a:r>
              <a:rPr lang="zh-CN" altLang="en-US"/>
              <a:t>表进行</a:t>
            </a:r>
            <a:r>
              <a:rPr lang="en-US" altLang="zh-CN"/>
              <a:t>flush and reload</a:t>
            </a:r>
            <a:r>
              <a:rPr lang="zh-CN" altLang="en-US"/>
              <a:t>检测。一共有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/>
              <a:t>表（</a:t>
            </a:r>
            <a:r>
              <a:rPr lang="en-US" altLang="zh-CN"/>
              <a:t>                           </a:t>
            </a:r>
            <a:r>
              <a:rPr lang="zh-CN" altLang="en-US"/>
              <a:t>），每一个</a:t>
            </a:r>
            <a:r>
              <a:rPr lang="en-US" altLang="zh-CN"/>
              <a:t>T</a:t>
            </a:r>
            <a:r>
              <a:rPr lang="zh-CN" altLang="en-US"/>
              <a:t>表对应一行数据，独立分工：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2555240"/>
            <a:ext cx="1724025" cy="285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1450" y="4598035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缓存行大小：</a:t>
            </a:r>
            <a:r>
              <a:rPr lang="en-US" altLang="zh-CN"/>
              <a:t>64B</a:t>
            </a:r>
            <a:endParaRPr lang="zh-CN" altLang="en-US"/>
          </a:p>
          <a:p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表大小：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= 1024B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64B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</a:t>
            </a:r>
            <a:r>
              <a:rPr lang="zh-CN" altLang="en-US">
                <a:sym typeface="+mn-ea"/>
              </a:rPr>
              <a:t>（每个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表占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个缓存行，每个缓存行有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个条目）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T</a:t>
            </a:r>
            <a:r>
              <a:rPr lang="zh-CN" altLang="en-US"/>
              <a:t>表的前</a:t>
            </a:r>
            <a:r>
              <a:rPr lang="en-US" altLang="zh-CN"/>
              <a:t>16</a:t>
            </a:r>
            <a:r>
              <a:rPr lang="zh-CN" altLang="en-US"/>
              <a:t>个条目（索引</a:t>
            </a:r>
            <a:r>
              <a:rPr lang="en-US" altLang="zh-CN"/>
              <a:t>0~15</a:t>
            </a:r>
            <a:r>
              <a:rPr lang="zh-CN" altLang="en-US"/>
              <a:t>）恰好占一个缓存行。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个缓存行）。</a:t>
            </a:r>
            <a:endParaRPr lang="zh-CN" altLang="en-US">
              <a:solidFill>
                <a:srgbClr val="2177F9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1450" y="5899150"/>
            <a:ext cx="7664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攻击方法：</a:t>
            </a:r>
            <a:r>
              <a:rPr lang="en-US" altLang="zh-CN" sz="3200">
                <a:solidFill>
                  <a:srgbClr val="FF0000"/>
                </a:solidFill>
                <a:sym typeface="+mn-ea"/>
              </a:rPr>
              <a:t>flush and reload + 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排除法</a:t>
            </a:r>
            <a:endParaRPr lang="zh-CN" altLang="en-US" sz="320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939415"/>
            <a:ext cx="4662170" cy="16090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flush and reload +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排除法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52500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</a:t>
            </a:r>
            <a:endParaRPr lang="zh-CN" altLang="en-US">
              <a:solidFill>
                <a:srgbClr val="2177F9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Te0</a:t>
            </a:r>
            <a:r>
              <a:rPr lang="zh-CN" altLang="en-US">
                <a:solidFill>
                  <a:schemeClr val="tx1"/>
                </a:solidFill>
              </a:rPr>
              <a:t>为例：在</a:t>
            </a:r>
            <a:r>
              <a:rPr lang="en-US" altLang="zh-CN">
                <a:solidFill>
                  <a:schemeClr val="tx1"/>
                </a:solidFill>
              </a:rPr>
              <a:t> Flush+Reload </a:t>
            </a:r>
            <a:r>
              <a:rPr lang="zh-CN" altLang="en-US">
                <a:solidFill>
                  <a:schemeClr val="tx1"/>
                </a:solidFill>
              </a:rPr>
              <a:t>攻击中，如果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的缓存行未被访问，则意味着本次加密中所有使用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的输入字节都不在</a:t>
            </a:r>
            <a:r>
              <a:rPr lang="en-US" altLang="zh-CN">
                <a:solidFill>
                  <a:schemeClr val="tx1"/>
                </a:solidFill>
              </a:rPr>
              <a:t> 0</a:t>
            </a:r>
            <a:r>
              <a:rPr lang="zh-CN" altLang="en-US">
                <a:solidFill>
                  <a:schemeClr val="tx1"/>
                </a:solidFill>
              </a:rPr>
              <a:t>～</a:t>
            </a:r>
            <a:r>
              <a:rPr lang="en-US" altLang="zh-CN">
                <a:solidFill>
                  <a:schemeClr val="tx1"/>
                </a:solidFill>
              </a:rPr>
              <a:t>15 </a:t>
            </a:r>
            <a:r>
              <a:rPr lang="zh-CN" altLang="en-US">
                <a:solidFill>
                  <a:schemeClr val="tx1"/>
                </a:solidFill>
              </a:rPr>
              <a:t>范围内，而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负责的是第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行的输出，所以会影响到第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行的四个密钥字节（即字节位置</a:t>
            </a:r>
            <a:r>
              <a:rPr lang="en-US" altLang="zh-CN">
                <a:solidFill>
                  <a:schemeClr val="tx1"/>
                </a:solidFill>
              </a:rPr>
              <a:t> 2, 6, 10, 14</a:t>
            </a:r>
            <a:r>
              <a:rPr lang="zh-CN" altLang="en-US">
                <a:solidFill>
                  <a:schemeClr val="tx1"/>
                </a:solidFill>
              </a:rPr>
              <a:t>）。同理：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177415"/>
            <a:ext cx="4166235" cy="1235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8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</a:t>
            </a:r>
            <a:r>
              <a:rPr lang="en-US" altLang="zh-CN"/>
              <a:t> AES </a:t>
            </a:r>
            <a:r>
              <a:rPr lang="zh-CN" altLang="en-US"/>
              <a:t>最终轮的关系：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3519805"/>
            <a:ext cx="174307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891280"/>
            <a:ext cx="8239125" cy="333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17145" y="4265930"/>
            <a:ext cx="963231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于是，对于每个受影响的密钥字节，执行以下排除操作：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4700905"/>
            <a:ext cx="5857875" cy="109537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0480" y="2170430"/>
            <a:ext cx="4573270" cy="1262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9370" y="4650740"/>
            <a:ext cx="5861050" cy="11830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flush and reload +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排除法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52500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</a:t>
            </a:r>
            <a:endParaRPr lang="zh-CN" altLang="en-US">
              <a:solidFill>
                <a:srgbClr val="2177F9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Te0</a:t>
            </a:r>
            <a:r>
              <a:rPr lang="zh-CN" altLang="en-US">
                <a:solidFill>
                  <a:schemeClr val="tx1"/>
                </a:solidFill>
              </a:rPr>
              <a:t>为例：在</a:t>
            </a:r>
            <a:r>
              <a:rPr lang="en-US" altLang="zh-CN">
                <a:solidFill>
                  <a:schemeClr val="tx1"/>
                </a:solidFill>
              </a:rPr>
              <a:t> Flush+Reload </a:t>
            </a:r>
            <a:r>
              <a:rPr lang="zh-CN" altLang="en-US">
                <a:solidFill>
                  <a:schemeClr val="tx1"/>
                </a:solidFill>
              </a:rPr>
              <a:t>攻击中，如果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的缓存行未被访问，则意味着本次加密中所有使用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的输入字节都不在</a:t>
            </a:r>
            <a:r>
              <a:rPr lang="en-US" altLang="zh-CN">
                <a:solidFill>
                  <a:schemeClr val="tx1"/>
                </a:solidFill>
              </a:rPr>
              <a:t> 0</a:t>
            </a:r>
            <a:r>
              <a:rPr lang="zh-CN" altLang="en-US">
                <a:solidFill>
                  <a:schemeClr val="tx1"/>
                </a:solidFill>
              </a:rPr>
              <a:t>～</a:t>
            </a:r>
            <a:r>
              <a:rPr lang="en-US" altLang="zh-CN">
                <a:solidFill>
                  <a:schemeClr val="tx1"/>
                </a:solidFill>
              </a:rPr>
              <a:t>15 </a:t>
            </a:r>
            <a:r>
              <a:rPr lang="zh-CN" altLang="en-US">
                <a:solidFill>
                  <a:schemeClr val="tx1"/>
                </a:solidFill>
              </a:rPr>
              <a:t>范围内，而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负责的是第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行的输出，所以会影响到第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行的四个密钥字节（即字节位置</a:t>
            </a:r>
            <a:r>
              <a:rPr lang="en-US" altLang="zh-CN">
                <a:solidFill>
                  <a:schemeClr val="tx1"/>
                </a:solidFill>
              </a:rPr>
              <a:t> 2, 6, 10, 14</a:t>
            </a:r>
            <a:r>
              <a:rPr lang="zh-CN" altLang="en-US">
                <a:solidFill>
                  <a:schemeClr val="tx1"/>
                </a:solidFill>
              </a:rPr>
              <a:t>）。同理：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177415"/>
            <a:ext cx="4166235" cy="1235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8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</a:t>
            </a:r>
            <a:r>
              <a:rPr lang="en-US" altLang="zh-CN"/>
              <a:t> AES </a:t>
            </a:r>
            <a:r>
              <a:rPr lang="zh-CN" altLang="en-US"/>
              <a:t>最终轮的关系：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3519805"/>
            <a:ext cx="174307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891280"/>
            <a:ext cx="8239125" cy="333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17145" y="4265930"/>
            <a:ext cx="963231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于是，对于每个受影响的密钥字节，执行以下排除操作：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4700905"/>
            <a:ext cx="5857875" cy="109537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0480" y="2170430"/>
            <a:ext cx="4573270" cy="1262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9370" y="4650740"/>
            <a:ext cx="5861050" cy="11830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" y="5956300"/>
            <a:ext cx="7886700" cy="77152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824865" y="5419090"/>
            <a:ext cx="2038985" cy="38798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0480" y="5904230"/>
            <a:ext cx="8014335" cy="81216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flush and reload +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排除法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52500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</a:t>
            </a:r>
            <a:endParaRPr lang="zh-CN" altLang="en-US">
              <a:solidFill>
                <a:srgbClr val="2177F9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Te0</a:t>
            </a:r>
            <a:r>
              <a:rPr lang="zh-CN" altLang="en-US">
                <a:solidFill>
                  <a:schemeClr val="tx1"/>
                </a:solidFill>
              </a:rPr>
              <a:t>为例：在</a:t>
            </a:r>
            <a:r>
              <a:rPr lang="en-US" altLang="zh-CN">
                <a:solidFill>
                  <a:schemeClr val="tx1"/>
                </a:solidFill>
              </a:rPr>
              <a:t> Flush+Reload </a:t>
            </a:r>
            <a:r>
              <a:rPr lang="zh-CN" altLang="en-US">
                <a:solidFill>
                  <a:schemeClr val="tx1"/>
                </a:solidFill>
              </a:rPr>
              <a:t>攻击中，如果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的缓存行未被访问，则意味着本次加密中所有使用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的输入字节都不在</a:t>
            </a:r>
            <a:r>
              <a:rPr lang="en-US" altLang="zh-CN">
                <a:solidFill>
                  <a:schemeClr val="tx1"/>
                </a:solidFill>
              </a:rPr>
              <a:t> 0</a:t>
            </a:r>
            <a:r>
              <a:rPr lang="zh-CN" altLang="en-US">
                <a:solidFill>
                  <a:schemeClr val="tx1"/>
                </a:solidFill>
              </a:rPr>
              <a:t>～</a:t>
            </a:r>
            <a:r>
              <a:rPr lang="en-US" altLang="zh-CN">
                <a:solidFill>
                  <a:schemeClr val="tx1"/>
                </a:solidFill>
              </a:rPr>
              <a:t>15 </a:t>
            </a:r>
            <a:r>
              <a:rPr lang="zh-CN" altLang="en-US">
                <a:solidFill>
                  <a:schemeClr val="tx1"/>
                </a:solidFill>
              </a:rPr>
              <a:t>范围内，而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负责的是第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行的输出，所以会影响到第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行的四个密钥字节（即字节位置</a:t>
            </a:r>
            <a:r>
              <a:rPr lang="en-US" altLang="zh-CN">
                <a:solidFill>
                  <a:schemeClr val="tx1"/>
                </a:solidFill>
              </a:rPr>
              <a:t> 2, 6, 10, 14</a:t>
            </a:r>
            <a:r>
              <a:rPr lang="zh-CN" altLang="en-US">
                <a:solidFill>
                  <a:schemeClr val="tx1"/>
                </a:solidFill>
              </a:rPr>
              <a:t>）。同理：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177415"/>
            <a:ext cx="4166235" cy="1235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8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</a:t>
            </a:r>
            <a:r>
              <a:rPr lang="en-US" altLang="zh-CN"/>
              <a:t> AES </a:t>
            </a:r>
            <a:r>
              <a:rPr lang="zh-CN" altLang="en-US"/>
              <a:t>最终轮的关系：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3519805"/>
            <a:ext cx="174307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891280"/>
            <a:ext cx="8239125" cy="333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17145" y="4265930"/>
            <a:ext cx="963231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于是，对于每个受影响的密钥字节，执行以下排除操作：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4700905"/>
            <a:ext cx="5857875" cy="109537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0480" y="2170430"/>
            <a:ext cx="4573270" cy="1262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9370" y="4650740"/>
            <a:ext cx="5861050" cy="11830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854190" y="4418330"/>
            <a:ext cx="50349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这样，通过多次加密不同样本，正确密钥值被排除的次数极少，而错误候选被大量排除，最终选择</a:t>
            </a:r>
            <a:r>
              <a:rPr lang="zh-CN" altLang="en-US">
                <a:solidFill>
                  <a:srgbClr val="FF0000"/>
                </a:solidFill>
              </a:rPr>
              <a:t>被排除次数最少的候选作为恢复的密钥字节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" y="5956300"/>
            <a:ext cx="7886700" cy="77152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824865" y="5419090"/>
            <a:ext cx="2038985" cy="38798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0480" y="5904230"/>
            <a:ext cx="8014335" cy="81216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6835775" y="4403725"/>
            <a:ext cx="5074920" cy="98869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2.5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攻击原理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概率论视角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100965" y="1137920"/>
            <a:ext cx="1188466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每个</a:t>
            </a:r>
            <a:r>
              <a:rPr lang="en-US" altLang="zh-CN">
                <a:solidFill>
                  <a:srgbClr val="2177F9"/>
                </a:solidFill>
              </a:rPr>
              <a:t> T </a:t>
            </a:r>
            <a:r>
              <a:rPr lang="zh-CN" altLang="en-US">
                <a:solidFill>
                  <a:srgbClr val="2177F9"/>
                </a:solidFill>
              </a:rPr>
              <a:t>表在一次加密中被访问</a:t>
            </a:r>
            <a:r>
              <a:rPr lang="en-US" altLang="zh-CN">
                <a:solidFill>
                  <a:srgbClr val="2177F9"/>
                </a:solidFill>
              </a:rPr>
              <a:t> 40 </a:t>
            </a:r>
            <a:r>
              <a:rPr lang="zh-CN" altLang="en-US">
                <a:solidFill>
                  <a:srgbClr val="2177F9"/>
                </a:solidFill>
              </a:rPr>
              <a:t>次</a:t>
            </a:r>
            <a:r>
              <a:rPr lang="zh-CN" altLang="en-US"/>
              <a:t>（</a:t>
            </a:r>
            <a:r>
              <a:rPr lang="en-US" altLang="zh-CN"/>
              <a:t>10 </a:t>
            </a:r>
            <a:r>
              <a:rPr lang="zh-CN" altLang="en-US"/>
              <a:t>轮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 </a:t>
            </a:r>
            <a:r>
              <a:rPr lang="zh-CN" altLang="en-US"/>
              <a:t>每轮</a:t>
            </a:r>
            <a:r>
              <a:rPr lang="en-US" altLang="zh-CN"/>
              <a:t> 4 </a:t>
            </a:r>
            <a:r>
              <a:rPr lang="zh-CN" altLang="en-US"/>
              <a:t>次）。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每次访问的输入字节均匀随机，落在监控范围 0~15 的概率为 16/256 = 1/16，不落在的概率为 15/16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在</a:t>
            </a:r>
            <a:r>
              <a:rPr lang="en-US" altLang="zh-CN"/>
              <a:t> Flush+Reload </a:t>
            </a:r>
            <a:r>
              <a:rPr lang="zh-CN" altLang="en-US"/>
              <a:t>攻击中，</a:t>
            </a:r>
            <a:r>
              <a:rPr lang="zh-CN" altLang="en-US">
                <a:solidFill>
                  <a:srgbClr val="2177F9"/>
                </a:solidFill>
              </a:rPr>
              <a:t>每个 T 表在单次加密中未被访问的概率为 p = (15/16)^40 ≈ 0.0756</a:t>
            </a:r>
            <a:r>
              <a:rPr lang="zh-CN" altLang="en-US"/>
              <a:t>。由于有</a:t>
            </a:r>
            <a:r>
              <a:rPr lang="en-US" altLang="zh-CN"/>
              <a:t> 4 </a:t>
            </a:r>
            <a:r>
              <a:rPr lang="zh-CN" altLang="en-US"/>
              <a:t>个</a:t>
            </a:r>
            <a:r>
              <a:rPr lang="en-US" altLang="zh-CN"/>
              <a:t> T </a:t>
            </a:r>
            <a:r>
              <a:rPr lang="zh-CN" altLang="en-US"/>
              <a:t>表，且每个表未命中时会影响该表负责的</a:t>
            </a:r>
            <a:r>
              <a:rPr lang="en-US" altLang="zh-CN"/>
              <a:t> 4 </a:t>
            </a:r>
            <a:r>
              <a:rPr lang="zh-CN" altLang="en-US"/>
              <a:t>个密钥字节（每个字节排除</a:t>
            </a:r>
            <a:r>
              <a:rPr lang="en-US" altLang="zh-CN"/>
              <a:t> 16 </a:t>
            </a:r>
            <a:r>
              <a:rPr lang="zh-CN" altLang="en-US"/>
              <a:t>个候选值），因此</a:t>
            </a:r>
            <a:r>
              <a:rPr lang="zh-CN" altLang="en-US">
                <a:solidFill>
                  <a:srgbClr val="2177F9"/>
                </a:solidFill>
              </a:rPr>
              <a:t>一次加密中期望排除的候选总次数为：4 × p × 4 × 16 = 256p ≈ 256 × 0.0756 ≈ 19.35 次</a:t>
            </a:r>
            <a:endParaRPr lang="zh-CN" altLang="en-US">
              <a:solidFill>
                <a:srgbClr val="2177F9"/>
              </a:solidFill>
            </a:endParaRPr>
          </a:p>
          <a:p>
            <a:endParaRPr lang="en-US" altLang="zh-CN"/>
          </a:p>
          <a:p>
            <a:r>
              <a:rPr lang="zh-CN" altLang="en-US"/>
              <a:t>这表示平均每次加密会在所有</a:t>
            </a:r>
            <a:r>
              <a:rPr lang="en-US" altLang="zh-CN"/>
              <a:t> 16 </a:t>
            </a:r>
            <a:r>
              <a:rPr lang="zh-CN" altLang="en-US"/>
              <a:t>个密钥字节上累计增加约</a:t>
            </a:r>
            <a:r>
              <a:rPr lang="en-US" altLang="zh-CN"/>
              <a:t> 19.35 </a:t>
            </a:r>
            <a:r>
              <a:rPr lang="zh-CN" altLang="en-US"/>
              <a:t>次排除计数。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对于某个具体的密钥字节，它只受一个 T 表影响，因此该字节上的某个固定错误候选值被排除的概率为</a:t>
            </a:r>
            <a:r>
              <a:rPr lang="en-US" altLang="zh-CN">
                <a:solidFill>
                  <a:srgbClr val="2177F9"/>
                </a:solidFill>
              </a:rPr>
              <a:t> p </a:t>
            </a:r>
            <a:r>
              <a:rPr lang="en-US" altLang="en-US">
                <a:solidFill>
                  <a:srgbClr val="2177F9"/>
                </a:solidFill>
              </a:rPr>
              <a:t>×</a:t>
            </a:r>
            <a:r>
              <a:rPr lang="en-US" altLang="zh-CN">
                <a:solidFill>
                  <a:srgbClr val="2177F9"/>
                </a:solidFill>
              </a:rPr>
              <a:t> 16/256 = p/16 ≈ 0.004725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经过 N 次加密，该错误候选被排除的期望次数为 N · p/16</a:t>
            </a:r>
            <a:r>
              <a:rPr lang="zh-CN" altLang="en-US"/>
              <a:t>，而正确候选的排除次数理论上为</a:t>
            </a:r>
            <a:r>
              <a:rPr lang="en-US" altLang="zh-CN"/>
              <a:t> 0</a:t>
            </a:r>
            <a:r>
              <a:rPr lang="zh-CN" altLang="en-US"/>
              <a:t>。</a:t>
            </a:r>
            <a:r>
              <a:rPr lang="zh-CN" altLang="en-US">
                <a:solidFill>
                  <a:srgbClr val="2177F9"/>
                </a:solidFill>
              </a:rPr>
              <a:t>当 N = </a:t>
            </a:r>
            <a:r>
              <a:rPr lang="en-US" altLang="zh-CN">
                <a:solidFill>
                  <a:srgbClr val="2177F9"/>
                </a:solidFill>
              </a:rPr>
              <a:t>5</a:t>
            </a:r>
            <a:r>
              <a:rPr lang="zh-CN" altLang="en-US">
                <a:solidFill>
                  <a:srgbClr val="2177F9"/>
                </a:solidFill>
              </a:rPr>
              <a:t>000 时，期望排除次数约为 </a:t>
            </a:r>
            <a:r>
              <a:rPr lang="en-US" altLang="zh-CN">
                <a:solidFill>
                  <a:srgbClr val="2177F9"/>
                </a:solidFill>
              </a:rPr>
              <a:t>5</a:t>
            </a:r>
            <a:r>
              <a:rPr lang="zh-CN" altLang="en-US">
                <a:solidFill>
                  <a:srgbClr val="2177F9"/>
                </a:solidFill>
              </a:rPr>
              <a:t>000 × 0.004725 ≈ </a:t>
            </a:r>
            <a:r>
              <a:rPr lang="en-US" altLang="zh-CN">
                <a:solidFill>
                  <a:srgbClr val="2177F9"/>
                </a:solidFill>
              </a:rPr>
              <a:t>23.625</a:t>
            </a:r>
            <a:r>
              <a:rPr lang="zh-CN" altLang="en-US">
                <a:solidFill>
                  <a:srgbClr val="2177F9"/>
                </a:solidFill>
              </a:rPr>
              <a:t> 次</a:t>
            </a:r>
            <a:r>
              <a:rPr lang="zh-CN" altLang="en-US"/>
              <a:t>，此时正确候选的计数期望</a:t>
            </a:r>
            <a:r>
              <a:rPr lang="en-US" altLang="zh-CN"/>
              <a:t> 0 </a:t>
            </a:r>
            <a:r>
              <a:rPr lang="zh-CN" altLang="en-US"/>
              <a:t>远小于所有错误候选的计数，因此分界非常明显。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3.1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实验</a:t>
            </a:r>
            <a:r>
              <a:rPr lang="zh-CN" altLang="en-US">
                <a:solidFill>
                  <a:schemeClr val="bg1"/>
                </a:solidFill>
              </a:rPr>
              <a:t>环境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635" y="955040"/>
            <a:ext cx="12192635" cy="5902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3.1 </a:t>
            </a:r>
            <a:r>
              <a:rPr lang="zh-CN" altLang="en-US"/>
              <a:t>实验环境：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硬件环境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CPU型号</a:t>
            </a:r>
            <a:r>
              <a:rPr lang="en-US" altLang="zh-CN"/>
              <a:t>: 11th Gen Intel(R) Core(TM) i5-1135G7 @ 2.40GHz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CPU核心数</a:t>
            </a:r>
            <a:r>
              <a:rPr lang="en-US" altLang="zh-CN"/>
              <a:t>: 2</a:t>
            </a:r>
            <a:r>
              <a:rPr lang="zh-CN" altLang="en-US"/>
              <a:t>核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内存</a:t>
            </a:r>
            <a:r>
              <a:rPr lang="en-US" altLang="zh-CN"/>
              <a:t>: 2GB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架构</a:t>
            </a:r>
            <a:r>
              <a:rPr lang="en-US" altLang="zh-CN"/>
              <a:t>: x86_64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缓存行大小</a:t>
            </a:r>
            <a:r>
              <a:rPr lang="en-US" altLang="zh-CN"/>
              <a:t>: 64</a:t>
            </a:r>
            <a:r>
              <a:rPr lang="zh-CN" altLang="en-US"/>
              <a:t>字节</a:t>
            </a:r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软件环境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操作系统</a:t>
            </a:r>
            <a:r>
              <a:rPr lang="en-US" altLang="zh-CN"/>
              <a:t>: Ubuntu 20.04.6 LTS (Focal Fossa)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内核版本</a:t>
            </a:r>
            <a:r>
              <a:rPr lang="en-US" altLang="zh-CN"/>
              <a:t>: Linux 5.15.0-139-generic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编译器</a:t>
            </a:r>
            <a:r>
              <a:rPr lang="en-US" altLang="zh-CN"/>
              <a:t>: GCC 9.4.0</a:t>
            </a:r>
            <a:endParaRPr lang="en-US" altLang="zh-CN"/>
          </a:p>
          <a:p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编译选项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CFLAGS = -O0 -g -march=native -Wall -fno-stack-protector -Iinclude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编译选项说明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-O0</a:t>
            </a:r>
            <a:r>
              <a:rPr lang="en-US" altLang="zh-CN"/>
              <a:t>: </a:t>
            </a:r>
            <a:r>
              <a:rPr lang="zh-CN" altLang="en-US"/>
              <a:t>禁用优化，确保内存访问不被编译器优化掉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-march=native</a:t>
            </a:r>
            <a:r>
              <a:rPr lang="en-US" altLang="zh-CN"/>
              <a:t>: </a:t>
            </a:r>
            <a:r>
              <a:rPr lang="zh-CN" altLang="en-US"/>
              <a:t>针对当前</a:t>
            </a:r>
            <a:r>
              <a:rPr lang="en-US" altLang="zh-CN"/>
              <a:t>CPU</a:t>
            </a:r>
            <a:r>
              <a:rPr lang="zh-CN" altLang="en-US"/>
              <a:t>架构优化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</a:rPr>
              <a:t>-fno-stack-protector</a:t>
            </a:r>
            <a:r>
              <a:rPr lang="en-US" altLang="zh-CN"/>
              <a:t>: </a:t>
            </a:r>
            <a:r>
              <a:rPr lang="zh-CN" altLang="en-US"/>
              <a:t>避免栈保护代码干扰缓存行为</a:t>
            </a:r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初始化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" y="1322705"/>
            <a:ext cx="4953000" cy="16383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8275" y="954405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3.2.1 </a:t>
            </a:r>
            <a:r>
              <a:rPr lang="zh-CN" altLang="en-US"/>
              <a:t>参数</a:t>
            </a:r>
            <a:r>
              <a:rPr lang="zh-CN" altLang="en-US"/>
              <a:t>校验：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3.2.2 </a:t>
            </a:r>
            <a:r>
              <a:rPr lang="zh-CN" altLang="en-US"/>
              <a:t>创建共享</a:t>
            </a:r>
            <a:r>
              <a:rPr lang="zh-CN" altLang="en-US"/>
              <a:t>内存：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" y="3510915"/>
            <a:ext cx="4733925" cy="18002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53455" y="945515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3.2.3 </a:t>
            </a:r>
            <a:r>
              <a:rPr lang="zh-CN" altLang="en-US"/>
              <a:t>创建通信管道：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3.2.4 </a:t>
            </a:r>
            <a:r>
              <a:rPr lang="zh-CN" altLang="en-US"/>
              <a:t>准备测试</a:t>
            </a:r>
            <a:r>
              <a:rPr lang="zh-CN" altLang="en-US"/>
              <a:t>密钥：</a:t>
            </a:r>
            <a:endParaRPr lang="zh-CN" altLang="en-US"/>
          </a:p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560" y="1322705"/>
            <a:ext cx="5362575" cy="15716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560" y="3510915"/>
            <a:ext cx="5438775" cy="26765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主控制</a:t>
            </a:r>
            <a:r>
              <a:rPr lang="zh-CN" altLang="en-US">
                <a:solidFill>
                  <a:schemeClr val="bg1"/>
                </a:solidFill>
              </a:rPr>
              <a:t>逻辑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326515"/>
            <a:ext cx="5995670" cy="26917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主控制</a:t>
            </a:r>
            <a:r>
              <a:rPr lang="zh-CN" altLang="en-US">
                <a:solidFill>
                  <a:schemeClr val="bg1"/>
                </a:solidFill>
              </a:rPr>
              <a:t>逻辑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326515"/>
            <a:ext cx="5995670" cy="2691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660" y="1326515"/>
            <a:ext cx="3789680" cy="551751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494665" y="3061970"/>
            <a:ext cx="1200785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748155" y="1694180"/>
            <a:ext cx="6337300" cy="135890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受害者</a:t>
            </a:r>
            <a:r>
              <a:rPr lang="zh-CN" altLang="en-US">
                <a:solidFill>
                  <a:schemeClr val="bg1"/>
                </a:solidFill>
              </a:rPr>
              <a:t>进程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326515"/>
            <a:ext cx="5995670" cy="2691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660" y="1326515"/>
            <a:ext cx="3789680" cy="551751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494665" y="3061970"/>
            <a:ext cx="1200785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748155" y="1694180"/>
            <a:ext cx="6337300" cy="135890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35" y="4572000"/>
            <a:ext cx="6724650" cy="1943100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8959215" y="5171440"/>
            <a:ext cx="918210" cy="18542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6417310" y="5273040"/>
            <a:ext cx="2471420" cy="8382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8438515" y="3891915"/>
            <a:ext cx="1959610" cy="20320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2030730" y="5286375"/>
            <a:ext cx="511810" cy="22034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906905" y="55067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每轮</a:t>
            </a:r>
            <a:r>
              <a:rPr lang="zh-CN" altLang="en-US">
                <a:solidFill>
                  <a:srgbClr val="FF0000"/>
                </a:solidFill>
              </a:rPr>
              <a:t>加密使用随机</a:t>
            </a:r>
            <a:r>
              <a:rPr lang="zh-CN" altLang="en-US">
                <a:solidFill>
                  <a:srgbClr val="FF0000"/>
                </a:solidFill>
              </a:rPr>
              <a:t>明文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03835" y="1335405"/>
            <a:ext cx="1571625" cy="27686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412875" y="174625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受害者进程（子进程）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81710" y="349123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攻击者进程（</a:t>
            </a:r>
            <a:r>
              <a:rPr lang="zh-CN" altLang="en-US" sz="1200">
                <a:solidFill>
                  <a:srgbClr val="FF0000"/>
                </a:solidFill>
              </a:rPr>
              <a:t>父进程）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受害者</a:t>
            </a:r>
            <a:r>
              <a:rPr lang="zh-CN" altLang="en-US">
                <a:solidFill>
                  <a:schemeClr val="bg1"/>
                </a:solidFill>
              </a:rPr>
              <a:t>进程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326515"/>
            <a:ext cx="5995670" cy="2691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660" y="1326515"/>
            <a:ext cx="3789680" cy="551751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494665" y="3061970"/>
            <a:ext cx="1200785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748155" y="1694180"/>
            <a:ext cx="6337300" cy="135890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35" y="4572000"/>
            <a:ext cx="6724650" cy="1943100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8959215" y="5171440"/>
            <a:ext cx="918210" cy="18542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6417310" y="5273040"/>
            <a:ext cx="2471420" cy="8382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8438515" y="3891915"/>
            <a:ext cx="1959610" cy="20320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2030730" y="5286375"/>
            <a:ext cx="511810" cy="22034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906905" y="55067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每轮</a:t>
            </a:r>
            <a:r>
              <a:rPr lang="zh-CN" altLang="en-US">
                <a:solidFill>
                  <a:srgbClr val="FF0000"/>
                </a:solidFill>
              </a:rPr>
              <a:t>加密使用随机</a:t>
            </a:r>
            <a:r>
              <a:rPr lang="zh-CN" altLang="en-US">
                <a:solidFill>
                  <a:srgbClr val="FF0000"/>
                </a:solidFill>
              </a:rPr>
              <a:t>明文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03835" y="1335405"/>
            <a:ext cx="1571625" cy="27686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412875" y="174625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受害者进程（子进程）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81710" y="349123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攻击者进程（</a:t>
            </a:r>
            <a:r>
              <a:rPr lang="zh-CN" altLang="en-US" sz="1200">
                <a:solidFill>
                  <a:srgbClr val="FF0000"/>
                </a:solidFill>
              </a:rPr>
              <a:t>父进程）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8694420" y="4562475"/>
            <a:ext cx="2109470" cy="14986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0768330" y="446532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solidFill>
                  <a:srgbClr val="FF0000"/>
                </a:solidFill>
              </a:rPr>
              <a:t>通过管道与攻击者进程</a:t>
            </a:r>
            <a:endParaRPr lang="zh-CN" altLang="en-US" sz="800">
              <a:solidFill>
                <a:srgbClr val="FF0000"/>
              </a:solidFill>
            </a:endParaRPr>
          </a:p>
          <a:p>
            <a:r>
              <a:rPr lang="zh-CN" altLang="en-US" sz="800">
                <a:solidFill>
                  <a:srgbClr val="FF0000"/>
                </a:solidFill>
              </a:rPr>
              <a:t>通信，实现进程同步。</a:t>
            </a:r>
            <a:endParaRPr lang="zh-CN" altLang="en-US" sz="800">
              <a:solidFill>
                <a:srgbClr val="FF0000"/>
              </a:solidFill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攻击者</a:t>
            </a:r>
            <a:r>
              <a:rPr lang="zh-CN" altLang="en-US">
                <a:solidFill>
                  <a:schemeClr val="bg1"/>
                </a:solidFill>
              </a:rPr>
              <a:t>进程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6515"/>
            <a:ext cx="6356350" cy="23234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415" y="1309370"/>
            <a:ext cx="4924425" cy="46196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3.3 </a:t>
            </a:r>
            <a:r>
              <a:rPr lang="zh-CN" altLang="en-US">
                <a:solidFill>
                  <a:schemeClr val="bg1"/>
                </a:solidFill>
              </a:rPr>
              <a:t>实验结果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08475" y="923925"/>
            <a:ext cx="7882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阈值校准：</a:t>
            </a:r>
            <a:r>
              <a:rPr lang="zh-CN" altLang="en-US" sz="1600"/>
              <a:t>命中中位数</a:t>
            </a:r>
            <a:r>
              <a:rPr lang="en-US" altLang="zh-CN" sz="1600"/>
              <a:t> 47 </a:t>
            </a:r>
            <a:r>
              <a:rPr lang="zh-CN" altLang="en-US" sz="1600"/>
              <a:t>个周期，未命中中位数</a:t>
            </a:r>
            <a:r>
              <a:rPr lang="en-US" altLang="zh-CN" sz="1600"/>
              <a:t> 278 </a:t>
            </a:r>
            <a:r>
              <a:rPr lang="zh-CN" altLang="en-US" sz="1600"/>
              <a:t>个周期，</a:t>
            </a:r>
            <a:r>
              <a:rPr lang="zh-CN" altLang="en-US" sz="1600">
                <a:solidFill>
                  <a:srgbClr val="FF0000"/>
                </a:solidFill>
              </a:rPr>
              <a:t>阈值设为</a:t>
            </a:r>
            <a:r>
              <a:rPr lang="en-US" altLang="zh-CN" sz="1600">
                <a:solidFill>
                  <a:srgbClr val="FF0000"/>
                </a:solidFill>
              </a:rPr>
              <a:t> 162</a:t>
            </a:r>
            <a:r>
              <a:rPr lang="zh-CN" altLang="en-US" sz="1600"/>
              <a:t>。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925"/>
            <a:ext cx="4191000" cy="593407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2193290" y="2002790"/>
            <a:ext cx="2105660" cy="17081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2820670" y="2506345"/>
            <a:ext cx="1539875" cy="25146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1412875" y="1022985"/>
            <a:ext cx="2929890" cy="444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2719070" y="1508760"/>
            <a:ext cx="1615440" cy="5270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301490" y="1333500"/>
            <a:ext cx="776541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总样本数</a:t>
            </a:r>
            <a:r>
              <a:rPr lang="en-US" altLang="zh-CN" sz="1600"/>
              <a:t> 5000</a:t>
            </a:r>
            <a:r>
              <a:rPr lang="zh-CN" altLang="en-US" sz="1600"/>
              <a:t>，</a:t>
            </a:r>
            <a:r>
              <a:rPr lang="zh-CN" altLang="en-US" sz="1600">
                <a:solidFill>
                  <a:srgbClr val="FF0000"/>
                </a:solidFill>
              </a:rPr>
              <a:t>整体无访问率</a:t>
            </a:r>
            <a:r>
              <a:rPr lang="en-US" altLang="zh-CN" sz="1600">
                <a:solidFill>
                  <a:srgbClr val="FF0000"/>
                </a:solidFill>
              </a:rPr>
              <a:t> 8.2%</a:t>
            </a:r>
            <a:r>
              <a:rPr lang="zh-CN" altLang="en-US" sz="1600"/>
              <a:t>，与理论值</a:t>
            </a:r>
            <a:r>
              <a:rPr lang="en-US" altLang="zh-CN" sz="1600"/>
              <a:t> p = (15/16)^40 </a:t>
            </a:r>
            <a:r>
              <a:rPr lang="en-US" altLang="zh-CN" sz="1600"/>
              <a:t>≈ 7.5%</a:t>
            </a:r>
            <a:r>
              <a:rPr lang="zh-CN" altLang="en-US" sz="1600"/>
              <a:t>非常接近。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各</a:t>
            </a:r>
            <a:r>
              <a:rPr lang="en-US" altLang="zh-CN" sz="1600"/>
              <a:t> T </a:t>
            </a:r>
            <a:r>
              <a:rPr lang="zh-CN" altLang="en-US" sz="1600"/>
              <a:t>表无访问率略有波动（</a:t>
            </a:r>
            <a:r>
              <a:rPr lang="en-US" altLang="zh-CN" sz="1600"/>
              <a:t>6.1% ~ 7.4%</a:t>
            </a:r>
            <a:r>
              <a:rPr lang="zh-CN" altLang="en-US" sz="1600"/>
              <a:t>），属于正常统计涨落。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>
                <a:solidFill>
                  <a:srgbClr val="FF0000"/>
                </a:solidFill>
              </a:rPr>
              <a:t>有用样本（至少一个表未命中）共</a:t>
            </a:r>
            <a:r>
              <a:rPr lang="en-US" altLang="zh-CN" sz="1600">
                <a:solidFill>
                  <a:srgbClr val="FF0000"/>
                </a:solidFill>
              </a:rPr>
              <a:t> 1191 </a:t>
            </a:r>
            <a:r>
              <a:rPr lang="zh-CN" altLang="en-US" sz="1600">
                <a:solidFill>
                  <a:srgbClr val="FF0000"/>
                </a:solidFill>
              </a:rPr>
              <a:t>个，占总样本的</a:t>
            </a:r>
            <a:r>
              <a:rPr lang="en-US" altLang="zh-CN" sz="1600">
                <a:solidFill>
                  <a:srgbClr val="FF0000"/>
                </a:solidFill>
              </a:rPr>
              <a:t> 23.82%</a:t>
            </a:r>
            <a:r>
              <a:rPr lang="zh-CN" altLang="en-US" sz="1600"/>
              <a:t>，与理论值</a:t>
            </a:r>
            <a:endParaRPr lang="zh-CN" altLang="en-US" sz="1600"/>
          </a:p>
          <a:p>
            <a:r>
              <a:rPr lang="en-US" altLang="zh-CN" sz="1600"/>
              <a:t>1 - (1-p)^4 </a:t>
            </a:r>
            <a:r>
              <a:rPr lang="en-US" altLang="zh-CN" sz="1600">
                <a:sym typeface="+mn-ea"/>
              </a:rPr>
              <a:t>≈ </a:t>
            </a:r>
            <a:r>
              <a:rPr lang="en-US" altLang="zh-CN" sz="1600"/>
              <a:t>27% </a:t>
            </a:r>
            <a:r>
              <a:rPr lang="zh-CN" altLang="en-US" sz="1600"/>
              <a:t>基本吻合。</a:t>
            </a:r>
            <a:endParaRPr lang="zh-CN" altLang="en-US" sz="160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3.3 </a:t>
            </a:r>
            <a:r>
              <a:rPr lang="zh-CN" altLang="en-US">
                <a:solidFill>
                  <a:schemeClr val="bg1"/>
                </a:solidFill>
              </a:rPr>
              <a:t>实验结果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08475" y="923925"/>
            <a:ext cx="7882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阈值校准：</a:t>
            </a:r>
            <a:r>
              <a:rPr lang="zh-CN" altLang="en-US" sz="1600"/>
              <a:t>命中中位数</a:t>
            </a:r>
            <a:r>
              <a:rPr lang="en-US" altLang="zh-CN" sz="1600"/>
              <a:t> 47 </a:t>
            </a:r>
            <a:r>
              <a:rPr lang="zh-CN" altLang="en-US" sz="1600"/>
              <a:t>个周期，未命中中位数</a:t>
            </a:r>
            <a:r>
              <a:rPr lang="en-US" altLang="zh-CN" sz="1600"/>
              <a:t> 278 </a:t>
            </a:r>
            <a:r>
              <a:rPr lang="zh-CN" altLang="en-US" sz="1600"/>
              <a:t>个周期，阈值设为</a:t>
            </a:r>
            <a:r>
              <a:rPr lang="en-US" altLang="zh-CN" sz="1600"/>
              <a:t> 162</a:t>
            </a:r>
            <a:r>
              <a:rPr lang="zh-CN" altLang="en-US" sz="1600"/>
              <a:t>。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925"/>
            <a:ext cx="4191000" cy="593407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2193290" y="2002790"/>
            <a:ext cx="2105660" cy="17081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2820670" y="2506345"/>
            <a:ext cx="1539875" cy="25146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1412875" y="1022985"/>
            <a:ext cx="2929890" cy="444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2719070" y="1508760"/>
            <a:ext cx="1615440" cy="5270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301490" y="1333500"/>
            <a:ext cx="776541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总样本数</a:t>
            </a:r>
            <a:r>
              <a:rPr lang="en-US" altLang="zh-CN" sz="1600"/>
              <a:t> 5000</a:t>
            </a:r>
            <a:r>
              <a:rPr lang="zh-CN" altLang="en-US" sz="1600"/>
              <a:t>，整体无访问率</a:t>
            </a:r>
            <a:r>
              <a:rPr lang="en-US" altLang="zh-CN" sz="1600"/>
              <a:t> 8.2%</a:t>
            </a:r>
            <a:r>
              <a:rPr lang="zh-CN" altLang="en-US" sz="1600"/>
              <a:t>，与理论值</a:t>
            </a:r>
            <a:r>
              <a:rPr lang="en-US" altLang="zh-CN" sz="1600"/>
              <a:t> p = (15/16)^40 </a:t>
            </a:r>
            <a:r>
              <a:rPr lang="en-US" altLang="zh-CN" sz="1600"/>
              <a:t>≈ 7.5%</a:t>
            </a:r>
            <a:r>
              <a:rPr lang="zh-CN" altLang="en-US" sz="1600"/>
              <a:t>非常接近。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各</a:t>
            </a:r>
            <a:r>
              <a:rPr lang="en-US" altLang="zh-CN" sz="1600"/>
              <a:t> T </a:t>
            </a:r>
            <a:r>
              <a:rPr lang="zh-CN" altLang="en-US" sz="1600"/>
              <a:t>表无访问率略有波动（</a:t>
            </a:r>
            <a:r>
              <a:rPr lang="en-US" altLang="zh-CN" sz="1600"/>
              <a:t>6.1% ~ 7.4%</a:t>
            </a:r>
            <a:r>
              <a:rPr lang="zh-CN" altLang="en-US" sz="1600"/>
              <a:t>），属于正常统计涨落。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有用样本（至少一个表未命中）共</a:t>
            </a:r>
            <a:r>
              <a:rPr lang="en-US" altLang="zh-CN" sz="1600"/>
              <a:t> 1191 </a:t>
            </a:r>
            <a:r>
              <a:rPr lang="zh-CN" altLang="en-US" sz="1600"/>
              <a:t>个，占总样本的</a:t>
            </a:r>
            <a:r>
              <a:rPr lang="en-US" altLang="zh-CN" sz="1600"/>
              <a:t> 23.82%</a:t>
            </a:r>
            <a:r>
              <a:rPr lang="zh-CN" altLang="en-US" sz="1600"/>
              <a:t>，与理论值</a:t>
            </a:r>
            <a:endParaRPr lang="zh-CN" altLang="en-US" sz="1600"/>
          </a:p>
          <a:p>
            <a:r>
              <a:rPr lang="en-US" altLang="zh-CN" sz="1600"/>
              <a:t>1 - (1-p)^4 </a:t>
            </a:r>
            <a:r>
              <a:rPr lang="en-US" altLang="zh-CN" sz="1600">
                <a:sym typeface="+mn-ea"/>
              </a:rPr>
              <a:t>≈ </a:t>
            </a:r>
            <a:r>
              <a:rPr lang="en-US" altLang="zh-CN" sz="1600"/>
              <a:t>27% </a:t>
            </a:r>
            <a:r>
              <a:rPr lang="zh-CN" altLang="en-US" sz="1600"/>
              <a:t>基本吻合。</a:t>
            </a:r>
            <a:endParaRPr lang="zh-CN" altLang="en-US" sz="1600"/>
          </a:p>
        </p:txBody>
      </p:sp>
      <p:sp>
        <p:nvSpPr>
          <p:cNvPr id="3" name="矩形 2"/>
          <p:cNvSpPr/>
          <p:nvPr/>
        </p:nvSpPr>
        <p:spPr>
          <a:xfrm>
            <a:off x="476885" y="3097530"/>
            <a:ext cx="2400935" cy="215328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525" y="6169025"/>
            <a:ext cx="3098165" cy="2825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39920" y="4897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SUCCESS! </a:t>
            </a:r>
            <a:r>
              <a:rPr lang="zh-CN" altLang="en-US">
                <a:solidFill>
                  <a:srgbClr val="FF0000"/>
                </a:solidFill>
              </a:rPr>
              <a:t>成功恢复出原始</a:t>
            </a:r>
            <a:r>
              <a:rPr lang="zh-CN" altLang="en-US">
                <a:solidFill>
                  <a:srgbClr val="FF0000"/>
                </a:solidFill>
              </a:rPr>
              <a:t>密钥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3.4 </a:t>
            </a:r>
            <a:r>
              <a:rPr lang="zh-CN" altLang="en-US">
                <a:solidFill>
                  <a:schemeClr val="bg1"/>
                </a:solidFill>
              </a:rPr>
              <a:t>另一些</a:t>
            </a:r>
            <a:r>
              <a:rPr lang="zh-CN" altLang="en-US">
                <a:solidFill>
                  <a:schemeClr val="bg1"/>
                </a:solidFill>
              </a:rPr>
              <a:t>测试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" y="1355725"/>
            <a:ext cx="4147185" cy="26543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170" y="987425"/>
            <a:ext cx="4616450" cy="580898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0" y="9340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3.4.1 </a:t>
            </a:r>
            <a:r>
              <a:rPr lang="zh-CN" altLang="en-US"/>
              <a:t>将样本量增加到</a:t>
            </a:r>
            <a:r>
              <a:rPr lang="en-US" altLang="zh-CN"/>
              <a:t>50</a:t>
            </a:r>
            <a:r>
              <a:rPr lang="zh-CN" altLang="en-US"/>
              <a:t>万：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0" y="1676400"/>
            <a:ext cx="4540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可以看到总体的无访问率收敛</a:t>
            </a:r>
            <a:r>
              <a:rPr lang="zh-CN" altLang="en-US"/>
              <a:t>在了</a:t>
            </a:r>
            <a:r>
              <a:rPr lang="en-US" altLang="zh-CN"/>
              <a:t>7.5%</a:t>
            </a:r>
            <a:r>
              <a:rPr lang="zh-CN" altLang="en-US"/>
              <a:t>，和理论计算的结果</a:t>
            </a:r>
            <a:r>
              <a:rPr lang="zh-CN" altLang="en-US"/>
              <a:t>一致。</a:t>
            </a:r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8393430" y="1499870"/>
            <a:ext cx="1217930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3.4 </a:t>
            </a:r>
            <a:r>
              <a:rPr lang="zh-CN" altLang="en-US">
                <a:solidFill>
                  <a:schemeClr val="bg1"/>
                </a:solidFill>
              </a:rPr>
              <a:t>另一些</a:t>
            </a:r>
            <a:r>
              <a:rPr lang="zh-CN" altLang="en-US">
                <a:solidFill>
                  <a:schemeClr val="bg1"/>
                </a:solidFill>
              </a:rPr>
              <a:t>测试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0" y="934085"/>
            <a:ext cx="12192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3.4.2 </a:t>
            </a:r>
            <a:r>
              <a:rPr lang="zh-CN" altLang="en-US"/>
              <a:t>对攻击</a:t>
            </a:r>
            <a:r>
              <a:rPr lang="en-US" altLang="zh-CN">
                <a:sym typeface="+mn-ea"/>
              </a:rPr>
              <a:t>AES-128</a:t>
            </a:r>
            <a:r>
              <a:rPr lang="zh-CN" altLang="en-US"/>
              <a:t>成功率的</a:t>
            </a:r>
            <a:r>
              <a:rPr lang="zh-CN" altLang="en-US"/>
              <a:t>测试：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             5000</a:t>
            </a:r>
            <a:r>
              <a:rPr lang="zh-CN" altLang="en-US"/>
              <a:t>样本：</a:t>
            </a:r>
            <a:r>
              <a:rPr lang="en-US" altLang="zh-CN"/>
              <a:t>                                              </a:t>
            </a:r>
            <a:r>
              <a:rPr lang="en-US" altLang="zh-CN">
                <a:sym typeface="+mn-ea"/>
              </a:rPr>
              <a:t>10000</a:t>
            </a:r>
            <a:r>
              <a:rPr lang="zh-CN" altLang="en-US">
                <a:sym typeface="+mn-ea"/>
              </a:rPr>
              <a:t>样本：</a:t>
            </a:r>
            <a:r>
              <a:rPr lang="en-US" altLang="zh-CN">
                <a:sym typeface="+mn-ea"/>
              </a:rPr>
              <a:t>                                           20000</a:t>
            </a:r>
            <a:r>
              <a:rPr lang="zh-CN" altLang="en-US">
                <a:sym typeface="+mn-ea"/>
              </a:rPr>
              <a:t>样本：</a:t>
            </a:r>
            <a:endParaRPr lang="zh-CN" altLang="en-US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" y="1945005"/>
            <a:ext cx="3533775" cy="4810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995" y="1946910"/>
            <a:ext cx="3547110" cy="48285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00" y="1945005"/>
            <a:ext cx="3418840" cy="482092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14300" y="6393180"/>
            <a:ext cx="1223645" cy="19621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316730" y="6421120"/>
            <a:ext cx="1214120" cy="1689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537575" y="6402705"/>
            <a:ext cx="1335405" cy="18669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 </a:t>
            </a:r>
            <a:r>
              <a:rPr lang="zh-CN" altLang="en-US">
                <a:solidFill>
                  <a:schemeClr val="bg1"/>
                </a:solidFill>
              </a:rPr>
              <a:t>下周</a:t>
            </a:r>
            <a:r>
              <a:rPr lang="zh-CN" altLang="en-US">
                <a:solidFill>
                  <a:schemeClr val="bg1"/>
                </a:solidFill>
              </a:rPr>
              <a:t>目标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948690"/>
            <a:ext cx="12192000" cy="2670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针对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AES192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AES256</a:t>
            </a:r>
            <a:r>
              <a:rPr lang="zh-CN" altLang="en-US">
                <a:sym typeface="+mn-ea"/>
              </a:rPr>
              <a:t>做侧信道攻击的分析。由于最终轮密钥位数小于种子密钥位数，只有一个轮密钥无法恢复完整的</a:t>
            </a:r>
            <a:r>
              <a:rPr lang="en-US" altLang="zh-CN">
                <a:sym typeface="+mn-ea"/>
              </a:rPr>
              <a:t>AES192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AES256</a:t>
            </a:r>
            <a:r>
              <a:rPr lang="zh-CN" altLang="en-US">
                <a:sym typeface="+mn-ea"/>
              </a:rPr>
              <a:t>原始密钥，所以需要另作</a:t>
            </a:r>
            <a:r>
              <a:rPr lang="zh-CN" altLang="en-US">
                <a:sym typeface="+mn-ea"/>
              </a:rPr>
              <a:t>分析。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612241"/>
            <a:ext cx="9144000" cy="1260058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   谢谢！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+mj-lt"/>
              </a:rPr>
              <a:t>2026.03.18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f51be442d348dcd3676fa585af84194925b45e"/>
  <p:tag name="KSO_WM_NEWLAYOUT_GROUP_ID" val="layout_10007"/>
  <p:tag name="KSO_WM_NEWLAYOUT_ID" val="slide_6b62f1f9edcefd50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aeedc869f7909be1b4acd7e9ae2b145a1e17d9"/>
  <p:tag name="KSO_WM_NEWLAYOUT_GROUP_ID" val="layout_10003"/>
  <p:tag name="KSO_WM_NEWLAYOUT_ID" val="slide_f03f66a8173a28af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28ba39ccea91001d33bde68707bc4f8d970998"/>
  <p:tag name="KSO_WM_NEWLAYOUT_GROUP_ID" val="layout_10004"/>
  <p:tag name="KSO_WM_NEWLAYOUT_ID" val="slide_2413216d433b758f"/>
</p:tagLst>
</file>

<file path=ppt/tags/tag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bc9125b8975ae5e7de56b93eb0dac3ca0c57159"/>
  <p:tag name="KSO_WM_NEWLAYOUT_GROUP_ID" val="layout_14"/>
  <p:tag name="KSO_WM_NEWLAYOUT_ID" val="slide_fbd1737be693ef9a"/>
</p:tagLst>
</file>

<file path=ppt/tags/tag56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5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52b3ac7b201e87e19932171151b4a173c6c2dc"/>
  <p:tag name="KSO_WM_NEWLAYOUT_GROUP_ID" val="layout_30"/>
  <p:tag name="KSO_WM_NEWLAYOUT_ID" val="slide_3d2465070914cbc5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641a8daa89333762de2f03c211b475a9c258d0"/>
  <p:tag name="KSO_WM_NEWLAYOUT_GROUP_ID" val="layout_6"/>
  <p:tag name="KSO_WM_NEWLAYOUT_ID" val="slide_db6ecc7827b66e6e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</p:tagLst>
</file>

<file path=ppt/tags/tag1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4.xml><?xml version="1.0" encoding="utf-8"?>
<p:tagLst xmlns:p="http://schemas.openxmlformats.org/presentationml/2006/main">
  <p:tag name="KSO_WM_AITEMPLATE_STYLE_ID" val="0"/>
</p:tagLst>
</file>

<file path=ppt/tags/tag325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1"/>
  <p:tag name="KSO_WM_UNIT_LAYERLEVEL" val="1"/>
</p:tagLst>
</file>

<file path=ppt/tags/tag3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1*a*1"/>
  <p:tag name="KSO_WM_UNIT_LAYERLEVEL" val="1"/>
  <p:tag name="KSO_WM_TEMPLATE_INDEX" val="4"/>
  <p:tag name="KSO_WM_TEMPLATE_CATEGORY" val="custom"/>
</p:tagLst>
</file>

<file path=ppt/tags/tag32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1*f*1"/>
  <p:tag name="KSO_WM_UNIT_LAYERLEVEL" val="1"/>
  <p:tag name="KSO_WM_TEMPLATE_INDEX" val="4"/>
  <p:tag name="KSO_WM_TEMPLATE_CATEGORY" val="custom"/>
</p:tagLst>
</file>

<file path=ppt/tags/tag328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2"/>
  <p:tag name="KSO_WM_UNIT_LAYERLEVEL" val="1"/>
</p:tagLst>
</file>

<file path=ppt/tags/tag32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246,146.25,712,386.25"/>
  <p:tag name="KSO_WM_SLIDE_SUBTYPE" val="pureTxt"/>
  <p:tag name="KSO_WM_SLIDE_ITEM_CNT" val="0"/>
  <p:tag name="KSO_WM_TEMPLATE_INDEX" val="4"/>
  <p:tag name="KSO_WM_SLIDE_THEME_ID" val="20232095"/>
  <p:tag name="KSO_WM_SLIDE_INDEX" val="1"/>
  <p:tag name="KSO_WM_BEAUTIFY_FLAG" val="#wm#"/>
  <p:tag name="KSO_WM_TEMPLATE_CATEGORY" val="custom"/>
  <p:tag name="KSO_WM_TEMPLATE_THUMBS_INDEX" val="1、5"/>
  <p:tag name="KSO_WM_SLIDE_ID" val="custom4_1"/>
  <p:tag name="KSO_WM_SLIDE_LAYOUT" val="_a_f_i"/>
  <p:tag name="KSO_WM_SLIDE_LAYOUT_CNT" val="1_1_1_2"/>
</p:tagLst>
</file>

<file path=ppt/tags/tag3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9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92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1"/>
  <p:tag name="KSO_WM_UNIT_LAYERLEVEL" val="1"/>
</p:tagLst>
</file>

<file path=ppt/tags/tag39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5*a*1"/>
  <p:tag name="KSO_WM_UNIT_LAYERLEVEL" val="1"/>
  <p:tag name="KSO_WM_TEMPLATE_INDEX" val="4"/>
  <p:tag name="KSO_WM_TEMPLATE_CATEGORY" val="custom"/>
</p:tagLst>
</file>

<file path=ppt/tags/tag39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5*f*1"/>
  <p:tag name="KSO_WM_UNIT_LAYERLEVEL" val="1"/>
  <p:tag name="KSO_WM_TEMPLATE_INDEX" val="4"/>
  <p:tag name="KSO_WM_TEMPLATE_CATEGORY" val="custom"/>
</p:tagLst>
</file>

<file path=ppt/tags/tag395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2"/>
  <p:tag name="KSO_WM_UNIT_LAYERLEVEL" val="1"/>
</p:tagLst>
</file>

<file path=ppt/tags/tag396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TEMPLATE_PLACEHOLDER_POS" val="222,146.25,736,459.375"/>
  <p:tag name="KSO_WM_SLIDE_SUBTYPE" val="pureTxt"/>
  <p:tag name="KSO_WM_SLIDE_ITEM_CNT" val="0"/>
  <p:tag name="KSO_WM_TEMPLATE_INDEX" val="4"/>
  <p:tag name="KSO_WM_SLIDE_THEME_ID" val="20232246"/>
  <p:tag name="KSO_WM_SLIDE_INDEX" val="5"/>
  <p:tag name="KSO_WM_BEAUTIFY_FLAG" val="#wm#"/>
  <p:tag name="KSO_WM_TEMPLATE_CATEGORY" val="custom"/>
  <p:tag name="KSO_WM_SLIDE_ID" val="custom4_5"/>
  <p:tag name="KSO_WM_SLIDE_LAYOUT" val="a_f_i"/>
  <p:tag name="KSO_WM_SLIDE_LAYOUT_CNT" val="1_1_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426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6470</Words>
  <Application>WPS 演示</Application>
  <PresentationFormat>宽屏</PresentationFormat>
  <Paragraphs>343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汉仪尚巍手书W</vt:lpstr>
      <vt:lpstr>Lato Regular</vt:lpstr>
      <vt:lpstr>Lato</vt:lpstr>
      <vt:lpstr>Lato Hairline</vt:lpstr>
      <vt:lpstr>Lato Light</vt:lpstr>
      <vt:lpstr>Oxford Regular</vt:lpstr>
      <vt:lpstr>Arial Unicode MS</vt:lpstr>
      <vt:lpstr>Calibri</vt:lpstr>
      <vt:lpstr>Office 主题</vt:lpstr>
      <vt:lpstr>Office 主题​​</vt:lpstr>
      <vt:lpstr>基于Flush+Reload的 AES算法Cache计时攻击</vt:lpstr>
      <vt:lpstr>1.1 AES128算法加密</vt:lpstr>
      <vt:lpstr>1.1 AES128算法加密</vt:lpstr>
      <vt:lpstr>1.2 带查表加速的AES128算法加密</vt:lpstr>
      <vt:lpstr>2.1 攻击思想 - 最终轮 </vt:lpstr>
      <vt:lpstr>2.1 攻击思想 - 最终轮 </vt:lpstr>
      <vt:lpstr>2.2 加密细节 - 最终轮 </vt:lpstr>
      <vt:lpstr>2.2 加密细节 - 最终轮 </vt:lpstr>
      <vt:lpstr>1.2 带查表加速的AES128算法加密</vt:lpstr>
      <vt:lpstr>1.2 带查表加速的AES128算法加密</vt:lpstr>
      <vt:lpstr>2.2 加密细节 - 最终轮 </vt:lpstr>
      <vt:lpstr>2.2 加密细节 - 最终轮 </vt:lpstr>
      <vt:lpstr>2.2 加密细节 - 最终轮 </vt:lpstr>
      <vt:lpstr>2.3 攻击切入点 - 最终轮 - T表 </vt:lpstr>
      <vt:lpstr>2.3 攻击切入点 - 最终轮 - T表</vt:lpstr>
      <vt:lpstr>2.3 攻击切入点 - 最终轮 - T表</vt:lpstr>
      <vt:lpstr>2.4 攻击：flush and reload + 排除法</vt:lpstr>
      <vt:lpstr>2.4 攻击：flush and reload + 排除法</vt:lpstr>
      <vt:lpstr>2.4 攻击：flush and reload + 排除法</vt:lpstr>
      <vt:lpstr>2.5 攻击原理 - 概率论视角</vt:lpstr>
      <vt:lpstr>3.1 实验过程 - 实验环境</vt:lpstr>
      <vt:lpstr>3.2 实验过程 -  初始化</vt:lpstr>
      <vt:lpstr>3.2 实验过程 -  主控制逻辑</vt:lpstr>
      <vt:lpstr>3.2 实验过程 -  主控制逻辑</vt:lpstr>
      <vt:lpstr>3.2 实验过程 -  受害者进程</vt:lpstr>
      <vt:lpstr>3.2 实验过程 -  受害者进程</vt:lpstr>
      <vt:lpstr>3.2 实验过程 -  攻击者进程</vt:lpstr>
      <vt:lpstr>3.3 实验结果</vt:lpstr>
      <vt:lpstr>3.3 实验结果</vt:lpstr>
      <vt:lpstr>3.4 另一些测试</vt:lpstr>
      <vt:lpstr>3.4 另一些测试</vt:lpstr>
      <vt:lpstr>4. 下周目标</vt:lpstr>
      <vt:lpstr>   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FLUSH AND RELOAD</dc:title>
  <dc:creator/>
  <cp:lastModifiedBy>杨宇鑫</cp:lastModifiedBy>
  <cp:revision>80</cp:revision>
  <dcterms:created xsi:type="dcterms:W3CDTF">2026-01-21T07:12:00Z</dcterms:created>
  <dcterms:modified xsi:type="dcterms:W3CDTF">2026-03-26T13:23:36Z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B75C98F4C40948689CB49D1002CA5FAC</vt:lpwstr>
  </property>
</Properties>
</file>