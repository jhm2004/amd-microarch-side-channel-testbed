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5"/>
  </p:notesMasterIdLst>
  <p:handoutMasterIdLst>
    <p:handoutMasterId r:id="rId55"/>
  </p:handoutMasterIdLst>
  <p:sldIdLst>
    <p:sldId id="260" r:id="rId4"/>
    <p:sldId id="279" r:id="rId6"/>
    <p:sldId id="311" r:id="rId7"/>
    <p:sldId id="310" r:id="rId8"/>
    <p:sldId id="294" r:id="rId9"/>
    <p:sldId id="342" r:id="rId10"/>
    <p:sldId id="312" r:id="rId11"/>
    <p:sldId id="314" r:id="rId12"/>
    <p:sldId id="313" r:id="rId13"/>
    <p:sldId id="315" r:id="rId14"/>
    <p:sldId id="319" r:id="rId15"/>
    <p:sldId id="316" r:id="rId16"/>
    <p:sldId id="320" r:id="rId17"/>
    <p:sldId id="321" r:id="rId18"/>
    <p:sldId id="322" r:id="rId19"/>
    <p:sldId id="324" r:id="rId20"/>
    <p:sldId id="364" r:id="rId21"/>
    <p:sldId id="323" r:id="rId22"/>
    <p:sldId id="325" r:id="rId23"/>
    <p:sldId id="326" r:id="rId24"/>
    <p:sldId id="327" r:id="rId25"/>
    <p:sldId id="297" r:id="rId26"/>
    <p:sldId id="329" r:id="rId27"/>
    <p:sldId id="331" r:id="rId28"/>
    <p:sldId id="334" r:id="rId29"/>
    <p:sldId id="335" r:id="rId30"/>
    <p:sldId id="343" r:id="rId31"/>
    <p:sldId id="336" r:id="rId32"/>
    <p:sldId id="337" r:id="rId33"/>
    <p:sldId id="340" r:id="rId34"/>
    <p:sldId id="339" r:id="rId35"/>
    <p:sldId id="341" r:id="rId36"/>
    <p:sldId id="365" r:id="rId37"/>
    <p:sldId id="345" r:id="rId38"/>
    <p:sldId id="346" r:id="rId39"/>
    <p:sldId id="347" r:id="rId40"/>
    <p:sldId id="348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56" r:id="rId49"/>
    <p:sldId id="357" r:id="rId50"/>
    <p:sldId id="358" r:id="rId51"/>
    <p:sldId id="359" r:id="rId52"/>
    <p:sldId id="366" r:id="rId53"/>
    <p:sldId id="361" r:id="rId5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217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handoutMaster" Target="handoutMasters/handoutMaster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67998" y="0"/>
            <a:ext cx="3188595" cy="57471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9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9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67998" y="10879875"/>
            <a:ext cx="3188595" cy="57471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9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3943C8-ABEB-4C3D-A350-F7B6C35431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.xml"/><Relationship Id="rId7" Type="http://schemas.openxmlformats.org/officeDocument/2006/relationships/image" Target="../media/image1.png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image" Target="../media/image3.png"/><Relationship Id="rId10" Type="http://schemas.openxmlformats.org/officeDocument/2006/relationships/tags" Target="../tags/tag7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9.xml"/><Relationship Id="rId7" Type="http://schemas.openxmlformats.org/officeDocument/2006/relationships/image" Target="../media/image1.png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2" Type="http://schemas.openxmlformats.org/officeDocument/2006/relationships/tags" Target="../tags/tag31.xml"/><Relationship Id="rId21" Type="http://schemas.openxmlformats.org/officeDocument/2006/relationships/tags" Target="../tags/tag30.xml"/><Relationship Id="rId20" Type="http://schemas.openxmlformats.org/officeDocument/2006/relationships/tags" Target="../tags/tag29.xml"/><Relationship Id="rId2" Type="http://schemas.openxmlformats.org/officeDocument/2006/relationships/tags" Target="../tags/tag14.xml"/><Relationship Id="rId19" Type="http://schemas.openxmlformats.org/officeDocument/2006/relationships/tags" Target="../tags/tag28.xml"/><Relationship Id="rId18" Type="http://schemas.openxmlformats.org/officeDocument/2006/relationships/tags" Target="../tags/tag27.xml"/><Relationship Id="rId17" Type="http://schemas.openxmlformats.org/officeDocument/2006/relationships/tags" Target="../tags/tag26.xml"/><Relationship Id="rId16" Type="http://schemas.openxmlformats.org/officeDocument/2006/relationships/tags" Target="../tags/tag25.xml"/><Relationship Id="rId15" Type="http://schemas.openxmlformats.org/officeDocument/2006/relationships/tags" Target="../tags/tag24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image" Target="../media/image3.png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7.xml"/><Relationship Id="rId7" Type="http://schemas.openxmlformats.org/officeDocument/2006/relationships/image" Target="../media/image1.png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9" Type="http://schemas.openxmlformats.org/officeDocument/2006/relationships/tags" Target="../tags/tag46.xml"/><Relationship Id="rId18" Type="http://schemas.openxmlformats.org/officeDocument/2006/relationships/tags" Target="../tags/tag45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image" Target="../media/image3.png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52.xml"/><Relationship Id="rId7" Type="http://schemas.openxmlformats.org/officeDocument/2006/relationships/image" Target="../media/image1.png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image" Target="../media/image3.png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63.xml"/><Relationship Id="rId7" Type="http://schemas.openxmlformats.org/officeDocument/2006/relationships/image" Target="../media/image1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8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image" Target="../media/image3.png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82.xml"/><Relationship Id="rId7" Type="http://schemas.openxmlformats.org/officeDocument/2006/relationships/image" Target="../media/image1.png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3" Type="http://schemas.openxmlformats.org/officeDocument/2006/relationships/tags" Target="../tags/tag95.xml"/><Relationship Id="rId22" Type="http://schemas.openxmlformats.org/officeDocument/2006/relationships/tags" Target="../tags/tag94.xml"/><Relationship Id="rId21" Type="http://schemas.openxmlformats.org/officeDocument/2006/relationships/tags" Target="../tags/tag93.xml"/><Relationship Id="rId20" Type="http://schemas.openxmlformats.org/officeDocument/2006/relationships/tags" Target="../tags/tag92.xml"/><Relationship Id="rId2" Type="http://schemas.openxmlformats.org/officeDocument/2006/relationships/tags" Target="../tags/tag77.xml"/><Relationship Id="rId19" Type="http://schemas.openxmlformats.org/officeDocument/2006/relationships/tags" Target="../tags/tag91.xml"/><Relationship Id="rId18" Type="http://schemas.openxmlformats.org/officeDocument/2006/relationships/tags" Target="../tags/tag90.xml"/><Relationship Id="rId17" Type="http://schemas.openxmlformats.org/officeDocument/2006/relationships/tags" Target="../tags/tag89.xml"/><Relationship Id="rId16" Type="http://schemas.openxmlformats.org/officeDocument/2006/relationships/tags" Target="../tags/tag88.xml"/><Relationship Id="rId15" Type="http://schemas.openxmlformats.org/officeDocument/2006/relationships/tags" Target="../tags/tag87.xml"/><Relationship Id="rId14" Type="http://schemas.openxmlformats.org/officeDocument/2006/relationships/tags" Target="../tags/tag86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image" Target="../media/image3.png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01.xml"/><Relationship Id="rId7" Type="http://schemas.openxmlformats.org/officeDocument/2006/relationships/image" Target="../media/image1.png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1" Type="http://schemas.openxmlformats.org/officeDocument/2006/relationships/tags" Target="../tags/tag112.xml"/><Relationship Id="rId20" Type="http://schemas.openxmlformats.org/officeDocument/2006/relationships/tags" Target="../tags/tag111.xml"/><Relationship Id="rId2" Type="http://schemas.openxmlformats.org/officeDocument/2006/relationships/tags" Target="../tags/tag96.xml"/><Relationship Id="rId19" Type="http://schemas.openxmlformats.org/officeDocument/2006/relationships/tags" Target="../tags/tag110.xml"/><Relationship Id="rId18" Type="http://schemas.openxmlformats.org/officeDocument/2006/relationships/tags" Target="../tags/tag109.xml"/><Relationship Id="rId17" Type="http://schemas.openxmlformats.org/officeDocument/2006/relationships/tags" Target="../tags/tag108.xml"/><Relationship Id="rId16" Type="http://schemas.openxmlformats.org/officeDocument/2006/relationships/tags" Target="../tags/tag107.xml"/><Relationship Id="rId15" Type="http://schemas.openxmlformats.org/officeDocument/2006/relationships/tags" Target="../tags/tag106.xml"/><Relationship Id="rId14" Type="http://schemas.openxmlformats.org/officeDocument/2006/relationships/tags" Target="../tags/tag105.xml"/><Relationship Id="rId13" Type="http://schemas.openxmlformats.org/officeDocument/2006/relationships/tags" Target="../tags/tag104.xml"/><Relationship Id="rId12" Type="http://schemas.openxmlformats.org/officeDocument/2006/relationships/tags" Target="../tags/tag103.xml"/><Relationship Id="rId11" Type="http://schemas.openxmlformats.org/officeDocument/2006/relationships/image" Target="../media/image3.png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9" Type="http://schemas.openxmlformats.org/officeDocument/2006/relationships/tags" Target="../tags/tag210.xml"/><Relationship Id="rId98" Type="http://schemas.openxmlformats.org/officeDocument/2006/relationships/tags" Target="../tags/tag209.xml"/><Relationship Id="rId97" Type="http://schemas.openxmlformats.org/officeDocument/2006/relationships/tags" Target="../tags/tag208.xml"/><Relationship Id="rId96" Type="http://schemas.openxmlformats.org/officeDocument/2006/relationships/tags" Target="../tags/tag207.xml"/><Relationship Id="rId95" Type="http://schemas.openxmlformats.org/officeDocument/2006/relationships/tags" Target="../tags/tag206.xml"/><Relationship Id="rId94" Type="http://schemas.openxmlformats.org/officeDocument/2006/relationships/tags" Target="../tags/tag205.xml"/><Relationship Id="rId93" Type="http://schemas.openxmlformats.org/officeDocument/2006/relationships/tags" Target="../tags/tag204.xml"/><Relationship Id="rId92" Type="http://schemas.openxmlformats.org/officeDocument/2006/relationships/tags" Target="../tags/tag203.xml"/><Relationship Id="rId91" Type="http://schemas.openxmlformats.org/officeDocument/2006/relationships/tags" Target="../tags/tag202.xml"/><Relationship Id="rId90" Type="http://schemas.openxmlformats.org/officeDocument/2006/relationships/tags" Target="../tags/tag201.xml"/><Relationship Id="rId9" Type="http://schemas.openxmlformats.org/officeDocument/2006/relationships/tags" Target="../tags/tag120.xml"/><Relationship Id="rId89" Type="http://schemas.openxmlformats.org/officeDocument/2006/relationships/tags" Target="../tags/tag200.xml"/><Relationship Id="rId88" Type="http://schemas.openxmlformats.org/officeDocument/2006/relationships/tags" Target="../tags/tag199.xml"/><Relationship Id="rId87" Type="http://schemas.openxmlformats.org/officeDocument/2006/relationships/tags" Target="../tags/tag198.xml"/><Relationship Id="rId86" Type="http://schemas.openxmlformats.org/officeDocument/2006/relationships/tags" Target="../tags/tag197.xml"/><Relationship Id="rId85" Type="http://schemas.openxmlformats.org/officeDocument/2006/relationships/tags" Target="../tags/tag196.xml"/><Relationship Id="rId84" Type="http://schemas.openxmlformats.org/officeDocument/2006/relationships/tags" Target="../tags/tag195.xml"/><Relationship Id="rId83" Type="http://schemas.openxmlformats.org/officeDocument/2006/relationships/tags" Target="../tags/tag194.xml"/><Relationship Id="rId82" Type="http://schemas.openxmlformats.org/officeDocument/2006/relationships/tags" Target="../tags/tag193.xml"/><Relationship Id="rId81" Type="http://schemas.openxmlformats.org/officeDocument/2006/relationships/tags" Target="../tags/tag192.xml"/><Relationship Id="rId80" Type="http://schemas.openxmlformats.org/officeDocument/2006/relationships/tags" Target="../tags/tag191.xml"/><Relationship Id="rId8" Type="http://schemas.openxmlformats.org/officeDocument/2006/relationships/tags" Target="../tags/tag119.xml"/><Relationship Id="rId79" Type="http://schemas.openxmlformats.org/officeDocument/2006/relationships/tags" Target="../tags/tag190.xml"/><Relationship Id="rId78" Type="http://schemas.openxmlformats.org/officeDocument/2006/relationships/tags" Target="../tags/tag189.xml"/><Relationship Id="rId77" Type="http://schemas.openxmlformats.org/officeDocument/2006/relationships/tags" Target="../tags/tag188.xml"/><Relationship Id="rId76" Type="http://schemas.openxmlformats.org/officeDocument/2006/relationships/tags" Target="../tags/tag187.xml"/><Relationship Id="rId75" Type="http://schemas.openxmlformats.org/officeDocument/2006/relationships/tags" Target="../tags/tag186.xml"/><Relationship Id="rId74" Type="http://schemas.openxmlformats.org/officeDocument/2006/relationships/tags" Target="../tags/tag185.xml"/><Relationship Id="rId73" Type="http://schemas.openxmlformats.org/officeDocument/2006/relationships/tags" Target="../tags/tag184.xml"/><Relationship Id="rId72" Type="http://schemas.openxmlformats.org/officeDocument/2006/relationships/tags" Target="../tags/tag183.xml"/><Relationship Id="rId71" Type="http://schemas.openxmlformats.org/officeDocument/2006/relationships/tags" Target="../tags/tag182.xml"/><Relationship Id="rId70" Type="http://schemas.openxmlformats.org/officeDocument/2006/relationships/tags" Target="../tags/tag181.xml"/><Relationship Id="rId7" Type="http://schemas.openxmlformats.org/officeDocument/2006/relationships/tags" Target="../tags/tag118.xml"/><Relationship Id="rId69" Type="http://schemas.openxmlformats.org/officeDocument/2006/relationships/tags" Target="../tags/tag180.xml"/><Relationship Id="rId68" Type="http://schemas.openxmlformats.org/officeDocument/2006/relationships/tags" Target="../tags/tag179.xml"/><Relationship Id="rId67" Type="http://schemas.openxmlformats.org/officeDocument/2006/relationships/tags" Target="../tags/tag178.xml"/><Relationship Id="rId66" Type="http://schemas.openxmlformats.org/officeDocument/2006/relationships/tags" Target="../tags/tag177.xml"/><Relationship Id="rId65" Type="http://schemas.openxmlformats.org/officeDocument/2006/relationships/tags" Target="../tags/tag176.xml"/><Relationship Id="rId64" Type="http://schemas.openxmlformats.org/officeDocument/2006/relationships/tags" Target="../tags/tag175.xml"/><Relationship Id="rId63" Type="http://schemas.openxmlformats.org/officeDocument/2006/relationships/tags" Target="../tags/tag174.xml"/><Relationship Id="rId62" Type="http://schemas.openxmlformats.org/officeDocument/2006/relationships/tags" Target="../tags/tag173.xml"/><Relationship Id="rId61" Type="http://schemas.openxmlformats.org/officeDocument/2006/relationships/tags" Target="../tags/tag172.xml"/><Relationship Id="rId60" Type="http://schemas.openxmlformats.org/officeDocument/2006/relationships/tags" Target="../tags/tag171.xml"/><Relationship Id="rId6" Type="http://schemas.openxmlformats.org/officeDocument/2006/relationships/tags" Target="../tags/tag117.xml"/><Relationship Id="rId59" Type="http://schemas.openxmlformats.org/officeDocument/2006/relationships/tags" Target="../tags/tag170.xml"/><Relationship Id="rId58" Type="http://schemas.openxmlformats.org/officeDocument/2006/relationships/tags" Target="../tags/tag169.xml"/><Relationship Id="rId57" Type="http://schemas.openxmlformats.org/officeDocument/2006/relationships/tags" Target="../tags/tag168.xml"/><Relationship Id="rId56" Type="http://schemas.openxmlformats.org/officeDocument/2006/relationships/tags" Target="../tags/tag167.xml"/><Relationship Id="rId55" Type="http://schemas.openxmlformats.org/officeDocument/2006/relationships/tags" Target="../tags/tag166.xml"/><Relationship Id="rId54" Type="http://schemas.openxmlformats.org/officeDocument/2006/relationships/tags" Target="../tags/tag165.xml"/><Relationship Id="rId53" Type="http://schemas.openxmlformats.org/officeDocument/2006/relationships/tags" Target="../tags/tag164.xml"/><Relationship Id="rId52" Type="http://schemas.openxmlformats.org/officeDocument/2006/relationships/tags" Target="../tags/tag163.xml"/><Relationship Id="rId51" Type="http://schemas.openxmlformats.org/officeDocument/2006/relationships/tags" Target="../tags/tag162.xml"/><Relationship Id="rId50" Type="http://schemas.openxmlformats.org/officeDocument/2006/relationships/tags" Target="../tags/tag161.xml"/><Relationship Id="rId5" Type="http://schemas.openxmlformats.org/officeDocument/2006/relationships/tags" Target="../tags/tag116.xml"/><Relationship Id="rId49" Type="http://schemas.openxmlformats.org/officeDocument/2006/relationships/tags" Target="../tags/tag160.xml"/><Relationship Id="rId48" Type="http://schemas.openxmlformats.org/officeDocument/2006/relationships/tags" Target="../tags/tag159.xml"/><Relationship Id="rId47" Type="http://schemas.openxmlformats.org/officeDocument/2006/relationships/tags" Target="../tags/tag158.xml"/><Relationship Id="rId46" Type="http://schemas.openxmlformats.org/officeDocument/2006/relationships/tags" Target="../tags/tag157.xml"/><Relationship Id="rId45" Type="http://schemas.openxmlformats.org/officeDocument/2006/relationships/tags" Target="../tags/tag156.xml"/><Relationship Id="rId44" Type="http://schemas.openxmlformats.org/officeDocument/2006/relationships/tags" Target="../tags/tag155.xml"/><Relationship Id="rId43" Type="http://schemas.openxmlformats.org/officeDocument/2006/relationships/tags" Target="../tags/tag154.xml"/><Relationship Id="rId42" Type="http://schemas.openxmlformats.org/officeDocument/2006/relationships/tags" Target="../tags/tag153.xml"/><Relationship Id="rId41" Type="http://schemas.openxmlformats.org/officeDocument/2006/relationships/tags" Target="../tags/tag152.xml"/><Relationship Id="rId40" Type="http://schemas.openxmlformats.org/officeDocument/2006/relationships/tags" Target="../tags/tag151.xml"/><Relationship Id="rId4" Type="http://schemas.openxmlformats.org/officeDocument/2006/relationships/tags" Target="../tags/tag115.xml"/><Relationship Id="rId39" Type="http://schemas.openxmlformats.org/officeDocument/2006/relationships/tags" Target="../tags/tag150.xml"/><Relationship Id="rId38" Type="http://schemas.openxmlformats.org/officeDocument/2006/relationships/tags" Target="../tags/tag149.xml"/><Relationship Id="rId37" Type="http://schemas.openxmlformats.org/officeDocument/2006/relationships/tags" Target="../tags/tag148.xml"/><Relationship Id="rId36" Type="http://schemas.openxmlformats.org/officeDocument/2006/relationships/tags" Target="../tags/tag147.xml"/><Relationship Id="rId35" Type="http://schemas.openxmlformats.org/officeDocument/2006/relationships/tags" Target="../tags/tag146.xml"/><Relationship Id="rId34" Type="http://schemas.openxmlformats.org/officeDocument/2006/relationships/tags" Target="../tags/tag145.xml"/><Relationship Id="rId33" Type="http://schemas.openxmlformats.org/officeDocument/2006/relationships/tags" Target="../tags/tag144.xml"/><Relationship Id="rId32" Type="http://schemas.openxmlformats.org/officeDocument/2006/relationships/tags" Target="../tags/tag143.xml"/><Relationship Id="rId31" Type="http://schemas.openxmlformats.org/officeDocument/2006/relationships/tags" Target="../tags/tag142.xml"/><Relationship Id="rId30" Type="http://schemas.openxmlformats.org/officeDocument/2006/relationships/tags" Target="../tags/tag141.xml"/><Relationship Id="rId3" Type="http://schemas.openxmlformats.org/officeDocument/2006/relationships/tags" Target="../tags/tag114.xml"/><Relationship Id="rId29" Type="http://schemas.openxmlformats.org/officeDocument/2006/relationships/tags" Target="../tags/tag140.xml"/><Relationship Id="rId28" Type="http://schemas.openxmlformats.org/officeDocument/2006/relationships/tags" Target="../tags/tag139.xml"/><Relationship Id="rId27" Type="http://schemas.openxmlformats.org/officeDocument/2006/relationships/tags" Target="../tags/tag138.xml"/><Relationship Id="rId26" Type="http://schemas.openxmlformats.org/officeDocument/2006/relationships/tags" Target="../tags/tag137.xml"/><Relationship Id="rId25" Type="http://schemas.openxmlformats.org/officeDocument/2006/relationships/tags" Target="../tags/tag136.xml"/><Relationship Id="rId24" Type="http://schemas.openxmlformats.org/officeDocument/2006/relationships/tags" Target="../tags/tag135.xml"/><Relationship Id="rId23" Type="http://schemas.openxmlformats.org/officeDocument/2006/relationships/tags" Target="../tags/tag134.xml"/><Relationship Id="rId22" Type="http://schemas.openxmlformats.org/officeDocument/2006/relationships/tags" Target="../tags/tag133.xml"/><Relationship Id="rId21" Type="http://schemas.openxmlformats.org/officeDocument/2006/relationships/tags" Target="../tags/tag132.xml"/><Relationship Id="rId20" Type="http://schemas.openxmlformats.org/officeDocument/2006/relationships/tags" Target="../tags/tag131.xml"/><Relationship Id="rId2" Type="http://schemas.openxmlformats.org/officeDocument/2006/relationships/tags" Target="../tags/tag113.xml"/><Relationship Id="rId193" Type="http://schemas.openxmlformats.org/officeDocument/2006/relationships/tags" Target="../tags/tag304.xml"/><Relationship Id="rId192" Type="http://schemas.openxmlformats.org/officeDocument/2006/relationships/tags" Target="../tags/tag303.xml"/><Relationship Id="rId191" Type="http://schemas.openxmlformats.org/officeDocument/2006/relationships/tags" Target="../tags/tag302.xml"/><Relationship Id="rId190" Type="http://schemas.openxmlformats.org/officeDocument/2006/relationships/tags" Target="../tags/tag301.xml"/><Relationship Id="rId19" Type="http://schemas.openxmlformats.org/officeDocument/2006/relationships/tags" Target="../tags/tag130.xml"/><Relationship Id="rId189" Type="http://schemas.openxmlformats.org/officeDocument/2006/relationships/tags" Target="../tags/tag300.xml"/><Relationship Id="rId188" Type="http://schemas.openxmlformats.org/officeDocument/2006/relationships/tags" Target="../tags/tag299.xml"/><Relationship Id="rId187" Type="http://schemas.openxmlformats.org/officeDocument/2006/relationships/tags" Target="../tags/tag298.xml"/><Relationship Id="rId186" Type="http://schemas.openxmlformats.org/officeDocument/2006/relationships/tags" Target="../tags/tag297.xml"/><Relationship Id="rId185" Type="http://schemas.openxmlformats.org/officeDocument/2006/relationships/tags" Target="../tags/tag296.xml"/><Relationship Id="rId184" Type="http://schemas.openxmlformats.org/officeDocument/2006/relationships/tags" Target="../tags/tag295.xml"/><Relationship Id="rId183" Type="http://schemas.openxmlformats.org/officeDocument/2006/relationships/tags" Target="../tags/tag294.xml"/><Relationship Id="rId182" Type="http://schemas.openxmlformats.org/officeDocument/2006/relationships/tags" Target="../tags/tag293.xml"/><Relationship Id="rId181" Type="http://schemas.openxmlformats.org/officeDocument/2006/relationships/tags" Target="../tags/tag292.xml"/><Relationship Id="rId180" Type="http://schemas.openxmlformats.org/officeDocument/2006/relationships/tags" Target="../tags/tag291.xml"/><Relationship Id="rId18" Type="http://schemas.openxmlformats.org/officeDocument/2006/relationships/tags" Target="../tags/tag129.xml"/><Relationship Id="rId179" Type="http://schemas.openxmlformats.org/officeDocument/2006/relationships/tags" Target="../tags/tag290.xml"/><Relationship Id="rId178" Type="http://schemas.openxmlformats.org/officeDocument/2006/relationships/tags" Target="../tags/tag289.xml"/><Relationship Id="rId177" Type="http://schemas.openxmlformats.org/officeDocument/2006/relationships/tags" Target="../tags/tag288.xml"/><Relationship Id="rId176" Type="http://schemas.openxmlformats.org/officeDocument/2006/relationships/tags" Target="../tags/tag287.xml"/><Relationship Id="rId175" Type="http://schemas.openxmlformats.org/officeDocument/2006/relationships/tags" Target="../tags/tag286.xml"/><Relationship Id="rId174" Type="http://schemas.openxmlformats.org/officeDocument/2006/relationships/tags" Target="../tags/tag285.xml"/><Relationship Id="rId173" Type="http://schemas.openxmlformats.org/officeDocument/2006/relationships/tags" Target="../tags/tag284.xml"/><Relationship Id="rId172" Type="http://schemas.openxmlformats.org/officeDocument/2006/relationships/tags" Target="../tags/tag283.xml"/><Relationship Id="rId171" Type="http://schemas.openxmlformats.org/officeDocument/2006/relationships/tags" Target="../tags/tag282.xml"/><Relationship Id="rId170" Type="http://schemas.openxmlformats.org/officeDocument/2006/relationships/tags" Target="../tags/tag281.xml"/><Relationship Id="rId17" Type="http://schemas.openxmlformats.org/officeDocument/2006/relationships/tags" Target="../tags/tag128.xml"/><Relationship Id="rId169" Type="http://schemas.openxmlformats.org/officeDocument/2006/relationships/tags" Target="../tags/tag280.xml"/><Relationship Id="rId168" Type="http://schemas.openxmlformats.org/officeDocument/2006/relationships/tags" Target="../tags/tag279.xml"/><Relationship Id="rId167" Type="http://schemas.openxmlformats.org/officeDocument/2006/relationships/tags" Target="../tags/tag278.xml"/><Relationship Id="rId166" Type="http://schemas.openxmlformats.org/officeDocument/2006/relationships/tags" Target="../tags/tag277.xml"/><Relationship Id="rId165" Type="http://schemas.openxmlformats.org/officeDocument/2006/relationships/tags" Target="../tags/tag276.xml"/><Relationship Id="rId164" Type="http://schemas.openxmlformats.org/officeDocument/2006/relationships/tags" Target="../tags/tag275.xml"/><Relationship Id="rId163" Type="http://schemas.openxmlformats.org/officeDocument/2006/relationships/tags" Target="../tags/tag274.xml"/><Relationship Id="rId162" Type="http://schemas.openxmlformats.org/officeDocument/2006/relationships/tags" Target="../tags/tag273.xml"/><Relationship Id="rId161" Type="http://schemas.openxmlformats.org/officeDocument/2006/relationships/tags" Target="../tags/tag272.xml"/><Relationship Id="rId160" Type="http://schemas.openxmlformats.org/officeDocument/2006/relationships/tags" Target="../tags/tag271.xml"/><Relationship Id="rId16" Type="http://schemas.openxmlformats.org/officeDocument/2006/relationships/tags" Target="../tags/tag127.xml"/><Relationship Id="rId159" Type="http://schemas.openxmlformats.org/officeDocument/2006/relationships/tags" Target="../tags/tag270.xml"/><Relationship Id="rId158" Type="http://schemas.openxmlformats.org/officeDocument/2006/relationships/tags" Target="../tags/tag269.xml"/><Relationship Id="rId157" Type="http://schemas.openxmlformats.org/officeDocument/2006/relationships/tags" Target="../tags/tag268.xml"/><Relationship Id="rId156" Type="http://schemas.openxmlformats.org/officeDocument/2006/relationships/tags" Target="../tags/tag267.xml"/><Relationship Id="rId155" Type="http://schemas.openxmlformats.org/officeDocument/2006/relationships/tags" Target="../tags/tag266.xml"/><Relationship Id="rId154" Type="http://schemas.openxmlformats.org/officeDocument/2006/relationships/tags" Target="../tags/tag265.xml"/><Relationship Id="rId153" Type="http://schemas.openxmlformats.org/officeDocument/2006/relationships/tags" Target="../tags/tag264.xml"/><Relationship Id="rId152" Type="http://schemas.openxmlformats.org/officeDocument/2006/relationships/tags" Target="../tags/tag263.xml"/><Relationship Id="rId151" Type="http://schemas.openxmlformats.org/officeDocument/2006/relationships/tags" Target="../tags/tag262.xml"/><Relationship Id="rId150" Type="http://schemas.openxmlformats.org/officeDocument/2006/relationships/tags" Target="../tags/tag261.xml"/><Relationship Id="rId15" Type="http://schemas.openxmlformats.org/officeDocument/2006/relationships/tags" Target="../tags/tag126.xml"/><Relationship Id="rId149" Type="http://schemas.openxmlformats.org/officeDocument/2006/relationships/tags" Target="../tags/tag260.xml"/><Relationship Id="rId148" Type="http://schemas.openxmlformats.org/officeDocument/2006/relationships/tags" Target="../tags/tag259.xml"/><Relationship Id="rId147" Type="http://schemas.openxmlformats.org/officeDocument/2006/relationships/tags" Target="../tags/tag258.xml"/><Relationship Id="rId146" Type="http://schemas.openxmlformats.org/officeDocument/2006/relationships/tags" Target="../tags/tag257.xml"/><Relationship Id="rId145" Type="http://schemas.openxmlformats.org/officeDocument/2006/relationships/tags" Target="../tags/tag256.xml"/><Relationship Id="rId144" Type="http://schemas.openxmlformats.org/officeDocument/2006/relationships/tags" Target="../tags/tag255.xml"/><Relationship Id="rId143" Type="http://schemas.openxmlformats.org/officeDocument/2006/relationships/tags" Target="../tags/tag254.xml"/><Relationship Id="rId142" Type="http://schemas.openxmlformats.org/officeDocument/2006/relationships/tags" Target="../tags/tag253.xml"/><Relationship Id="rId141" Type="http://schemas.openxmlformats.org/officeDocument/2006/relationships/tags" Target="../tags/tag252.xml"/><Relationship Id="rId140" Type="http://schemas.openxmlformats.org/officeDocument/2006/relationships/tags" Target="../tags/tag251.xml"/><Relationship Id="rId14" Type="http://schemas.openxmlformats.org/officeDocument/2006/relationships/tags" Target="../tags/tag125.xml"/><Relationship Id="rId139" Type="http://schemas.openxmlformats.org/officeDocument/2006/relationships/tags" Target="../tags/tag250.xml"/><Relationship Id="rId138" Type="http://schemas.openxmlformats.org/officeDocument/2006/relationships/tags" Target="../tags/tag249.xml"/><Relationship Id="rId137" Type="http://schemas.openxmlformats.org/officeDocument/2006/relationships/tags" Target="../tags/tag248.xml"/><Relationship Id="rId136" Type="http://schemas.openxmlformats.org/officeDocument/2006/relationships/tags" Target="../tags/tag247.xml"/><Relationship Id="rId135" Type="http://schemas.openxmlformats.org/officeDocument/2006/relationships/tags" Target="../tags/tag246.xml"/><Relationship Id="rId134" Type="http://schemas.openxmlformats.org/officeDocument/2006/relationships/tags" Target="../tags/tag245.xml"/><Relationship Id="rId133" Type="http://schemas.openxmlformats.org/officeDocument/2006/relationships/tags" Target="../tags/tag244.xml"/><Relationship Id="rId132" Type="http://schemas.openxmlformats.org/officeDocument/2006/relationships/tags" Target="../tags/tag243.xml"/><Relationship Id="rId131" Type="http://schemas.openxmlformats.org/officeDocument/2006/relationships/tags" Target="../tags/tag242.xml"/><Relationship Id="rId130" Type="http://schemas.openxmlformats.org/officeDocument/2006/relationships/tags" Target="../tags/tag241.xml"/><Relationship Id="rId13" Type="http://schemas.openxmlformats.org/officeDocument/2006/relationships/tags" Target="../tags/tag124.xml"/><Relationship Id="rId129" Type="http://schemas.openxmlformats.org/officeDocument/2006/relationships/tags" Target="../tags/tag240.xml"/><Relationship Id="rId128" Type="http://schemas.openxmlformats.org/officeDocument/2006/relationships/tags" Target="../tags/tag239.xml"/><Relationship Id="rId127" Type="http://schemas.openxmlformats.org/officeDocument/2006/relationships/tags" Target="../tags/tag238.xml"/><Relationship Id="rId126" Type="http://schemas.openxmlformats.org/officeDocument/2006/relationships/tags" Target="../tags/tag237.xml"/><Relationship Id="rId125" Type="http://schemas.openxmlformats.org/officeDocument/2006/relationships/tags" Target="../tags/tag236.xml"/><Relationship Id="rId124" Type="http://schemas.openxmlformats.org/officeDocument/2006/relationships/tags" Target="../tags/tag235.xml"/><Relationship Id="rId123" Type="http://schemas.openxmlformats.org/officeDocument/2006/relationships/tags" Target="../tags/tag234.xml"/><Relationship Id="rId122" Type="http://schemas.openxmlformats.org/officeDocument/2006/relationships/tags" Target="../tags/tag233.xml"/><Relationship Id="rId121" Type="http://schemas.openxmlformats.org/officeDocument/2006/relationships/tags" Target="../tags/tag232.xml"/><Relationship Id="rId120" Type="http://schemas.openxmlformats.org/officeDocument/2006/relationships/tags" Target="../tags/tag231.xml"/><Relationship Id="rId12" Type="http://schemas.openxmlformats.org/officeDocument/2006/relationships/tags" Target="../tags/tag123.xml"/><Relationship Id="rId119" Type="http://schemas.openxmlformats.org/officeDocument/2006/relationships/tags" Target="../tags/tag230.xml"/><Relationship Id="rId118" Type="http://schemas.openxmlformats.org/officeDocument/2006/relationships/tags" Target="../tags/tag229.xml"/><Relationship Id="rId117" Type="http://schemas.openxmlformats.org/officeDocument/2006/relationships/tags" Target="../tags/tag228.xml"/><Relationship Id="rId116" Type="http://schemas.openxmlformats.org/officeDocument/2006/relationships/tags" Target="../tags/tag227.xml"/><Relationship Id="rId115" Type="http://schemas.openxmlformats.org/officeDocument/2006/relationships/tags" Target="../tags/tag226.xml"/><Relationship Id="rId114" Type="http://schemas.openxmlformats.org/officeDocument/2006/relationships/tags" Target="../tags/tag225.xml"/><Relationship Id="rId113" Type="http://schemas.openxmlformats.org/officeDocument/2006/relationships/tags" Target="../tags/tag224.xml"/><Relationship Id="rId112" Type="http://schemas.openxmlformats.org/officeDocument/2006/relationships/tags" Target="../tags/tag223.xml"/><Relationship Id="rId111" Type="http://schemas.openxmlformats.org/officeDocument/2006/relationships/tags" Target="../tags/tag222.xml"/><Relationship Id="rId110" Type="http://schemas.openxmlformats.org/officeDocument/2006/relationships/tags" Target="../tags/tag221.xml"/><Relationship Id="rId11" Type="http://schemas.openxmlformats.org/officeDocument/2006/relationships/tags" Target="../tags/tag122.xml"/><Relationship Id="rId109" Type="http://schemas.openxmlformats.org/officeDocument/2006/relationships/tags" Target="../tags/tag220.xml"/><Relationship Id="rId108" Type="http://schemas.openxmlformats.org/officeDocument/2006/relationships/tags" Target="../tags/tag219.xml"/><Relationship Id="rId107" Type="http://schemas.openxmlformats.org/officeDocument/2006/relationships/tags" Target="../tags/tag218.xml"/><Relationship Id="rId106" Type="http://schemas.openxmlformats.org/officeDocument/2006/relationships/tags" Target="../tags/tag217.xml"/><Relationship Id="rId105" Type="http://schemas.openxmlformats.org/officeDocument/2006/relationships/tags" Target="../tags/tag216.xml"/><Relationship Id="rId104" Type="http://schemas.openxmlformats.org/officeDocument/2006/relationships/tags" Target="../tags/tag215.xml"/><Relationship Id="rId103" Type="http://schemas.openxmlformats.org/officeDocument/2006/relationships/tags" Target="../tags/tag214.xml"/><Relationship Id="rId102" Type="http://schemas.openxmlformats.org/officeDocument/2006/relationships/tags" Target="../tags/tag213.xml"/><Relationship Id="rId101" Type="http://schemas.openxmlformats.org/officeDocument/2006/relationships/tags" Target="../tags/tag212.xml"/><Relationship Id="rId100" Type="http://schemas.openxmlformats.org/officeDocument/2006/relationships/tags" Target="../tags/tag211.xml"/><Relationship Id="rId10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image" Target="../media/image1.png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3" Type="http://schemas.openxmlformats.org/officeDocument/2006/relationships/tags" Target="../tags/tag316.xml"/><Relationship Id="rId12" Type="http://schemas.openxmlformats.org/officeDocument/2006/relationships/image" Target="../media/image3.png"/><Relationship Id="rId11" Type="http://schemas.openxmlformats.org/officeDocument/2006/relationships/tags" Target="../tags/tag315.xml"/><Relationship Id="rId10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320.xml"/><Relationship Id="rId4" Type="http://schemas.openxmlformats.org/officeDocument/2006/relationships/tags" Target="../tags/tag319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7" hasCustomPrompt="1"/>
            <p:custDataLst>
              <p:tags r:id="rId15"/>
            </p:custDataLst>
          </p:nvPr>
        </p:nvSpPr>
        <p:spPr>
          <a:xfrm>
            <a:off x="6096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6"/>
            </p:custDataLst>
          </p:nvPr>
        </p:nvSpPr>
        <p:spPr>
          <a:xfrm>
            <a:off x="6400800" y="2997200"/>
            <a:ext cx="51816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6400800" y="3556000"/>
            <a:ext cx="51816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idx="16386" hasCustomPrompt="1"/>
            <p:custDataLst>
              <p:tags r:id="rId14"/>
            </p:custDataLst>
          </p:nvPr>
        </p:nvSpPr>
        <p:spPr>
          <a:xfrm>
            <a:off x="6096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6096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7"/>
            </p:custDataLst>
          </p:nvPr>
        </p:nvSpPr>
        <p:spPr>
          <a:xfrm>
            <a:off x="43688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3688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46736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20"/>
            </p:custDataLst>
          </p:nvPr>
        </p:nvSpPr>
        <p:spPr>
          <a:xfrm>
            <a:off x="8128000" y="1524000"/>
            <a:ext cx="345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4" hasCustomPrompt="1"/>
            <p:custDataLst>
              <p:tags r:id="rId21"/>
            </p:custDataLst>
          </p:nvPr>
        </p:nvSpPr>
        <p:spPr>
          <a:xfrm>
            <a:off x="8128000" y="2082800"/>
            <a:ext cx="3454400" cy="4165600"/>
          </a:xfrm>
          <a:custGeom>
            <a:avLst/>
            <a:gdLst>
              <a:gd name="connisteX0" fmla="*/ 0 w 3454400"/>
              <a:gd name="connsiteY0" fmla="*/ 203200 h 4165600"/>
              <a:gd name="connisteX1" fmla="*/ 203200 w 3454400"/>
              <a:gd name="connsiteY1" fmla="*/ 0 h 4165600"/>
              <a:gd name="connisteX2" fmla="*/ 3251200 w 3454400"/>
              <a:gd name="connsiteY2" fmla="*/ 0 h 4165600"/>
              <a:gd name="connisteX3" fmla="*/ 3454400 w 3454400"/>
              <a:gd name="connsiteY3" fmla="*/ 203200 h 4165600"/>
              <a:gd name="connisteX4" fmla="*/ 3454400 w 3454400"/>
              <a:gd name="connsiteY4" fmla="*/ 3962400 h 4165600"/>
              <a:gd name="connisteX5" fmla="*/ 3251200 w 3454400"/>
              <a:gd name="connsiteY5" fmla="*/ 4165600 h 4165600"/>
              <a:gd name="connisteX6" fmla="*/ 203200 w 3454400"/>
              <a:gd name="connsiteY6" fmla="*/ 4165600 h 4165600"/>
              <a:gd name="connisteX7" fmla="*/ 0 w 3454400"/>
              <a:gd name="connsiteY7" fmla="*/ 3962400 h 4165600"/>
              <a:gd name="connisteX8" fmla="*/ 0 w 34544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62400"/>
                </a:lnTo>
                <a:cubicBezTo>
                  <a:pt x="3454400" y="4074624"/>
                  <a:pt x="3363424" y="4165600"/>
                  <a:pt x="32512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1" hasCustomPrompt="1"/>
            <p:custDataLst>
              <p:tags r:id="rId22"/>
            </p:custDataLst>
          </p:nvPr>
        </p:nvSpPr>
        <p:spPr>
          <a:xfrm>
            <a:off x="8432800" y="2336800"/>
            <a:ext cx="2844800" cy="3657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9144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7" hasCustomPrompt="1"/>
            <p:custDataLst>
              <p:tags r:id="rId16"/>
            </p:custDataLst>
          </p:nvPr>
        </p:nvSpPr>
        <p:spPr>
          <a:xfrm>
            <a:off x="9144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6248400" y="2133600"/>
            <a:ext cx="5334000" cy="3505200"/>
          </a:xfrm>
          <a:custGeom>
            <a:avLst/>
            <a:gdLst>
              <a:gd name="connisteX0" fmla="*/ 0 w 5334000"/>
              <a:gd name="connsiteY0" fmla="*/ 203200 h 3505200"/>
              <a:gd name="connisteX1" fmla="*/ 203200 w 5334000"/>
              <a:gd name="connsiteY1" fmla="*/ 0 h 3505200"/>
              <a:gd name="connisteX2" fmla="*/ 5130800 w 5334000"/>
              <a:gd name="connsiteY2" fmla="*/ 0 h 3505200"/>
              <a:gd name="connisteX3" fmla="*/ 5334000 w 5334000"/>
              <a:gd name="connsiteY3" fmla="*/ 203200 h 3505200"/>
              <a:gd name="connisteX4" fmla="*/ 5334000 w 5334000"/>
              <a:gd name="connsiteY4" fmla="*/ 3302000 h 3505200"/>
              <a:gd name="connisteX5" fmla="*/ 5130800 w 5334000"/>
              <a:gd name="connsiteY5" fmla="*/ 3505200 h 3505200"/>
              <a:gd name="connisteX6" fmla="*/ 203200 w 5334000"/>
              <a:gd name="connsiteY6" fmla="*/ 3505200 h 3505200"/>
              <a:gd name="connisteX7" fmla="*/ 0 w 5334000"/>
              <a:gd name="connsiteY7" fmla="*/ 3302000 h 3505200"/>
              <a:gd name="connisteX8" fmla="*/ 0 w 53340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3302000"/>
                </a:lnTo>
                <a:cubicBezTo>
                  <a:pt x="5334000" y="3414224"/>
                  <a:pt x="5243024" y="3505200"/>
                  <a:pt x="51308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8"/>
            </p:custDataLst>
          </p:nvPr>
        </p:nvSpPr>
        <p:spPr>
          <a:xfrm>
            <a:off x="6553200" y="29972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9"/>
            </p:custDataLst>
          </p:nvPr>
        </p:nvSpPr>
        <p:spPr>
          <a:xfrm>
            <a:off x="6553200" y="3556000"/>
            <a:ext cx="47244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3429000" cy="548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87" hasCustomPrompt="1"/>
            <p:custDataLst>
              <p:tags r:id="rId14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6" hasCustomPrompt="1"/>
            <p:custDataLst>
              <p:tags r:id="rId15"/>
            </p:custDataLst>
          </p:nvPr>
        </p:nvSpPr>
        <p:spPr>
          <a:xfrm>
            <a:off x="5054600" y="1143000"/>
            <a:ext cx="6121400" cy="45720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705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6858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6858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6858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6858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6858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6858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4876800" cy="1219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内容占位符 15"/>
          <p:cNvSpPr>
            <a:spLocks noGrp="1"/>
          </p:cNvSpPr>
          <p:nvPr>
            <p:ph idx="16392" hasCustomPrompt="1"/>
            <p:custDataLst>
              <p:tags r:id="rId14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762000" y="22860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762000" y="27940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4" hasCustomPrompt="1"/>
            <p:custDataLst>
              <p:tags r:id="rId18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8" hasCustomPrompt="1"/>
            <p:custDataLst>
              <p:tags r:id="rId19"/>
            </p:custDataLst>
          </p:nvPr>
        </p:nvSpPr>
        <p:spPr>
          <a:xfrm>
            <a:off x="762000" y="37084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9" hasCustomPrompt="1"/>
            <p:custDataLst>
              <p:tags r:id="rId20"/>
            </p:custDataLst>
          </p:nvPr>
        </p:nvSpPr>
        <p:spPr>
          <a:xfrm>
            <a:off x="762000" y="42164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0" hasCustomPrompt="1"/>
            <p:custDataLst>
              <p:tags r:id="rId22"/>
            </p:custDataLst>
          </p:nvPr>
        </p:nvSpPr>
        <p:spPr>
          <a:xfrm>
            <a:off x="762000" y="5130800"/>
            <a:ext cx="47244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1" hasCustomPrompt="1"/>
            <p:custDataLst>
              <p:tags r:id="rId23"/>
            </p:custDataLst>
          </p:nvPr>
        </p:nvSpPr>
        <p:spPr>
          <a:xfrm>
            <a:off x="762000" y="5638800"/>
            <a:ext cx="47244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11" name="图形 8" descr="书籍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2" name="矩形 1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9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 descr="logo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>
            <p:custDataLst>
              <p:tags r:id="rId12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6385" hasCustomPrompt="1"/>
            <p:custDataLst>
              <p:tags r:id="rId13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6" name="装饰  5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09600" y="1524000"/>
            <a:ext cx="7416800" cy="2209800"/>
          </a:xfrm>
          <a:custGeom>
            <a:avLst/>
            <a:gdLst>
              <a:gd name="connisteX0" fmla="*/ 0 w 7416800"/>
              <a:gd name="connsiteY0" fmla="*/ 203200 h 2209800"/>
              <a:gd name="connisteX1" fmla="*/ 203200 w 7416800"/>
              <a:gd name="connsiteY1" fmla="*/ 0 h 2209800"/>
              <a:gd name="connisteX2" fmla="*/ 7416800 w 7416800"/>
              <a:gd name="connsiteY2" fmla="*/ 0 h 2209800"/>
              <a:gd name="connisteX3" fmla="*/ 7416800 w 7416800"/>
              <a:gd name="connsiteY3" fmla="*/ 2209800 h 2209800"/>
              <a:gd name="connisteX4" fmla="*/ 203200 w 7416800"/>
              <a:gd name="connsiteY4" fmla="*/ 2209800 h 2209800"/>
              <a:gd name="connisteX5" fmla="*/ 0 w 7416800"/>
              <a:gd name="connsiteY5" fmla="*/ 2006600 h 2209800"/>
              <a:gd name="connisteX6" fmla="*/ 0 w 7416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1" hasCustomPrompt="1"/>
            <p:custDataLst>
              <p:tags r:id="rId15"/>
            </p:custDataLst>
          </p:nvPr>
        </p:nvSpPr>
        <p:spPr>
          <a:xfrm>
            <a:off x="8026400" y="1524000"/>
            <a:ext cx="3556000" cy="2209800"/>
          </a:xfrm>
          <a:custGeom>
            <a:avLst/>
            <a:gdLst>
              <a:gd name="connisteX0" fmla="*/ 0 w 3556000"/>
              <a:gd name="connsiteY0" fmla="*/ 0 h 2209800"/>
              <a:gd name="connisteX1" fmla="*/ 3352800 w 3556000"/>
              <a:gd name="connsiteY1" fmla="*/ 0 h 2209800"/>
              <a:gd name="connisteX2" fmla="*/ 3556000 w 3556000"/>
              <a:gd name="connsiteY2" fmla="*/ 203200 h 2209800"/>
              <a:gd name="connisteX3" fmla="*/ 3556000 w 3556000"/>
              <a:gd name="connsiteY3" fmla="*/ 2006600 h 2209800"/>
              <a:gd name="connisteX4" fmla="*/ 3352800 w 3556000"/>
              <a:gd name="connsiteY4" fmla="*/ 2209800 h 2209800"/>
              <a:gd name="connisteX5" fmla="*/ 0 w 3556000"/>
              <a:gd name="connsiteY5" fmla="*/ 2209800 h 2209800"/>
              <a:gd name="connisteX6" fmla="*/ 0 w 3556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2006600"/>
                </a:lnTo>
                <a:cubicBezTo>
                  <a:pt x="3556000" y="2118824"/>
                  <a:pt x="3465024" y="2209800"/>
                  <a:pt x="3352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6" hasCustomPrompt="1"/>
            <p:custDataLst>
              <p:tags r:id="rId16"/>
            </p:custDataLst>
          </p:nvPr>
        </p:nvSpPr>
        <p:spPr>
          <a:xfrm>
            <a:off x="914400" y="18923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7" hasCustomPrompt="1"/>
            <p:custDataLst>
              <p:tags r:id="rId17"/>
            </p:custDataLst>
          </p:nvPr>
        </p:nvSpPr>
        <p:spPr>
          <a:xfrm>
            <a:off x="914400" y="24511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2" hasCustomPrompt="1"/>
            <p:custDataLst>
              <p:tags r:id="rId18"/>
            </p:custDataLst>
          </p:nvPr>
        </p:nvSpPr>
        <p:spPr>
          <a:xfrm>
            <a:off x="4165600" y="4038600"/>
            <a:ext cx="7416800" cy="2209800"/>
          </a:xfrm>
          <a:custGeom>
            <a:avLst/>
            <a:gdLst>
              <a:gd name="connisteX0" fmla="*/ 0 w 7416800"/>
              <a:gd name="connsiteY0" fmla="*/ 0 h 2209800"/>
              <a:gd name="connisteX1" fmla="*/ 7213600 w 7416800"/>
              <a:gd name="connsiteY1" fmla="*/ 0 h 2209800"/>
              <a:gd name="connisteX2" fmla="*/ 7416800 w 7416800"/>
              <a:gd name="connsiteY2" fmla="*/ 203200 h 2209800"/>
              <a:gd name="connisteX3" fmla="*/ 7416800 w 7416800"/>
              <a:gd name="connsiteY3" fmla="*/ 2006600 h 2209800"/>
              <a:gd name="connisteX4" fmla="*/ 7213600 w 7416800"/>
              <a:gd name="connsiteY4" fmla="*/ 2209800 h 2209800"/>
              <a:gd name="connisteX5" fmla="*/ 0 w 7416800"/>
              <a:gd name="connsiteY5" fmla="*/ 2209800 h 2209800"/>
              <a:gd name="connisteX6" fmla="*/ 0 w 7416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22098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2006600"/>
                </a:lnTo>
                <a:cubicBezTo>
                  <a:pt x="7416800" y="2118824"/>
                  <a:pt x="7325824" y="2209800"/>
                  <a:pt x="7213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3" hasCustomPrompt="1"/>
            <p:custDataLst>
              <p:tags r:id="rId19"/>
            </p:custDataLst>
          </p:nvPr>
        </p:nvSpPr>
        <p:spPr>
          <a:xfrm>
            <a:off x="609600" y="4038600"/>
            <a:ext cx="3556000" cy="2209800"/>
          </a:xfrm>
          <a:custGeom>
            <a:avLst/>
            <a:gdLst>
              <a:gd name="connisteX0" fmla="*/ 0 w 3556000"/>
              <a:gd name="connsiteY0" fmla="*/ 203200 h 2209800"/>
              <a:gd name="connisteX1" fmla="*/ 203200 w 3556000"/>
              <a:gd name="connsiteY1" fmla="*/ 0 h 2209800"/>
              <a:gd name="connisteX2" fmla="*/ 3556000 w 3556000"/>
              <a:gd name="connsiteY2" fmla="*/ 0 h 2209800"/>
              <a:gd name="connisteX3" fmla="*/ 3556000 w 3556000"/>
              <a:gd name="connsiteY3" fmla="*/ 2209800 h 2209800"/>
              <a:gd name="connisteX4" fmla="*/ 203200 w 3556000"/>
              <a:gd name="connsiteY4" fmla="*/ 2209800 h 2209800"/>
              <a:gd name="connisteX5" fmla="*/ 0 w 3556000"/>
              <a:gd name="connsiteY5" fmla="*/ 2006600 h 2209800"/>
              <a:gd name="connisteX6" fmla="*/ 0 w 3556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88" hasCustomPrompt="1"/>
            <p:custDataLst>
              <p:tags r:id="rId20"/>
            </p:custDataLst>
          </p:nvPr>
        </p:nvSpPr>
        <p:spPr>
          <a:xfrm>
            <a:off x="4470400" y="4406900"/>
            <a:ext cx="6807200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89" hasCustomPrompt="1"/>
            <p:custDataLst>
              <p:tags r:id="rId21"/>
            </p:custDataLst>
          </p:nvPr>
        </p:nvSpPr>
        <p:spPr>
          <a:xfrm>
            <a:off x="4470400" y="4965700"/>
            <a:ext cx="6807200" cy="914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 235"/>
          <p:cNvGrpSpPr/>
          <p:nvPr userDrawn="1"/>
        </p:nvGrpSpPr>
        <p:grpSpPr>
          <a:xfrm>
            <a:off x="-1087482" y="-1169336"/>
            <a:ext cx="14366963" cy="9196672"/>
            <a:chOff x="-1517189" y="-871840"/>
            <a:chExt cx="14366963" cy="9196672"/>
          </a:xfrm>
          <a:solidFill>
            <a:schemeClr val="bg1">
              <a:alpha val="10000"/>
            </a:schemeClr>
          </a:solidFill>
        </p:grpSpPr>
        <p:sp>
          <p:nvSpPr>
            <p:cNvPr id="8" name="Freeform 7"/>
            <p:cNvSpPr>
              <a:spLocks noEditPoints="1"/>
            </p:cNvSpPr>
            <p:nvPr userDrawn="1">
              <p:custDataLst>
                <p:tags r:id="rId7"/>
              </p:custDataLst>
            </p:nvPr>
          </p:nvSpPr>
          <p:spPr bwMode="auto">
            <a:xfrm rot="20132266">
              <a:off x="3204672" y="5259246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Freeform 9"/>
            <p:cNvSpPr>
              <a:spLocks noEditPoints="1"/>
            </p:cNvSpPr>
            <p:nvPr userDrawn="1">
              <p:custDataLst>
                <p:tags r:id="rId8"/>
              </p:custDataLst>
            </p:nvPr>
          </p:nvSpPr>
          <p:spPr bwMode="auto">
            <a:xfrm>
              <a:off x="3276077" y="3086935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0" name="组 18"/>
            <p:cNvGrpSpPr/>
            <p:nvPr userDrawn="1"/>
          </p:nvGrpSpPr>
          <p:grpSpPr>
            <a:xfrm rot="1396810">
              <a:off x="5439148" y="336445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27" name="Freeform 13"/>
              <p:cNvSpPr>
                <a:spLocks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6130130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8" name="Freeform 14"/>
              <p:cNvSpPr/>
              <p:nvPr userDrawn="1">
                <p:custDataLst>
                  <p:tags r:id="rId10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9" name="Freeform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0" name="Freeform 17"/>
              <p:cNvSpPr>
                <a:spLocks noEditPoints="1"/>
              </p:cNvSpPr>
              <p:nvPr userDrawn="1">
                <p:custDataLst>
                  <p:tags r:id="rId12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1" name="Freeform 19"/>
            <p:cNvSpPr>
              <a:spLocks noEditPoints="1"/>
            </p:cNvSpPr>
            <p:nvPr userDrawn="1">
              <p:custDataLst>
                <p:tags r:id="rId13"/>
              </p:custDataLst>
            </p:nvPr>
          </p:nvSpPr>
          <p:spPr bwMode="auto">
            <a:xfrm rot="1363540">
              <a:off x="8673100" y="7234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20"/>
            <p:cNvSpPr/>
            <p:nvPr userDrawn="1">
              <p:custDataLst>
                <p:tags r:id="rId14"/>
              </p:custDataLst>
            </p:nvPr>
          </p:nvSpPr>
          <p:spPr bwMode="auto">
            <a:xfrm rot="20253209">
              <a:off x="4644944" y="440960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3" name="组合 12"/>
            <p:cNvGrpSpPr/>
            <p:nvPr userDrawn="1"/>
          </p:nvGrpSpPr>
          <p:grpSpPr>
            <a:xfrm rot="2116298">
              <a:off x="5097308" y="532895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22" name="Freeform 5"/>
              <p:cNvSpPr/>
              <p:nvPr userDrawn="1">
                <p:custDataLst>
                  <p:tags r:id="rId1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3" name="Freeform 6"/>
              <p:cNvSpPr/>
              <p:nvPr userDrawn="1">
                <p:custDataLst>
                  <p:tags r:id="rId1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4" name="Freeform 7"/>
              <p:cNvSpPr/>
              <p:nvPr userDrawn="1">
                <p:custDataLst>
                  <p:tags r:id="rId1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5" name="Freeform 8"/>
              <p:cNvSpPr/>
              <p:nvPr userDrawn="1">
                <p:custDataLst>
                  <p:tags r:id="rId1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6" name="Freeform 9"/>
              <p:cNvSpPr/>
              <p:nvPr userDrawn="1">
                <p:custDataLst>
                  <p:tags r:id="rId1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4" name="组合 13"/>
            <p:cNvGrpSpPr/>
            <p:nvPr userDrawn="1"/>
          </p:nvGrpSpPr>
          <p:grpSpPr>
            <a:xfrm rot="19680185">
              <a:off x="2669841" y="449950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20" name="Freeform 26"/>
              <p:cNvSpPr>
                <a:spLocks noEditPoints="1"/>
              </p:cNvSpPr>
              <p:nvPr userDrawn="1">
                <p:custDataLst>
                  <p:tags r:id="rId20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21" name="Freeform 27"/>
              <p:cNvSpPr/>
              <p:nvPr userDrawn="1">
                <p:custDataLst>
                  <p:tags r:id="rId21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5" name="Freeform 29"/>
            <p:cNvSpPr>
              <a:spLocks noEditPoints="1"/>
            </p:cNvSpPr>
            <p:nvPr userDrawn="1">
              <p:custDataLst>
                <p:tags r:id="rId22"/>
              </p:custDataLst>
            </p:nvPr>
          </p:nvSpPr>
          <p:spPr bwMode="auto">
            <a:xfrm>
              <a:off x="4567724" y="3130391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5"/>
            <p:cNvSpPr>
              <a:spLocks noEditPoints="1"/>
            </p:cNvSpPr>
            <p:nvPr userDrawn="1">
              <p:custDataLst>
                <p:tags r:id="rId23"/>
              </p:custDataLst>
            </p:nvPr>
          </p:nvSpPr>
          <p:spPr bwMode="auto">
            <a:xfrm rot="1264384">
              <a:off x="3800465" y="638232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17" name="组合 16"/>
            <p:cNvGrpSpPr/>
            <p:nvPr userDrawn="1"/>
          </p:nvGrpSpPr>
          <p:grpSpPr>
            <a:xfrm rot="1013132">
              <a:off x="2506793" y="6413812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213" name="Freeform 12"/>
              <p:cNvSpPr>
                <a:spLocks noEditPoints="1"/>
              </p:cNvSpPr>
              <p:nvPr userDrawn="1">
                <p:custDataLst>
                  <p:tags r:id="rId24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4" name="Freeform 13"/>
              <p:cNvSpPr/>
              <p:nvPr userDrawn="1">
                <p:custDataLst>
                  <p:tags r:id="rId25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5" name="Freeform 14"/>
              <p:cNvSpPr/>
              <p:nvPr userDrawn="1">
                <p:custDataLst>
                  <p:tags r:id="rId26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6" name="Freeform 15"/>
              <p:cNvSpPr/>
              <p:nvPr userDrawn="1">
                <p:custDataLst>
                  <p:tags r:id="rId27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7" name="Freeform 16"/>
              <p:cNvSpPr/>
              <p:nvPr userDrawn="1">
                <p:custDataLst>
                  <p:tags r:id="rId28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8" name="Freeform 17"/>
              <p:cNvSpPr/>
              <p:nvPr userDrawn="1">
                <p:custDataLst>
                  <p:tags r:id="rId29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9" name="Freeform 18"/>
              <p:cNvSpPr/>
              <p:nvPr userDrawn="1">
                <p:custDataLst>
                  <p:tags r:id="rId30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 userDrawn="1"/>
          </p:nvGrpSpPr>
          <p:grpSpPr>
            <a:xfrm>
              <a:off x="6063218" y="3624642"/>
              <a:ext cx="1301704" cy="1299270"/>
              <a:chOff x="6262690" y="5170488"/>
              <a:chExt cx="1697038" cy="1693863"/>
            </a:xfrm>
            <a:grpFill/>
          </p:grpSpPr>
          <p:sp>
            <p:nvSpPr>
              <p:cNvPr id="211" name="Freeform 19"/>
              <p:cNvSpPr>
                <a:spLocks noEditPoints="1"/>
              </p:cNvSpPr>
              <p:nvPr userDrawn="1">
                <p:custDataLst>
                  <p:tags r:id="rId31"/>
                </p:custDataLst>
              </p:nvPr>
            </p:nvSpPr>
            <p:spPr bwMode="auto">
              <a:xfrm>
                <a:off x="6262690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2" name="Freeform 20"/>
              <p:cNvSpPr/>
              <p:nvPr userDrawn="1">
                <p:custDataLst>
                  <p:tags r:id="rId3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19" name="Freeform 7"/>
            <p:cNvSpPr>
              <a:spLocks noEditPoints="1"/>
            </p:cNvSpPr>
            <p:nvPr userDrawn="1">
              <p:custDataLst>
                <p:tags r:id="rId33"/>
              </p:custDataLst>
            </p:nvPr>
          </p:nvSpPr>
          <p:spPr bwMode="auto">
            <a:xfrm rot="20132266">
              <a:off x="-1257123" y="479820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 userDrawn="1">
              <p:custDataLst>
                <p:tags r:id="rId34"/>
              </p:custDataLst>
            </p:nvPr>
          </p:nvSpPr>
          <p:spPr bwMode="auto">
            <a:xfrm>
              <a:off x="-491355" y="283166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1" name="组 45"/>
            <p:cNvGrpSpPr/>
            <p:nvPr userDrawn="1"/>
          </p:nvGrpSpPr>
          <p:grpSpPr>
            <a:xfrm rot="1396810">
              <a:off x="998952" y="372213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207" name="Freeform 13"/>
              <p:cNvSpPr>
                <a:spLocks noEditPoints="1"/>
              </p:cNvSpPr>
              <p:nvPr userDrawn="1">
                <p:custDataLst>
                  <p:tags r:id="rId35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8" name="Freeform 14"/>
              <p:cNvSpPr/>
              <p:nvPr userDrawn="1">
                <p:custDataLst>
                  <p:tags r:id="rId36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9" name="Freeform 15"/>
              <p:cNvSpPr/>
              <p:nvPr userDrawn="1">
                <p:custDataLst>
                  <p:tags r:id="rId37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10" name="Freeform 17"/>
              <p:cNvSpPr>
                <a:spLocks noEditPoints="1"/>
              </p:cNvSpPr>
              <p:nvPr userDrawn="1">
                <p:custDataLst>
                  <p:tags r:id="rId38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2" name="Freeform 19"/>
            <p:cNvSpPr>
              <a:spLocks noEditPoints="1"/>
            </p:cNvSpPr>
            <p:nvPr userDrawn="1">
              <p:custDataLst>
                <p:tags r:id="rId39"/>
              </p:custDataLst>
            </p:nvPr>
          </p:nvSpPr>
          <p:spPr bwMode="auto">
            <a:xfrm rot="1363540">
              <a:off x="337564" y="579283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20"/>
            <p:cNvSpPr/>
            <p:nvPr userDrawn="1">
              <p:custDataLst>
                <p:tags r:id="rId40"/>
              </p:custDataLst>
            </p:nvPr>
          </p:nvSpPr>
          <p:spPr bwMode="auto">
            <a:xfrm rot="20253209">
              <a:off x="158920" y="448561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4" name="组合 23"/>
            <p:cNvGrpSpPr/>
            <p:nvPr userDrawn="1"/>
          </p:nvGrpSpPr>
          <p:grpSpPr>
            <a:xfrm rot="2116298">
              <a:off x="1231243" y="512861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202" name="Freeform 5"/>
              <p:cNvSpPr/>
              <p:nvPr userDrawn="1">
                <p:custDataLst>
                  <p:tags r:id="rId41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3" name="Freeform 6"/>
              <p:cNvSpPr/>
              <p:nvPr userDrawn="1">
                <p:custDataLst>
                  <p:tags r:id="rId42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4" name="Freeform 7"/>
              <p:cNvSpPr/>
              <p:nvPr userDrawn="1">
                <p:custDataLst>
                  <p:tags r:id="rId43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5" name="Freeform 8"/>
              <p:cNvSpPr/>
              <p:nvPr userDrawn="1">
                <p:custDataLst>
                  <p:tags r:id="rId44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6" name="Freeform 9"/>
              <p:cNvSpPr/>
              <p:nvPr userDrawn="1">
                <p:custDataLst>
                  <p:tags r:id="rId45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5" name="组合 24"/>
            <p:cNvGrpSpPr/>
            <p:nvPr userDrawn="1"/>
          </p:nvGrpSpPr>
          <p:grpSpPr>
            <a:xfrm rot="19680185">
              <a:off x="-1517189" y="380303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200" name="Freeform 26"/>
              <p:cNvSpPr>
                <a:spLocks noEditPoints="1"/>
              </p:cNvSpPr>
              <p:nvPr userDrawn="1">
                <p:custDataLst>
                  <p:tags r:id="rId46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01" name="Freeform 27"/>
              <p:cNvSpPr/>
              <p:nvPr userDrawn="1">
                <p:custDataLst>
                  <p:tags r:id="rId47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26" name="Freeform 29"/>
            <p:cNvSpPr>
              <a:spLocks noEditPoints="1"/>
            </p:cNvSpPr>
            <p:nvPr userDrawn="1">
              <p:custDataLst>
                <p:tags r:id="rId48"/>
              </p:custDataLst>
            </p:nvPr>
          </p:nvSpPr>
          <p:spPr bwMode="auto">
            <a:xfrm>
              <a:off x="760976" y="275152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5"/>
            <p:cNvSpPr>
              <a:spLocks noEditPoints="1"/>
            </p:cNvSpPr>
            <p:nvPr userDrawn="1">
              <p:custDataLst>
                <p:tags r:id="rId49"/>
              </p:custDataLst>
            </p:nvPr>
          </p:nvSpPr>
          <p:spPr bwMode="auto">
            <a:xfrm rot="1264384">
              <a:off x="1983280" y="5686214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28" name="组合 27"/>
            <p:cNvGrpSpPr/>
            <p:nvPr userDrawn="1"/>
          </p:nvGrpSpPr>
          <p:grpSpPr>
            <a:xfrm rot="1013132">
              <a:off x="1601368" y="443860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93" name="Freeform 12"/>
              <p:cNvSpPr>
                <a:spLocks noEditPoints="1"/>
              </p:cNvSpPr>
              <p:nvPr userDrawn="1">
                <p:custDataLst>
                  <p:tags r:id="rId50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4" name="Freeform 13"/>
              <p:cNvSpPr/>
              <p:nvPr userDrawn="1">
                <p:custDataLst>
                  <p:tags r:id="rId51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5" name="Freeform 14"/>
              <p:cNvSpPr/>
              <p:nvPr userDrawn="1">
                <p:custDataLst>
                  <p:tags r:id="rId52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6" name="Freeform 15"/>
              <p:cNvSpPr/>
              <p:nvPr userDrawn="1">
                <p:custDataLst>
                  <p:tags r:id="rId53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7" name="Freeform 16"/>
              <p:cNvSpPr/>
              <p:nvPr userDrawn="1">
                <p:custDataLst>
                  <p:tags r:id="rId54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8" name="Freeform 17"/>
              <p:cNvSpPr/>
              <p:nvPr userDrawn="1">
                <p:custDataLst>
                  <p:tags r:id="rId55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9" name="Freeform 18"/>
              <p:cNvSpPr/>
              <p:nvPr userDrawn="1">
                <p:custDataLst>
                  <p:tags r:id="rId56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29" name="组合 28"/>
            <p:cNvGrpSpPr/>
            <p:nvPr userDrawn="1"/>
          </p:nvGrpSpPr>
          <p:grpSpPr>
            <a:xfrm>
              <a:off x="1798258" y="294782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91" name="Freeform 19"/>
              <p:cNvSpPr>
                <a:spLocks noEditPoints="1"/>
              </p:cNvSpPr>
              <p:nvPr userDrawn="1">
                <p:custDataLst>
                  <p:tags r:id="rId57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2" name="Freeform 20"/>
              <p:cNvSpPr/>
              <p:nvPr userDrawn="1">
                <p:custDataLst>
                  <p:tags r:id="rId58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0" name="Freeform 7"/>
            <p:cNvSpPr>
              <a:spLocks noEditPoints="1"/>
            </p:cNvSpPr>
            <p:nvPr userDrawn="1">
              <p:custDataLst>
                <p:tags r:id="rId59"/>
              </p:custDataLst>
            </p:nvPr>
          </p:nvSpPr>
          <p:spPr bwMode="auto">
            <a:xfrm rot="21538996">
              <a:off x="7150383" y="576431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9"/>
            <p:cNvSpPr>
              <a:spLocks noEditPoints="1"/>
            </p:cNvSpPr>
            <p:nvPr userDrawn="1">
              <p:custDataLst>
                <p:tags r:id="rId60"/>
              </p:custDataLst>
            </p:nvPr>
          </p:nvSpPr>
          <p:spPr bwMode="auto">
            <a:xfrm rot="1406730">
              <a:off x="8537771" y="4215104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2" name="组 77"/>
            <p:cNvGrpSpPr/>
            <p:nvPr userDrawn="1"/>
          </p:nvGrpSpPr>
          <p:grpSpPr>
            <a:xfrm rot="2803540">
              <a:off x="9511163" y="5451183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87" name="Freeform 13"/>
              <p:cNvSpPr>
                <a:spLocks noEditPoints="1"/>
              </p:cNvSpPr>
              <p:nvPr userDrawn="1">
                <p:custDataLst>
                  <p:tags r:id="rId61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8" name="Freeform 14"/>
              <p:cNvSpPr/>
              <p:nvPr userDrawn="1">
                <p:custDataLst>
                  <p:tags r:id="rId62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9" name="Freeform 15"/>
              <p:cNvSpPr/>
              <p:nvPr userDrawn="1">
                <p:custDataLst>
                  <p:tags r:id="rId63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90" name="Freeform 17"/>
              <p:cNvSpPr>
                <a:spLocks noEditPoints="1"/>
              </p:cNvSpPr>
              <p:nvPr userDrawn="1">
                <p:custDataLst>
                  <p:tags r:id="rId64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3" name="Freeform 19"/>
            <p:cNvSpPr>
              <a:spLocks noEditPoints="1"/>
            </p:cNvSpPr>
            <p:nvPr userDrawn="1">
              <p:custDataLst>
                <p:tags r:id="rId65"/>
              </p:custDataLst>
            </p:nvPr>
          </p:nvSpPr>
          <p:spPr bwMode="auto">
            <a:xfrm rot="2770270">
              <a:off x="8355392" y="7325895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 userDrawn="1">
              <p:custDataLst>
                <p:tags r:id="rId66"/>
              </p:custDataLst>
            </p:nvPr>
          </p:nvSpPr>
          <p:spPr bwMode="auto">
            <a:xfrm rot="59939">
              <a:off x="8625447" y="5843013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5" name="组合 34"/>
            <p:cNvGrpSpPr/>
            <p:nvPr userDrawn="1"/>
          </p:nvGrpSpPr>
          <p:grpSpPr>
            <a:xfrm rot="3523028">
              <a:off x="9384746" y="6959689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82" name="Freeform 5"/>
              <p:cNvSpPr/>
              <p:nvPr userDrawn="1">
                <p:custDataLst>
                  <p:tags r:id="rId67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3" name="Freeform 6"/>
              <p:cNvSpPr/>
              <p:nvPr userDrawn="1">
                <p:custDataLst>
                  <p:tags r:id="rId68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4" name="Freeform 7"/>
              <p:cNvSpPr/>
              <p:nvPr userDrawn="1">
                <p:custDataLst>
                  <p:tags r:id="rId69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5" name="Freeform 8"/>
              <p:cNvSpPr/>
              <p:nvPr userDrawn="1">
                <p:custDataLst>
                  <p:tags r:id="rId70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6" name="Freeform 9"/>
              <p:cNvSpPr/>
              <p:nvPr userDrawn="1">
                <p:custDataLst>
                  <p:tags r:id="rId71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36" name="组合 35"/>
            <p:cNvGrpSpPr/>
            <p:nvPr userDrawn="1"/>
          </p:nvGrpSpPr>
          <p:grpSpPr>
            <a:xfrm rot="21086915">
              <a:off x="7366693" y="4686026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80" name="Freeform 26"/>
              <p:cNvSpPr>
                <a:spLocks noEditPoints="1"/>
              </p:cNvSpPr>
              <p:nvPr userDrawn="1">
                <p:custDataLst>
                  <p:tags r:id="rId72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81" name="Freeform 27"/>
              <p:cNvSpPr/>
              <p:nvPr userDrawn="1">
                <p:custDataLst>
                  <p:tags r:id="rId73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37" name="Freeform 29"/>
            <p:cNvSpPr>
              <a:spLocks noEditPoints="1"/>
            </p:cNvSpPr>
            <p:nvPr userDrawn="1">
              <p:custDataLst>
                <p:tags r:id="rId74"/>
              </p:custDataLst>
            </p:nvPr>
          </p:nvSpPr>
          <p:spPr bwMode="auto">
            <a:xfrm rot="1406730">
              <a:off x="9836343" y="4616570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5"/>
            <p:cNvSpPr>
              <a:spLocks noEditPoints="1"/>
            </p:cNvSpPr>
            <p:nvPr userDrawn="1">
              <p:custDataLst>
                <p:tags r:id="rId75"/>
              </p:custDataLst>
            </p:nvPr>
          </p:nvSpPr>
          <p:spPr bwMode="auto">
            <a:xfrm rot="2671114">
              <a:off x="9574736" y="7895511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39" name="组合 38"/>
            <p:cNvGrpSpPr/>
            <p:nvPr userDrawn="1"/>
          </p:nvGrpSpPr>
          <p:grpSpPr>
            <a:xfrm rot="2419862">
              <a:off x="9997017" y="6488458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73" name="Freeform 12"/>
              <p:cNvSpPr>
                <a:spLocks noEditPoints="1"/>
              </p:cNvSpPr>
              <p:nvPr userDrawn="1">
                <p:custDataLst>
                  <p:tags r:id="rId7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4" name="Freeform 13"/>
              <p:cNvSpPr/>
              <p:nvPr userDrawn="1">
                <p:custDataLst>
                  <p:tags r:id="rId7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5" name="Freeform 14"/>
              <p:cNvSpPr/>
              <p:nvPr userDrawn="1">
                <p:custDataLst>
                  <p:tags r:id="rId7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6" name="Freeform 15"/>
              <p:cNvSpPr/>
              <p:nvPr userDrawn="1">
                <p:custDataLst>
                  <p:tags r:id="rId7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7" name="Freeform 16"/>
              <p:cNvSpPr/>
              <p:nvPr userDrawn="1">
                <p:custDataLst>
                  <p:tags r:id="rId8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8" name="Freeform 17"/>
              <p:cNvSpPr/>
              <p:nvPr userDrawn="1">
                <p:custDataLst>
                  <p:tags r:id="rId8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9" name="Freeform 18"/>
              <p:cNvSpPr/>
              <p:nvPr userDrawn="1">
                <p:custDataLst>
                  <p:tags r:id="rId8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0" name="组合 39"/>
            <p:cNvGrpSpPr/>
            <p:nvPr userDrawn="1"/>
          </p:nvGrpSpPr>
          <p:grpSpPr>
            <a:xfrm rot="1406730">
              <a:off x="11173870" y="-871840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71" name="Freeform 19"/>
              <p:cNvSpPr>
                <a:spLocks noEditPoints="1"/>
              </p:cNvSpPr>
              <p:nvPr userDrawn="1">
                <p:custDataLst>
                  <p:tags r:id="rId83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2" name="Freeform 20"/>
              <p:cNvSpPr/>
              <p:nvPr userDrawn="1">
                <p:custDataLst>
                  <p:tags r:id="rId84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1" name="Freeform 7"/>
            <p:cNvSpPr>
              <a:spLocks noEditPoints="1"/>
            </p:cNvSpPr>
            <p:nvPr userDrawn="1">
              <p:custDataLst>
                <p:tags r:id="rId85"/>
              </p:custDataLst>
            </p:nvPr>
          </p:nvSpPr>
          <p:spPr bwMode="auto">
            <a:xfrm rot="20132266">
              <a:off x="-3210" y="137461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9"/>
            <p:cNvSpPr>
              <a:spLocks noEditPoints="1"/>
            </p:cNvSpPr>
            <p:nvPr userDrawn="1">
              <p:custDataLst>
                <p:tags r:id="rId86"/>
              </p:custDataLst>
            </p:nvPr>
          </p:nvSpPr>
          <p:spPr bwMode="auto">
            <a:xfrm>
              <a:off x="762558" y="-591931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3" name="组 109"/>
            <p:cNvGrpSpPr/>
            <p:nvPr userDrawn="1"/>
          </p:nvGrpSpPr>
          <p:grpSpPr>
            <a:xfrm rot="1396810">
              <a:off x="2252833" y="298531"/>
              <a:ext cx="337162" cy="1816149"/>
              <a:chOff x="6099175" y="2627313"/>
              <a:chExt cx="411163" cy="2214761"/>
            </a:xfrm>
            <a:grpFill/>
          </p:grpSpPr>
          <p:sp>
            <p:nvSpPr>
              <p:cNvPr id="165" name="Freeform 13"/>
              <p:cNvSpPr>
                <a:spLocks noEditPoints="1"/>
              </p:cNvSpPr>
              <p:nvPr userDrawn="1">
                <p:custDataLst>
                  <p:tags r:id="rId8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6" name="Freeform 14"/>
              <p:cNvSpPr/>
              <p:nvPr userDrawn="1">
                <p:custDataLst>
                  <p:tags r:id="rId8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7" name="Freeform 15"/>
              <p:cNvSpPr/>
              <p:nvPr userDrawn="1">
                <p:custDataLst>
                  <p:tags r:id="rId8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8" name="Freeform 17"/>
              <p:cNvSpPr>
                <a:spLocks noEditPoints="1"/>
              </p:cNvSpPr>
              <p:nvPr userDrawn="1">
                <p:custDataLst>
                  <p:tags r:id="rId9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9" name="Freeform 13"/>
              <p:cNvSpPr>
                <a:spLocks noEditPoints="1"/>
              </p:cNvSpPr>
              <p:nvPr userDrawn="1">
                <p:custDataLst>
                  <p:tags r:id="rId91"/>
                </p:custDataLst>
              </p:nvPr>
            </p:nvSpPr>
            <p:spPr bwMode="auto">
              <a:xfrm>
                <a:off x="6133588" y="3048199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70" name="Freeform 17"/>
              <p:cNvSpPr>
                <a:spLocks noEditPoints="1"/>
              </p:cNvSpPr>
              <p:nvPr userDrawn="1">
                <p:custDataLst>
                  <p:tags r:id="rId92"/>
                </p:custDataLst>
              </p:nvPr>
            </p:nvSpPr>
            <p:spPr bwMode="auto">
              <a:xfrm>
                <a:off x="6132001" y="4310261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4" name="Freeform 19"/>
            <p:cNvSpPr>
              <a:spLocks noEditPoints="1"/>
            </p:cNvSpPr>
            <p:nvPr userDrawn="1">
              <p:custDataLst>
                <p:tags r:id="rId93"/>
              </p:custDataLst>
            </p:nvPr>
          </p:nvSpPr>
          <p:spPr bwMode="auto">
            <a:xfrm rot="1363540">
              <a:off x="1591477" y="2369237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0"/>
            <p:cNvSpPr/>
            <p:nvPr userDrawn="1">
              <p:custDataLst>
                <p:tags r:id="rId94"/>
              </p:custDataLst>
            </p:nvPr>
          </p:nvSpPr>
          <p:spPr bwMode="auto">
            <a:xfrm rot="20253209">
              <a:off x="1412833" y="1062017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46" name="组合 45"/>
            <p:cNvGrpSpPr/>
            <p:nvPr userDrawn="1"/>
          </p:nvGrpSpPr>
          <p:grpSpPr>
            <a:xfrm rot="2116298">
              <a:off x="2485156" y="1705024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59" name="Freeform 5"/>
              <p:cNvSpPr/>
              <p:nvPr userDrawn="1">
                <p:custDataLst>
                  <p:tags r:id="rId95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0" name="Freeform 6"/>
              <p:cNvSpPr/>
              <p:nvPr userDrawn="1">
                <p:custDataLst>
                  <p:tags r:id="rId96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1" name="Freeform 7"/>
              <p:cNvSpPr/>
              <p:nvPr userDrawn="1">
                <p:custDataLst>
                  <p:tags r:id="rId97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2" name="Freeform 8"/>
              <p:cNvSpPr/>
              <p:nvPr userDrawn="1">
                <p:custDataLst>
                  <p:tags r:id="rId98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3" name="Freeform 9"/>
              <p:cNvSpPr/>
              <p:nvPr userDrawn="1">
                <p:custDataLst>
                  <p:tags r:id="rId99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64" name="Freeform 6"/>
              <p:cNvSpPr/>
              <p:nvPr userDrawn="1">
                <p:custDataLst>
                  <p:tags r:id="rId100"/>
                </p:custDataLst>
              </p:nvPr>
            </p:nvSpPr>
            <p:spPr bwMode="auto">
              <a:xfrm>
                <a:off x="733276" y="3957829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solidFill>
                <a:schemeClr val="bg1">
                  <a:alpha val="10000"/>
                </a:schemeClr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 userDrawn="1"/>
          </p:nvGrpSpPr>
          <p:grpSpPr>
            <a:xfrm rot="19680185">
              <a:off x="-263276" y="379440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57" name="Freeform 26"/>
              <p:cNvSpPr>
                <a:spLocks noEditPoints="1"/>
              </p:cNvSpPr>
              <p:nvPr userDrawn="1">
                <p:custDataLst>
                  <p:tags r:id="rId101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8" name="Freeform 27"/>
              <p:cNvSpPr/>
              <p:nvPr userDrawn="1">
                <p:custDataLst>
                  <p:tags r:id="rId102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48" name="Freeform 29"/>
            <p:cNvSpPr>
              <a:spLocks noEditPoints="1"/>
            </p:cNvSpPr>
            <p:nvPr userDrawn="1">
              <p:custDataLst>
                <p:tags r:id="rId103"/>
              </p:custDataLst>
            </p:nvPr>
          </p:nvSpPr>
          <p:spPr bwMode="auto">
            <a:xfrm>
              <a:off x="2014889" y="-672068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5"/>
            <p:cNvSpPr>
              <a:spLocks noEditPoints="1"/>
            </p:cNvSpPr>
            <p:nvPr userDrawn="1">
              <p:custDataLst>
                <p:tags r:id="rId104"/>
              </p:custDataLst>
            </p:nvPr>
          </p:nvSpPr>
          <p:spPr bwMode="auto">
            <a:xfrm rot="1264384">
              <a:off x="2980490" y="2441065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0" name="组合 49"/>
            <p:cNvGrpSpPr/>
            <p:nvPr userDrawn="1"/>
          </p:nvGrpSpPr>
          <p:grpSpPr>
            <a:xfrm rot="1013132">
              <a:off x="2855281" y="1015011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50" name="Freeform 12"/>
              <p:cNvSpPr>
                <a:spLocks noEditPoints="1"/>
              </p:cNvSpPr>
              <p:nvPr userDrawn="1">
                <p:custDataLst>
                  <p:tags r:id="rId105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1" name="Freeform 13"/>
              <p:cNvSpPr/>
              <p:nvPr userDrawn="1">
                <p:custDataLst>
                  <p:tags r:id="rId106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2" name="Freeform 14"/>
              <p:cNvSpPr/>
              <p:nvPr userDrawn="1">
                <p:custDataLst>
                  <p:tags r:id="rId107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3" name="Freeform 15"/>
              <p:cNvSpPr/>
              <p:nvPr userDrawn="1">
                <p:custDataLst>
                  <p:tags r:id="rId108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4" name="Freeform 16"/>
              <p:cNvSpPr/>
              <p:nvPr userDrawn="1">
                <p:custDataLst>
                  <p:tags r:id="rId109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5" name="Freeform 17"/>
              <p:cNvSpPr/>
              <p:nvPr userDrawn="1">
                <p:custDataLst>
                  <p:tags r:id="rId110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56" name="Freeform 18"/>
              <p:cNvSpPr/>
              <p:nvPr userDrawn="1">
                <p:custDataLst>
                  <p:tags r:id="rId111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 userDrawn="1"/>
          </p:nvGrpSpPr>
          <p:grpSpPr>
            <a:xfrm>
              <a:off x="3052171" y="-47576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48" name="Freeform 19"/>
              <p:cNvSpPr>
                <a:spLocks noEditPoints="1"/>
              </p:cNvSpPr>
              <p:nvPr userDrawn="1">
                <p:custDataLst>
                  <p:tags r:id="rId112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9" name="Freeform 20"/>
              <p:cNvSpPr/>
              <p:nvPr userDrawn="1">
                <p:custDataLst>
                  <p:tags r:id="rId113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2" name="Freeform 7"/>
            <p:cNvSpPr>
              <a:spLocks noEditPoints="1"/>
            </p:cNvSpPr>
            <p:nvPr userDrawn="1">
              <p:custDataLst>
                <p:tags r:id="rId114"/>
              </p:custDataLst>
            </p:nvPr>
          </p:nvSpPr>
          <p:spPr bwMode="auto">
            <a:xfrm rot="20132266">
              <a:off x="4165316" y="1969665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9"/>
            <p:cNvSpPr>
              <a:spLocks noEditPoints="1"/>
            </p:cNvSpPr>
            <p:nvPr userDrawn="1">
              <p:custDataLst>
                <p:tags r:id="rId115"/>
              </p:custDataLst>
            </p:nvPr>
          </p:nvSpPr>
          <p:spPr bwMode="auto">
            <a:xfrm>
              <a:off x="4931084" y="3122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4" name="组 141"/>
            <p:cNvGrpSpPr/>
            <p:nvPr userDrawn="1"/>
          </p:nvGrpSpPr>
          <p:grpSpPr>
            <a:xfrm rot="1396810">
              <a:off x="6421391" y="893591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44" name="Freeform 13"/>
              <p:cNvSpPr>
                <a:spLocks noEditPoints="1"/>
              </p:cNvSpPr>
              <p:nvPr userDrawn="1">
                <p:custDataLst>
                  <p:tags r:id="rId116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5" name="Freeform 14"/>
              <p:cNvSpPr/>
              <p:nvPr userDrawn="1">
                <p:custDataLst>
                  <p:tags r:id="rId117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6" name="Freeform 15"/>
              <p:cNvSpPr/>
              <p:nvPr userDrawn="1">
                <p:custDataLst>
                  <p:tags r:id="rId118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7" name="Freeform 17"/>
              <p:cNvSpPr>
                <a:spLocks noEditPoints="1"/>
              </p:cNvSpPr>
              <p:nvPr userDrawn="1">
                <p:custDataLst>
                  <p:tags r:id="rId119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5" name="Freeform 19"/>
            <p:cNvSpPr>
              <a:spLocks noEditPoints="1"/>
            </p:cNvSpPr>
            <p:nvPr userDrawn="1">
              <p:custDataLst>
                <p:tags r:id="rId120"/>
              </p:custDataLst>
            </p:nvPr>
          </p:nvSpPr>
          <p:spPr bwMode="auto">
            <a:xfrm rot="1363540">
              <a:off x="5760003" y="2964290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20"/>
            <p:cNvSpPr/>
            <p:nvPr userDrawn="1">
              <p:custDataLst>
                <p:tags r:id="rId121"/>
              </p:custDataLst>
            </p:nvPr>
          </p:nvSpPr>
          <p:spPr bwMode="auto">
            <a:xfrm rot="20253209">
              <a:off x="5581359" y="1657070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57" name="组合 56"/>
            <p:cNvGrpSpPr/>
            <p:nvPr userDrawn="1"/>
          </p:nvGrpSpPr>
          <p:grpSpPr>
            <a:xfrm rot="2116298">
              <a:off x="6653682" y="2300077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39" name="Freeform 5"/>
              <p:cNvSpPr/>
              <p:nvPr userDrawn="1">
                <p:custDataLst>
                  <p:tags r:id="rId122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0" name="Freeform 6"/>
              <p:cNvSpPr/>
              <p:nvPr userDrawn="1">
                <p:custDataLst>
                  <p:tags r:id="rId123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1" name="Freeform 7"/>
              <p:cNvSpPr/>
              <p:nvPr userDrawn="1">
                <p:custDataLst>
                  <p:tags r:id="rId124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2" name="Freeform 8"/>
              <p:cNvSpPr/>
              <p:nvPr userDrawn="1">
                <p:custDataLst>
                  <p:tags r:id="rId125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43" name="Freeform 9"/>
              <p:cNvSpPr/>
              <p:nvPr userDrawn="1">
                <p:custDataLst>
                  <p:tags r:id="rId126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58" name="组合 57"/>
            <p:cNvGrpSpPr/>
            <p:nvPr userDrawn="1"/>
          </p:nvGrpSpPr>
          <p:grpSpPr>
            <a:xfrm rot="19680185">
              <a:off x="3905250" y="974493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37" name="Freeform 26"/>
              <p:cNvSpPr>
                <a:spLocks noEditPoints="1"/>
              </p:cNvSpPr>
              <p:nvPr userDrawn="1">
                <p:custDataLst>
                  <p:tags r:id="rId127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8" name="Freeform 27"/>
              <p:cNvSpPr/>
              <p:nvPr userDrawn="1">
                <p:custDataLst>
                  <p:tags r:id="rId128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59" name="Freeform 29"/>
            <p:cNvSpPr>
              <a:spLocks noEditPoints="1"/>
            </p:cNvSpPr>
            <p:nvPr userDrawn="1">
              <p:custDataLst>
                <p:tags r:id="rId129"/>
              </p:custDataLst>
            </p:nvPr>
          </p:nvSpPr>
          <p:spPr bwMode="auto">
            <a:xfrm>
              <a:off x="6183415" y="-77015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"/>
            <p:cNvSpPr>
              <a:spLocks noEditPoints="1"/>
            </p:cNvSpPr>
            <p:nvPr userDrawn="1">
              <p:custDataLst>
                <p:tags r:id="rId130"/>
              </p:custDataLst>
            </p:nvPr>
          </p:nvSpPr>
          <p:spPr bwMode="auto">
            <a:xfrm rot="1264384">
              <a:off x="7128415" y="315532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1" name="组合 60"/>
            <p:cNvGrpSpPr/>
            <p:nvPr userDrawn="1"/>
          </p:nvGrpSpPr>
          <p:grpSpPr>
            <a:xfrm rot="1013132">
              <a:off x="7023807" y="1610064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30" name="Freeform 12"/>
              <p:cNvSpPr>
                <a:spLocks noEditPoints="1"/>
              </p:cNvSpPr>
              <p:nvPr userDrawn="1">
                <p:custDataLst>
                  <p:tags r:id="rId131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1" name="Freeform 13"/>
              <p:cNvSpPr/>
              <p:nvPr userDrawn="1">
                <p:custDataLst>
                  <p:tags r:id="rId132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2" name="Freeform 14"/>
              <p:cNvSpPr/>
              <p:nvPr userDrawn="1">
                <p:custDataLst>
                  <p:tags r:id="rId133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3" name="Freeform 15"/>
              <p:cNvSpPr/>
              <p:nvPr userDrawn="1">
                <p:custDataLst>
                  <p:tags r:id="rId134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4" name="Freeform 16"/>
              <p:cNvSpPr/>
              <p:nvPr userDrawn="1">
                <p:custDataLst>
                  <p:tags r:id="rId135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5" name="Freeform 17"/>
              <p:cNvSpPr/>
              <p:nvPr userDrawn="1">
                <p:custDataLst>
                  <p:tags r:id="rId136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36" name="Freeform 18"/>
              <p:cNvSpPr/>
              <p:nvPr userDrawn="1">
                <p:custDataLst>
                  <p:tags r:id="rId137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2" name="组合 61"/>
            <p:cNvGrpSpPr/>
            <p:nvPr userDrawn="1"/>
          </p:nvGrpSpPr>
          <p:grpSpPr>
            <a:xfrm>
              <a:off x="7220697" y="11928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28" name="Freeform 19"/>
              <p:cNvSpPr>
                <a:spLocks noEditPoints="1"/>
              </p:cNvSpPr>
              <p:nvPr userDrawn="1">
                <p:custDataLst>
                  <p:tags r:id="rId138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9" name="Freeform 20"/>
              <p:cNvSpPr/>
              <p:nvPr userDrawn="1">
                <p:custDataLst>
                  <p:tags r:id="rId139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3" name="Freeform 7"/>
            <p:cNvSpPr>
              <a:spLocks noEditPoints="1"/>
            </p:cNvSpPr>
            <p:nvPr userDrawn="1">
              <p:custDataLst>
                <p:tags r:id="rId140"/>
              </p:custDataLst>
            </p:nvPr>
          </p:nvSpPr>
          <p:spPr bwMode="auto">
            <a:xfrm rot="20132266">
              <a:off x="7996220" y="3333169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9"/>
            <p:cNvSpPr>
              <a:spLocks noEditPoints="1"/>
            </p:cNvSpPr>
            <p:nvPr userDrawn="1">
              <p:custDataLst>
                <p:tags r:id="rId141"/>
              </p:custDataLst>
            </p:nvPr>
          </p:nvSpPr>
          <p:spPr bwMode="auto">
            <a:xfrm>
              <a:off x="8803483" y="1209043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5" name="组 173"/>
            <p:cNvGrpSpPr/>
            <p:nvPr userDrawn="1"/>
          </p:nvGrpSpPr>
          <p:grpSpPr>
            <a:xfrm rot="1396810">
              <a:off x="10293790" y="2099512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124" name="Freeform 13"/>
              <p:cNvSpPr>
                <a:spLocks noEditPoints="1"/>
              </p:cNvSpPr>
              <p:nvPr userDrawn="1">
                <p:custDataLst>
                  <p:tags r:id="rId142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5" name="Freeform 14"/>
              <p:cNvSpPr/>
              <p:nvPr userDrawn="1">
                <p:custDataLst>
                  <p:tags r:id="rId143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6" name="Freeform 15"/>
              <p:cNvSpPr/>
              <p:nvPr userDrawn="1">
                <p:custDataLst>
                  <p:tags r:id="rId144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7" name="Freeform 17"/>
              <p:cNvSpPr>
                <a:spLocks noEditPoints="1"/>
              </p:cNvSpPr>
              <p:nvPr userDrawn="1">
                <p:custDataLst>
                  <p:tags r:id="rId145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66" name="Freeform 19"/>
            <p:cNvSpPr>
              <a:spLocks noEditPoints="1"/>
            </p:cNvSpPr>
            <p:nvPr userDrawn="1">
              <p:custDataLst>
                <p:tags r:id="rId146"/>
              </p:custDataLst>
            </p:nvPr>
          </p:nvSpPr>
          <p:spPr bwMode="auto">
            <a:xfrm rot="1363540">
              <a:off x="9632402" y="4170211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20"/>
            <p:cNvSpPr/>
            <p:nvPr userDrawn="1">
              <p:custDataLst>
                <p:tags r:id="rId147"/>
              </p:custDataLst>
            </p:nvPr>
          </p:nvSpPr>
          <p:spPr bwMode="auto">
            <a:xfrm rot="20253209">
              <a:off x="9453758" y="2862991"/>
              <a:ext cx="271863" cy="880837"/>
            </a:xfrm>
            <a:custGeom>
              <a:avLst/>
              <a:gdLst>
                <a:gd name="T0" fmla="*/ 772 w 831"/>
                <a:gd name="T1" fmla="*/ 279 h 2682"/>
                <a:gd name="T2" fmla="*/ 772 w 831"/>
                <a:gd name="T3" fmla="*/ 279 h 2682"/>
                <a:gd name="T4" fmla="*/ 772 w 831"/>
                <a:gd name="T5" fmla="*/ 0 h 2682"/>
                <a:gd name="T6" fmla="*/ 622 w 831"/>
                <a:gd name="T7" fmla="*/ 0 h 2682"/>
                <a:gd name="T8" fmla="*/ 622 w 831"/>
                <a:gd name="T9" fmla="*/ 279 h 2682"/>
                <a:gd name="T10" fmla="*/ 557 w 831"/>
                <a:gd name="T11" fmla="*/ 279 h 2682"/>
                <a:gd name="T12" fmla="*/ 557 w 831"/>
                <a:gd name="T13" fmla="*/ 900 h 2682"/>
                <a:gd name="T14" fmla="*/ 606 w 831"/>
                <a:gd name="T15" fmla="*/ 900 h 2682"/>
                <a:gd name="T16" fmla="*/ 102 w 831"/>
                <a:gd name="T17" fmla="*/ 2121 h 2682"/>
                <a:gd name="T18" fmla="*/ 130 w 831"/>
                <a:gd name="T19" fmla="*/ 2133 h 2682"/>
                <a:gd name="T20" fmla="*/ 40 w 831"/>
                <a:gd name="T21" fmla="*/ 2350 h 2682"/>
                <a:gd name="T22" fmla="*/ 62 w 831"/>
                <a:gd name="T23" fmla="*/ 2359 h 2682"/>
                <a:gd name="T24" fmla="*/ 0 w 831"/>
                <a:gd name="T25" fmla="*/ 2510 h 2682"/>
                <a:gd name="T26" fmla="*/ 24 w 831"/>
                <a:gd name="T27" fmla="*/ 2519 h 2682"/>
                <a:gd name="T28" fmla="*/ 86 w 831"/>
                <a:gd name="T29" fmla="*/ 2369 h 2682"/>
                <a:gd name="T30" fmla="*/ 108 w 831"/>
                <a:gd name="T31" fmla="*/ 2378 h 2682"/>
                <a:gd name="T32" fmla="*/ 198 w 831"/>
                <a:gd name="T33" fmla="*/ 2161 h 2682"/>
                <a:gd name="T34" fmla="*/ 226 w 831"/>
                <a:gd name="T35" fmla="*/ 2172 h 2682"/>
                <a:gd name="T36" fmla="*/ 630 w 831"/>
                <a:gd name="T37" fmla="*/ 1191 h 2682"/>
                <a:gd name="T38" fmla="*/ 630 w 831"/>
                <a:gd name="T39" fmla="*/ 2284 h 2682"/>
                <a:gd name="T40" fmla="*/ 660 w 831"/>
                <a:gd name="T41" fmla="*/ 2284 h 2682"/>
                <a:gd name="T42" fmla="*/ 660 w 831"/>
                <a:gd name="T43" fmla="*/ 2519 h 2682"/>
                <a:gd name="T44" fmla="*/ 684 w 831"/>
                <a:gd name="T45" fmla="*/ 2519 h 2682"/>
                <a:gd name="T46" fmla="*/ 684 w 831"/>
                <a:gd name="T47" fmla="*/ 2682 h 2682"/>
                <a:gd name="T48" fmla="*/ 710 w 831"/>
                <a:gd name="T49" fmla="*/ 2682 h 2682"/>
                <a:gd name="T50" fmla="*/ 710 w 831"/>
                <a:gd name="T51" fmla="*/ 2519 h 2682"/>
                <a:gd name="T52" fmla="*/ 734 w 831"/>
                <a:gd name="T53" fmla="*/ 2519 h 2682"/>
                <a:gd name="T54" fmla="*/ 734 w 831"/>
                <a:gd name="T55" fmla="*/ 2284 h 2682"/>
                <a:gd name="T56" fmla="*/ 764 w 831"/>
                <a:gd name="T57" fmla="*/ 2284 h 2682"/>
                <a:gd name="T58" fmla="*/ 764 w 831"/>
                <a:gd name="T59" fmla="*/ 900 h 2682"/>
                <a:gd name="T60" fmla="*/ 831 w 831"/>
                <a:gd name="T61" fmla="*/ 900 h 2682"/>
                <a:gd name="T62" fmla="*/ 831 w 831"/>
                <a:gd name="T63" fmla="*/ 279 h 2682"/>
                <a:gd name="T64" fmla="*/ 772 w 831"/>
                <a:gd name="T65" fmla="*/ 279 h 26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31" h="2682">
                  <a:moveTo>
                    <a:pt x="772" y="279"/>
                  </a:moveTo>
                  <a:lnTo>
                    <a:pt x="772" y="279"/>
                  </a:lnTo>
                  <a:lnTo>
                    <a:pt x="772" y="0"/>
                  </a:lnTo>
                  <a:lnTo>
                    <a:pt x="622" y="0"/>
                  </a:lnTo>
                  <a:lnTo>
                    <a:pt x="622" y="279"/>
                  </a:lnTo>
                  <a:lnTo>
                    <a:pt x="557" y="279"/>
                  </a:lnTo>
                  <a:lnTo>
                    <a:pt x="557" y="900"/>
                  </a:lnTo>
                  <a:lnTo>
                    <a:pt x="606" y="900"/>
                  </a:lnTo>
                  <a:lnTo>
                    <a:pt x="102" y="2121"/>
                  </a:lnTo>
                  <a:lnTo>
                    <a:pt x="130" y="2133"/>
                  </a:lnTo>
                  <a:lnTo>
                    <a:pt x="40" y="2350"/>
                  </a:lnTo>
                  <a:lnTo>
                    <a:pt x="62" y="2359"/>
                  </a:lnTo>
                  <a:lnTo>
                    <a:pt x="0" y="2510"/>
                  </a:lnTo>
                  <a:lnTo>
                    <a:pt x="24" y="2519"/>
                  </a:lnTo>
                  <a:lnTo>
                    <a:pt x="86" y="2369"/>
                  </a:lnTo>
                  <a:lnTo>
                    <a:pt x="108" y="2378"/>
                  </a:lnTo>
                  <a:lnTo>
                    <a:pt x="198" y="2161"/>
                  </a:lnTo>
                  <a:lnTo>
                    <a:pt x="226" y="2172"/>
                  </a:lnTo>
                  <a:lnTo>
                    <a:pt x="630" y="1191"/>
                  </a:lnTo>
                  <a:lnTo>
                    <a:pt x="630" y="2284"/>
                  </a:lnTo>
                  <a:lnTo>
                    <a:pt x="660" y="2284"/>
                  </a:lnTo>
                  <a:lnTo>
                    <a:pt x="660" y="2519"/>
                  </a:lnTo>
                  <a:lnTo>
                    <a:pt x="684" y="2519"/>
                  </a:lnTo>
                  <a:lnTo>
                    <a:pt x="684" y="2682"/>
                  </a:lnTo>
                  <a:lnTo>
                    <a:pt x="710" y="2682"/>
                  </a:lnTo>
                  <a:lnTo>
                    <a:pt x="710" y="2519"/>
                  </a:lnTo>
                  <a:lnTo>
                    <a:pt x="734" y="2519"/>
                  </a:lnTo>
                  <a:lnTo>
                    <a:pt x="734" y="2284"/>
                  </a:lnTo>
                  <a:lnTo>
                    <a:pt x="764" y="2284"/>
                  </a:lnTo>
                  <a:lnTo>
                    <a:pt x="764" y="900"/>
                  </a:lnTo>
                  <a:lnTo>
                    <a:pt x="831" y="900"/>
                  </a:lnTo>
                  <a:lnTo>
                    <a:pt x="831" y="279"/>
                  </a:lnTo>
                  <a:lnTo>
                    <a:pt x="772" y="27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68" name="组合 67"/>
            <p:cNvGrpSpPr/>
            <p:nvPr userDrawn="1"/>
          </p:nvGrpSpPr>
          <p:grpSpPr>
            <a:xfrm rot="2116298">
              <a:off x="10526081" y="3505998"/>
              <a:ext cx="722933" cy="629672"/>
              <a:chOff x="501650" y="3292475"/>
              <a:chExt cx="1735138" cy="1511300"/>
            </a:xfrm>
            <a:grpFill/>
          </p:grpSpPr>
          <p:sp>
            <p:nvSpPr>
              <p:cNvPr id="119" name="Freeform 5"/>
              <p:cNvSpPr/>
              <p:nvPr userDrawn="1">
                <p:custDataLst>
                  <p:tags r:id="rId148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0" name="Freeform 6"/>
              <p:cNvSpPr/>
              <p:nvPr userDrawn="1">
                <p:custDataLst>
                  <p:tags r:id="rId149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1" name="Freeform 7"/>
              <p:cNvSpPr/>
              <p:nvPr userDrawn="1">
                <p:custDataLst>
                  <p:tags r:id="rId150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2" name="Freeform 8"/>
              <p:cNvSpPr/>
              <p:nvPr userDrawn="1">
                <p:custDataLst>
                  <p:tags r:id="rId151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23" name="Freeform 9"/>
              <p:cNvSpPr/>
              <p:nvPr userDrawn="1">
                <p:custDataLst>
                  <p:tags r:id="rId152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69" name="组合 68"/>
            <p:cNvGrpSpPr/>
            <p:nvPr userDrawn="1"/>
          </p:nvGrpSpPr>
          <p:grpSpPr>
            <a:xfrm rot="19680185">
              <a:off x="7879804" y="2119955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117" name="Freeform 26"/>
              <p:cNvSpPr>
                <a:spLocks noEditPoints="1"/>
              </p:cNvSpPr>
              <p:nvPr userDrawn="1">
                <p:custDataLst>
                  <p:tags r:id="rId153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8" name="Freeform 27"/>
              <p:cNvSpPr/>
              <p:nvPr userDrawn="1">
                <p:custDataLst>
                  <p:tags r:id="rId154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0" name="Freeform 29"/>
            <p:cNvSpPr>
              <a:spLocks noEditPoints="1"/>
            </p:cNvSpPr>
            <p:nvPr userDrawn="1">
              <p:custDataLst>
                <p:tags r:id="rId155"/>
              </p:custDataLst>
            </p:nvPr>
          </p:nvSpPr>
          <p:spPr bwMode="auto">
            <a:xfrm>
              <a:off x="10055814" y="1128906"/>
              <a:ext cx="905329" cy="907255"/>
            </a:xfrm>
            <a:custGeom>
              <a:avLst/>
              <a:gdLst>
                <a:gd name="T0" fmla="*/ 578 w 811"/>
                <a:gd name="T1" fmla="*/ 436 h 811"/>
                <a:gd name="T2" fmla="*/ 578 w 811"/>
                <a:gd name="T3" fmla="*/ 436 h 811"/>
                <a:gd name="T4" fmla="*/ 531 w 811"/>
                <a:gd name="T5" fmla="*/ 269 h 811"/>
                <a:gd name="T6" fmla="*/ 698 w 811"/>
                <a:gd name="T7" fmla="*/ 222 h 811"/>
                <a:gd name="T8" fmla="*/ 745 w 811"/>
                <a:gd name="T9" fmla="*/ 389 h 811"/>
                <a:gd name="T10" fmla="*/ 578 w 811"/>
                <a:gd name="T11" fmla="*/ 436 h 811"/>
                <a:gd name="T12" fmla="*/ 656 w 811"/>
                <a:gd name="T13" fmla="*/ 663 h 811"/>
                <a:gd name="T14" fmla="*/ 656 w 811"/>
                <a:gd name="T15" fmla="*/ 663 h 811"/>
                <a:gd name="T16" fmla="*/ 489 w 811"/>
                <a:gd name="T17" fmla="*/ 710 h 811"/>
                <a:gd name="T18" fmla="*/ 441 w 811"/>
                <a:gd name="T19" fmla="*/ 543 h 811"/>
                <a:gd name="T20" fmla="*/ 609 w 811"/>
                <a:gd name="T21" fmla="*/ 495 h 811"/>
                <a:gd name="T22" fmla="*/ 656 w 811"/>
                <a:gd name="T23" fmla="*/ 663 h 811"/>
                <a:gd name="T24" fmla="*/ 366 w 811"/>
                <a:gd name="T25" fmla="*/ 405 h 811"/>
                <a:gd name="T26" fmla="*/ 366 w 811"/>
                <a:gd name="T27" fmla="*/ 405 h 811"/>
                <a:gd name="T28" fmla="*/ 405 w 811"/>
                <a:gd name="T29" fmla="*/ 366 h 811"/>
                <a:gd name="T30" fmla="*/ 444 w 811"/>
                <a:gd name="T31" fmla="*/ 405 h 811"/>
                <a:gd name="T32" fmla="*/ 405 w 811"/>
                <a:gd name="T33" fmla="*/ 444 h 811"/>
                <a:gd name="T34" fmla="*/ 366 w 811"/>
                <a:gd name="T35" fmla="*/ 405 h 811"/>
                <a:gd name="T36" fmla="*/ 369 w 811"/>
                <a:gd name="T37" fmla="*/ 663 h 811"/>
                <a:gd name="T38" fmla="*/ 369 w 811"/>
                <a:gd name="T39" fmla="*/ 663 h 811"/>
                <a:gd name="T40" fmla="*/ 201 w 811"/>
                <a:gd name="T41" fmla="*/ 710 h 811"/>
                <a:gd name="T42" fmla="*/ 154 w 811"/>
                <a:gd name="T43" fmla="*/ 543 h 811"/>
                <a:gd name="T44" fmla="*/ 321 w 811"/>
                <a:gd name="T45" fmla="*/ 495 h 811"/>
                <a:gd name="T46" fmla="*/ 369 w 811"/>
                <a:gd name="T47" fmla="*/ 663 h 811"/>
                <a:gd name="T48" fmla="*/ 112 w 811"/>
                <a:gd name="T49" fmla="*/ 436 h 811"/>
                <a:gd name="T50" fmla="*/ 112 w 811"/>
                <a:gd name="T51" fmla="*/ 436 h 811"/>
                <a:gd name="T52" fmla="*/ 65 w 811"/>
                <a:gd name="T53" fmla="*/ 269 h 811"/>
                <a:gd name="T54" fmla="*/ 232 w 811"/>
                <a:gd name="T55" fmla="*/ 222 h 811"/>
                <a:gd name="T56" fmla="*/ 280 w 811"/>
                <a:gd name="T57" fmla="*/ 389 h 811"/>
                <a:gd name="T58" fmla="*/ 112 w 811"/>
                <a:gd name="T59" fmla="*/ 436 h 811"/>
                <a:gd name="T60" fmla="*/ 298 w 811"/>
                <a:gd name="T61" fmla="*/ 100 h 811"/>
                <a:gd name="T62" fmla="*/ 298 w 811"/>
                <a:gd name="T63" fmla="*/ 100 h 811"/>
                <a:gd name="T64" fmla="*/ 465 w 811"/>
                <a:gd name="T65" fmla="*/ 52 h 811"/>
                <a:gd name="T66" fmla="*/ 513 w 811"/>
                <a:gd name="T67" fmla="*/ 220 h 811"/>
                <a:gd name="T68" fmla="*/ 345 w 811"/>
                <a:gd name="T69" fmla="*/ 267 h 811"/>
                <a:gd name="T70" fmla="*/ 298 w 811"/>
                <a:gd name="T71" fmla="*/ 100 h 811"/>
                <a:gd name="T72" fmla="*/ 405 w 811"/>
                <a:gd name="T73" fmla="*/ 0 h 811"/>
                <a:gd name="T74" fmla="*/ 405 w 811"/>
                <a:gd name="T75" fmla="*/ 0 h 811"/>
                <a:gd name="T76" fmla="*/ 0 w 811"/>
                <a:gd name="T77" fmla="*/ 405 h 811"/>
                <a:gd name="T78" fmla="*/ 405 w 811"/>
                <a:gd name="T79" fmla="*/ 811 h 811"/>
                <a:gd name="T80" fmla="*/ 811 w 811"/>
                <a:gd name="T81" fmla="*/ 405 h 811"/>
                <a:gd name="T82" fmla="*/ 405 w 811"/>
                <a:gd name="T83" fmla="*/ 0 h 8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811" h="811">
                  <a:moveTo>
                    <a:pt x="578" y="436"/>
                  </a:moveTo>
                  <a:lnTo>
                    <a:pt x="578" y="436"/>
                  </a:lnTo>
                  <a:cubicBezTo>
                    <a:pt x="519" y="403"/>
                    <a:pt x="497" y="329"/>
                    <a:pt x="531" y="269"/>
                  </a:cubicBezTo>
                  <a:cubicBezTo>
                    <a:pt x="564" y="210"/>
                    <a:pt x="638" y="188"/>
                    <a:pt x="698" y="222"/>
                  </a:cubicBezTo>
                  <a:cubicBezTo>
                    <a:pt x="757" y="255"/>
                    <a:pt x="778" y="329"/>
                    <a:pt x="745" y="389"/>
                  </a:cubicBezTo>
                  <a:cubicBezTo>
                    <a:pt x="712" y="448"/>
                    <a:pt x="637" y="469"/>
                    <a:pt x="578" y="436"/>
                  </a:cubicBezTo>
                  <a:close/>
                  <a:moveTo>
                    <a:pt x="656" y="663"/>
                  </a:moveTo>
                  <a:lnTo>
                    <a:pt x="656" y="663"/>
                  </a:lnTo>
                  <a:cubicBezTo>
                    <a:pt x="623" y="722"/>
                    <a:pt x="548" y="743"/>
                    <a:pt x="489" y="710"/>
                  </a:cubicBezTo>
                  <a:cubicBezTo>
                    <a:pt x="430" y="677"/>
                    <a:pt x="408" y="602"/>
                    <a:pt x="441" y="543"/>
                  </a:cubicBezTo>
                  <a:cubicBezTo>
                    <a:pt x="474" y="484"/>
                    <a:pt x="549" y="462"/>
                    <a:pt x="609" y="495"/>
                  </a:cubicBezTo>
                  <a:cubicBezTo>
                    <a:pt x="668" y="528"/>
                    <a:pt x="689" y="603"/>
                    <a:pt x="656" y="663"/>
                  </a:cubicBezTo>
                  <a:close/>
                  <a:moveTo>
                    <a:pt x="366" y="405"/>
                  </a:moveTo>
                  <a:lnTo>
                    <a:pt x="366" y="405"/>
                  </a:lnTo>
                  <a:cubicBezTo>
                    <a:pt x="366" y="384"/>
                    <a:pt x="384" y="366"/>
                    <a:pt x="405" y="366"/>
                  </a:cubicBezTo>
                  <a:cubicBezTo>
                    <a:pt x="427" y="366"/>
                    <a:pt x="444" y="384"/>
                    <a:pt x="444" y="405"/>
                  </a:cubicBezTo>
                  <a:cubicBezTo>
                    <a:pt x="444" y="427"/>
                    <a:pt x="427" y="444"/>
                    <a:pt x="405" y="444"/>
                  </a:cubicBezTo>
                  <a:cubicBezTo>
                    <a:pt x="384" y="444"/>
                    <a:pt x="366" y="427"/>
                    <a:pt x="366" y="405"/>
                  </a:cubicBezTo>
                  <a:close/>
                  <a:moveTo>
                    <a:pt x="369" y="663"/>
                  </a:moveTo>
                  <a:lnTo>
                    <a:pt x="369" y="663"/>
                  </a:lnTo>
                  <a:cubicBezTo>
                    <a:pt x="336" y="722"/>
                    <a:pt x="261" y="743"/>
                    <a:pt x="201" y="710"/>
                  </a:cubicBezTo>
                  <a:cubicBezTo>
                    <a:pt x="142" y="677"/>
                    <a:pt x="121" y="602"/>
                    <a:pt x="154" y="543"/>
                  </a:cubicBezTo>
                  <a:cubicBezTo>
                    <a:pt x="187" y="484"/>
                    <a:pt x="262" y="462"/>
                    <a:pt x="321" y="495"/>
                  </a:cubicBezTo>
                  <a:cubicBezTo>
                    <a:pt x="381" y="528"/>
                    <a:pt x="402" y="603"/>
                    <a:pt x="369" y="663"/>
                  </a:cubicBezTo>
                  <a:close/>
                  <a:moveTo>
                    <a:pt x="112" y="436"/>
                  </a:moveTo>
                  <a:lnTo>
                    <a:pt x="112" y="436"/>
                  </a:lnTo>
                  <a:cubicBezTo>
                    <a:pt x="53" y="403"/>
                    <a:pt x="32" y="329"/>
                    <a:pt x="65" y="269"/>
                  </a:cubicBezTo>
                  <a:cubicBezTo>
                    <a:pt x="98" y="210"/>
                    <a:pt x="173" y="188"/>
                    <a:pt x="232" y="222"/>
                  </a:cubicBezTo>
                  <a:cubicBezTo>
                    <a:pt x="291" y="255"/>
                    <a:pt x="313" y="329"/>
                    <a:pt x="280" y="389"/>
                  </a:cubicBezTo>
                  <a:cubicBezTo>
                    <a:pt x="247" y="448"/>
                    <a:pt x="172" y="469"/>
                    <a:pt x="112" y="436"/>
                  </a:cubicBezTo>
                  <a:close/>
                  <a:moveTo>
                    <a:pt x="298" y="100"/>
                  </a:moveTo>
                  <a:lnTo>
                    <a:pt x="298" y="100"/>
                  </a:lnTo>
                  <a:cubicBezTo>
                    <a:pt x="331" y="41"/>
                    <a:pt x="406" y="19"/>
                    <a:pt x="465" y="52"/>
                  </a:cubicBezTo>
                  <a:cubicBezTo>
                    <a:pt x="524" y="85"/>
                    <a:pt x="546" y="160"/>
                    <a:pt x="513" y="220"/>
                  </a:cubicBezTo>
                  <a:cubicBezTo>
                    <a:pt x="480" y="279"/>
                    <a:pt x="405" y="300"/>
                    <a:pt x="345" y="267"/>
                  </a:cubicBezTo>
                  <a:cubicBezTo>
                    <a:pt x="286" y="234"/>
                    <a:pt x="265" y="159"/>
                    <a:pt x="298" y="100"/>
                  </a:cubicBezTo>
                  <a:close/>
                  <a:moveTo>
                    <a:pt x="405" y="0"/>
                  </a:moveTo>
                  <a:lnTo>
                    <a:pt x="405" y="0"/>
                  </a:lnTo>
                  <a:cubicBezTo>
                    <a:pt x="181" y="0"/>
                    <a:pt x="0" y="181"/>
                    <a:pt x="0" y="405"/>
                  </a:cubicBezTo>
                  <a:cubicBezTo>
                    <a:pt x="0" y="629"/>
                    <a:pt x="181" y="811"/>
                    <a:pt x="405" y="811"/>
                  </a:cubicBezTo>
                  <a:cubicBezTo>
                    <a:pt x="629" y="811"/>
                    <a:pt x="811" y="629"/>
                    <a:pt x="811" y="405"/>
                  </a:cubicBezTo>
                  <a:cubicBezTo>
                    <a:pt x="811" y="181"/>
                    <a:pt x="629" y="0"/>
                    <a:pt x="40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5"/>
            <p:cNvSpPr>
              <a:spLocks noEditPoints="1"/>
            </p:cNvSpPr>
            <p:nvPr userDrawn="1">
              <p:custDataLst>
                <p:tags r:id="rId156"/>
              </p:custDataLst>
            </p:nvPr>
          </p:nvSpPr>
          <p:spPr bwMode="auto">
            <a:xfrm rot="1264384">
              <a:off x="11021415" y="4242039"/>
              <a:ext cx="1000393" cy="429321"/>
            </a:xfrm>
            <a:custGeom>
              <a:avLst/>
              <a:gdLst>
                <a:gd name="T0" fmla="*/ 1727 w 3152"/>
                <a:gd name="T1" fmla="*/ 1223 h 1356"/>
                <a:gd name="T2" fmla="*/ 1727 w 3152"/>
                <a:gd name="T3" fmla="*/ 421 h 1356"/>
                <a:gd name="T4" fmla="*/ 1727 w 3152"/>
                <a:gd name="T5" fmla="*/ 1223 h 1356"/>
                <a:gd name="T6" fmla="*/ 534 w 3152"/>
                <a:gd name="T7" fmla="*/ 1223 h 1356"/>
                <a:gd name="T8" fmla="*/ 522 w 3152"/>
                <a:gd name="T9" fmla="*/ 422 h 1356"/>
                <a:gd name="T10" fmla="*/ 550 w 3152"/>
                <a:gd name="T11" fmla="*/ 422 h 1356"/>
                <a:gd name="T12" fmla="*/ 534 w 3152"/>
                <a:gd name="T13" fmla="*/ 1223 h 1356"/>
                <a:gd name="T14" fmla="*/ 2965 w 3152"/>
                <a:gd name="T15" fmla="*/ 30 h 1356"/>
                <a:gd name="T16" fmla="*/ 2960 w 3152"/>
                <a:gd name="T17" fmla="*/ 24 h 1356"/>
                <a:gd name="T18" fmla="*/ 2955 w 3152"/>
                <a:gd name="T19" fmla="*/ 19 h 1356"/>
                <a:gd name="T20" fmla="*/ 2945 w 3152"/>
                <a:gd name="T21" fmla="*/ 11 h 1356"/>
                <a:gd name="T22" fmla="*/ 2934 w 3152"/>
                <a:gd name="T23" fmla="*/ 5 h 1356"/>
                <a:gd name="T24" fmla="*/ 2921 w 3152"/>
                <a:gd name="T25" fmla="*/ 2 h 1356"/>
                <a:gd name="T26" fmla="*/ 2908 w 3152"/>
                <a:gd name="T27" fmla="*/ 1 h 1356"/>
                <a:gd name="T28" fmla="*/ 2896 w 3152"/>
                <a:gd name="T29" fmla="*/ 2 h 1356"/>
                <a:gd name="T30" fmla="*/ 2883 w 3152"/>
                <a:gd name="T31" fmla="*/ 6 h 1356"/>
                <a:gd name="T32" fmla="*/ 2872 w 3152"/>
                <a:gd name="T33" fmla="*/ 12 h 1356"/>
                <a:gd name="T34" fmla="*/ 2867 w 3152"/>
                <a:gd name="T35" fmla="*/ 17 h 1356"/>
                <a:gd name="T36" fmla="*/ 2861 w 3152"/>
                <a:gd name="T37" fmla="*/ 21 h 1356"/>
                <a:gd name="T38" fmla="*/ 1727 w 3152"/>
                <a:gd name="T39" fmla="*/ 288 h 1356"/>
                <a:gd name="T40" fmla="*/ 1064 w 3152"/>
                <a:gd name="T41" fmla="*/ 756 h 1356"/>
                <a:gd name="T42" fmla="*/ 799 w 3152"/>
                <a:gd name="T43" fmla="*/ 173 h 1356"/>
                <a:gd name="T44" fmla="*/ 975 w 3152"/>
                <a:gd name="T45" fmla="*/ 380 h 1356"/>
                <a:gd name="T46" fmla="*/ 1030 w 3152"/>
                <a:gd name="T47" fmla="*/ 275 h 1356"/>
                <a:gd name="T48" fmla="*/ 863 w 3152"/>
                <a:gd name="T49" fmla="*/ 29 h 1356"/>
                <a:gd name="T50" fmla="*/ 854 w 3152"/>
                <a:gd name="T51" fmla="*/ 19 h 1356"/>
                <a:gd name="T52" fmla="*/ 850 w 3152"/>
                <a:gd name="T53" fmla="*/ 16 h 1356"/>
                <a:gd name="T54" fmla="*/ 838 w 3152"/>
                <a:gd name="T55" fmla="*/ 8 h 1356"/>
                <a:gd name="T56" fmla="*/ 825 w 3152"/>
                <a:gd name="T57" fmla="*/ 3 h 1356"/>
                <a:gd name="T58" fmla="*/ 813 w 3152"/>
                <a:gd name="T59" fmla="*/ 1 h 1356"/>
                <a:gd name="T60" fmla="*/ 800 w 3152"/>
                <a:gd name="T61" fmla="*/ 1 h 1356"/>
                <a:gd name="T62" fmla="*/ 787 w 3152"/>
                <a:gd name="T63" fmla="*/ 4 h 1356"/>
                <a:gd name="T64" fmla="*/ 774 w 3152"/>
                <a:gd name="T65" fmla="*/ 10 h 1356"/>
                <a:gd name="T66" fmla="*/ 770 w 3152"/>
                <a:gd name="T67" fmla="*/ 12 h 1356"/>
                <a:gd name="T68" fmla="*/ 760 w 3152"/>
                <a:gd name="T69" fmla="*/ 21 h 1356"/>
                <a:gd name="T70" fmla="*/ 508 w 3152"/>
                <a:gd name="T71" fmla="*/ 289 h 1356"/>
                <a:gd name="T72" fmla="*/ 534 w 3152"/>
                <a:gd name="T73" fmla="*/ 1356 h 1356"/>
                <a:gd name="T74" fmla="*/ 1197 w 3152"/>
                <a:gd name="T75" fmla="*/ 889 h 1356"/>
                <a:gd name="T76" fmla="*/ 2260 w 3152"/>
                <a:gd name="T77" fmla="*/ 856 h 1356"/>
                <a:gd name="T78" fmla="*/ 3021 w 3152"/>
                <a:gd name="T79" fmla="*/ 350 h 1356"/>
                <a:gd name="T80" fmla="*/ 3114 w 3152"/>
                <a:gd name="T81" fmla="*/ 368 h 1356"/>
                <a:gd name="T82" fmla="*/ 2965 w 3152"/>
                <a:gd name="T83" fmla="*/ 30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152" h="1356">
                  <a:moveTo>
                    <a:pt x="1727" y="1223"/>
                  </a:moveTo>
                  <a:lnTo>
                    <a:pt x="1727" y="1223"/>
                  </a:lnTo>
                  <a:cubicBezTo>
                    <a:pt x="1506" y="1223"/>
                    <a:pt x="1326" y="1043"/>
                    <a:pt x="1326" y="822"/>
                  </a:cubicBezTo>
                  <a:cubicBezTo>
                    <a:pt x="1326" y="601"/>
                    <a:pt x="1506" y="421"/>
                    <a:pt x="1727" y="421"/>
                  </a:cubicBezTo>
                  <a:cubicBezTo>
                    <a:pt x="1948" y="421"/>
                    <a:pt x="2128" y="601"/>
                    <a:pt x="2128" y="822"/>
                  </a:cubicBezTo>
                  <a:cubicBezTo>
                    <a:pt x="2128" y="1043"/>
                    <a:pt x="1948" y="1223"/>
                    <a:pt x="1727" y="1223"/>
                  </a:cubicBezTo>
                  <a:close/>
                  <a:moveTo>
                    <a:pt x="534" y="1223"/>
                  </a:moveTo>
                  <a:lnTo>
                    <a:pt x="534" y="1223"/>
                  </a:lnTo>
                  <a:cubicBezTo>
                    <a:pt x="313" y="1223"/>
                    <a:pt x="133" y="1043"/>
                    <a:pt x="133" y="822"/>
                  </a:cubicBezTo>
                  <a:cubicBezTo>
                    <a:pt x="133" y="605"/>
                    <a:pt x="306" y="428"/>
                    <a:pt x="522" y="422"/>
                  </a:cubicBezTo>
                  <a:cubicBezTo>
                    <a:pt x="526" y="423"/>
                    <a:pt x="531" y="423"/>
                    <a:pt x="536" y="423"/>
                  </a:cubicBezTo>
                  <a:cubicBezTo>
                    <a:pt x="540" y="423"/>
                    <a:pt x="545" y="423"/>
                    <a:pt x="550" y="422"/>
                  </a:cubicBezTo>
                  <a:cubicBezTo>
                    <a:pt x="763" y="430"/>
                    <a:pt x="935" y="607"/>
                    <a:pt x="935" y="822"/>
                  </a:cubicBezTo>
                  <a:cubicBezTo>
                    <a:pt x="935" y="1043"/>
                    <a:pt x="755" y="1223"/>
                    <a:pt x="534" y="1223"/>
                  </a:cubicBezTo>
                  <a:close/>
                  <a:moveTo>
                    <a:pt x="2965" y="30"/>
                  </a:moveTo>
                  <a:lnTo>
                    <a:pt x="2965" y="30"/>
                  </a:lnTo>
                  <a:cubicBezTo>
                    <a:pt x="2965" y="30"/>
                    <a:pt x="2965" y="29"/>
                    <a:pt x="2965" y="29"/>
                  </a:cubicBezTo>
                  <a:cubicBezTo>
                    <a:pt x="2963" y="27"/>
                    <a:pt x="2962" y="26"/>
                    <a:pt x="2960" y="24"/>
                  </a:cubicBezTo>
                  <a:cubicBezTo>
                    <a:pt x="2959" y="22"/>
                    <a:pt x="2957" y="20"/>
                    <a:pt x="2956" y="19"/>
                  </a:cubicBezTo>
                  <a:cubicBezTo>
                    <a:pt x="2956" y="19"/>
                    <a:pt x="2955" y="19"/>
                    <a:pt x="2955" y="19"/>
                  </a:cubicBezTo>
                  <a:cubicBezTo>
                    <a:pt x="2954" y="17"/>
                    <a:pt x="2953" y="17"/>
                    <a:pt x="2952" y="16"/>
                  </a:cubicBezTo>
                  <a:cubicBezTo>
                    <a:pt x="2950" y="14"/>
                    <a:pt x="2948" y="12"/>
                    <a:pt x="2945" y="11"/>
                  </a:cubicBezTo>
                  <a:cubicBezTo>
                    <a:pt x="2944" y="10"/>
                    <a:pt x="2942" y="9"/>
                    <a:pt x="2940" y="8"/>
                  </a:cubicBezTo>
                  <a:cubicBezTo>
                    <a:pt x="2938" y="7"/>
                    <a:pt x="2936" y="6"/>
                    <a:pt x="2934" y="5"/>
                  </a:cubicBezTo>
                  <a:cubicBezTo>
                    <a:pt x="2932" y="4"/>
                    <a:pt x="2930" y="4"/>
                    <a:pt x="2928" y="3"/>
                  </a:cubicBezTo>
                  <a:cubicBezTo>
                    <a:pt x="2925" y="3"/>
                    <a:pt x="2923" y="2"/>
                    <a:pt x="2921" y="2"/>
                  </a:cubicBezTo>
                  <a:cubicBezTo>
                    <a:pt x="2919" y="1"/>
                    <a:pt x="2917" y="1"/>
                    <a:pt x="2915" y="1"/>
                  </a:cubicBezTo>
                  <a:cubicBezTo>
                    <a:pt x="2913" y="1"/>
                    <a:pt x="2911" y="0"/>
                    <a:pt x="2908" y="1"/>
                  </a:cubicBezTo>
                  <a:cubicBezTo>
                    <a:pt x="2907" y="1"/>
                    <a:pt x="2905" y="1"/>
                    <a:pt x="2903" y="1"/>
                  </a:cubicBezTo>
                  <a:cubicBezTo>
                    <a:pt x="2900" y="1"/>
                    <a:pt x="2898" y="2"/>
                    <a:pt x="2896" y="2"/>
                  </a:cubicBezTo>
                  <a:cubicBezTo>
                    <a:pt x="2894" y="2"/>
                    <a:pt x="2892" y="3"/>
                    <a:pt x="2890" y="4"/>
                  </a:cubicBezTo>
                  <a:cubicBezTo>
                    <a:pt x="2887" y="5"/>
                    <a:pt x="2885" y="5"/>
                    <a:pt x="2883" y="6"/>
                  </a:cubicBezTo>
                  <a:cubicBezTo>
                    <a:pt x="2881" y="7"/>
                    <a:pt x="2879" y="8"/>
                    <a:pt x="2876" y="10"/>
                  </a:cubicBezTo>
                  <a:cubicBezTo>
                    <a:pt x="2875" y="11"/>
                    <a:pt x="2874" y="11"/>
                    <a:pt x="2872" y="12"/>
                  </a:cubicBezTo>
                  <a:cubicBezTo>
                    <a:pt x="2872" y="12"/>
                    <a:pt x="2872" y="12"/>
                    <a:pt x="2872" y="12"/>
                  </a:cubicBezTo>
                  <a:cubicBezTo>
                    <a:pt x="2870" y="14"/>
                    <a:pt x="2868" y="15"/>
                    <a:pt x="2867" y="17"/>
                  </a:cubicBezTo>
                  <a:cubicBezTo>
                    <a:pt x="2865" y="18"/>
                    <a:pt x="2863" y="20"/>
                    <a:pt x="2861" y="21"/>
                  </a:cubicBezTo>
                  <a:cubicBezTo>
                    <a:pt x="2861" y="21"/>
                    <a:pt x="2861" y="21"/>
                    <a:pt x="2861" y="21"/>
                  </a:cubicBezTo>
                  <a:lnTo>
                    <a:pt x="2242" y="680"/>
                  </a:lnTo>
                  <a:cubicBezTo>
                    <a:pt x="2180" y="454"/>
                    <a:pt x="1973" y="288"/>
                    <a:pt x="1727" y="288"/>
                  </a:cubicBezTo>
                  <a:cubicBezTo>
                    <a:pt x="1455" y="288"/>
                    <a:pt x="1230" y="492"/>
                    <a:pt x="1197" y="756"/>
                  </a:cubicBezTo>
                  <a:lnTo>
                    <a:pt x="1064" y="756"/>
                  </a:lnTo>
                  <a:cubicBezTo>
                    <a:pt x="1037" y="539"/>
                    <a:pt x="880" y="363"/>
                    <a:pt x="674" y="307"/>
                  </a:cubicBezTo>
                  <a:lnTo>
                    <a:pt x="799" y="173"/>
                  </a:lnTo>
                  <a:lnTo>
                    <a:pt x="919" y="350"/>
                  </a:lnTo>
                  <a:cubicBezTo>
                    <a:pt x="932" y="369"/>
                    <a:pt x="953" y="380"/>
                    <a:pt x="975" y="380"/>
                  </a:cubicBezTo>
                  <a:cubicBezTo>
                    <a:pt x="988" y="380"/>
                    <a:pt x="1001" y="376"/>
                    <a:pt x="1012" y="368"/>
                  </a:cubicBezTo>
                  <a:cubicBezTo>
                    <a:pt x="1042" y="347"/>
                    <a:pt x="1050" y="306"/>
                    <a:pt x="1030" y="275"/>
                  </a:cubicBezTo>
                  <a:lnTo>
                    <a:pt x="863" y="30"/>
                  </a:lnTo>
                  <a:cubicBezTo>
                    <a:pt x="863" y="30"/>
                    <a:pt x="863" y="29"/>
                    <a:pt x="863" y="29"/>
                  </a:cubicBezTo>
                  <a:cubicBezTo>
                    <a:pt x="861" y="27"/>
                    <a:pt x="860" y="26"/>
                    <a:pt x="858" y="24"/>
                  </a:cubicBezTo>
                  <a:cubicBezTo>
                    <a:pt x="857" y="22"/>
                    <a:pt x="855" y="20"/>
                    <a:pt x="854" y="19"/>
                  </a:cubicBezTo>
                  <a:cubicBezTo>
                    <a:pt x="854" y="19"/>
                    <a:pt x="854" y="19"/>
                    <a:pt x="853" y="19"/>
                  </a:cubicBezTo>
                  <a:cubicBezTo>
                    <a:pt x="852" y="17"/>
                    <a:pt x="851" y="17"/>
                    <a:pt x="850" y="16"/>
                  </a:cubicBezTo>
                  <a:cubicBezTo>
                    <a:pt x="848" y="14"/>
                    <a:pt x="846" y="12"/>
                    <a:pt x="843" y="11"/>
                  </a:cubicBezTo>
                  <a:cubicBezTo>
                    <a:pt x="842" y="10"/>
                    <a:pt x="840" y="9"/>
                    <a:pt x="838" y="8"/>
                  </a:cubicBezTo>
                  <a:cubicBezTo>
                    <a:pt x="836" y="7"/>
                    <a:pt x="834" y="6"/>
                    <a:pt x="832" y="5"/>
                  </a:cubicBezTo>
                  <a:cubicBezTo>
                    <a:pt x="830" y="4"/>
                    <a:pt x="827" y="4"/>
                    <a:pt x="825" y="3"/>
                  </a:cubicBezTo>
                  <a:cubicBezTo>
                    <a:pt x="823" y="3"/>
                    <a:pt x="821" y="2"/>
                    <a:pt x="819" y="2"/>
                  </a:cubicBezTo>
                  <a:cubicBezTo>
                    <a:pt x="817" y="1"/>
                    <a:pt x="815" y="1"/>
                    <a:pt x="813" y="1"/>
                  </a:cubicBezTo>
                  <a:cubicBezTo>
                    <a:pt x="811" y="1"/>
                    <a:pt x="809" y="1"/>
                    <a:pt x="807" y="1"/>
                  </a:cubicBezTo>
                  <a:cubicBezTo>
                    <a:pt x="805" y="1"/>
                    <a:pt x="802" y="1"/>
                    <a:pt x="800" y="1"/>
                  </a:cubicBezTo>
                  <a:cubicBezTo>
                    <a:pt x="798" y="1"/>
                    <a:pt x="796" y="2"/>
                    <a:pt x="794" y="2"/>
                  </a:cubicBezTo>
                  <a:cubicBezTo>
                    <a:pt x="792" y="2"/>
                    <a:pt x="790" y="3"/>
                    <a:pt x="787" y="4"/>
                  </a:cubicBezTo>
                  <a:cubicBezTo>
                    <a:pt x="785" y="5"/>
                    <a:pt x="783" y="5"/>
                    <a:pt x="782" y="6"/>
                  </a:cubicBezTo>
                  <a:cubicBezTo>
                    <a:pt x="779" y="7"/>
                    <a:pt x="777" y="8"/>
                    <a:pt x="774" y="10"/>
                  </a:cubicBezTo>
                  <a:cubicBezTo>
                    <a:pt x="773" y="11"/>
                    <a:pt x="772" y="11"/>
                    <a:pt x="770" y="12"/>
                  </a:cubicBezTo>
                  <a:cubicBezTo>
                    <a:pt x="770" y="12"/>
                    <a:pt x="770" y="12"/>
                    <a:pt x="770" y="12"/>
                  </a:cubicBezTo>
                  <a:cubicBezTo>
                    <a:pt x="768" y="14"/>
                    <a:pt x="766" y="15"/>
                    <a:pt x="765" y="17"/>
                  </a:cubicBezTo>
                  <a:cubicBezTo>
                    <a:pt x="763" y="18"/>
                    <a:pt x="761" y="20"/>
                    <a:pt x="760" y="21"/>
                  </a:cubicBezTo>
                  <a:cubicBezTo>
                    <a:pt x="759" y="21"/>
                    <a:pt x="759" y="21"/>
                    <a:pt x="759" y="21"/>
                  </a:cubicBezTo>
                  <a:lnTo>
                    <a:pt x="508" y="289"/>
                  </a:lnTo>
                  <a:cubicBezTo>
                    <a:pt x="225" y="302"/>
                    <a:pt x="0" y="536"/>
                    <a:pt x="0" y="822"/>
                  </a:cubicBezTo>
                  <a:cubicBezTo>
                    <a:pt x="0" y="1117"/>
                    <a:pt x="239" y="1356"/>
                    <a:pt x="534" y="1356"/>
                  </a:cubicBezTo>
                  <a:cubicBezTo>
                    <a:pt x="806" y="1356"/>
                    <a:pt x="1031" y="1152"/>
                    <a:pt x="1064" y="889"/>
                  </a:cubicBezTo>
                  <a:lnTo>
                    <a:pt x="1197" y="889"/>
                  </a:lnTo>
                  <a:cubicBezTo>
                    <a:pt x="1230" y="1152"/>
                    <a:pt x="1455" y="1356"/>
                    <a:pt x="1727" y="1356"/>
                  </a:cubicBezTo>
                  <a:cubicBezTo>
                    <a:pt x="2011" y="1356"/>
                    <a:pt x="2243" y="1135"/>
                    <a:pt x="2260" y="856"/>
                  </a:cubicBezTo>
                  <a:lnTo>
                    <a:pt x="2901" y="173"/>
                  </a:lnTo>
                  <a:lnTo>
                    <a:pt x="3021" y="350"/>
                  </a:lnTo>
                  <a:cubicBezTo>
                    <a:pt x="3034" y="369"/>
                    <a:pt x="3055" y="380"/>
                    <a:pt x="3077" y="380"/>
                  </a:cubicBezTo>
                  <a:cubicBezTo>
                    <a:pt x="3089" y="380"/>
                    <a:pt x="3103" y="376"/>
                    <a:pt x="3114" y="368"/>
                  </a:cubicBezTo>
                  <a:cubicBezTo>
                    <a:pt x="3144" y="347"/>
                    <a:pt x="3152" y="306"/>
                    <a:pt x="3132" y="275"/>
                  </a:cubicBezTo>
                  <a:lnTo>
                    <a:pt x="2965" y="3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2" name="组合 71"/>
            <p:cNvGrpSpPr/>
            <p:nvPr userDrawn="1"/>
          </p:nvGrpSpPr>
          <p:grpSpPr>
            <a:xfrm rot="1013132">
              <a:off x="10896206" y="2815985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10" name="Freeform 12"/>
              <p:cNvSpPr>
                <a:spLocks noEditPoints="1"/>
              </p:cNvSpPr>
              <p:nvPr userDrawn="1">
                <p:custDataLst>
                  <p:tags r:id="rId157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1" name="Freeform 13"/>
              <p:cNvSpPr/>
              <p:nvPr userDrawn="1">
                <p:custDataLst>
                  <p:tags r:id="rId158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2" name="Freeform 14"/>
              <p:cNvSpPr/>
              <p:nvPr userDrawn="1">
                <p:custDataLst>
                  <p:tags r:id="rId159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3" name="Freeform 15"/>
              <p:cNvSpPr/>
              <p:nvPr userDrawn="1">
                <p:custDataLst>
                  <p:tags r:id="rId160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4" name="Freeform 16"/>
              <p:cNvSpPr/>
              <p:nvPr userDrawn="1">
                <p:custDataLst>
                  <p:tags r:id="rId161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5" name="Freeform 17"/>
              <p:cNvSpPr/>
              <p:nvPr userDrawn="1">
                <p:custDataLst>
                  <p:tags r:id="rId162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16" name="Freeform 18"/>
              <p:cNvSpPr/>
              <p:nvPr userDrawn="1">
                <p:custDataLst>
                  <p:tags r:id="rId163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3" name="组合 72"/>
            <p:cNvGrpSpPr/>
            <p:nvPr userDrawn="1"/>
          </p:nvGrpSpPr>
          <p:grpSpPr>
            <a:xfrm>
              <a:off x="11093096" y="1325207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108" name="Freeform 19"/>
              <p:cNvSpPr>
                <a:spLocks noEditPoints="1"/>
              </p:cNvSpPr>
              <p:nvPr userDrawn="1">
                <p:custDataLst>
                  <p:tags r:id="rId164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9" name="Freeform 20"/>
              <p:cNvSpPr/>
              <p:nvPr userDrawn="1">
                <p:custDataLst>
                  <p:tags r:id="rId165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4" name="组合 73"/>
            <p:cNvGrpSpPr/>
            <p:nvPr userDrawn="1"/>
          </p:nvGrpSpPr>
          <p:grpSpPr>
            <a:xfrm rot="1013132">
              <a:off x="6176564" y="5290989"/>
              <a:ext cx="794889" cy="623974"/>
              <a:chOff x="3654425" y="5089525"/>
              <a:chExt cx="1860550" cy="1460500"/>
            </a:xfrm>
            <a:grpFill/>
          </p:grpSpPr>
          <p:sp>
            <p:nvSpPr>
              <p:cNvPr id="101" name="Freeform 12"/>
              <p:cNvSpPr>
                <a:spLocks noEditPoints="1"/>
              </p:cNvSpPr>
              <p:nvPr userDrawn="1">
                <p:custDataLst>
                  <p:tags r:id="rId166"/>
                </p:custDataLst>
              </p:nvPr>
            </p:nvSpPr>
            <p:spPr bwMode="auto">
              <a:xfrm>
                <a:off x="3654425" y="5089525"/>
                <a:ext cx="1860550" cy="1460500"/>
              </a:xfrm>
              <a:custGeom>
                <a:avLst/>
                <a:gdLst>
                  <a:gd name="T0" fmla="*/ 2372 w 2506"/>
                  <a:gd name="T1" fmla="*/ 1716 h 1970"/>
                  <a:gd name="T2" fmla="*/ 2372 w 2506"/>
                  <a:gd name="T3" fmla="*/ 1716 h 1970"/>
                  <a:gd name="T4" fmla="*/ 1858 w 2506"/>
                  <a:gd name="T5" fmla="*/ 1575 h 1970"/>
                  <a:gd name="T6" fmla="*/ 1818 w 2506"/>
                  <a:gd name="T7" fmla="*/ 1576 h 1970"/>
                  <a:gd name="T8" fmla="*/ 1323 w 2506"/>
                  <a:gd name="T9" fmla="*/ 1715 h 1970"/>
                  <a:gd name="T10" fmla="*/ 1323 w 2506"/>
                  <a:gd name="T11" fmla="*/ 308 h 1970"/>
                  <a:gd name="T12" fmla="*/ 1847 w 2506"/>
                  <a:gd name="T13" fmla="*/ 133 h 1970"/>
                  <a:gd name="T14" fmla="*/ 2372 w 2506"/>
                  <a:gd name="T15" fmla="*/ 310 h 1970"/>
                  <a:gd name="T16" fmla="*/ 2372 w 2506"/>
                  <a:gd name="T17" fmla="*/ 1716 h 1970"/>
                  <a:gd name="T18" fmla="*/ 1182 w 2506"/>
                  <a:gd name="T19" fmla="*/ 1715 h 1970"/>
                  <a:gd name="T20" fmla="*/ 1182 w 2506"/>
                  <a:gd name="T21" fmla="*/ 1715 h 1970"/>
                  <a:gd name="T22" fmla="*/ 688 w 2506"/>
                  <a:gd name="T23" fmla="*/ 1576 h 1970"/>
                  <a:gd name="T24" fmla="*/ 647 w 2506"/>
                  <a:gd name="T25" fmla="*/ 1575 h 1970"/>
                  <a:gd name="T26" fmla="*/ 133 w 2506"/>
                  <a:gd name="T27" fmla="*/ 1716 h 1970"/>
                  <a:gd name="T28" fmla="*/ 133 w 2506"/>
                  <a:gd name="T29" fmla="*/ 310 h 1970"/>
                  <a:gd name="T30" fmla="*/ 659 w 2506"/>
                  <a:gd name="T31" fmla="*/ 133 h 1970"/>
                  <a:gd name="T32" fmla="*/ 1182 w 2506"/>
                  <a:gd name="T33" fmla="*/ 308 h 1970"/>
                  <a:gd name="T34" fmla="*/ 1182 w 2506"/>
                  <a:gd name="T35" fmla="*/ 1715 h 1970"/>
                  <a:gd name="T36" fmla="*/ 1849 w 2506"/>
                  <a:gd name="T37" fmla="*/ 0 h 1970"/>
                  <a:gd name="T38" fmla="*/ 1849 w 2506"/>
                  <a:gd name="T39" fmla="*/ 0 h 1970"/>
                  <a:gd name="T40" fmla="*/ 1823 w 2506"/>
                  <a:gd name="T41" fmla="*/ 0 h 1970"/>
                  <a:gd name="T42" fmla="*/ 1253 w 2506"/>
                  <a:gd name="T43" fmla="*/ 184 h 1970"/>
                  <a:gd name="T44" fmla="*/ 683 w 2506"/>
                  <a:gd name="T45" fmla="*/ 0 h 1970"/>
                  <a:gd name="T46" fmla="*/ 657 w 2506"/>
                  <a:gd name="T47" fmla="*/ 0 h 1970"/>
                  <a:gd name="T48" fmla="*/ 5 w 2506"/>
                  <a:gd name="T49" fmla="*/ 267 h 1970"/>
                  <a:gd name="T50" fmla="*/ 0 w 2506"/>
                  <a:gd name="T51" fmla="*/ 279 h 1970"/>
                  <a:gd name="T52" fmla="*/ 0 w 2506"/>
                  <a:gd name="T53" fmla="*/ 1970 h 1970"/>
                  <a:gd name="T54" fmla="*/ 107 w 2506"/>
                  <a:gd name="T55" fmla="*/ 1889 h 1970"/>
                  <a:gd name="T56" fmla="*/ 682 w 2506"/>
                  <a:gd name="T57" fmla="*/ 1709 h 1970"/>
                  <a:gd name="T58" fmla="*/ 1190 w 2506"/>
                  <a:gd name="T59" fmla="*/ 1876 h 1970"/>
                  <a:gd name="T60" fmla="*/ 1208 w 2506"/>
                  <a:gd name="T61" fmla="*/ 1888 h 1970"/>
                  <a:gd name="T62" fmla="*/ 1253 w 2506"/>
                  <a:gd name="T63" fmla="*/ 1924 h 1970"/>
                  <a:gd name="T64" fmla="*/ 1298 w 2506"/>
                  <a:gd name="T65" fmla="*/ 1888 h 1970"/>
                  <a:gd name="T66" fmla="*/ 1316 w 2506"/>
                  <a:gd name="T67" fmla="*/ 1876 h 1970"/>
                  <a:gd name="T68" fmla="*/ 1824 w 2506"/>
                  <a:gd name="T69" fmla="*/ 1709 h 1970"/>
                  <a:gd name="T70" fmla="*/ 2399 w 2506"/>
                  <a:gd name="T71" fmla="*/ 1889 h 1970"/>
                  <a:gd name="T72" fmla="*/ 2506 w 2506"/>
                  <a:gd name="T73" fmla="*/ 1970 h 1970"/>
                  <a:gd name="T74" fmla="*/ 2506 w 2506"/>
                  <a:gd name="T75" fmla="*/ 279 h 1970"/>
                  <a:gd name="T76" fmla="*/ 2501 w 2506"/>
                  <a:gd name="T77" fmla="*/ 267 h 1970"/>
                  <a:gd name="T78" fmla="*/ 1849 w 2506"/>
                  <a:gd name="T79" fmla="*/ 0 h 19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2506" h="1970">
                    <a:moveTo>
                      <a:pt x="2372" y="1716"/>
                    </a:moveTo>
                    <a:lnTo>
                      <a:pt x="2372" y="1716"/>
                    </a:lnTo>
                    <a:cubicBezTo>
                      <a:pt x="2261" y="1655"/>
                      <a:pt x="2075" y="1575"/>
                      <a:pt x="1858" y="1575"/>
                    </a:cubicBezTo>
                    <a:cubicBezTo>
                      <a:pt x="1845" y="1575"/>
                      <a:pt x="1831" y="1576"/>
                      <a:pt x="1818" y="1576"/>
                    </a:cubicBezTo>
                    <a:cubicBezTo>
                      <a:pt x="1599" y="1587"/>
                      <a:pt x="1427" y="1659"/>
                      <a:pt x="1323" y="1715"/>
                    </a:cubicBezTo>
                    <a:lnTo>
                      <a:pt x="1323" y="308"/>
                    </a:lnTo>
                    <a:cubicBezTo>
                      <a:pt x="1347" y="271"/>
                      <a:pt x="1462" y="127"/>
                      <a:pt x="1847" y="133"/>
                    </a:cubicBezTo>
                    <a:cubicBezTo>
                      <a:pt x="2229" y="140"/>
                      <a:pt x="2347" y="273"/>
                      <a:pt x="2372" y="310"/>
                    </a:cubicBezTo>
                    <a:lnTo>
                      <a:pt x="2372" y="1716"/>
                    </a:lnTo>
                    <a:close/>
                    <a:moveTo>
                      <a:pt x="1182" y="1715"/>
                    </a:moveTo>
                    <a:lnTo>
                      <a:pt x="1182" y="1715"/>
                    </a:lnTo>
                    <a:cubicBezTo>
                      <a:pt x="1079" y="1659"/>
                      <a:pt x="906" y="1587"/>
                      <a:pt x="688" y="1576"/>
                    </a:cubicBezTo>
                    <a:cubicBezTo>
                      <a:pt x="674" y="1576"/>
                      <a:pt x="661" y="1575"/>
                      <a:pt x="647" y="1575"/>
                    </a:cubicBezTo>
                    <a:cubicBezTo>
                      <a:pt x="431" y="1575"/>
                      <a:pt x="244" y="1655"/>
                      <a:pt x="133" y="1716"/>
                    </a:cubicBezTo>
                    <a:lnTo>
                      <a:pt x="133" y="310"/>
                    </a:lnTo>
                    <a:cubicBezTo>
                      <a:pt x="159" y="273"/>
                      <a:pt x="276" y="140"/>
                      <a:pt x="659" y="133"/>
                    </a:cubicBezTo>
                    <a:cubicBezTo>
                      <a:pt x="1044" y="127"/>
                      <a:pt x="1159" y="271"/>
                      <a:pt x="1182" y="308"/>
                    </a:cubicBezTo>
                    <a:lnTo>
                      <a:pt x="1182" y="1715"/>
                    </a:lnTo>
                    <a:close/>
                    <a:moveTo>
                      <a:pt x="1849" y="0"/>
                    </a:moveTo>
                    <a:lnTo>
                      <a:pt x="1849" y="0"/>
                    </a:lnTo>
                    <a:cubicBezTo>
                      <a:pt x="1840" y="0"/>
                      <a:pt x="1831" y="0"/>
                      <a:pt x="1823" y="0"/>
                    </a:cubicBezTo>
                    <a:cubicBezTo>
                      <a:pt x="1490" y="0"/>
                      <a:pt x="1328" y="105"/>
                      <a:pt x="1253" y="184"/>
                    </a:cubicBezTo>
                    <a:cubicBezTo>
                      <a:pt x="1178" y="105"/>
                      <a:pt x="1015" y="0"/>
                      <a:pt x="683" y="0"/>
                    </a:cubicBezTo>
                    <a:cubicBezTo>
                      <a:pt x="674" y="0"/>
                      <a:pt x="666" y="0"/>
                      <a:pt x="657" y="0"/>
                    </a:cubicBezTo>
                    <a:cubicBezTo>
                      <a:pt x="127" y="9"/>
                      <a:pt x="16" y="240"/>
                      <a:pt x="5" y="267"/>
                    </a:cubicBezTo>
                    <a:lnTo>
                      <a:pt x="0" y="279"/>
                    </a:lnTo>
                    <a:lnTo>
                      <a:pt x="0" y="1970"/>
                    </a:lnTo>
                    <a:lnTo>
                      <a:pt x="107" y="1889"/>
                    </a:lnTo>
                    <a:cubicBezTo>
                      <a:pt x="109" y="1887"/>
                      <a:pt x="369" y="1695"/>
                      <a:pt x="682" y="1709"/>
                    </a:cubicBezTo>
                    <a:cubicBezTo>
                      <a:pt x="943" y="1722"/>
                      <a:pt x="1133" y="1837"/>
                      <a:pt x="1190" y="1876"/>
                    </a:cubicBezTo>
                    <a:cubicBezTo>
                      <a:pt x="1201" y="1883"/>
                      <a:pt x="1207" y="1888"/>
                      <a:pt x="1208" y="1888"/>
                    </a:cubicBezTo>
                    <a:lnTo>
                      <a:pt x="1253" y="1924"/>
                    </a:lnTo>
                    <a:lnTo>
                      <a:pt x="1298" y="1888"/>
                    </a:lnTo>
                    <a:cubicBezTo>
                      <a:pt x="1298" y="1888"/>
                      <a:pt x="1304" y="1883"/>
                      <a:pt x="1316" y="1876"/>
                    </a:cubicBezTo>
                    <a:cubicBezTo>
                      <a:pt x="1373" y="1837"/>
                      <a:pt x="1563" y="1722"/>
                      <a:pt x="1824" y="1709"/>
                    </a:cubicBezTo>
                    <a:cubicBezTo>
                      <a:pt x="2135" y="1695"/>
                      <a:pt x="2396" y="1887"/>
                      <a:pt x="2399" y="1889"/>
                    </a:cubicBezTo>
                    <a:lnTo>
                      <a:pt x="2506" y="1970"/>
                    </a:lnTo>
                    <a:lnTo>
                      <a:pt x="2506" y="279"/>
                    </a:lnTo>
                    <a:lnTo>
                      <a:pt x="2501" y="267"/>
                    </a:lnTo>
                    <a:cubicBezTo>
                      <a:pt x="2490" y="240"/>
                      <a:pt x="2379" y="9"/>
                      <a:pt x="1849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2" name="Freeform 13"/>
              <p:cNvSpPr/>
              <p:nvPr userDrawn="1">
                <p:custDataLst>
                  <p:tags r:id="rId167"/>
                </p:custDataLst>
              </p:nvPr>
            </p:nvSpPr>
            <p:spPr bwMode="auto">
              <a:xfrm>
                <a:off x="3829050" y="53990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0 h 206"/>
                  <a:gd name="T12" fmla="*/ 68 w 844"/>
                  <a:gd name="T13" fmla="*/ 193 h 206"/>
                  <a:gd name="T14" fmla="*/ 437 w 844"/>
                  <a:gd name="T15" fmla="*/ 89 h 206"/>
                  <a:gd name="T16" fmla="*/ 775 w 844"/>
                  <a:gd name="T17" fmla="*/ 193 h 206"/>
                  <a:gd name="T18" fmla="*/ 831 w 844"/>
                  <a:gd name="T19" fmla="*/ 183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3"/>
                      <a:pt x="667" y="19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3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8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3" name="Freeform 14"/>
              <p:cNvSpPr/>
              <p:nvPr userDrawn="1">
                <p:custDataLst>
                  <p:tags r:id="rId168"/>
                </p:custDataLst>
              </p:nvPr>
            </p:nvSpPr>
            <p:spPr bwMode="auto">
              <a:xfrm>
                <a:off x="3829050" y="56784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4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3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3"/>
                      <a:pt x="775" y="194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4" name="Freeform 15"/>
              <p:cNvSpPr/>
              <p:nvPr userDrawn="1">
                <p:custDataLst>
                  <p:tags r:id="rId169"/>
                </p:custDataLst>
              </p:nvPr>
            </p:nvSpPr>
            <p:spPr bwMode="auto">
              <a:xfrm>
                <a:off x="3829050" y="5957888"/>
                <a:ext cx="627063" cy="153988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8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8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5" name="Freeform 16"/>
              <p:cNvSpPr/>
              <p:nvPr userDrawn="1">
                <p:custDataLst>
                  <p:tags r:id="rId170"/>
                </p:custDataLst>
              </p:nvPr>
            </p:nvSpPr>
            <p:spPr bwMode="auto">
              <a:xfrm>
                <a:off x="4713288" y="5437188"/>
                <a:ext cx="627063" cy="152400"/>
              </a:xfrm>
              <a:custGeom>
                <a:avLst/>
                <a:gdLst>
                  <a:gd name="T0" fmla="*/ 822 w 844"/>
                  <a:gd name="T1" fmla="*/ 127 h 205"/>
                  <a:gd name="T2" fmla="*/ 822 w 844"/>
                  <a:gd name="T3" fmla="*/ 127 h 205"/>
                  <a:gd name="T4" fmla="*/ 441 w 844"/>
                  <a:gd name="T5" fmla="*/ 9 h 205"/>
                  <a:gd name="T6" fmla="*/ 23 w 844"/>
                  <a:gd name="T7" fmla="*/ 127 h 205"/>
                  <a:gd name="T8" fmla="*/ 12 w 844"/>
                  <a:gd name="T9" fmla="*/ 182 h 205"/>
                  <a:gd name="T10" fmla="*/ 45 w 844"/>
                  <a:gd name="T11" fmla="*/ 200 h 205"/>
                  <a:gd name="T12" fmla="*/ 67 w 844"/>
                  <a:gd name="T13" fmla="*/ 193 h 205"/>
                  <a:gd name="T14" fmla="*/ 437 w 844"/>
                  <a:gd name="T15" fmla="*/ 89 h 205"/>
                  <a:gd name="T16" fmla="*/ 775 w 844"/>
                  <a:gd name="T17" fmla="*/ 193 h 205"/>
                  <a:gd name="T18" fmla="*/ 831 w 844"/>
                  <a:gd name="T19" fmla="*/ 183 h 205"/>
                  <a:gd name="T20" fmla="*/ 822 w 844"/>
                  <a:gd name="T21" fmla="*/ 127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5">
                    <a:moveTo>
                      <a:pt x="822" y="127"/>
                    </a:moveTo>
                    <a:lnTo>
                      <a:pt x="822" y="127"/>
                    </a:lnTo>
                    <a:cubicBezTo>
                      <a:pt x="815" y="123"/>
                      <a:pt x="667" y="19"/>
                      <a:pt x="441" y="9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39"/>
                      <a:pt x="0" y="164"/>
                      <a:pt x="12" y="182"/>
                    </a:cubicBezTo>
                    <a:cubicBezTo>
                      <a:pt x="20" y="194"/>
                      <a:pt x="32" y="200"/>
                      <a:pt x="45" y="200"/>
                    </a:cubicBezTo>
                    <a:cubicBezTo>
                      <a:pt x="53" y="200"/>
                      <a:pt x="61" y="198"/>
                      <a:pt x="67" y="193"/>
                    </a:cubicBezTo>
                    <a:cubicBezTo>
                      <a:pt x="69" y="192"/>
                      <a:pt x="236" y="81"/>
                      <a:pt x="437" y="89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5"/>
                      <a:pt x="818" y="201"/>
                      <a:pt x="831" y="183"/>
                    </a:cubicBezTo>
                    <a:cubicBezTo>
                      <a:pt x="844" y="165"/>
                      <a:pt x="840" y="140"/>
                      <a:pt x="822" y="12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6" name="Freeform 17"/>
              <p:cNvSpPr/>
              <p:nvPr userDrawn="1">
                <p:custDataLst>
                  <p:tags r:id="rId171"/>
                </p:custDataLst>
              </p:nvPr>
            </p:nvSpPr>
            <p:spPr bwMode="auto">
              <a:xfrm>
                <a:off x="4713288" y="5716588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8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8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5"/>
                      <a:pt x="32" y="201"/>
                      <a:pt x="45" y="201"/>
                    </a:cubicBezTo>
                    <a:cubicBezTo>
                      <a:pt x="53" y="201"/>
                      <a:pt x="61" y="199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9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7" name="Freeform 18"/>
              <p:cNvSpPr/>
              <p:nvPr userDrawn="1">
                <p:custDataLst>
                  <p:tags r:id="rId172"/>
                </p:custDataLst>
              </p:nvPr>
            </p:nvSpPr>
            <p:spPr bwMode="auto">
              <a:xfrm>
                <a:off x="4713288" y="5997575"/>
                <a:ext cx="627063" cy="152400"/>
              </a:xfrm>
              <a:custGeom>
                <a:avLst/>
                <a:gdLst>
                  <a:gd name="T0" fmla="*/ 822 w 844"/>
                  <a:gd name="T1" fmla="*/ 128 h 206"/>
                  <a:gd name="T2" fmla="*/ 822 w 844"/>
                  <a:gd name="T3" fmla="*/ 128 h 206"/>
                  <a:gd name="T4" fmla="*/ 441 w 844"/>
                  <a:gd name="T5" fmla="*/ 10 h 206"/>
                  <a:gd name="T6" fmla="*/ 23 w 844"/>
                  <a:gd name="T7" fmla="*/ 127 h 206"/>
                  <a:gd name="T8" fmla="*/ 12 w 844"/>
                  <a:gd name="T9" fmla="*/ 183 h 206"/>
                  <a:gd name="T10" fmla="*/ 45 w 844"/>
                  <a:gd name="T11" fmla="*/ 201 h 206"/>
                  <a:gd name="T12" fmla="*/ 67 w 844"/>
                  <a:gd name="T13" fmla="*/ 194 h 206"/>
                  <a:gd name="T14" fmla="*/ 437 w 844"/>
                  <a:gd name="T15" fmla="*/ 90 h 206"/>
                  <a:gd name="T16" fmla="*/ 775 w 844"/>
                  <a:gd name="T17" fmla="*/ 193 h 206"/>
                  <a:gd name="T18" fmla="*/ 831 w 844"/>
                  <a:gd name="T19" fmla="*/ 184 h 206"/>
                  <a:gd name="T20" fmla="*/ 822 w 844"/>
                  <a:gd name="T21" fmla="*/ 128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4" h="206">
                    <a:moveTo>
                      <a:pt x="822" y="128"/>
                    </a:moveTo>
                    <a:lnTo>
                      <a:pt x="822" y="128"/>
                    </a:lnTo>
                    <a:cubicBezTo>
                      <a:pt x="815" y="124"/>
                      <a:pt x="667" y="20"/>
                      <a:pt x="441" y="10"/>
                    </a:cubicBezTo>
                    <a:cubicBezTo>
                      <a:pt x="213" y="0"/>
                      <a:pt x="30" y="122"/>
                      <a:pt x="23" y="127"/>
                    </a:cubicBezTo>
                    <a:cubicBezTo>
                      <a:pt x="4" y="140"/>
                      <a:pt x="0" y="165"/>
                      <a:pt x="12" y="183"/>
                    </a:cubicBezTo>
                    <a:cubicBezTo>
                      <a:pt x="20" y="194"/>
                      <a:pt x="32" y="201"/>
                      <a:pt x="45" y="201"/>
                    </a:cubicBezTo>
                    <a:cubicBezTo>
                      <a:pt x="53" y="201"/>
                      <a:pt x="61" y="198"/>
                      <a:pt x="67" y="194"/>
                    </a:cubicBezTo>
                    <a:cubicBezTo>
                      <a:pt x="69" y="193"/>
                      <a:pt x="236" y="82"/>
                      <a:pt x="437" y="90"/>
                    </a:cubicBezTo>
                    <a:cubicBezTo>
                      <a:pt x="639" y="98"/>
                      <a:pt x="774" y="192"/>
                      <a:pt x="775" y="193"/>
                    </a:cubicBezTo>
                    <a:cubicBezTo>
                      <a:pt x="793" y="206"/>
                      <a:pt x="818" y="202"/>
                      <a:pt x="831" y="184"/>
                    </a:cubicBezTo>
                    <a:cubicBezTo>
                      <a:pt x="844" y="166"/>
                      <a:pt x="840" y="141"/>
                      <a:pt x="822" y="128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75" name="Freeform 19"/>
            <p:cNvSpPr>
              <a:spLocks noEditPoints="1"/>
            </p:cNvSpPr>
            <p:nvPr userDrawn="1">
              <p:custDataLst>
                <p:tags r:id="rId173"/>
              </p:custDataLst>
            </p:nvPr>
          </p:nvSpPr>
          <p:spPr bwMode="auto">
            <a:xfrm rot="3628785">
              <a:off x="4614671" y="6522288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"/>
            <p:cNvSpPr>
              <a:spLocks noEditPoints="1"/>
            </p:cNvSpPr>
            <p:nvPr userDrawn="1">
              <p:custDataLst>
                <p:tags r:id="rId174"/>
              </p:custDataLst>
            </p:nvPr>
          </p:nvSpPr>
          <p:spPr bwMode="auto">
            <a:xfrm rot="20132266">
              <a:off x="-807207" y="5977073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77" name="组合 76"/>
            <p:cNvGrpSpPr/>
            <p:nvPr userDrawn="1"/>
          </p:nvGrpSpPr>
          <p:grpSpPr>
            <a:xfrm rot="21086915">
              <a:off x="11056807" y="581802"/>
              <a:ext cx="920458" cy="709092"/>
              <a:chOff x="2486025" y="3619500"/>
              <a:chExt cx="1500188" cy="1155700"/>
            </a:xfrm>
            <a:grpFill/>
          </p:grpSpPr>
          <p:sp>
            <p:nvSpPr>
              <p:cNvPr id="99" name="Freeform 26"/>
              <p:cNvSpPr>
                <a:spLocks noEditPoints="1"/>
              </p:cNvSpPr>
              <p:nvPr userDrawn="1">
                <p:custDataLst>
                  <p:tags r:id="rId175"/>
                </p:custDataLst>
              </p:nvPr>
            </p:nvSpPr>
            <p:spPr bwMode="auto">
              <a:xfrm>
                <a:off x="2486025" y="3619500"/>
                <a:ext cx="1500188" cy="1155700"/>
              </a:xfrm>
              <a:custGeom>
                <a:avLst/>
                <a:gdLst>
                  <a:gd name="T0" fmla="*/ 408 w 815"/>
                  <a:gd name="T1" fmla="*/ 553 h 627"/>
                  <a:gd name="T2" fmla="*/ 408 w 815"/>
                  <a:gd name="T3" fmla="*/ 553 h 627"/>
                  <a:gd name="T4" fmla="*/ 207 w 815"/>
                  <a:gd name="T5" fmla="*/ 353 h 627"/>
                  <a:gd name="T6" fmla="*/ 408 w 815"/>
                  <a:gd name="T7" fmla="*/ 152 h 627"/>
                  <a:gd name="T8" fmla="*/ 608 w 815"/>
                  <a:gd name="T9" fmla="*/ 353 h 627"/>
                  <a:gd name="T10" fmla="*/ 408 w 815"/>
                  <a:gd name="T11" fmla="*/ 553 h 627"/>
                  <a:gd name="T12" fmla="*/ 156 w 815"/>
                  <a:gd name="T13" fmla="*/ 176 h 627"/>
                  <a:gd name="T14" fmla="*/ 156 w 815"/>
                  <a:gd name="T15" fmla="*/ 176 h 627"/>
                  <a:gd name="T16" fmla="*/ 54 w 815"/>
                  <a:gd name="T17" fmla="*/ 176 h 627"/>
                  <a:gd name="T18" fmla="*/ 54 w 815"/>
                  <a:gd name="T19" fmla="*/ 118 h 627"/>
                  <a:gd name="T20" fmla="*/ 156 w 815"/>
                  <a:gd name="T21" fmla="*/ 118 h 627"/>
                  <a:gd name="T22" fmla="*/ 156 w 815"/>
                  <a:gd name="T23" fmla="*/ 176 h 627"/>
                  <a:gd name="T24" fmla="*/ 601 w 815"/>
                  <a:gd name="T25" fmla="*/ 79 h 627"/>
                  <a:gd name="T26" fmla="*/ 601 w 815"/>
                  <a:gd name="T27" fmla="*/ 79 h 627"/>
                  <a:gd name="T28" fmla="*/ 530 w 815"/>
                  <a:gd name="T29" fmla="*/ 0 h 627"/>
                  <a:gd name="T30" fmla="*/ 285 w 815"/>
                  <a:gd name="T31" fmla="*/ 0 h 627"/>
                  <a:gd name="T32" fmla="*/ 214 w 815"/>
                  <a:gd name="T33" fmla="*/ 79 h 627"/>
                  <a:gd name="T34" fmla="*/ 0 w 815"/>
                  <a:gd name="T35" fmla="*/ 79 h 627"/>
                  <a:gd name="T36" fmla="*/ 0 w 815"/>
                  <a:gd name="T37" fmla="*/ 627 h 627"/>
                  <a:gd name="T38" fmla="*/ 815 w 815"/>
                  <a:gd name="T39" fmla="*/ 627 h 627"/>
                  <a:gd name="T40" fmla="*/ 815 w 815"/>
                  <a:gd name="T41" fmla="*/ 79 h 627"/>
                  <a:gd name="T42" fmla="*/ 601 w 815"/>
                  <a:gd name="T43" fmla="*/ 79 h 6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815" h="627">
                    <a:moveTo>
                      <a:pt x="408" y="553"/>
                    </a:moveTo>
                    <a:lnTo>
                      <a:pt x="408" y="553"/>
                    </a:lnTo>
                    <a:cubicBezTo>
                      <a:pt x="297" y="553"/>
                      <a:pt x="207" y="463"/>
                      <a:pt x="207" y="353"/>
                    </a:cubicBezTo>
                    <a:cubicBezTo>
                      <a:pt x="207" y="242"/>
                      <a:pt x="297" y="152"/>
                      <a:pt x="408" y="152"/>
                    </a:cubicBezTo>
                    <a:cubicBezTo>
                      <a:pt x="518" y="152"/>
                      <a:pt x="608" y="242"/>
                      <a:pt x="608" y="353"/>
                    </a:cubicBezTo>
                    <a:cubicBezTo>
                      <a:pt x="608" y="463"/>
                      <a:pt x="518" y="553"/>
                      <a:pt x="408" y="553"/>
                    </a:cubicBezTo>
                    <a:close/>
                    <a:moveTo>
                      <a:pt x="156" y="176"/>
                    </a:moveTo>
                    <a:lnTo>
                      <a:pt x="156" y="176"/>
                    </a:lnTo>
                    <a:lnTo>
                      <a:pt x="54" y="176"/>
                    </a:lnTo>
                    <a:lnTo>
                      <a:pt x="54" y="118"/>
                    </a:lnTo>
                    <a:lnTo>
                      <a:pt x="156" y="118"/>
                    </a:lnTo>
                    <a:lnTo>
                      <a:pt x="156" y="176"/>
                    </a:lnTo>
                    <a:close/>
                    <a:moveTo>
                      <a:pt x="601" y="79"/>
                    </a:moveTo>
                    <a:lnTo>
                      <a:pt x="601" y="79"/>
                    </a:lnTo>
                    <a:lnTo>
                      <a:pt x="530" y="0"/>
                    </a:lnTo>
                    <a:lnTo>
                      <a:pt x="285" y="0"/>
                    </a:lnTo>
                    <a:lnTo>
                      <a:pt x="214" y="79"/>
                    </a:lnTo>
                    <a:lnTo>
                      <a:pt x="0" y="79"/>
                    </a:lnTo>
                    <a:lnTo>
                      <a:pt x="0" y="627"/>
                    </a:lnTo>
                    <a:lnTo>
                      <a:pt x="815" y="627"/>
                    </a:lnTo>
                    <a:lnTo>
                      <a:pt x="815" y="79"/>
                    </a:lnTo>
                    <a:lnTo>
                      <a:pt x="601" y="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27"/>
              <p:cNvSpPr/>
              <p:nvPr userDrawn="1">
                <p:custDataLst>
                  <p:tags r:id="rId176"/>
                </p:custDataLst>
              </p:nvPr>
            </p:nvSpPr>
            <p:spPr bwMode="auto">
              <a:xfrm>
                <a:off x="2955925" y="3987800"/>
                <a:ext cx="560388" cy="565150"/>
              </a:xfrm>
              <a:custGeom>
                <a:avLst/>
                <a:gdLst>
                  <a:gd name="T0" fmla="*/ 153 w 305"/>
                  <a:gd name="T1" fmla="*/ 0 h 306"/>
                  <a:gd name="T2" fmla="*/ 153 w 305"/>
                  <a:gd name="T3" fmla="*/ 0 h 306"/>
                  <a:gd name="T4" fmla="*/ 0 w 305"/>
                  <a:gd name="T5" fmla="*/ 153 h 306"/>
                  <a:gd name="T6" fmla="*/ 153 w 305"/>
                  <a:gd name="T7" fmla="*/ 306 h 306"/>
                  <a:gd name="T8" fmla="*/ 305 w 305"/>
                  <a:gd name="T9" fmla="*/ 153 h 306"/>
                  <a:gd name="T10" fmla="*/ 153 w 305"/>
                  <a:gd name="T11" fmla="*/ 0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05" h="306">
                    <a:moveTo>
                      <a:pt x="153" y="0"/>
                    </a:moveTo>
                    <a:lnTo>
                      <a:pt x="153" y="0"/>
                    </a:lnTo>
                    <a:cubicBezTo>
                      <a:pt x="68" y="0"/>
                      <a:pt x="0" y="68"/>
                      <a:pt x="0" y="153"/>
                    </a:cubicBezTo>
                    <a:cubicBezTo>
                      <a:pt x="0" y="237"/>
                      <a:pt x="68" y="306"/>
                      <a:pt x="153" y="306"/>
                    </a:cubicBezTo>
                    <a:cubicBezTo>
                      <a:pt x="237" y="306"/>
                      <a:pt x="305" y="237"/>
                      <a:pt x="305" y="153"/>
                    </a:cubicBezTo>
                    <a:cubicBezTo>
                      <a:pt x="305" y="68"/>
                      <a:pt x="237" y="0"/>
                      <a:pt x="153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8" name="组 215"/>
            <p:cNvGrpSpPr/>
            <p:nvPr userDrawn="1"/>
          </p:nvGrpSpPr>
          <p:grpSpPr>
            <a:xfrm rot="2803540">
              <a:off x="9225928" y="-1135170"/>
              <a:ext cx="337162" cy="1815987"/>
              <a:chOff x="6099175" y="2627313"/>
              <a:chExt cx="411163" cy="2214563"/>
            </a:xfrm>
            <a:grpFill/>
          </p:grpSpPr>
          <p:sp>
            <p:nvSpPr>
              <p:cNvPr id="95" name="Freeform 13"/>
              <p:cNvSpPr>
                <a:spLocks noEditPoints="1"/>
              </p:cNvSpPr>
              <p:nvPr userDrawn="1">
                <p:custDataLst>
                  <p:tags r:id="rId177"/>
                </p:custDataLst>
              </p:nvPr>
            </p:nvSpPr>
            <p:spPr bwMode="auto">
              <a:xfrm>
                <a:off x="6130131" y="3048001"/>
                <a:ext cx="349250" cy="1258888"/>
              </a:xfrm>
              <a:custGeom>
                <a:avLst/>
                <a:gdLst>
                  <a:gd name="T0" fmla="*/ 137 w 367"/>
                  <a:gd name="T1" fmla="*/ 40 h 1313"/>
                  <a:gd name="T2" fmla="*/ 137 w 367"/>
                  <a:gd name="T3" fmla="*/ 40 h 1313"/>
                  <a:gd name="T4" fmla="*/ 230 w 367"/>
                  <a:gd name="T5" fmla="*/ 40 h 1313"/>
                  <a:gd name="T6" fmla="*/ 230 w 367"/>
                  <a:gd name="T7" fmla="*/ 1273 h 1313"/>
                  <a:gd name="T8" fmla="*/ 137 w 367"/>
                  <a:gd name="T9" fmla="*/ 1273 h 1313"/>
                  <a:gd name="T10" fmla="*/ 137 w 367"/>
                  <a:gd name="T11" fmla="*/ 40 h 1313"/>
                  <a:gd name="T12" fmla="*/ 97 w 367"/>
                  <a:gd name="T13" fmla="*/ 1273 h 1313"/>
                  <a:gd name="T14" fmla="*/ 97 w 367"/>
                  <a:gd name="T15" fmla="*/ 1273 h 1313"/>
                  <a:gd name="T16" fmla="*/ 40 w 367"/>
                  <a:gd name="T17" fmla="*/ 1273 h 1313"/>
                  <a:gd name="T18" fmla="*/ 40 w 367"/>
                  <a:gd name="T19" fmla="*/ 40 h 1313"/>
                  <a:gd name="T20" fmla="*/ 97 w 367"/>
                  <a:gd name="T21" fmla="*/ 40 h 1313"/>
                  <a:gd name="T22" fmla="*/ 97 w 367"/>
                  <a:gd name="T23" fmla="*/ 1273 h 1313"/>
                  <a:gd name="T24" fmla="*/ 270 w 367"/>
                  <a:gd name="T25" fmla="*/ 40 h 1313"/>
                  <a:gd name="T26" fmla="*/ 270 w 367"/>
                  <a:gd name="T27" fmla="*/ 40 h 1313"/>
                  <a:gd name="T28" fmla="*/ 327 w 367"/>
                  <a:gd name="T29" fmla="*/ 40 h 1313"/>
                  <a:gd name="T30" fmla="*/ 327 w 367"/>
                  <a:gd name="T31" fmla="*/ 1273 h 1313"/>
                  <a:gd name="T32" fmla="*/ 270 w 367"/>
                  <a:gd name="T33" fmla="*/ 1273 h 1313"/>
                  <a:gd name="T34" fmla="*/ 270 w 367"/>
                  <a:gd name="T35" fmla="*/ 40 h 1313"/>
                  <a:gd name="T36" fmla="*/ 270 w 367"/>
                  <a:gd name="T37" fmla="*/ 1313 h 1313"/>
                  <a:gd name="T38" fmla="*/ 270 w 367"/>
                  <a:gd name="T39" fmla="*/ 1313 h 1313"/>
                  <a:gd name="T40" fmla="*/ 270 w 367"/>
                  <a:gd name="T41" fmla="*/ 1313 h 1313"/>
                  <a:gd name="T42" fmla="*/ 367 w 367"/>
                  <a:gd name="T43" fmla="*/ 1313 h 1313"/>
                  <a:gd name="T44" fmla="*/ 367 w 367"/>
                  <a:gd name="T45" fmla="*/ 0 h 1313"/>
                  <a:gd name="T46" fmla="*/ 0 w 367"/>
                  <a:gd name="T47" fmla="*/ 0 h 1313"/>
                  <a:gd name="T48" fmla="*/ 0 w 367"/>
                  <a:gd name="T49" fmla="*/ 1313 h 1313"/>
                  <a:gd name="T50" fmla="*/ 97 w 367"/>
                  <a:gd name="T51" fmla="*/ 1313 h 1313"/>
                  <a:gd name="T52" fmla="*/ 97 w 367"/>
                  <a:gd name="T53" fmla="*/ 1313 h 1313"/>
                  <a:gd name="T54" fmla="*/ 137 w 367"/>
                  <a:gd name="T55" fmla="*/ 1313 h 1313"/>
                  <a:gd name="T56" fmla="*/ 137 w 367"/>
                  <a:gd name="T57" fmla="*/ 1313 h 1313"/>
                  <a:gd name="T58" fmla="*/ 230 w 367"/>
                  <a:gd name="T59" fmla="*/ 1313 h 1313"/>
                  <a:gd name="T60" fmla="*/ 230 w 367"/>
                  <a:gd name="T61" fmla="*/ 1313 h 1313"/>
                  <a:gd name="T62" fmla="*/ 270 w 367"/>
                  <a:gd name="T63" fmla="*/ 1313 h 1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67" h="1313">
                    <a:moveTo>
                      <a:pt x="137" y="40"/>
                    </a:moveTo>
                    <a:lnTo>
                      <a:pt x="137" y="40"/>
                    </a:lnTo>
                    <a:lnTo>
                      <a:pt x="230" y="40"/>
                    </a:lnTo>
                    <a:lnTo>
                      <a:pt x="230" y="1273"/>
                    </a:lnTo>
                    <a:lnTo>
                      <a:pt x="137" y="1273"/>
                    </a:lnTo>
                    <a:lnTo>
                      <a:pt x="137" y="40"/>
                    </a:lnTo>
                    <a:close/>
                    <a:moveTo>
                      <a:pt x="97" y="1273"/>
                    </a:moveTo>
                    <a:lnTo>
                      <a:pt x="97" y="1273"/>
                    </a:lnTo>
                    <a:lnTo>
                      <a:pt x="40" y="1273"/>
                    </a:lnTo>
                    <a:lnTo>
                      <a:pt x="40" y="40"/>
                    </a:lnTo>
                    <a:lnTo>
                      <a:pt x="97" y="40"/>
                    </a:lnTo>
                    <a:lnTo>
                      <a:pt x="97" y="1273"/>
                    </a:lnTo>
                    <a:close/>
                    <a:moveTo>
                      <a:pt x="270" y="40"/>
                    </a:moveTo>
                    <a:lnTo>
                      <a:pt x="270" y="40"/>
                    </a:lnTo>
                    <a:lnTo>
                      <a:pt x="327" y="40"/>
                    </a:lnTo>
                    <a:lnTo>
                      <a:pt x="327" y="1273"/>
                    </a:lnTo>
                    <a:lnTo>
                      <a:pt x="270" y="1273"/>
                    </a:lnTo>
                    <a:lnTo>
                      <a:pt x="270" y="40"/>
                    </a:lnTo>
                    <a:close/>
                    <a:moveTo>
                      <a:pt x="270" y="1313"/>
                    </a:moveTo>
                    <a:lnTo>
                      <a:pt x="270" y="1313"/>
                    </a:lnTo>
                    <a:lnTo>
                      <a:pt x="270" y="1313"/>
                    </a:lnTo>
                    <a:lnTo>
                      <a:pt x="367" y="1313"/>
                    </a:lnTo>
                    <a:lnTo>
                      <a:pt x="367" y="0"/>
                    </a:lnTo>
                    <a:lnTo>
                      <a:pt x="0" y="0"/>
                    </a:lnTo>
                    <a:lnTo>
                      <a:pt x="0" y="1313"/>
                    </a:lnTo>
                    <a:lnTo>
                      <a:pt x="97" y="1313"/>
                    </a:lnTo>
                    <a:lnTo>
                      <a:pt x="97" y="1313"/>
                    </a:lnTo>
                    <a:lnTo>
                      <a:pt x="137" y="1313"/>
                    </a:lnTo>
                    <a:lnTo>
                      <a:pt x="137" y="1313"/>
                    </a:lnTo>
                    <a:lnTo>
                      <a:pt x="230" y="1313"/>
                    </a:lnTo>
                    <a:lnTo>
                      <a:pt x="230" y="1313"/>
                    </a:lnTo>
                    <a:lnTo>
                      <a:pt x="270" y="1313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6" name="Freeform 14"/>
              <p:cNvSpPr/>
              <p:nvPr userDrawn="1">
                <p:custDataLst>
                  <p:tags r:id="rId178"/>
                </p:custDataLst>
              </p:nvPr>
            </p:nvSpPr>
            <p:spPr bwMode="auto">
              <a:xfrm>
                <a:off x="6130131" y="2968626"/>
                <a:ext cx="349250" cy="63500"/>
              </a:xfrm>
              <a:custGeom>
                <a:avLst/>
                <a:gdLst>
                  <a:gd name="T0" fmla="*/ 367 w 367"/>
                  <a:gd name="T1" fmla="*/ 0 h 67"/>
                  <a:gd name="T2" fmla="*/ 367 w 367"/>
                  <a:gd name="T3" fmla="*/ 0 h 67"/>
                  <a:gd name="T4" fmla="*/ 0 w 367"/>
                  <a:gd name="T5" fmla="*/ 0 h 67"/>
                  <a:gd name="T6" fmla="*/ 0 w 367"/>
                  <a:gd name="T7" fmla="*/ 67 h 67"/>
                  <a:gd name="T8" fmla="*/ 367 w 367"/>
                  <a:gd name="T9" fmla="*/ 67 h 67"/>
                  <a:gd name="T10" fmla="*/ 367 w 367"/>
                  <a:gd name="T11" fmla="*/ 0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67" h="67">
                    <a:moveTo>
                      <a:pt x="367" y="0"/>
                    </a:moveTo>
                    <a:lnTo>
                      <a:pt x="367" y="0"/>
                    </a:lnTo>
                    <a:lnTo>
                      <a:pt x="0" y="0"/>
                    </a:lnTo>
                    <a:lnTo>
                      <a:pt x="0" y="67"/>
                    </a:lnTo>
                    <a:lnTo>
                      <a:pt x="367" y="67"/>
                    </a:lnTo>
                    <a:lnTo>
                      <a:pt x="3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7" name="Freeform 15"/>
              <p:cNvSpPr/>
              <p:nvPr userDrawn="1">
                <p:custDataLst>
                  <p:tags r:id="rId179"/>
                </p:custDataLst>
              </p:nvPr>
            </p:nvSpPr>
            <p:spPr bwMode="auto">
              <a:xfrm>
                <a:off x="6099175" y="2627313"/>
                <a:ext cx="411163" cy="325438"/>
              </a:xfrm>
              <a:custGeom>
                <a:avLst/>
                <a:gdLst>
                  <a:gd name="T0" fmla="*/ 399 w 430"/>
                  <a:gd name="T1" fmla="*/ 340 h 340"/>
                  <a:gd name="T2" fmla="*/ 399 w 430"/>
                  <a:gd name="T3" fmla="*/ 340 h 340"/>
                  <a:gd name="T4" fmla="*/ 215 w 430"/>
                  <a:gd name="T5" fmla="*/ 0 h 340"/>
                  <a:gd name="T6" fmla="*/ 32 w 430"/>
                  <a:gd name="T7" fmla="*/ 340 h 340"/>
                  <a:gd name="T8" fmla="*/ 399 w 430"/>
                  <a:gd name="T9" fmla="*/ 340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0" h="340">
                    <a:moveTo>
                      <a:pt x="399" y="340"/>
                    </a:moveTo>
                    <a:lnTo>
                      <a:pt x="399" y="340"/>
                    </a:lnTo>
                    <a:cubicBezTo>
                      <a:pt x="399" y="340"/>
                      <a:pt x="430" y="0"/>
                      <a:pt x="215" y="0"/>
                    </a:cubicBezTo>
                    <a:cubicBezTo>
                      <a:pt x="0" y="0"/>
                      <a:pt x="32" y="340"/>
                      <a:pt x="32" y="340"/>
                    </a:cubicBezTo>
                    <a:lnTo>
                      <a:pt x="399" y="34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8" name="Freeform 17"/>
              <p:cNvSpPr>
                <a:spLocks noEditPoints="1"/>
              </p:cNvSpPr>
              <p:nvPr userDrawn="1">
                <p:custDataLst>
                  <p:tags r:id="rId180"/>
                </p:custDataLst>
              </p:nvPr>
            </p:nvSpPr>
            <p:spPr bwMode="auto">
              <a:xfrm>
                <a:off x="6128544" y="4310063"/>
                <a:ext cx="352425" cy="531813"/>
              </a:xfrm>
              <a:custGeom>
                <a:avLst/>
                <a:gdLst>
                  <a:gd name="T0" fmla="*/ 214 w 369"/>
                  <a:gd name="T1" fmla="*/ 338 h 554"/>
                  <a:gd name="T2" fmla="*/ 214 w 369"/>
                  <a:gd name="T3" fmla="*/ 338 h 554"/>
                  <a:gd name="T4" fmla="*/ 155 w 369"/>
                  <a:gd name="T5" fmla="*/ 338 h 554"/>
                  <a:gd name="T6" fmla="*/ 56 w 369"/>
                  <a:gd name="T7" fmla="*/ 40 h 554"/>
                  <a:gd name="T8" fmla="*/ 313 w 369"/>
                  <a:gd name="T9" fmla="*/ 40 h 554"/>
                  <a:gd name="T10" fmla="*/ 214 w 369"/>
                  <a:gd name="T11" fmla="*/ 338 h 554"/>
                  <a:gd name="T12" fmla="*/ 113 w 369"/>
                  <a:gd name="T13" fmla="*/ 338 h 554"/>
                  <a:gd name="T14" fmla="*/ 113 w 369"/>
                  <a:gd name="T15" fmla="*/ 338 h 554"/>
                  <a:gd name="T16" fmla="*/ 184 w 369"/>
                  <a:gd name="T17" fmla="*/ 554 h 554"/>
                  <a:gd name="T18" fmla="*/ 256 w 369"/>
                  <a:gd name="T19" fmla="*/ 338 h 554"/>
                  <a:gd name="T20" fmla="*/ 369 w 369"/>
                  <a:gd name="T21" fmla="*/ 0 h 554"/>
                  <a:gd name="T22" fmla="*/ 0 w 369"/>
                  <a:gd name="T23" fmla="*/ 0 h 554"/>
                  <a:gd name="T24" fmla="*/ 113 w 369"/>
                  <a:gd name="T25" fmla="*/ 3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9" h="554">
                    <a:moveTo>
                      <a:pt x="214" y="338"/>
                    </a:moveTo>
                    <a:lnTo>
                      <a:pt x="214" y="338"/>
                    </a:lnTo>
                    <a:lnTo>
                      <a:pt x="155" y="338"/>
                    </a:lnTo>
                    <a:lnTo>
                      <a:pt x="56" y="40"/>
                    </a:lnTo>
                    <a:lnTo>
                      <a:pt x="313" y="40"/>
                    </a:lnTo>
                    <a:lnTo>
                      <a:pt x="214" y="338"/>
                    </a:lnTo>
                    <a:close/>
                    <a:moveTo>
                      <a:pt x="113" y="338"/>
                    </a:moveTo>
                    <a:lnTo>
                      <a:pt x="113" y="338"/>
                    </a:lnTo>
                    <a:lnTo>
                      <a:pt x="184" y="554"/>
                    </a:lnTo>
                    <a:lnTo>
                      <a:pt x="256" y="338"/>
                    </a:lnTo>
                    <a:lnTo>
                      <a:pt x="369" y="0"/>
                    </a:lnTo>
                    <a:lnTo>
                      <a:pt x="0" y="0"/>
                    </a:lnTo>
                    <a:lnTo>
                      <a:pt x="113" y="338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 userDrawn="1"/>
          </p:nvGrpSpPr>
          <p:grpSpPr>
            <a:xfrm>
              <a:off x="5624277" y="6060101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93" name="Freeform 19"/>
              <p:cNvSpPr>
                <a:spLocks noEditPoints="1"/>
              </p:cNvSpPr>
              <p:nvPr userDrawn="1">
                <p:custDataLst>
                  <p:tags r:id="rId181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4" name="Freeform 20"/>
              <p:cNvSpPr/>
              <p:nvPr userDrawn="1">
                <p:custDataLst>
                  <p:tags r:id="rId182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0" name="Freeform 9"/>
            <p:cNvSpPr>
              <a:spLocks noEditPoints="1"/>
            </p:cNvSpPr>
            <p:nvPr userDrawn="1">
              <p:custDataLst>
                <p:tags r:id="rId183"/>
              </p:custDataLst>
            </p:nvPr>
          </p:nvSpPr>
          <p:spPr bwMode="auto">
            <a:xfrm>
              <a:off x="11714474" y="3298829"/>
              <a:ext cx="1135300" cy="1451430"/>
            </a:xfrm>
            <a:custGeom>
              <a:avLst/>
              <a:gdLst>
                <a:gd name="T0" fmla="*/ 449 w 1637"/>
                <a:gd name="T1" fmla="*/ 1301 h 2083"/>
                <a:gd name="T2" fmla="*/ 449 w 1637"/>
                <a:gd name="T3" fmla="*/ 1301 h 2083"/>
                <a:gd name="T4" fmla="*/ 350 w 1637"/>
                <a:gd name="T5" fmla="*/ 1276 h 2083"/>
                <a:gd name="T6" fmla="*/ 240 w 1637"/>
                <a:gd name="T7" fmla="*/ 1150 h 2083"/>
                <a:gd name="T8" fmla="*/ 273 w 1637"/>
                <a:gd name="T9" fmla="*/ 841 h 2083"/>
                <a:gd name="T10" fmla="*/ 770 w 1637"/>
                <a:gd name="T11" fmla="*/ 1055 h 2083"/>
                <a:gd name="T12" fmla="*/ 449 w 1637"/>
                <a:gd name="T13" fmla="*/ 1301 h 2083"/>
                <a:gd name="T14" fmla="*/ 1500 w 1637"/>
                <a:gd name="T15" fmla="*/ 1781 h 2083"/>
                <a:gd name="T16" fmla="*/ 1500 w 1637"/>
                <a:gd name="T17" fmla="*/ 1781 h 2083"/>
                <a:gd name="T18" fmla="*/ 1590 w 1637"/>
                <a:gd name="T19" fmla="*/ 1670 h 2083"/>
                <a:gd name="T20" fmla="*/ 1278 w 1637"/>
                <a:gd name="T21" fmla="*/ 1604 h 2083"/>
                <a:gd name="T22" fmla="*/ 1403 w 1637"/>
                <a:gd name="T23" fmla="*/ 1057 h 2083"/>
                <a:gd name="T24" fmla="*/ 1031 w 1637"/>
                <a:gd name="T25" fmla="*/ 383 h 2083"/>
                <a:gd name="T26" fmla="*/ 931 w 1637"/>
                <a:gd name="T27" fmla="*/ 92 h 2083"/>
                <a:gd name="T28" fmla="*/ 480 w 1637"/>
                <a:gd name="T29" fmla="*/ 430 h 2083"/>
                <a:gd name="T30" fmla="*/ 0 w 1637"/>
                <a:gd name="T31" fmla="*/ 723 h 2083"/>
                <a:gd name="T32" fmla="*/ 236 w 1637"/>
                <a:gd name="T33" fmla="*/ 825 h 2083"/>
                <a:gd name="T34" fmla="*/ 202 w 1637"/>
                <a:gd name="T35" fmla="*/ 1162 h 2083"/>
                <a:gd name="T36" fmla="*/ 332 w 1637"/>
                <a:gd name="T37" fmla="*/ 1312 h 2083"/>
                <a:gd name="T38" fmla="*/ 449 w 1637"/>
                <a:gd name="T39" fmla="*/ 1341 h 2083"/>
                <a:gd name="T40" fmla="*/ 807 w 1637"/>
                <a:gd name="T41" fmla="*/ 1071 h 2083"/>
                <a:gd name="T42" fmla="*/ 1003 w 1637"/>
                <a:gd name="T43" fmla="*/ 1156 h 2083"/>
                <a:gd name="T44" fmla="*/ 950 w 1637"/>
                <a:gd name="T45" fmla="*/ 626 h 2083"/>
                <a:gd name="T46" fmla="*/ 1001 w 1637"/>
                <a:gd name="T47" fmla="*/ 495 h 2083"/>
                <a:gd name="T48" fmla="*/ 1297 w 1637"/>
                <a:gd name="T49" fmla="*/ 1060 h 2083"/>
                <a:gd name="T50" fmla="*/ 1215 w 1637"/>
                <a:gd name="T51" fmla="*/ 1499 h 2083"/>
                <a:gd name="T52" fmla="*/ 1166 w 1637"/>
                <a:gd name="T53" fmla="*/ 1581 h 2083"/>
                <a:gd name="T54" fmla="*/ 920 w 1637"/>
                <a:gd name="T55" fmla="*/ 1530 h 2083"/>
                <a:gd name="T56" fmla="*/ 549 w 1637"/>
                <a:gd name="T57" fmla="*/ 1946 h 2083"/>
                <a:gd name="T58" fmla="*/ 1255 w 1637"/>
                <a:gd name="T59" fmla="*/ 2083 h 2083"/>
                <a:gd name="T60" fmla="*/ 1637 w 1637"/>
                <a:gd name="T61" fmla="*/ 1806 h 2083"/>
                <a:gd name="T62" fmla="*/ 1500 w 1637"/>
                <a:gd name="T63" fmla="*/ 1781 h 2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37" h="2083">
                  <a:moveTo>
                    <a:pt x="449" y="1301"/>
                  </a:moveTo>
                  <a:lnTo>
                    <a:pt x="449" y="1301"/>
                  </a:lnTo>
                  <a:cubicBezTo>
                    <a:pt x="416" y="1301"/>
                    <a:pt x="383" y="1292"/>
                    <a:pt x="350" y="1276"/>
                  </a:cubicBezTo>
                  <a:cubicBezTo>
                    <a:pt x="295" y="1248"/>
                    <a:pt x="258" y="1206"/>
                    <a:pt x="240" y="1150"/>
                  </a:cubicBezTo>
                  <a:cubicBezTo>
                    <a:pt x="207" y="1047"/>
                    <a:pt x="243" y="919"/>
                    <a:pt x="273" y="841"/>
                  </a:cubicBezTo>
                  <a:lnTo>
                    <a:pt x="770" y="1055"/>
                  </a:lnTo>
                  <a:cubicBezTo>
                    <a:pt x="719" y="1137"/>
                    <a:pt x="599" y="1301"/>
                    <a:pt x="449" y="1301"/>
                  </a:cubicBezTo>
                  <a:close/>
                  <a:moveTo>
                    <a:pt x="1500" y="1781"/>
                  </a:moveTo>
                  <a:lnTo>
                    <a:pt x="1500" y="1781"/>
                  </a:lnTo>
                  <a:lnTo>
                    <a:pt x="1590" y="1670"/>
                  </a:lnTo>
                  <a:lnTo>
                    <a:pt x="1278" y="1604"/>
                  </a:lnTo>
                  <a:cubicBezTo>
                    <a:pt x="1340" y="1504"/>
                    <a:pt x="1412" y="1329"/>
                    <a:pt x="1403" y="1057"/>
                  </a:cubicBezTo>
                  <a:cubicBezTo>
                    <a:pt x="1392" y="672"/>
                    <a:pt x="1130" y="453"/>
                    <a:pt x="1031" y="383"/>
                  </a:cubicBezTo>
                  <a:cubicBezTo>
                    <a:pt x="1053" y="263"/>
                    <a:pt x="1046" y="135"/>
                    <a:pt x="931" y="92"/>
                  </a:cubicBezTo>
                  <a:cubicBezTo>
                    <a:pt x="680" y="0"/>
                    <a:pt x="480" y="430"/>
                    <a:pt x="480" y="430"/>
                  </a:cubicBezTo>
                  <a:cubicBezTo>
                    <a:pt x="480" y="430"/>
                    <a:pt x="113" y="340"/>
                    <a:pt x="0" y="723"/>
                  </a:cubicBezTo>
                  <a:lnTo>
                    <a:pt x="236" y="825"/>
                  </a:lnTo>
                  <a:cubicBezTo>
                    <a:pt x="204" y="908"/>
                    <a:pt x="164" y="1046"/>
                    <a:pt x="202" y="1162"/>
                  </a:cubicBezTo>
                  <a:cubicBezTo>
                    <a:pt x="223" y="1229"/>
                    <a:pt x="267" y="1279"/>
                    <a:pt x="332" y="1312"/>
                  </a:cubicBezTo>
                  <a:cubicBezTo>
                    <a:pt x="370" y="1331"/>
                    <a:pt x="410" y="1341"/>
                    <a:pt x="449" y="1341"/>
                  </a:cubicBezTo>
                  <a:cubicBezTo>
                    <a:pt x="623" y="1341"/>
                    <a:pt x="755" y="1157"/>
                    <a:pt x="807" y="1071"/>
                  </a:cubicBezTo>
                  <a:lnTo>
                    <a:pt x="1003" y="1156"/>
                  </a:lnTo>
                  <a:cubicBezTo>
                    <a:pt x="1003" y="1156"/>
                    <a:pt x="1247" y="846"/>
                    <a:pt x="950" y="626"/>
                  </a:cubicBezTo>
                  <a:cubicBezTo>
                    <a:pt x="950" y="626"/>
                    <a:pt x="977" y="571"/>
                    <a:pt x="1001" y="495"/>
                  </a:cubicBezTo>
                  <a:cubicBezTo>
                    <a:pt x="1101" y="574"/>
                    <a:pt x="1288" y="762"/>
                    <a:pt x="1297" y="1060"/>
                  </a:cubicBezTo>
                  <a:cubicBezTo>
                    <a:pt x="1303" y="1273"/>
                    <a:pt x="1256" y="1416"/>
                    <a:pt x="1215" y="1499"/>
                  </a:cubicBezTo>
                  <a:cubicBezTo>
                    <a:pt x="1198" y="1534"/>
                    <a:pt x="1181" y="1561"/>
                    <a:pt x="1166" y="1581"/>
                  </a:cubicBezTo>
                  <a:lnTo>
                    <a:pt x="920" y="1530"/>
                  </a:lnTo>
                  <a:lnTo>
                    <a:pt x="549" y="1946"/>
                  </a:lnTo>
                  <a:lnTo>
                    <a:pt x="1255" y="2083"/>
                  </a:lnTo>
                  <a:lnTo>
                    <a:pt x="1637" y="1806"/>
                  </a:lnTo>
                  <a:lnTo>
                    <a:pt x="1500" y="178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1" name="组合 80"/>
            <p:cNvGrpSpPr/>
            <p:nvPr userDrawn="1"/>
          </p:nvGrpSpPr>
          <p:grpSpPr>
            <a:xfrm rot="2116298">
              <a:off x="718678" y="6474358"/>
              <a:ext cx="1228067" cy="1069643"/>
              <a:chOff x="501650" y="3292475"/>
              <a:chExt cx="1735138" cy="1511300"/>
            </a:xfrm>
            <a:grpFill/>
          </p:grpSpPr>
          <p:sp>
            <p:nvSpPr>
              <p:cNvPr id="88" name="Freeform 5"/>
              <p:cNvSpPr/>
              <p:nvPr userDrawn="1">
                <p:custDataLst>
                  <p:tags r:id="rId184"/>
                </p:custDataLst>
              </p:nvPr>
            </p:nvSpPr>
            <p:spPr bwMode="auto">
              <a:xfrm>
                <a:off x="501650" y="3292475"/>
                <a:ext cx="1735138" cy="893762"/>
              </a:xfrm>
              <a:custGeom>
                <a:avLst/>
                <a:gdLst>
                  <a:gd name="T0" fmla="*/ 0 w 943"/>
                  <a:gd name="T1" fmla="*/ 242 h 484"/>
                  <a:gd name="T2" fmla="*/ 0 w 943"/>
                  <a:gd name="T3" fmla="*/ 242 h 484"/>
                  <a:gd name="T4" fmla="*/ 471 w 943"/>
                  <a:gd name="T5" fmla="*/ 484 h 484"/>
                  <a:gd name="T6" fmla="*/ 943 w 943"/>
                  <a:gd name="T7" fmla="*/ 242 h 484"/>
                  <a:gd name="T8" fmla="*/ 471 w 943"/>
                  <a:gd name="T9" fmla="*/ 0 h 484"/>
                  <a:gd name="T10" fmla="*/ 0 w 943"/>
                  <a:gd name="T11" fmla="*/ 242 h 4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3" h="484">
                    <a:moveTo>
                      <a:pt x="0" y="242"/>
                    </a:moveTo>
                    <a:lnTo>
                      <a:pt x="0" y="242"/>
                    </a:lnTo>
                    <a:lnTo>
                      <a:pt x="471" y="484"/>
                    </a:lnTo>
                    <a:lnTo>
                      <a:pt x="943" y="242"/>
                    </a:lnTo>
                    <a:lnTo>
                      <a:pt x="471" y="0"/>
                    </a:lnTo>
                    <a:lnTo>
                      <a:pt x="0" y="242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9" name="Freeform 6"/>
              <p:cNvSpPr/>
              <p:nvPr userDrawn="1">
                <p:custDataLst>
                  <p:tags r:id="rId185"/>
                </p:custDataLst>
              </p:nvPr>
            </p:nvSpPr>
            <p:spPr bwMode="auto">
              <a:xfrm>
                <a:off x="728663" y="3959225"/>
                <a:ext cx="1285875" cy="758825"/>
              </a:xfrm>
              <a:custGeom>
                <a:avLst/>
                <a:gdLst>
                  <a:gd name="T0" fmla="*/ 349 w 699"/>
                  <a:gd name="T1" fmla="*/ 179 h 412"/>
                  <a:gd name="T2" fmla="*/ 349 w 699"/>
                  <a:gd name="T3" fmla="*/ 179 h 412"/>
                  <a:gd name="T4" fmla="*/ 0 w 699"/>
                  <a:gd name="T5" fmla="*/ 0 h 412"/>
                  <a:gd name="T6" fmla="*/ 0 w 699"/>
                  <a:gd name="T7" fmla="*/ 233 h 412"/>
                  <a:gd name="T8" fmla="*/ 349 w 699"/>
                  <a:gd name="T9" fmla="*/ 412 h 412"/>
                  <a:gd name="T10" fmla="*/ 699 w 699"/>
                  <a:gd name="T11" fmla="*/ 233 h 412"/>
                  <a:gd name="T12" fmla="*/ 699 w 699"/>
                  <a:gd name="T13" fmla="*/ 0 h 412"/>
                  <a:gd name="T14" fmla="*/ 349 w 699"/>
                  <a:gd name="T15" fmla="*/ 179 h 4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9" h="412">
                    <a:moveTo>
                      <a:pt x="349" y="179"/>
                    </a:moveTo>
                    <a:lnTo>
                      <a:pt x="349" y="179"/>
                    </a:lnTo>
                    <a:lnTo>
                      <a:pt x="0" y="0"/>
                    </a:lnTo>
                    <a:lnTo>
                      <a:pt x="0" y="233"/>
                    </a:lnTo>
                    <a:lnTo>
                      <a:pt x="349" y="412"/>
                    </a:lnTo>
                    <a:lnTo>
                      <a:pt x="699" y="233"/>
                    </a:lnTo>
                    <a:lnTo>
                      <a:pt x="699" y="0"/>
                    </a:lnTo>
                    <a:lnTo>
                      <a:pt x="349" y="179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0" name="Freeform 7"/>
              <p:cNvSpPr/>
              <p:nvPr userDrawn="1">
                <p:custDataLst>
                  <p:tags r:id="rId186"/>
                </p:custDataLst>
              </p:nvPr>
            </p:nvSpPr>
            <p:spPr bwMode="auto">
              <a:xfrm>
                <a:off x="514350" y="4095750"/>
                <a:ext cx="68263" cy="708025"/>
              </a:xfrm>
              <a:custGeom>
                <a:avLst/>
                <a:gdLst>
                  <a:gd name="T0" fmla="*/ 0 w 37"/>
                  <a:gd name="T1" fmla="*/ 384 h 384"/>
                  <a:gd name="T2" fmla="*/ 0 w 37"/>
                  <a:gd name="T3" fmla="*/ 384 h 384"/>
                  <a:gd name="T4" fmla="*/ 37 w 37"/>
                  <a:gd name="T5" fmla="*/ 384 h 384"/>
                  <a:gd name="T6" fmla="*/ 37 w 37"/>
                  <a:gd name="T7" fmla="*/ 0 h 384"/>
                  <a:gd name="T8" fmla="*/ 0 w 37"/>
                  <a:gd name="T9" fmla="*/ 0 h 384"/>
                  <a:gd name="T10" fmla="*/ 0 w 37"/>
                  <a:gd name="T11" fmla="*/ 384 h 3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" h="384">
                    <a:moveTo>
                      <a:pt x="0" y="384"/>
                    </a:moveTo>
                    <a:lnTo>
                      <a:pt x="0" y="384"/>
                    </a:lnTo>
                    <a:lnTo>
                      <a:pt x="37" y="384"/>
                    </a:lnTo>
                    <a:lnTo>
                      <a:pt x="37" y="0"/>
                    </a:lnTo>
                    <a:lnTo>
                      <a:pt x="0" y="0"/>
                    </a:lnTo>
                    <a:lnTo>
                      <a:pt x="0" y="384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8"/>
              <p:cNvSpPr/>
              <p:nvPr userDrawn="1">
                <p:custDataLst>
                  <p:tags r:id="rId187"/>
                </p:custDataLst>
              </p:nvPr>
            </p:nvSpPr>
            <p:spPr bwMode="auto">
              <a:xfrm>
                <a:off x="511175" y="3986212"/>
                <a:ext cx="74613" cy="76200"/>
              </a:xfrm>
              <a:custGeom>
                <a:avLst/>
                <a:gdLst>
                  <a:gd name="T0" fmla="*/ 41 w 41"/>
                  <a:gd name="T1" fmla="*/ 21 h 41"/>
                  <a:gd name="T2" fmla="*/ 41 w 41"/>
                  <a:gd name="T3" fmla="*/ 21 h 41"/>
                  <a:gd name="T4" fmla="*/ 20 w 41"/>
                  <a:gd name="T5" fmla="*/ 41 h 41"/>
                  <a:gd name="T6" fmla="*/ 0 w 41"/>
                  <a:gd name="T7" fmla="*/ 21 h 41"/>
                  <a:gd name="T8" fmla="*/ 20 w 41"/>
                  <a:gd name="T9" fmla="*/ 0 h 41"/>
                  <a:gd name="T10" fmla="*/ 41 w 41"/>
                  <a:gd name="T11" fmla="*/ 21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" h="41">
                    <a:moveTo>
                      <a:pt x="41" y="21"/>
                    </a:moveTo>
                    <a:lnTo>
                      <a:pt x="41" y="21"/>
                    </a:ln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2" name="Freeform 9"/>
              <p:cNvSpPr/>
              <p:nvPr userDrawn="1">
                <p:custDataLst>
                  <p:tags r:id="rId188"/>
                </p:custDataLst>
              </p:nvPr>
            </p:nvSpPr>
            <p:spPr bwMode="auto">
              <a:xfrm>
                <a:off x="541338" y="3738562"/>
                <a:ext cx="14288" cy="401637"/>
              </a:xfrm>
              <a:custGeom>
                <a:avLst/>
                <a:gdLst>
                  <a:gd name="T0" fmla="*/ 7 w 7"/>
                  <a:gd name="T1" fmla="*/ 217 h 217"/>
                  <a:gd name="T2" fmla="*/ 7 w 7"/>
                  <a:gd name="T3" fmla="*/ 217 h 217"/>
                  <a:gd name="T4" fmla="*/ 0 w 7"/>
                  <a:gd name="T5" fmla="*/ 217 h 217"/>
                  <a:gd name="T6" fmla="*/ 0 w 7"/>
                  <a:gd name="T7" fmla="*/ 0 h 217"/>
                  <a:gd name="T8" fmla="*/ 7 w 7"/>
                  <a:gd name="T9" fmla="*/ 0 h 217"/>
                  <a:gd name="T10" fmla="*/ 7 w 7"/>
                  <a:gd name="T11" fmla="*/ 217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217">
                    <a:moveTo>
                      <a:pt x="7" y="217"/>
                    </a:moveTo>
                    <a:lnTo>
                      <a:pt x="7" y="217"/>
                    </a:lnTo>
                    <a:lnTo>
                      <a:pt x="0" y="217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217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2" name="Freeform 7"/>
            <p:cNvSpPr>
              <a:spLocks noEditPoints="1"/>
            </p:cNvSpPr>
            <p:nvPr userDrawn="1">
              <p:custDataLst>
                <p:tags r:id="rId189"/>
              </p:custDataLst>
            </p:nvPr>
          </p:nvSpPr>
          <p:spPr bwMode="auto">
            <a:xfrm rot="20132266">
              <a:off x="9763146" y="-248950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grpSp>
          <p:nvGrpSpPr>
            <p:cNvPr id="83" name="组合 82"/>
            <p:cNvGrpSpPr/>
            <p:nvPr userDrawn="1"/>
          </p:nvGrpSpPr>
          <p:grpSpPr>
            <a:xfrm rot="1406730">
              <a:off x="10767933" y="5424446"/>
              <a:ext cx="1301704" cy="1299270"/>
              <a:chOff x="6262688" y="5170488"/>
              <a:chExt cx="1697038" cy="1693863"/>
            </a:xfrm>
            <a:grpFill/>
          </p:grpSpPr>
          <p:sp>
            <p:nvSpPr>
              <p:cNvPr id="86" name="Freeform 19"/>
              <p:cNvSpPr>
                <a:spLocks noEditPoints="1"/>
              </p:cNvSpPr>
              <p:nvPr userDrawn="1">
                <p:custDataLst>
                  <p:tags r:id="rId190"/>
                </p:custDataLst>
              </p:nvPr>
            </p:nvSpPr>
            <p:spPr bwMode="auto">
              <a:xfrm>
                <a:off x="6262688" y="5170488"/>
                <a:ext cx="1697038" cy="1693863"/>
              </a:xfrm>
              <a:custGeom>
                <a:avLst/>
                <a:gdLst>
                  <a:gd name="T0" fmla="*/ 1760 w 2284"/>
                  <a:gd name="T1" fmla="*/ 1142 h 2284"/>
                  <a:gd name="T2" fmla="*/ 1919 w 2284"/>
                  <a:gd name="T3" fmla="*/ 1406 h 2284"/>
                  <a:gd name="T4" fmla="*/ 1756 w 2284"/>
                  <a:gd name="T5" fmla="*/ 1940 h 2284"/>
                  <a:gd name="T6" fmla="*/ 1878 w 2284"/>
                  <a:gd name="T7" fmla="*/ 1506 h 2284"/>
                  <a:gd name="T8" fmla="*/ 1433 w 2284"/>
                  <a:gd name="T9" fmla="*/ 1845 h 2284"/>
                  <a:gd name="T10" fmla="*/ 1496 w 2284"/>
                  <a:gd name="T11" fmla="*/ 1592 h 2284"/>
                  <a:gd name="T12" fmla="*/ 1142 w 2284"/>
                  <a:gd name="T13" fmla="*/ 2204 h 2284"/>
                  <a:gd name="T14" fmla="*/ 1405 w 2284"/>
                  <a:gd name="T15" fmla="*/ 1921 h 2284"/>
                  <a:gd name="T16" fmla="*/ 787 w 2284"/>
                  <a:gd name="T17" fmla="*/ 1592 h 2284"/>
                  <a:gd name="T18" fmla="*/ 850 w 2284"/>
                  <a:gd name="T19" fmla="*/ 1845 h 2284"/>
                  <a:gd name="T20" fmla="*/ 528 w 2284"/>
                  <a:gd name="T21" fmla="*/ 1940 h 2284"/>
                  <a:gd name="T22" fmla="*/ 704 w 2284"/>
                  <a:gd name="T23" fmla="*/ 1580 h 2284"/>
                  <a:gd name="T24" fmla="*/ 80 w 2284"/>
                  <a:gd name="T25" fmla="*/ 1143 h 2284"/>
                  <a:gd name="T26" fmla="*/ 523 w 2284"/>
                  <a:gd name="T27" fmla="*/ 1142 h 2284"/>
                  <a:gd name="T28" fmla="*/ 676 w 2284"/>
                  <a:gd name="T29" fmla="*/ 950 h 2284"/>
                  <a:gd name="T30" fmla="*/ 439 w 2284"/>
                  <a:gd name="T31" fmla="*/ 851 h 2284"/>
                  <a:gd name="T32" fmla="*/ 676 w 2284"/>
                  <a:gd name="T33" fmla="*/ 1335 h 2284"/>
                  <a:gd name="T34" fmla="*/ 438 w 2284"/>
                  <a:gd name="T35" fmla="*/ 1434 h 2284"/>
                  <a:gd name="T36" fmla="*/ 670 w 2284"/>
                  <a:gd name="T37" fmla="*/ 1204 h 2284"/>
                  <a:gd name="T38" fmla="*/ 670 w 2284"/>
                  <a:gd name="T39" fmla="*/ 1080 h 2284"/>
                  <a:gd name="T40" fmla="*/ 391 w 2284"/>
                  <a:gd name="T41" fmla="*/ 392 h 2284"/>
                  <a:gd name="T42" fmla="*/ 778 w 2284"/>
                  <a:gd name="T43" fmla="*/ 407 h 2284"/>
                  <a:gd name="T44" fmla="*/ 391 w 2284"/>
                  <a:gd name="T45" fmla="*/ 392 h 2284"/>
                  <a:gd name="T46" fmla="*/ 1074 w 2284"/>
                  <a:gd name="T47" fmla="*/ 574 h 2284"/>
                  <a:gd name="T48" fmla="*/ 850 w 2284"/>
                  <a:gd name="T49" fmla="*/ 440 h 2284"/>
                  <a:gd name="T50" fmla="*/ 1405 w 2284"/>
                  <a:gd name="T51" fmla="*/ 364 h 2284"/>
                  <a:gd name="T52" fmla="*/ 1142 w 2284"/>
                  <a:gd name="T53" fmla="*/ 80 h 2284"/>
                  <a:gd name="T54" fmla="*/ 1335 w 2284"/>
                  <a:gd name="T55" fmla="*/ 677 h 2284"/>
                  <a:gd name="T56" fmla="*/ 1496 w 2284"/>
                  <a:gd name="T57" fmla="*/ 693 h 2284"/>
                  <a:gd name="T58" fmla="*/ 1509 w 2284"/>
                  <a:gd name="T59" fmla="*/ 775 h 2284"/>
                  <a:gd name="T60" fmla="*/ 1431 w 2284"/>
                  <a:gd name="T61" fmla="*/ 765 h 2284"/>
                  <a:gd name="T62" fmla="*/ 1142 w 2284"/>
                  <a:gd name="T63" fmla="*/ 623 h 2284"/>
                  <a:gd name="T64" fmla="*/ 1081 w 2284"/>
                  <a:gd name="T65" fmla="*/ 671 h 2284"/>
                  <a:gd name="T66" fmla="*/ 774 w 2284"/>
                  <a:gd name="T67" fmla="*/ 775 h 2284"/>
                  <a:gd name="T68" fmla="*/ 764 w 2284"/>
                  <a:gd name="T69" fmla="*/ 853 h 2284"/>
                  <a:gd name="T70" fmla="*/ 774 w 2284"/>
                  <a:gd name="T71" fmla="*/ 1510 h 2284"/>
                  <a:gd name="T72" fmla="*/ 852 w 2284"/>
                  <a:gd name="T73" fmla="*/ 1520 h 2284"/>
                  <a:gd name="T74" fmla="*/ 1142 w 2284"/>
                  <a:gd name="T75" fmla="*/ 1662 h 2284"/>
                  <a:gd name="T76" fmla="*/ 1203 w 2284"/>
                  <a:gd name="T77" fmla="*/ 1614 h 2284"/>
                  <a:gd name="T78" fmla="*/ 1509 w 2284"/>
                  <a:gd name="T79" fmla="*/ 1510 h 2284"/>
                  <a:gd name="T80" fmla="*/ 1519 w 2284"/>
                  <a:gd name="T81" fmla="*/ 1432 h 2284"/>
                  <a:gd name="T82" fmla="*/ 1302 w 2284"/>
                  <a:gd name="T83" fmla="*/ 1530 h 2284"/>
                  <a:gd name="T84" fmla="*/ 864 w 2284"/>
                  <a:gd name="T85" fmla="*/ 1420 h 2284"/>
                  <a:gd name="T86" fmla="*/ 754 w 2284"/>
                  <a:gd name="T87" fmla="*/ 982 h 2284"/>
                  <a:gd name="T88" fmla="*/ 1142 w 2284"/>
                  <a:gd name="T89" fmla="*/ 750 h 2284"/>
                  <a:gd name="T90" fmla="*/ 1529 w 2284"/>
                  <a:gd name="T91" fmla="*/ 982 h 2284"/>
                  <a:gd name="T92" fmla="*/ 1419 w 2284"/>
                  <a:gd name="T93" fmla="*/ 1420 h 2284"/>
                  <a:gd name="T94" fmla="*/ 1607 w 2284"/>
                  <a:gd name="T95" fmla="*/ 950 h 2284"/>
                  <a:gd name="T96" fmla="*/ 1710 w 2284"/>
                  <a:gd name="T97" fmla="*/ 1075 h 2284"/>
                  <a:gd name="T98" fmla="*/ 1845 w 2284"/>
                  <a:gd name="T99" fmla="*/ 1434 h 2284"/>
                  <a:gd name="T100" fmla="*/ 1711 w 2284"/>
                  <a:gd name="T101" fmla="*/ 1210 h 2284"/>
                  <a:gd name="T102" fmla="*/ 1661 w 2284"/>
                  <a:gd name="T103" fmla="*/ 1142 h 2284"/>
                  <a:gd name="T104" fmla="*/ 1613 w 2284"/>
                  <a:gd name="T105" fmla="*/ 1080 h 2284"/>
                  <a:gd name="T106" fmla="*/ 1893 w 2284"/>
                  <a:gd name="T107" fmla="*/ 392 h 2284"/>
                  <a:gd name="T108" fmla="*/ 1505 w 2284"/>
                  <a:gd name="T109" fmla="*/ 407 h 2284"/>
                  <a:gd name="T110" fmla="*/ 1952 w 2284"/>
                  <a:gd name="T111" fmla="*/ 807 h 2284"/>
                  <a:gd name="T112" fmla="*/ 1477 w 2284"/>
                  <a:gd name="T113" fmla="*/ 332 h 2284"/>
                  <a:gd name="T114" fmla="*/ 528 w 2284"/>
                  <a:gd name="T115" fmla="*/ 265 h 2284"/>
                  <a:gd name="T116" fmla="*/ 0 w 2284"/>
                  <a:gd name="T117" fmla="*/ 1143 h 2284"/>
                  <a:gd name="T118" fmla="*/ 528 w 2284"/>
                  <a:gd name="T119" fmla="*/ 2020 h 2284"/>
                  <a:gd name="T120" fmla="*/ 1477 w 2284"/>
                  <a:gd name="T121" fmla="*/ 1953 h 2284"/>
                  <a:gd name="T122" fmla="*/ 1952 w 2284"/>
                  <a:gd name="T123" fmla="*/ 1478 h 2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284" h="2284">
                    <a:moveTo>
                      <a:pt x="1919" y="1406"/>
                    </a:moveTo>
                    <a:lnTo>
                      <a:pt x="1919" y="1406"/>
                    </a:lnTo>
                    <a:cubicBezTo>
                      <a:pt x="1878" y="1322"/>
                      <a:pt x="1825" y="1233"/>
                      <a:pt x="1760" y="1142"/>
                    </a:cubicBezTo>
                    <a:cubicBezTo>
                      <a:pt x="1824" y="1053"/>
                      <a:pt x="1878" y="965"/>
                      <a:pt x="1920" y="879"/>
                    </a:cubicBezTo>
                    <a:cubicBezTo>
                      <a:pt x="2100" y="953"/>
                      <a:pt x="2204" y="1049"/>
                      <a:pt x="2204" y="1143"/>
                    </a:cubicBezTo>
                    <a:cubicBezTo>
                      <a:pt x="2204" y="1236"/>
                      <a:pt x="2100" y="1332"/>
                      <a:pt x="1919" y="1406"/>
                    </a:cubicBezTo>
                    <a:close/>
                    <a:moveTo>
                      <a:pt x="1893" y="1893"/>
                    </a:moveTo>
                    <a:lnTo>
                      <a:pt x="1893" y="1893"/>
                    </a:lnTo>
                    <a:cubicBezTo>
                      <a:pt x="1862" y="1924"/>
                      <a:pt x="1816" y="1940"/>
                      <a:pt x="1756" y="1940"/>
                    </a:cubicBezTo>
                    <a:cubicBezTo>
                      <a:pt x="1684" y="1940"/>
                      <a:pt x="1599" y="1918"/>
                      <a:pt x="1505" y="1878"/>
                    </a:cubicBezTo>
                    <a:cubicBezTo>
                      <a:pt x="1536" y="1790"/>
                      <a:pt x="1561" y="1689"/>
                      <a:pt x="1579" y="1580"/>
                    </a:cubicBezTo>
                    <a:cubicBezTo>
                      <a:pt x="1689" y="1562"/>
                      <a:pt x="1789" y="1537"/>
                      <a:pt x="1878" y="1506"/>
                    </a:cubicBezTo>
                    <a:cubicBezTo>
                      <a:pt x="1954" y="1686"/>
                      <a:pt x="1959" y="1828"/>
                      <a:pt x="1893" y="1893"/>
                    </a:cubicBezTo>
                    <a:close/>
                    <a:moveTo>
                      <a:pt x="1433" y="1845"/>
                    </a:moveTo>
                    <a:lnTo>
                      <a:pt x="1433" y="1845"/>
                    </a:lnTo>
                    <a:cubicBezTo>
                      <a:pt x="1361" y="1809"/>
                      <a:pt x="1286" y="1764"/>
                      <a:pt x="1210" y="1711"/>
                    </a:cubicBezTo>
                    <a:cubicBezTo>
                      <a:pt x="1251" y="1679"/>
                      <a:pt x="1293" y="1644"/>
                      <a:pt x="1335" y="1608"/>
                    </a:cubicBezTo>
                    <a:cubicBezTo>
                      <a:pt x="1390" y="1604"/>
                      <a:pt x="1444" y="1599"/>
                      <a:pt x="1496" y="1592"/>
                    </a:cubicBezTo>
                    <a:cubicBezTo>
                      <a:pt x="1480" y="1686"/>
                      <a:pt x="1458" y="1771"/>
                      <a:pt x="1433" y="1845"/>
                    </a:cubicBezTo>
                    <a:close/>
                    <a:moveTo>
                      <a:pt x="1142" y="2204"/>
                    </a:moveTo>
                    <a:lnTo>
                      <a:pt x="1142" y="2204"/>
                    </a:lnTo>
                    <a:cubicBezTo>
                      <a:pt x="1049" y="2204"/>
                      <a:pt x="952" y="2101"/>
                      <a:pt x="878" y="1921"/>
                    </a:cubicBezTo>
                    <a:cubicBezTo>
                      <a:pt x="963" y="1879"/>
                      <a:pt x="1052" y="1825"/>
                      <a:pt x="1142" y="1761"/>
                    </a:cubicBezTo>
                    <a:cubicBezTo>
                      <a:pt x="1231" y="1825"/>
                      <a:pt x="1320" y="1879"/>
                      <a:pt x="1405" y="1921"/>
                    </a:cubicBezTo>
                    <a:cubicBezTo>
                      <a:pt x="1331" y="2101"/>
                      <a:pt x="1235" y="2204"/>
                      <a:pt x="1142" y="2204"/>
                    </a:cubicBezTo>
                    <a:close/>
                    <a:moveTo>
                      <a:pt x="787" y="1592"/>
                    </a:moveTo>
                    <a:lnTo>
                      <a:pt x="787" y="1592"/>
                    </a:lnTo>
                    <a:cubicBezTo>
                      <a:pt x="839" y="1599"/>
                      <a:pt x="893" y="1604"/>
                      <a:pt x="949" y="1608"/>
                    </a:cubicBezTo>
                    <a:cubicBezTo>
                      <a:pt x="990" y="1644"/>
                      <a:pt x="1032" y="1679"/>
                      <a:pt x="1074" y="1711"/>
                    </a:cubicBezTo>
                    <a:cubicBezTo>
                      <a:pt x="997" y="1764"/>
                      <a:pt x="922" y="1809"/>
                      <a:pt x="850" y="1845"/>
                    </a:cubicBezTo>
                    <a:cubicBezTo>
                      <a:pt x="825" y="1771"/>
                      <a:pt x="804" y="1686"/>
                      <a:pt x="787" y="1592"/>
                    </a:cubicBezTo>
                    <a:close/>
                    <a:moveTo>
                      <a:pt x="528" y="1940"/>
                    </a:moveTo>
                    <a:lnTo>
                      <a:pt x="528" y="1940"/>
                    </a:lnTo>
                    <a:cubicBezTo>
                      <a:pt x="468" y="1940"/>
                      <a:pt x="421" y="1924"/>
                      <a:pt x="391" y="1893"/>
                    </a:cubicBezTo>
                    <a:cubicBezTo>
                      <a:pt x="325" y="1828"/>
                      <a:pt x="330" y="1686"/>
                      <a:pt x="405" y="1506"/>
                    </a:cubicBezTo>
                    <a:cubicBezTo>
                      <a:pt x="494" y="1537"/>
                      <a:pt x="595" y="1562"/>
                      <a:pt x="704" y="1580"/>
                    </a:cubicBezTo>
                    <a:cubicBezTo>
                      <a:pt x="722" y="1689"/>
                      <a:pt x="747" y="1790"/>
                      <a:pt x="778" y="1878"/>
                    </a:cubicBezTo>
                    <a:cubicBezTo>
                      <a:pt x="685" y="1918"/>
                      <a:pt x="599" y="1940"/>
                      <a:pt x="528" y="1940"/>
                    </a:cubicBezTo>
                    <a:close/>
                    <a:moveTo>
                      <a:pt x="80" y="1143"/>
                    </a:moveTo>
                    <a:lnTo>
                      <a:pt x="80" y="1143"/>
                    </a:lnTo>
                    <a:cubicBezTo>
                      <a:pt x="80" y="1049"/>
                      <a:pt x="183" y="953"/>
                      <a:pt x="364" y="879"/>
                    </a:cubicBezTo>
                    <a:cubicBezTo>
                      <a:pt x="406" y="965"/>
                      <a:pt x="459" y="1053"/>
                      <a:pt x="523" y="1142"/>
                    </a:cubicBezTo>
                    <a:cubicBezTo>
                      <a:pt x="458" y="1233"/>
                      <a:pt x="405" y="1322"/>
                      <a:pt x="364" y="1406"/>
                    </a:cubicBezTo>
                    <a:cubicBezTo>
                      <a:pt x="183" y="1332"/>
                      <a:pt x="80" y="1236"/>
                      <a:pt x="80" y="1143"/>
                    </a:cubicBezTo>
                    <a:close/>
                    <a:moveTo>
                      <a:pt x="676" y="950"/>
                    </a:moveTo>
                    <a:lnTo>
                      <a:pt x="676" y="950"/>
                    </a:lnTo>
                    <a:cubicBezTo>
                      <a:pt x="639" y="991"/>
                      <a:pt x="605" y="1033"/>
                      <a:pt x="573" y="1075"/>
                    </a:cubicBezTo>
                    <a:cubicBezTo>
                      <a:pt x="520" y="999"/>
                      <a:pt x="475" y="924"/>
                      <a:pt x="439" y="851"/>
                    </a:cubicBezTo>
                    <a:cubicBezTo>
                      <a:pt x="514" y="826"/>
                      <a:pt x="598" y="804"/>
                      <a:pt x="692" y="788"/>
                    </a:cubicBezTo>
                    <a:cubicBezTo>
                      <a:pt x="685" y="840"/>
                      <a:pt x="680" y="894"/>
                      <a:pt x="676" y="950"/>
                    </a:cubicBezTo>
                    <a:close/>
                    <a:moveTo>
                      <a:pt x="676" y="1335"/>
                    </a:moveTo>
                    <a:lnTo>
                      <a:pt x="676" y="1335"/>
                    </a:lnTo>
                    <a:cubicBezTo>
                      <a:pt x="680" y="1391"/>
                      <a:pt x="685" y="1445"/>
                      <a:pt x="692" y="1497"/>
                    </a:cubicBezTo>
                    <a:cubicBezTo>
                      <a:pt x="598" y="1481"/>
                      <a:pt x="513" y="1459"/>
                      <a:pt x="438" y="1434"/>
                    </a:cubicBezTo>
                    <a:cubicBezTo>
                      <a:pt x="473" y="1363"/>
                      <a:pt x="518" y="1288"/>
                      <a:pt x="573" y="1210"/>
                    </a:cubicBezTo>
                    <a:cubicBezTo>
                      <a:pt x="605" y="1252"/>
                      <a:pt x="640" y="1294"/>
                      <a:pt x="676" y="1335"/>
                    </a:cubicBezTo>
                    <a:close/>
                    <a:moveTo>
                      <a:pt x="670" y="1204"/>
                    </a:moveTo>
                    <a:lnTo>
                      <a:pt x="670" y="1204"/>
                    </a:lnTo>
                    <a:cubicBezTo>
                      <a:pt x="654" y="1183"/>
                      <a:pt x="637" y="1163"/>
                      <a:pt x="622" y="1142"/>
                    </a:cubicBezTo>
                    <a:cubicBezTo>
                      <a:pt x="637" y="1122"/>
                      <a:pt x="653" y="1101"/>
                      <a:pt x="670" y="1080"/>
                    </a:cubicBezTo>
                    <a:cubicBezTo>
                      <a:pt x="670" y="1101"/>
                      <a:pt x="669" y="1122"/>
                      <a:pt x="669" y="1143"/>
                    </a:cubicBezTo>
                    <a:cubicBezTo>
                      <a:pt x="669" y="1163"/>
                      <a:pt x="670" y="1184"/>
                      <a:pt x="670" y="1204"/>
                    </a:cubicBezTo>
                    <a:close/>
                    <a:moveTo>
                      <a:pt x="391" y="392"/>
                    </a:moveTo>
                    <a:lnTo>
                      <a:pt x="391" y="392"/>
                    </a:lnTo>
                    <a:cubicBezTo>
                      <a:pt x="421" y="361"/>
                      <a:pt x="468" y="345"/>
                      <a:pt x="528" y="345"/>
                    </a:cubicBezTo>
                    <a:cubicBezTo>
                      <a:pt x="599" y="345"/>
                      <a:pt x="685" y="367"/>
                      <a:pt x="778" y="407"/>
                    </a:cubicBezTo>
                    <a:cubicBezTo>
                      <a:pt x="747" y="495"/>
                      <a:pt x="722" y="596"/>
                      <a:pt x="704" y="705"/>
                    </a:cubicBezTo>
                    <a:cubicBezTo>
                      <a:pt x="595" y="723"/>
                      <a:pt x="494" y="748"/>
                      <a:pt x="406" y="779"/>
                    </a:cubicBezTo>
                    <a:cubicBezTo>
                      <a:pt x="330" y="599"/>
                      <a:pt x="324" y="458"/>
                      <a:pt x="391" y="392"/>
                    </a:cubicBezTo>
                    <a:close/>
                    <a:moveTo>
                      <a:pt x="850" y="440"/>
                    </a:moveTo>
                    <a:lnTo>
                      <a:pt x="850" y="440"/>
                    </a:lnTo>
                    <a:cubicBezTo>
                      <a:pt x="922" y="476"/>
                      <a:pt x="997" y="521"/>
                      <a:pt x="1074" y="574"/>
                    </a:cubicBezTo>
                    <a:cubicBezTo>
                      <a:pt x="1032" y="606"/>
                      <a:pt x="990" y="641"/>
                      <a:pt x="949" y="677"/>
                    </a:cubicBezTo>
                    <a:cubicBezTo>
                      <a:pt x="893" y="681"/>
                      <a:pt x="839" y="686"/>
                      <a:pt x="787" y="693"/>
                    </a:cubicBezTo>
                    <a:cubicBezTo>
                      <a:pt x="804" y="599"/>
                      <a:pt x="825" y="514"/>
                      <a:pt x="850" y="440"/>
                    </a:cubicBezTo>
                    <a:close/>
                    <a:moveTo>
                      <a:pt x="1142" y="80"/>
                    </a:moveTo>
                    <a:lnTo>
                      <a:pt x="1142" y="80"/>
                    </a:lnTo>
                    <a:cubicBezTo>
                      <a:pt x="1235" y="80"/>
                      <a:pt x="1331" y="184"/>
                      <a:pt x="1405" y="364"/>
                    </a:cubicBezTo>
                    <a:cubicBezTo>
                      <a:pt x="1320" y="406"/>
                      <a:pt x="1231" y="460"/>
                      <a:pt x="1142" y="524"/>
                    </a:cubicBezTo>
                    <a:cubicBezTo>
                      <a:pt x="1052" y="460"/>
                      <a:pt x="963" y="406"/>
                      <a:pt x="878" y="364"/>
                    </a:cubicBezTo>
                    <a:cubicBezTo>
                      <a:pt x="952" y="184"/>
                      <a:pt x="1049" y="80"/>
                      <a:pt x="1142" y="80"/>
                    </a:cubicBezTo>
                    <a:close/>
                    <a:moveTo>
                      <a:pt x="1496" y="693"/>
                    </a:moveTo>
                    <a:lnTo>
                      <a:pt x="1496" y="693"/>
                    </a:lnTo>
                    <a:cubicBezTo>
                      <a:pt x="1444" y="686"/>
                      <a:pt x="1390" y="681"/>
                      <a:pt x="1335" y="677"/>
                    </a:cubicBezTo>
                    <a:cubicBezTo>
                      <a:pt x="1293" y="641"/>
                      <a:pt x="1251" y="606"/>
                      <a:pt x="1210" y="574"/>
                    </a:cubicBezTo>
                    <a:cubicBezTo>
                      <a:pt x="1286" y="521"/>
                      <a:pt x="1361" y="476"/>
                      <a:pt x="1433" y="440"/>
                    </a:cubicBezTo>
                    <a:cubicBezTo>
                      <a:pt x="1458" y="514"/>
                      <a:pt x="1480" y="599"/>
                      <a:pt x="1496" y="693"/>
                    </a:cubicBezTo>
                    <a:close/>
                    <a:moveTo>
                      <a:pt x="1431" y="765"/>
                    </a:moveTo>
                    <a:lnTo>
                      <a:pt x="1431" y="765"/>
                    </a:lnTo>
                    <a:cubicBezTo>
                      <a:pt x="1458" y="768"/>
                      <a:pt x="1484" y="771"/>
                      <a:pt x="1509" y="775"/>
                    </a:cubicBezTo>
                    <a:cubicBezTo>
                      <a:pt x="1513" y="800"/>
                      <a:pt x="1516" y="826"/>
                      <a:pt x="1519" y="853"/>
                    </a:cubicBezTo>
                    <a:cubicBezTo>
                      <a:pt x="1505" y="838"/>
                      <a:pt x="1490" y="823"/>
                      <a:pt x="1476" y="809"/>
                    </a:cubicBezTo>
                    <a:cubicBezTo>
                      <a:pt x="1461" y="794"/>
                      <a:pt x="1446" y="779"/>
                      <a:pt x="1431" y="765"/>
                    </a:cubicBezTo>
                    <a:close/>
                    <a:moveTo>
                      <a:pt x="1081" y="671"/>
                    </a:moveTo>
                    <a:lnTo>
                      <a:pt x="1081" y="671"/>
                    </a:lnTo>
                    <a:cubicBezTo>
                      <a:pt x="1101" y="655"/>
                      <a:pt x="1121" y="639"/>
                      <a:pt x="1142" y="623"/>
                    </a:cubicBezTo>
                    <a:cubicBezTo>
                      <a:pt x="1162" y="639"/>
                      <a:pt x="1182" y="655"/>
                      <a:pt x="1203" y="671"/>
                    </a:cubicBezTo>
                    <a:cubicBezTo>
                      <a:pt x="1182" y="670"/>
                      <a:pt x="1162" y="670"/>
                      <a:pt x="1142" y="670"/>
                    </a:cubicBezTo>
                    <a:cubicBezTo>
                      <a:pt x="1121" y="670"/>
                      <a:pt x="1101" y="670"/>
                      <a:pt x="1081" y="671"/>
                    </a:cubicBezTo>
                    <a:close/>
                    <a:moveTo>
                      <a:pt x="764" y="853"/>
                    </a:moveTo>
                    <a:lnTo>
                      <a:pt x="764" y="853"/>
                    </a:lnTo>
                    <a:cubicBezTo>
                      <a:pt x="767" y="826"/>
                      <a:pt x="770" y="800"/>
                      <a:pt x="774" y="775"/>
                    </a:cubicBezTo>
                    <a:cubicBezTo>
                      <a:pt x="799" y="771"/>
                      <a:pt x="826" y="768"/>
                      <a:pt x="852" y="765"/>
                    </a:cubicBezTo>
                    <a:cubicBezTo>
                      <a:pt x="837" y="779"/>
                      <a:pt x="822" y="794"/>
                      <a:pt x="808" y="809"/>
                    </a:cubicBezTo>
                    <a:cubicBezTo>
                      <a:pt x="793" y="823"/>
                      <a:pt x="779" y="838"/>
                      <a:pt x="764" y="853"/>
                    </a:cubicBezTo>
                    <a:close/>
                    <a:moveTo>
                      <a:pt x="852" y="1520"/>
                    </a:moveTo>
                    <a:lnTo>
                      <a:pt x="852" y="1520"/>
                    </a:lnTo>
                    <a:cubicBezTo>
                      <a:pt x="826" y="1517"/>
                      <a:pt x="799" y="1514"/>
                      <a:pt x="774" y="1510"/>
                    </a:cubicBezTo>
                    <a:cubicBezTo>
                      <a:pt x="770" y="1485"/>
                      <a:pt x="767" y="1459"/>
                      <a:pt x="764" y="1432"/>
                    </a:cubicBezTo>
                    <a:cubicBezTo>
                      <a:pt x="779" y="1447"/>
                      <a:pt x="793" y="1462"/>
                      <a:pt x="808" y="1476"/>
                    </a:cubicBezTo>
                    <a:cubicBezTo>
                      <a:pt x="822" y="1491"/>
                      <a:pt x="837" y="1506"/>
                      <a:pt x="852" y="1520"/>
                    </a:cubicBezTo>
                    <a:close/>
                    <a:moveTo>
                      <a:pt x="1203" y="1614"/>
                    </a:moveTo>
                    <a:lnTo>
                      <a:pt x="1203" y="1614"/>
                    </a:lnTo>
                    <a:cubicBezTo>
                      <a:pt x="1182" y="1630"/>
                      <a:pt x="1162" y="1646"/>
                      <a:pt x="1142" y="1662"/>
                    </a:cubicBezTo>
                    <a:cubicBezTo>
                      <a:pt x="1121" y="1646"/>
                      <a:pt x="1101" y="1630"/>
                      <a:pt x="1081" y="1614"/>
                    </a:cubicBezTo>
                    <a:cubicBezTo>
                      <a:pt x="1101" y="1615"/>
                      <a:pt x="1121" y="1615"/>
                      <a:pt x="1142" y="1615"/>
                    </a:cubicBezTo>
                    <a:cubicBezTo>
                      <a:pt x="1162" y="1615"/>
                      <a:pt x="1182" y="1615"/>
                      <a:pt x="1203" y="1614"/>
                    </a:cubicBezTo>
                    <a:close/>
                    <a:moveTo>
                      <a:pt x="1519" y="1432"/>
                    </a:moveTo>
                    <a:lnTo>
                      <a:pt x="1519" y="1432"/>
                    </a:lnTo>
                    <a:cubicBezTo>
                      <a:pt x="1516" y="1459"/>
                      <a:pt x="1513" y="1485"/>
                      <a:pt x="1509" y="1510"/>
                    </a:cubicBezTo>
                    <a:cubicBezTo>
                      <a:pt x="1484" y="1514"/>
                      <a:pt x="1458" y="1517"/>
                      <a:pt x="1431" y="1520"/>
                    </a:cubicBezTo>
                    <a:cubicBezTo>
                      <a:pt x="1446" y="1506"/>
                      <a:pt x="1461" y="1491"/>
                      <a:pt x="1476" y="1476"/>
                    </a:cubicBezTo>
                    <a:cubicBezTo>
                      <a:pt x="1490" y="1462"/>
                      <a:pt x="1505" y="1447"/>
                      <a:pt x="1519" y="1432"/>
                    </a:cubicBezTo>
                    <a:close/>
                    <a:moveTo>
                      <a:pt x="1419" y="1420"/>
                    </a:moveTo>
                    <a:lnTo>
                      <a:pt x="1419" y="1420"/>
                    </a:lnTo>
                    <a:cubicBezTo>
                      <a:pt x="1381" y="1458"/>
                      <a:pt x="1342" y="1495"/>
                      <a:pt x="1302" y="1530"/>
                    </a:cubicBezTo>
                    <a:cubicBezTo>
                      <a:pt x="1250" y="1533"/>
                      <a:pt x="1197" y="1535"/>
                      <a:pt x="1142" y="1535"/>
                    </a:cubicBezTo>
                    <a:cubicBezTo>
                      <a:pt x="1087" y="1535"/>
                      <a:pt x="1033" y="1533"/>
                      <a:pt x="981" y="1530"/>
                    </a:cubicBezTo>
                    <a:cubicBezTo>
                      <a:pt x="942" y="1495"/>
                      <a:pt x="903" y="1458"/>
                      <a:pt x="864" y="1420"/>
                    </a:cubicBezTo>
                    <a:cubicBezTo>
                      <a:pt x="826" y="1381"/>
                      <a:pt x="789" y="1342"/>
                      <a:pt x="754" y="1303"/>
                    </a:cubicBezTo>
                    <a:cubicBezTo>
                      <a:pt x="751" y="1251"/>
                      <a:pt x="749" y="1198"/>
                      <a:pt x="749" y="1143"/>
                    </a:cubicBezTo>
                    <a:cubicBezTo>
                      <a:pt x="749" y="1087"/>
                      <a:pt x="751" y="1034"/>
                      <a:pt x="754" y="982"/>
                    </a:cubicBezTo>
                    <a:cubicBezTo>
                      <a:pt x="789" y="943"/>
                      <a:pt x="825" y="904"/>
                      <a:pt x="864" y="865"/>
                    </a:cubicBezTo>
                    <a:cubicBezTo>
                      <a:pt x="903" y="827"/>
                      <a:pt x="942" y="790"/>
                      <a:pt x="981" y="755"/>
                    </a:cubicBezTo>
                    <a:cubicBezTo>
                      <a:pt x="1033" y="752"/>
                      <a:pt x="1087" y="750"/>
                      <a:pt x="1142" y="750"/>
                    </a:cubicBezTo>
                    <a:cubicBezTo>
                      <a:pt x="1197" y="750"/>
                      <a:pt x="1250" y="752"/>
                      <a:pt x="1302" y="755"/>
                    </a:cubicBezTo>
                    <a:cubicBezTo>
                      <a:pt x="1342" y="790"/>
                      <a:pt x="1381" y="827"/>
                      <a:pt x="1419" y="865"/>
                    </a:cubicBezTo>
                    <a:cubicBezTo>
                      <a:pt x="1458" y="904"/>
                      <a:pt x="1495" y="943"/>
                      <a:pt x="1529" y="982"/>
                    </a:cubicBezTo>
                    <a:cubicBezTo>
                      <a:pt x="1532" y="1034"/>
                      <a:pt x="1534" y="1087"/>
                      <a:pt x="1534" y="1143"/>
                    </a:cubicBezTo>
                    <a:cubicBezTo>
                      <a:pt x="1534" y="1198"/>
                      <a:pt x="1532" y="1251"/>
                      <a:pt x="1529" y="1303"/>
                    </a:cubicBezTo>
                    <a:cubicBezTo>
                      <a:pt x="1494" y="1342"/>
                      <a:pt x="1457" y="1381"/>
                      <a:pt x="1419" y="1420"/>
                    </a:cubicBezTo>
                    <a:close/>
                    <a:moveTo>
                      <a:pt x="1710" y="1075"/>
                    </a:moveTo>
                    <a:lnTo>
                      <a:pt x="1710" y="1075"/>
                    </a:lnTo>
                    <a:cubicBezTo>
                      <a:pt x="1678" y="1033"/>
                      <a:pt x="1644" y="991"/>
                      <a:pt x="1607" y="950"/>
                    </a:cubicBezTo>
                    <a:cubicBezTo>
                      <a:pt x="1604" y="894"/>
                      <a:pt x="1598" y="840"/>
                      <a:pt x="1591" y="788"/>
                    </a:cubicBezTo>
                    <a:cubicBezTo>
                      <a:pt x="1685" y="804"/>
                      <a:pt x="1770" y="826"/>
                      <a:pt x="1844" y="851"/>
                    </a:cubicBezTo>
                    <a:cubicBezTo>
                      <a:pt x="1808" y="924"/>
                      <a:pt x="1763" y="999"/>
                      <a:pt x="1710" y="1075"/>
                    </a:cubicBezTo>
                    <a:close/>
                    <a:moveTo>
                      <a:pt x="1711" y="1210"/>
                    </a:moveTo>
                    <a:lnTo>
                      <a:pt x="1711" y="1210"/>
                    </a:lnTo>
                    <a:cubicBezTo>
                      <a:pt x="1765" y="1288"/>
                      <a:pt x="1810" y="1363"/>
                      <a:pt x="1845" y="1434"/>
                    </a:cubicBezTo>
                    <a:cubicBezTo>
                      <a:pt x="1770" y="1459"/>
                      <a:pt x="1685" y="1481"/>
                      <a:pt x="1591" y="1497"/>
                    </a:cubicBezTo>
                    <a:cubicBezTo>
                      <a:pt x="1598" y="1445"/>
                      <a:pt x="1604" y="1391"/>
                      <a:pt x="1607" y="1335"/>
                    </a:cubicBezTo>
                    <a:cubicBezTo>
                      <a:pt x="1644" y="1294"/>
                      <a:pt x="1678" y="1252"/>
                      <a:pt x="1711" y="1210"/>
                    </a:cubicBezTo>
                    <a:close/>
                    <a:moveTo>
                      <a:pt x="1613" y="1080"/>
                    </a:moveTo>
                    <a:lnTo>
                      <a:pt x="1613" y="1080"/>
                    </a:lnTo>
                    <a:cubicBezTo>
                      <a:pt x="1630" y="1101"/>
                      <a:pt x="1646" y="1122"/>
                      <a:pt x="1661" y="1142"/>
                    </a:cubicBezTo>
                    <a:cubicBezTo>
                      <a:pt x="1646" y="1163"/>
                      <a:pt x="1630" y="1183"/>
                      <a:pt x="1613" y="1204"/>
                    </a:cubicBezTo>
                    <a:cubicBezTo>
                      <a:pt x="1614" y="1184"/>
                      <a:pt x="1614" y="1163"/>
                      <a:pt x="1614" y="1143"/>
                    </a:cubicBezTo>
                    <a:cubicBezTo>
                      <a:pt x="1614" y="1122"/>
                      <a:pt x="1614" y="1101"/>
                      <a:pt x="1613" y="1080"/>
                    </a:cubicBezTo>
                    <a:close/>
                    <a:moveTo>
                      <a:pt x="1756" y="345"/>
                    </a:moveTo>
                    <a:lnTo>
                      <a:pt x="1756" y="345"/>
                    </a:lnTo>
                    <a:cubicBezTo>
                      <a:pt x="1816" y="345"/>
                      <a:pt x="1862" y="361"/>
                      <a:pt x="1893" y="392"/>
                    </a:cubicBezTo>
                    <a:cubicBezTo>
                      <a:pt x="1959" y="458"/>
                      <a:pt x="1953" y="599"/>
                      <a:pt x="1878" y="779"/>
                    </a:cubicBezTo>
                    <a:cubicBezTo>
                      <a:pt x="1789" y="748"/>
                      <a:pt x="1689" y="723"/>
                      <a:pt x="1579" y="705"/>
                    </a:cubicBezTo>
                    <a:cubicBezTo>
                      <a:pt x="1561" y="596"/>
                      <a:pt x="1536" y="495"/>
                      <a:pt x="1505" y="407"/>
                    </a:cubicBezTo>
                    <a:cubicBezTo>
                      <a:pt x="1599" y="367"/>
                      <a:pt x="1684" y="345"/>
                      <a:pt x="1756" y="345"/>
                    </a:cubicBezTo>
                    <a:close/>
                    <a:moveTo>
                      <a:pt x="1952" y="807"/>
                    </a:moveTo>
                    <a:lnTo>
                      <a:pt x="1952" y="807"/>
                    </a:lnTo>
                    <a:cubicBezTo>
                      <a:pt x="2042" y="594"/>
                      <a:pt x="2041" y="427"/>
                      <a:pt x="1949" y="335"/>
                    </a:cubicBezTo>
                    <a:cubicBezTo>
                      <a:pt x="1903" y="289"/>
                      <a:pt x="1838" y="265"/>
                      <a:pt x="1756" y="265"/>
                    </a:cubicBezTo>
                    <a:cubicBezTo>
                      <a:pt x="1675" y="265"/>
                      <a:pt x="1580" y="289"/>
                      <a:pt x="1477" y="332"/>
                    </a:cubicBezTo>
                    <a:cubicBezTo>
                      <a:pt x="1392" y="126"/>
                      <a:pt x="1274" y="0"/>
                      <a:pt x="1142" y="0"/>
                    </a:cubicBezTo>
                    <a:cubicBezTo>
                      <a:pt x="1009" y="0"/>
                      <a:pt x="891" y="126"/>
                      <a:pt x="806" y="332"/>
                    </a:cubicBezTo>
                    <a:cubicBezTo>
                      <a:pt x="704" y="289"/>
                      <a:pt x="609" y="265"/>
                      <a:pt x="528" y="265"/>
                    </a:cubicBezTo>
                    <a:cubicBezTo>
                      <a:pt x="446" y="265"/>
                      <a:pt x="380" y="289"/>
                      <a:pt x="334" y="335"/>
                    </a:cubicBezTo>
                    <a:cubicBezTo>
                      <a:pt x="242" y="427"/>
                      <a:pt x="242" y="594"/>
                      <a:pt x="331" y="807"/>
                    </a:cubicBezTo>
                    <a:cubicBezTo>
                      <a:pt x="125" y="892"/>
                      <a:pt x="0" y="1010"/>
                      <a:pt x="0" y="1143"/>
                    </a:cubicBezTo>
                    <a:cubicBezTo>
                      <a:pt x="0" y="1275"/>
                      <a:pt x="125" y="1393"/>
                      <a:pt x="331" y="1478"/>
                    </a:cubicBezTo>
                    <a:cubicBezTo>
                      <a:pt x="246" y="1684"/>
                      <a:pt x="240" y="1856"/>
                      <a:pt x="334" y="1950"/>
                    </a:cubicBezTo>
                    <a:cubicBezTo>
                      <a:pt x="380" y="1996"/>
                      <a:pt x="446" y="2020"/>
                      <a:pt x="528" y="2020"/>
                    </a:cubicBezTo>
                    <a:cubicBezTo>
                      <a:pt x="609" y="2020"/>
                      <a:pt x="704" y="1996"/>
                      <a:pt x="806" y="1953"/>
                    </a:cubicBezTo>
                    <a:cubicBezTo>
                      <a:pt x="891" y="2159"/>
                      <a:pt x="1009" y="2284"/>
                      <a:pt x="1142" y="2284"/>
                    </a:cubicBezTo>
                    <a:cubicBezTo>
                      <a:pt x="1274" y="2284"/>
                      <a:pt x="1392" y="2159"/>
                      <a:pt x="1477" y="1953"/>
                    </a:cubicBezTo>
                    <a:cubicBezTo>
                      <a:pt x="1580" y="1996"/>
                      <a:pt x="1675" y="2020"/>
                      <a:pt x="1756" y="2020"/>
                    </a:cubicBezTo>
                    <a:cubicBezTo>
                      <a:pt x="1838" y="2020"/>
                      <a:pt x="1903" y="1996"/>
                      <a:pt x="1949" y="1950"/>
                    </a:cubicBezTo>
                    <a:cubicBezTo>
                      <a:pt x="2043" y="1856"/>
                      <a:pt x="2038" y="1684"/>
                      <a:pt x="1952" y="1478"/>
                    </a:cubicBezTo>
                    <a:cubicBezTo>
                      <a:pt x="2158" y="1393"/>
                      <a:pt x="2284" y="1275"/>
                      <a:pt x="2284" y="1143"/>
                    </a:cubicBezTo>
                    <a:cubicBezTo>
                      <a:pt x="2284" y="1010"/>
                      <a:pt x="2158" y="892"/>
                      <a:pt x="1952" y="80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87" name="Freeform 20"/>
              <p:cNvSpPr/>
              <p:nvPr userDrawn="1">
                <p:custDataLst>
                  <p:tags r:id="rId191"/>
                </p:custDataLst>
              </p:nvPr>
            </p:nvSpPr>
            <p:spPr bwMode="auto">
              <a:xfrm>
                <a:off x="7021513" y="5929313"/>
                <a:ext cx="177800" cy="177800"/>
              </a:xfrm>
              <a:custGeom>
                <a:avLst/>
                <a:gdLst>
                  <a:gd name="T0" fmla="*/ 120 w 240"/>
                  <a:gd name="T1" fmla="*/ 0 h 240"/>
                  <a:gd name="T2" fmla="*/ 120 w 240"/>
                  <a:gd name="T3" fmla="*/ 0 h 240"/>
                  <a:gd name="T4" fmla="*/ 0 w 240"/>
                  <a:gd name="T5" fmla="*/ 120 h 240"/>
                  <a:gd name="T6" fmla="*/ 120 w 240"/>
                  <a:gd name="T7" fmla="*/ 240 h 240"/>
                  <a:gd name="T8" fmla="*/ 240 w 240"/>
                  <a:gd name="T9" fmla="*/ 120 h 240"/>
                  <a:gd name="T10" fmla="*/ 120 w 240"/>
                  <a:gd name="T11" fmla="*/ 0 h 2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0" h="240">
                    <a:moveTo>
                      <a:pt x="120" y="0"/>
                    </a:moveTo>
                    <a:lnTo>
                      <a:pt x="120" y="0"/>
                    </a:lnTo>
                    <a:cubicBezTo>
                      <a:pt x="53" y="0"/>
                      <a:pt x="0" y="53"/>
                      <a:pt x="0" y="120"/>
                    </a:cubicBezTo>
                    <a:cubicBezTo>
                      <a:pt x="0" y="186"/>
                      <a:pt x="53" y="240"/>
                      <a:pt x="120" y="240"/>
                    </a:cubicBezTo>
                    <a:cubicBezTo>
                      <a:pt x="186" y="240"/>
                      <a:pt x="240" y="186"/>
                      <a:pt x="240" y="120"/>
                    </a:cubicBezTo>
                    <a:cubicBezTo>
                      <a:pt x="240" y="53"/>
                      <a:pt x="186" y="0"/>
                      <a:pt x="120" y="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  <p:sp>
          <p:nvSpPr>
            <p:cNvPr id="84" name="Freeform 19"/>
            <p:cNvSpPr>
              <a:spLocks noEditPoints="1"/>
            </p:cNvSpPr>
            <p:nvPr userDrawn="1">
              <p:custDataLst>
                <p:tags r:id="rId192"/>
              </p:custDataLst>
            </p:nvPr>
          </p:nvSpPr>
          <p:spPr bwMode="auto">
            <a:xfrm rot="21418795">
              <a:off x="11264443" y="4898673"/>
              <a:ext cx="1209819" cy="253100"/>
            </a:xfrm>
            <a:custGeom>
              <a:avLst/>
              <a:gdLst>
                <a:gd name="T0" fmla="*/ 2347 w 2387"/>
                <a:gd name="T1" fmla="*/ 458 h 498"/>
                <a:gd name="T2" fmla="*/ 40 w 2387"/>
                <a:gd name="T3" fmla="*/ 40 h 498"/>
                <a:gd name="T4" fmla="*/ 177 w 2387"/>
                <a:gd name="T5" fmla="*/ 298 h 498"/>
                <a:gd name="T6" fmla="*/ 217 w 2387"/>
                <a:gd name="T7" fmla="*/ 40 h 498"/>
                <a:gd name="T8" fmla="*/ 277 w 2387"/>
                <a:gd name="T9" fmla="*/ 159 h 498"/>
                <a:gd name="T10" fmla="*/ 317 w 2387"/>
                <a:gd name="T11" fmla="*/ 40 h 498"/>
                <a:gd name="T12" fmla="*/ 377 w 2387"/>
                <a:gd name="T13" fmla="*/ 159 h 498"/>
                <a:gd name="T14" fmla="*/ 417 w 2387"/>
                <a:gd name="T15" fmla="*/ 40 h 498"/>
                <a:gd name="T16" fmla="*/ 477 w 2387"/>
                <a:gd name="T17" fmla="*/ 159 h 498"/>
                <a:gd name="T18" fmla="*/ 517 w 2387"/>
                <a:gd name="T19" fmla="*/ 40 h 498"/>
                <a:gd name="T20" fmla="*/ 577 w 2387"/>
                <a:gd name="T21" fmla="*/ 159 h 498"/>
                <a:gd name="T22" fmla="*/ 617 w 2387"/>
                <a:gd name="T23" fmla="*/ 40 h 498"/>
                <a:gd name="T24" fmla="*/ 674 w 2387"/>
                <a:gd name="T25" fmla="*/ 298 h 498"/>
                <a:gd name="T26" fmla="*/ 714 w 2387"/>
                <a:gd name="T27" fmla="*/ 40 h 498"/>
                <a:gd name="T28" fmla="*/ 774 w 2387"/>
                <a:gd name="T29" fmla="*/ 159 h 498"/>
                <a:gd name="T30" fmla="*/ 814 w 2387"/>
                <a:gd name="T31" fmla="*/ 40 h 498"/>
                <a:gd name="T32" fmla="*/ 874 w 2387"/>
                <a:gd name="T33" fmla="*/ 159 h 498"/>
                <a:gd name="T34" fmla="*/ 914 w 2387"/>
                <a:gd name="T35" fmla="*/ 40 h 498"/>
                <a:gd name="T36" fmla="*/ 974 w 2387"/>
                <a:gd name="T37" fmla="*/ 159 h 498"/>
                <a:gd name="T38" fmla="*/ 1014 w 2387"/>
                <a:gd name="T39" fmla="*/ 40 h 498"/>
                <a:gd name="T40" fmla="*/ 1074 w 2387"/>
                <a:gd name="T41" fmla="*/ 159 h 498"/>
                <a:gd name="T42" fmla="*/ 1114 w 2387"/>
                <a:gd name="T43" fmla="*/ 40 h 498"/>
                <a:gd name="T44" fmla="*/ 1187 w 2387"/>
                <a:gd name="T45" fmla="*/ 298 h 498"/>
                <a:gd name="T46" fmla="*/ 1227 w 2387"/>
                <a:gd name="T47" fmla="*/ 40 h 498"/>
                <a:gd name="T48" fmla="*/ 1287 w 2387"/>
                <a:gd name="T49" fmla="*/ 159 h 498"/>
                <a:gd name="T50" fmla="*/ 1327 w 2387"/>
                <a:gd name="T51" fmla="*/ 40 h 498"/>
                <a:gd name="T52" fmla="*/ 1387 w 2387"/>
                <a:gd name="T53" fmla="*/ 159 h 498"/>
                <a:gd name="T54" fmla="*/ 1427 w 2387"/>
                <a:gd name="T55" fmla="*/ 40 h 498"/>
                <a:gd name="T56" fmla="*/ 1487 w 2387"/>
                <a:gd name="T57" fmla="*/ 159 h 498"/>
                <a:gd name="T58" fmla="*/ 1527 w 2387"/>
                <a:gd name="T59" fmla="*/ 40 h 498"/>
                <a:gd name="T60" fmla="*/ 1587 w 2387"/>
                <a:gd name="T61" fmla="*/ 159 h 498"/>
                <a:gd name="T62" fmla="*/ 1627 w 2387"/>
                <a:gd name="T63" fmla="*/ 40 h 498"/>
                <a:gd name="T64" fmla="*/ 1684 w 2387"/>
                <a:gd name="T65" fmla="*/ 298 h 498"/>
                <a:gd name="T66" fmla="*/ 1724 w 2387"/>
                <a:gd name="T67" fmla="*/ 40 h 498"/>
                <a:gd name="T68" fmla="*/ 1784 w 2387"/>
                <a:gd name="T69" fmla="*/ 159 h 498"/>
                <a:gd name="T70" fmla="*/ 1824 w 2387"/>
                <a:gd name="T71" fmla="*/ 40 h 498"/>
                <a:gd name="T72" fmla="*/ 1884 w 2387"/>
                <a:gd name="T73" fmla="*/ 159 h 498"/>
                <a:gd name="T74" fmla="*/ 1924 w 2387"/>
                <a:gd name="T75" fmla="*/ 40 h 498"/>
                <a:gd name="T76" fmla="*/ 1984 w 2387"/>
                <a:gd name="T77" fmla="*/ 159 h 498"/>
                <a:gd name="T78" fmla="*/ 2024 w 2387"/>
                <a:gd name="T79" fmla="*/ 40 h 498"/>
                <a:gd name="T80" fmla="*/ 2084 w 2387"/>
                <a:gd name="T81" fmla="*/ 159 h 498"/>
                <a:gd name="T82" fmla="*/ 2124 w 2387"/>
                <a:gd name="T83" fmla="*/ 40 h 498"/>
                <a:gd name="T84" fmla="*/ 2170 w 2387"/>
                <a:gd name="T85" fmla="*/ 298 h 498"/>
                <a:gd name="T86" fmla="*/ 2210 w 2387"/>
                <a:gd name="T87" fmla="*/ 40 h 498"/>
                <a:gd name="T88" fmla="*/ 2347 w 2387"/>
                <a:gd name="T89" fmla="*/ 458 h 498"/>
                <a:gd name="T90" fmla="*/ 0 w 2387"/>
                <a:gd name="T91" fmla="*/ 498 h 498"/>
                <a:gd name="T92" fmla="*/ 2387 w 2387"/>
                <a:gd name="T93" fmla="*/ 0 h 498"/>
                <a:gd name="T94" fmla="*/ 0 w 2387"/>
                <a:gd name="T95" fmla="*/ 498 h 4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87" h="498">
                  <a:moveTo>
                    <a:pt x="2347" y="458"/>
                  </a:moveTo>
                  <a:lnTo>
                    <a:pt x="2347" y="458"/>
                  </a:lnTo>
                  <a:lnTo>
                    <a:pt x="40" y="458"/>
                  </a:lnTo>
                  <a:lnTo>
                    <a:pt x="40" y="40"/>
                  </a:lnTo>
                  <a:lnTo>
                    <a:pt x="177" y="40"/>
                  </a:lnTo>
                  <a:lnTo>
                    <a:pt x="177" y="298"/>
                  </a:lnTo>
                  <a:lnTo>
                    <a:pt x="217" y="298"/>
                  </a:lnTo>
                  <a:lnTo>
                    <a:pt x="217" y="40"/>
                  </a:lnTo>
                  <a:lnTo>
                    <a:pt x="277" y="40"/>
                  </a:lnTo>
                  <a:lnTo>
                    <a:pt x="277" y="159"/>
                  </a:lnTo>
                  <a:lnTo>
                    <a:pt x="317" y="159"/>
                  </a:lnTo>
                  <a:lnTo>
                    <a:pt x="317" y="40"/>
                  </a:lnTo>
                  <a:lnTo>
                    <a:pt x="377" y="40"/>
                  </a:lnTo>
                  <a:lnTo>
                    <a:pt x="377" y="159"/>
                  </a:lnTo>
                  <a:lnTo>
                    <a:pt x="417" y="159"/>
                  </a:lnTo>
                  <a:lnTo>
                    <a:pt x="417" y="40"/>
                  </a:lnTo>
                  <a:lnTo>
                    <a:pt x="477" y="40"/>
                  </a:lnTo>
                  <a:lnTo>
                    <a:pt x="477" y="159"/>
                  </a:lnTo>
                  <a:lnTo>
                    <a:pt x="517" y="159"/>
                  </a:lnTo>
                  <a:lnTo>
                    <a:pt x="517" y="40"/>
                  </a:lnTo>
                  <a:lnTo>
                    <a:pt x="577" y="40"/>
                  </a:lnTo>
                  <a:lnTo>
                    <a:pt x="577" y="159"/>
                  </a:lnTo>
                  <a:lnTo>
                    <a:pt x="617" y="159"/>
                  </a:lnTo>
                  <a:lnTo>
                    <a:pt x="617" y="40"/>
                  </a:lnTo>
                  <a:lnTo>
                    <a:pt x="674" y="40"/>
                  </a:lnTo>
                  <a:lnTo>
                    <a:pt x="674" y="298"/>
                  </a:lnTo>
                  <a:lnTo>
                    <a:pt x="714" y="298"/>
                  </a:lnTo>
                  <a:lnTo>
                    <a:pt x="714" y="40"/>
                  </a:lnTo>
                  <a:lnTo>
                    <a:pt x="774" y="40"/>
                  </a:lnTo>
                  <a:lnTo>
                    <a:pt x="774" y="159"/>
                  </a:lnTo>
                  <a:lnTo>
                    <a:pt x="814" y="159"/>
                  </a:lnTo>
                  <a:lnTo>
                    <a:pt x="814" y="40"/>
                  </a:lnTo>
                  <a:lnTo>
                    <a:pt x="874" y="40"/>
                  </a:lnTo>
                  <a:lnTo>
                    <a:pt x="874" y="159"/>
                  </a:lnTo>
                  <a:lnTo>
                    <a:pt x="914" y="159"/>
                  </a:lnTo>
                  <a:lnTo>
                    <a:pt x="914" y="40"/>
                  </a:lnTo>
                  <a:lnTo>
                    <a:pt x="974" y="40"/>
                  </a:lnTo>
                  <a:lnTo>
                    <a:pt x="974" y="159"/>
                  </a:lnTo>
                  <a:lnTo>
                    <a:pt x="1014" y="159"/>
                  </a:lnTo>
                  <a:lnTo>
                    <a:pt x="1014" y="40"/>
                  </a:lnTo>
                  <a:lnTo>
                    <a:pt x="1074" y="40"/>
                  </a:lnTo>
                  <a:lnTo>
                    <a:pt x="1074" y="159"/>
                  </a:lnTo>
                  <a:lnTo>
                    <a:pt x="1114" y="159"/>
                  </a:lnTo>
                  <a:lnTo>
                    <a:pt x="1114" y="40"/>
                  </a:lnTo>
                  <a:lnTo>
                    <a:pt x="1187" y="40"/>
                  </a:lnTo>
                  <a:lnTo>
                    <a:pt x="1187" y="298"/>
                  </a:lnTo>
                  <a:lnTo>
                    <a:pt x="1227" y="298"/>
                  </a:lnTo>
                  <a:lnTo>
                    <a:pt x="1227" y="40"/>
                  </a:lnTo>
                  <a:lnTo>
                    <a:pt x="1287" y="40"/>
                  </a:lnTo>
                  <a:lnTo>
                    <a:pt x="1287" y="159"/>
                  </a:lnTo>
                  <a:lnTo>
                    <a:pt x="1327" y="159"/>
                  </a:lnTo>
                  <a:lnTo>
                    <a:pt x="1327" y="40"/>
                  </a:lnTo>
                  <a:lnTo>
                    <a:pt x="1387" y="40"/>
                  </a:lnTo>
                  <a:lnTo>
                    <a:pt x="1387" y="159"/>
                  </a:lnTo>
                  <a:lnTo>
                    <a:pt x="1427" y="159"/>
                  </a:lnTo>
                  <a:lnTo>
                    <a:pt x="1427" y="40"/>
                  </a:lnTo>
                  <a:lnTo>
                    <a:pt x="1487" y="40"/>
                  </a:lnTo>
                  <a:lnTo>
                    <a:pt x="1487" y="159"/>
                  </a:lnTo>
                  <a:lnTo>
                    <a:pt x="1527" y="159"/>
                  </a:lnTo>
                  <a:lnTo>
                    <a:pt x="1527" y="40"/>
                  </a:lnTo>
                  <a:lnTo>
                    <a:pt x="1587" y="40"/>
                  </a:lnTo>
                  <a:lnTo>
                    <a:pt x="1587" y="159"/>
                  </a:lnTo>
                  <a:lnTo>
                    <a:pt x="1627" y="159"/>
                  </a:lnTo>
                  <a:lnTo>
                    <a:pt x="1627" y="40"/>
                  </a:lnTo>
                  <a:lnTo>
                    <a:pt x="1684" y="40"/>
                  </a:lnTo>
                  <a:lnTo>
                    <a:pt x="1684" y="298"/>
                  </a:lnTo>
                  <a:lnTo>
                    <a:pt x="1724" y="298"/>
                  </a:lnTo>
                  <a:lnTo>
                    <a:pt x="1724" y="40"/>
                  </a:lnTo>
                  <a:lnTo>
                    <a:pt x="1784" y="40"/>
                  </a:lnTo>
                  <a:lnTo>
                    <a:pt x="1784" y="159"/>
                  </a:lnTo>
                  <a:lnTo>
                    <a:pt x="1824" y="159"/>
                  </a:lnTo>
                  <a:lnTo>
                    <a:pt x="1824" y="40"/>
                  </a:lnTo>
                  <a:lnTo>
                    <a:pt x="1884" y="40"/>
                  </a:lnTo>
                  <a:lnTo>
                    <a:pt x="1884" y="159"/>
                  </a:lnTo>
                  <a:lnTo>
                    <a:pt x="1924" y="159"/>
                  </a:lnTo>
                  <a:lnTo>
                    <a:pt x="1924" y="40"/>
                  </a:lnTo>
                  <a:lnTo>
                    <a:pt x="1984" y="40"/>
                  </a:lnTo>
                  <a:lnTo>
                    <a:pt x="1984" y="159"/>
                  </a:lnTo>
                  <a:lnTo>
                    <a:pt x="2024" y="159"/>
                  </a:lnTo>
                  <a:lnTo>
                    <a:pt x="2024" y="40"/>
                  </a:lnTo>
                  <a:lnTo>
                    <a:pt x="2084" y="40"/>
                  </a:lnTo>
                  <a:lnTo>
                    <a:pt x="2084" y="159"/>
                  </a:lnTo>
                  <a:lnTo>
                    <a:pt x="2124" y="159"/>
                  </a:lnTo>
                  <a:lnTo>
                    <a:pt x="2124" y="40"/>
                  </a:lnTo>
                  <a:lnTo>
                    <a:pt x="2170" y="40"/>
                  </a:lnTo>
                  <a:lnTo>
                    <a:pt x="2170" y="298"/>
                  </a:lnTo>
                  <a:lnTo>
                    <a:pt x="2210" y="298"/>
                  </a:lnTo>
                  <a:lnTo>
                    <a:pt x="2210" y="40"/>
                  </a:lnTo>
                  <a:lnTo>
                    <a:pt x="2347" y="40"/>
                  </a:lnTo>
                  <a:lnTo>
                    <a:pt x="2347" y="458"/>
                  </a:lnTo>
                  <a:close/>
                  <a:moveTo>
                    <a:pt x="0" y="498"/>
                  </a:moveTo>
                  <a:lnTo>
                    <a:pt x="0" y="498"/>
                  </a:lnTo>
                  <a:lnTo>
                    <a:pt x="2387" y="498"/>
                  </a:lnTo>
                  <a:lnTo>
                    <a:pt x="2387" y="0"/>
                  </a:lnTo>
                  <a:lnTo>
                    <a:pt x="0" y="0"/>
                  </a:lnTo>
                  <a:lnTo>
                    <a:pt x="0" y="498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Freeform 7"/>
            <p:cNvSpPr>
              <a:spLocks noEditPoints="1"/>
            </p:cNvSpPr>
            <p:nvPr userDrawn="1">
              <p:custDataLst>
                <p:tags r:id="rId193"/>
              </p:custDataLst>
            </p:nvPr>
          </p:nvSpPr>
          <p:spPr bwMode="auto">
            <a:xfrm rot="20132266">
              <a:off x="-1305" y="1375882"/>
              <a:ext cx="1277233" cy="931381"/>
            </a:xfrm>
            <a:custGeom>
              <a:avLst/>
              <a:gdLst>
                <a:gd name="T0" fmla="*/ 1034 w 2022"/>
                <a:gd name="T1" fmla="*/ 210 h 1466"/>
                <a:gd name="T2" fmla="*/ 1034 w 2022"/>
                <a:gd name="T3" fmla="*/ 210 h 1466"/>
                <a:gd name="T4" fmla="*/ 1395 w 2022"/>
                <a:gd name="T5" fmla="*/ 46 h 1466"/>
                <a:gd name="T6" fmla="*/ 1487 w 2022"/>
                <a:gd name="T7" fmla="*/ 40 h 1466"/>
                <a:gd name="T8" fmla="*/ 1888 w 2022"/>
                <a:gd name="T9" fmla="*/ 99 h 1466"/>
                <a:gd name="T10" fmla="*/ 1888 w 2022"/>
                <a:gd name="T11" fmla="*/ 1249 h 1466"/>
                <a:gd name="T12" fmla="*/ 1467 w 2022"/>
                <a:gd name="T13" fmla="*/ 1137 h 1466"/>
                <a:gd name="T14" fmla="*/ 1397 w 2022"/>
                <a:gd name="T15" fmla="*/ 1132 h 1466"/>
                <a:gd name="T16" fmla="*/ 1034 w 2022"/>
                <a:gd name="T17" fmla="*/ 1232 h 1466"/>
                <a:gd name="T18" fmla="*/ 1034 w 2022"/>
                <a:gd name="T19" fmla="*/ 210 h 1466"/>
                <a:gd name="T20" fmla="*/ 134 w 2022"/>
                <a:gd name="T21" fmla="*/ 99 h 1466"/>
                <a:gd name="T22" fmla="*/ 134 w 2022"/>
                <a:gd name="T23" fmla="*/ 99 h 1466"/>
                <a:gd name="T24" fmla="*/ 534 w 2022"/>
                <a:gd name="T25" fmla="*/ 40 h 1466"/>
                <a:gd name="T26" fmla="*/ 626 w 2022"/>
                <a:gd name="T27" fmla="*/ 46 h 1466"/>
                <a:gd name="T28" fmla="*/ 988 w 2022"/>
                <a:gd name="T29" fmla="*/ 210 h 1466"/>
                <a:gd name="T30" fmla="*/ 988 w 2022"/>
                <a:gd name="T31" fmla="*/ 1232 h 1466"/>
                <a:gd name="T32" fmla="*/ 625 w 2022"/>
                <a:gd name="T33" fmla="*/ 1132 h 1466"/>
                <a:gd name="T34" fmla="*/ 555 w 2022"/>
                <a:gd name="T35" fmla="*/ 1137 h 1466"/>
                <a:gd name="T36" fmla="*/ 134 w 2022"/>
                <a:gd name="T37" fmla="*/ 1249 h 1466"/>
                <a:gd name="T38" fmla="*/ 134 w 2022"/>
                <a:gd name="T39" fmla="*/ 99 h 1466"/>
                <a:gd name="T40" fmla="*/ 1928 w 2022"/>
                <a:gd name="T41" fmla="*/ 203 h 1466"/>
                <a:gd name="T42" fmla="*/ 1928 w 2022"/>
                <a:gd name="T43" fmla="*/ 203 h 1466"/>
                <a:gd name="T44" fmla="*/ 1928 w 2022"/>
                <a:gd name="T45" fmla="*/ 68 h 1466"/>
                <a:gd name="T46" fmla="*/ 1487 w 2022"/>
                <a:gd name="T47" fmla="*/ 0 h 1466"/>
                <a:gd name="T48" fmla="*/ 1390 w 2022"/>
                <a:gd name="T49" fmla="*/ 6 h 1466"/>
                <a:gd name="T50" fmla="*/ 1011 w 2022"/>
                <a:gd name="T51" fmla="*/ 177 h 1466"/>
                <a:gd name="T52" fmla="*/ 632 w 2022"/>
                <a:gd name="T53" fmla="*/ 6 h 1466"/>
                <a:gd name="T54" fmla="*/ 534 w 2022"/>
                <a:gd name="T55" fmla="*/ 0 h 1466"/>
                <a:gd name="T56" fmla="*/ 94 w 2022"/>
                <a:gd name="T57" fmla="*/ 68 h 1466"/>
                <a:gd name="T58" fmla="*/ 94 w 2022"/>
                <a:gd name="T59" fmla="*/ 203 h 1466"/>
                <a:gd name="T60" fmla="*/ 0 w 2022"/>
                <a:gd name="T61" fmla="*/ 227 h 1466"/>
                <a:gd name="T62" fmla="*/ 0 w 2022"/>
                <a:gd name="T63" fmla="*/ 1466 h 1466"/>
                <a:gd name="T64" fmla="*/ 467 w 2022"/>
                <a:gd name="T65" fmla="*/ 1335 h 1466"/>
                <a:gd name="T66" fmla="*/ 905 w 2022"/>
                <a:gd name="T67" fmla="*/ 1412 h 1466"/>
                <a:gd name="T68" fmla="*/ 905 w 2022"/>
                <a:gd name="T69" fmla="*/ 1466 h 1466"/>
                <a:gd name="T70" fmla="*/ 1116 w 2022"/>
                <a:gd name="T71" fmla="*/ 1466 h 1466"/>
                <a:gd name="T72" fmla="*/ 1116 w 2022"/>
                <a:gd name="T73" fmla="*/ 1412 h 1466"/>
                <a:gd name="T74" fmla="*/ 1555 w 2022"/>
                <a:gd name="T75" fmla="*/ 1335 h 1466"/>
                <a:gd name="T76" fmla="*/ 2022 w 2022"/>
                <a:gd name="T77" fmla="*/ 1466 h 1466"/>
                <a:gd name="T78" fmla="*/ 2022 w 2022"/>
                <a:gd name="T79" fmla="*/ 227 h 1466"/>
                <a:gd name="T80" fmla="*/ 1928 w 2022"/>
                <a:gd name="T81" fmla="*/ 203 h 14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22" h="1466">
                  <a:moveTo>
                    <a:pt x="1034" y="210"/>
                  </a:moveTo>
                  <a:lnTo>
                    <a:pt x="1034" y="210"/>
                  </a:lnTo>
                  <a:cubicBezTo>
                    <a:pt x="1077" y="175"/>
                    <a:pt x="1220" y="68"/>
                    <a:pt x="1395" y="46"/>
                  </a:cubicBezTo>
                  <a:cubicBezTo>
                    <a:pt x="1423" y="42"/>
                    <a:pt x="1454" y="40"/>
                    <a:pt x="1487" y="40"/>
                  </a:cubicBezTo>
                  <a:cubicBezTo>
                    <a:pt x="1645" y="40"/>
                    <a:pt x="1820" y="81"/>
                    <a:pt x="1888" y="99"/>
                  </a:cubicBezTo>
                  <a:lnTo>
                    <a:pt x="1888" y="1249"/>
                  </a:lnTo>
                  <a:cubicBezTo>
                    <a:pt x="1803" y="1218"/>
                    <a:pt x="1631" y="1161"/>
                    <a:pt x="1467" y="1137"/>
                  </a:cubicBezTo>
                  <a:cubicBezTo>
                    <a:pt x="1445" y="1134"/>
                    <a:pt x="1421" y="1132"/>
                    <a:pt x="1397" y="1132"/>
                  </a:cubicBezTo>
                  <a:cubicBezTo>
                    <a:pt x="1252" y="1132"/>
                    <a:pt x="1112" y="1192"/>
                    <a:pt x="1034" y="1232"/>
                  </a:cubicBezTo>
                  <a:lnTo>
                    <a:pt x="1034" y="210"/>
                  </a:lnTo>
                  <a:close/>
                  <a:moveTo>
                    <a:pt x="134" y="99"/>
                  </a:moveTo>
                  <a:lnTo>
                    <a:pt x="134" y="99"/>
                  </a:lnTo>
                  <a:cubicBezTo>
                    <a:pt x="201" y="81"/>
                    <a:pt x="376" y="40"/>
                    <a:pt x="534" y="40"/>
                  </a:cubicBezTo>
                  <a:cubicBezTo>
                    <a:pt x="568" y="40"/>
                    <a:pt x="599" y="42"/>
                    <a:pt x="626" y="46"/>
                  </a:cubicBezTo>
                  <a:cubicBezTo>
                    <a:pt x="802" y="68"/>
                    <a:pt x="945" y="175"/>
                    <a:pt x="988" y="210"/>
                  </a:cubicBezTo>
                  <a:lnTo>
                    <a:pt x="988" y="1232"/>
                  </a:lnTo>
                  <a:cubicBezTo>
                    <a:pt x="910" y="1192"/>
                    <a:pt x="770" y="1132"/>
                    <a:pt x="625" y="1132"/>
                  </a:cubicBezTo>
                  <a:cubicBezTo>
                    <a:pt x="601" y="1132"/>
                    <a:pt x="577" y="1134"/>
                    <a:pt x="555" y="1137"/>
                  </a:cubicBezTo>
                  <a:cubicBezTo>
                    <a:pt x="391" y="1161"/>
                    <a:pt x="219" y="1218"/>
                    <a:pt x="134" y="1249"/>
                  </a:cubicBezTo>
                  <a:lnTo>
                    <a:pt x="134" y="99"/>
                  </a:lnTo>
                  <a:close/>
                  <a:moveTo>
                    <a:pt x="1928" y="203"/>
                  </a:moveTo>
                  <a:lnTo>
                    <a:pt x="1928" y="203"/>
                  </a:lnTo>
                  <a:lnTo>
                    <a:pt x="1928" y="68"/>
                  </a:lnTo>
                  <a:cubicBezTo>
                    <a:pt x="1928" y="68"/>
                    <a:pt x="1696" y="0"/>
                    <a:pt x="1487" y="0"/>
                  </a:cubicBezTo>
                  <a:cubicBezTo>
                    <a:pt x="1454" y="0"/>
                    <a:pt x="1421" y="2"/>
                    <a:pt x="1390" y="6"/>
                  </a:cubicBezTo>
                  <a:cubicBezTo>
                    <a:pt x="1207" y="30"/>
                    <a:pt x="1059" y="138"/>
                    <a:pt x="1011" y="177"/>
                  </a:cubicBezTo>
                  <a:cubicBezTo>
                    <a:pt x="963" y="138"/>
                    <a:pt x="815" y="30"/>
                    <a:pt x="632" y="6"/>
                  </a:cubicBezTo>
                  <a:cubicBezTo>
                    <a:pt x="601" y="2"/>
                    <a:pt x="568" y="0"/>
                    <a:pt x="534" y="0"/>
                  </a:cubicBezTo>
                  <a:cubicBezTo>
                    <a:pt x="326" y="0"/>
                    <a:pt x="94" y="68"/>
                    <a:pt x="94" y="68"/>
                  </a:cubicBezTo>
                  <a:lnTo>
                    <a:pt x="94" y="203"/>
                  </a:lnTo>
                  <a:cubicBezTo>
                    <a:pt x="36" y="216"/>
                    <a:pt x="0" y="227"/>
                    <a:pt x="0" y="227"/>
                  </a:cubicBezTo>
                  <a:lnTo>
                    <a:pt x="0" y="1466"/>
                  </a:lnTo>
                  <a:cubicBezTo>
                    <a:pt x="0" y="1466"/>
                    <a:pt x="243" y="1368"/>
                    <a:pt x="467" y="1335"/>
                  </a:cubicBezTo>
                  <a:cubicBezTo>
                    <a:pt x="605" y="1315"/>
                    <a:pt x="787" y="1368"/>
                    <a:pt x="905" y="1412"/>
                  </a:cubicBezTo>
                  <a:lnTo>
                    <a:pt x="905" y="1466"/>
                  </a:lnTo>
                  <a:lnTo>
                    <a:pt x="1116" y="1466"/>
                  </a:lnTo>
                  <a:lnTo>
                    <a:pt x="1116" y="1412"/>
                  </a:lnTo>
                  <a:cubicBezTo>
                    <a:pt x="1235" y="1368"/>
                    <a:pt x="1417" y="1315"/>
                    <a:pt x="1555" y="1335"/>
                  </a:cubicBezTo>
                  <a:cubicBezTo>
                    <a:pt x="1779" y="1368"/>
                    <a:pt x="2022" y="1466"/>
                    <a:pt x="2022" y="1466"/>
                  </a:cubicBezTo>
                  <a:lnTo>
                    <a:pt x="2022" y="227"/>
                  </a:lnTo>
                  <a:cubicBezTo>
                    <a:pt x="2022" y="227"/>
                    <a:pt x="1986" y="216"/>
                    <a:pt x="1928" y="203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910386" y="256837"/>
            <a:ext cx="5526505" cy="657559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形 8" descr="书籍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10" y="140366"/>
            <a:ext cx="645695" cy="645695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12192000" cy="926428"/>
          </a:xfrm>
          <a:prstGeom prst="rect">
            <a:avLst/>
          </a:prstGeom>
          <a:blipFill>
            <a:blip r:embed="rId10"/>
            <a:tile tx="-3175000" ty="-139700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 descr="logo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090025" y="0"/>
            <a:ext cx="993775" cy="926465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>
            <p:custDataLst>
              <p:tags r:id="rId13"/>
            </p:custDataLst>
          </p:nvPr>
        </p:nvSpPr>
        <p:spPr>
          <a:xfrm>
            <a:off x="10077450" y="255905"/>
            <a:ext cx="17087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  <a:effectLst>
                  <a:reflection blurRad="6350" stA="53000" endA="300" endPos="35500" dir="5400000" sy="-90000" algn="bl" rotWithShape="0"/>
                </a:effectLst>
                <a:latin typeface="汉仪尚巍手书W" panose="00020600040101010101" charset="-122"/>
                <a:ea typeface="汉仪尚巍手书W" panose="00020600040101010101" charset="-122"/>
              </a:rPr>
              <a:t>天津大学</a:t>
            </a:r>
            <a:endParaRPr lang="zh-CN" altLang="en-US" sz="2800">
              <a:solidFill>
                <a:schemeClr val="bg1"/>
              </a:solidFill>
              <a:effectLst>
                <a:reflection blurRad="6350" stA="53000" endA="300" endPos="35500" dir="5400000" sy="-90000" algn="bl" rotWithShape="0"/>
              </a:effectLst>
              <a:latin typeface="汉仪尚巍手书W" panose="00020600040101010101" charset="-122"/>
              <a:ea typeface="汉仪尚巍手书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r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7"/>
            <p:custDataLst>
              <p:tags r:id="rId2"/>
            </p:custDataLst>
          </p:nvPr>
        </p:nvSpPr>
        <p:spPr>
          <a:xfrm>
            <a:off x="4064000" y="441961"/>
            <a:ext cx="4368800" cy="3083564"/>
          </a:xfrm>
          <a:custGeom>
            <a:avLst/>
            <a:gdLst/>
            <a:ahLst/>
            <a:cxnLst/>
            <a:rect l="l" t="t" r="r" b="b"/>
            <a:pathLst>
              <a:path w="3276600" h="3124200">
                <a:moveTo>
                  <a:pt x="3028950" y="0"/>
                </a:moveTo>
                <a:cubicBezTo>
                  <a:pt x="3165723" y="0"/>
                  <a:pt x="3276600" y="110877"/>
                  <a:pt x="3276600" y="247650"/>
                </a:cubicBezTo>
                <a:lnTo>
                  <a:pt x="3276600" y="2876550"/>
                </a:lnTo>
                <a:cubicBezTo>
                  <a:pt x="3276600" y="3013323"/>
                  <a:pt x="3165723" y="3124200"/>
                  <a:pt x="3028950" y="3124200"/>
                </a:cubicBezTo>
                <a:cubicBezTo>
                  <a:pt x="2892177" y="3124200"/>
                  <a:pt x="2781300" y="3013323"/>
                  <a:pt x="2781300" y="2876550"/>
                </a:cubicBezTo>
                <a:lnTo>
                  <a:pt x="2781300" y="247650"/>
                </a:lnTo>
                <a:cubicBezTo>
                  <a:pt x="2781300" y="110877"/>
                  <a:pt x="2892177" y="0"/>
                  <a:pt x="3028950" y="0"/>
                </a:cubicBezTo>
                <a:close/>
                <a:moveTo>
                  <a:pt x="2317750" y="0"/>
                </a:moveTo>
                <a:cubicBezTo>
                  <a:pt x="2454523" y="0"/>
                  <a:pt x="2565400" y="110877"/>
                  <a:pt x="2565400" y="247650"/>
                </a:cubicBezTo>
                <a:lnTo>
                  <a:pt x="2565400" y="2876550"/>
                </a:lnTo>
                <a:cubicBezTo>
                  <a:pt x="2565400" y="3013323"/>
                  <a:pt x="2454523" y="3124200"/>
                  <a:pt x="2317750" y="3124200"/>
                </a:cubicBezTo>
                <a:cubicBezTo>
                  <a:pt x="2180977" y="3124200"/>
                  <a:pt x="2070100" y="3013323"/>
                  <a:pt x="2070100" y="2876550"/>
                </a:cubicBezTo>
                <a:lnTo>
                  <a:pt x="2070100" y="247650"/>
                </a:lnTo>
                <a:cubicBezTo>
                  <a:pt x="2070100" y="110877"/>
                  <a:pt x="2180977" y="0"/>
                  <a:pt x="2317750" y="0"/>
                </a:cubicBezTo>
                <a:close/>
                <a:moveTo>
                  <a:pt x="1606550" y="0"/>
                </a:moveTo>
                <a:cubicBezTo>
                  <a:pt x="1743323" y="0"/>
                  <a:pt x="1854200" y="110877"/>
                  <a:pt x="1854200" y="247650"/>
                </a:cubicBezTo>
                <a:lnTo>
                  <a:pt x="1854200" y="2876550"/>
                </a:lnTo>
                <a:cubicBezTo>
                  <a:pt x="1854200" y="3013323"/>
                  <a:pt x="1743323" y="3124200"/>
                  <a:pt x="1606550" y="3124200"/>
                </a:cubicBezTo>
                <a:cubicBezTo>
                  <a:pt x="1469777" y="3124200"/>
                  <a:pt x="1358900" y="3013323"/>
                  <a:pt x="1358900" y="2876550"/>
                </a:cubicBezTo>
                <a:lnTo>
                  <a:pt x="1358900" y="247650"/>
                </a:lnTo>
                <a:cubicBezTo>
                  <a:pt x="1358900" y="110877"/>
                  <a:pt x="1469777" y="0"/>
                  <a:pt x="1606550" y="0"/>
                </a:cubicBezTo>
                <a:close/>
                <a:moveTo>
                  <a:pt x="958850" y="0"/>
                </a:moveTo>
                <a:cubicBezTo>
                  <a:pt x="1095623" y="0"/>
                  <a:pt x="1206500" y="110877"/>
                  <a:pt x="1206500" y="247650"/>
                </a:cubicBezTo>
                <a:lnTo>
                  <a:pt x="1206500" y="2876550"/>
                </a:lnTo>
                <a:cubicBezTo>
                  <a:pt x="1206500" y="3013323"/>
                  <a:pt x="1095623" y="3124200"/>
                  <a:pt x="958850" y="3124200"/>
                </a:cubicBezTo>
                <a:cubicBezTo>
                  <a:pt x="822077" y="3124200"/>
                  <a:pt x="711200" y="3013323"/>
                  <a:pt x="711200" y="2876550"/>
                </a:cubicBezTo>
                <a:lnTo>
                  <a:pt x="711200" y="247650"/>
                </a:lnTo>
                <a:cubicBezTo>
                  <a:pt x="711200" y="110877"/>
                  <a:pt x="822077" y="0"/>
                  <a:pt x="958850" y="0"/>
                </a:cubicBezTo>
                <a:close/>
                <a:moveTo>
                  <a:pt x="247650" y="0"/>
                </a:moveTo>
                <a:cubicBezTo>
                  <a:pt x="384423" y="0"/>
                  <a:pt x="495300" y="110877"/>
                  <a:pt x="495300" y="247650"/>
                </a:cubicBezTo>
                <a:lnTo>
                  <a:pt x="495300" y="2876550"/>
                </a:lnTo>
                <a:cubicBezTo>
                  <a:pt x="495300" y="3013323"/>
                  <a:pt x="384423" y="3124200"/>
                  <a:pt x="247650" y="3124200"/>
                </a:cubicBezTo>
                <a:cubicBezTo>
                  <a:pt x="110877" y="3124200"/>
                  <a:pt x="0" y="3013323"/>
                  <a:pt x="0" y="2876550"/>
                </a:cubicBezTo>
                <a:lnTo>
                  <a:pt x="0" y="247650"/>
                </a:lnTo>
                <a:cubicBezTo>
                  <a:pt x="0" y="110877"/>
                  <a:pt x="110877" y="0"/>
                  <a:pt x="247650" y="0"/>
                </a:cubicBezTo>
                <a:close/>
              </a:path>
            </a:pathLst>
          </a:custGeom>
          <a:effectLst/>
        </p:spPr>
        <p:txBody>
          <a:bodyPr vert="horz" lIns="95057" tIns="47529" rIns="95057" bIns="47529"/>
          <a:lstStyle>
            <a:lvl1pPr marL="0" indent="0" algn="ctr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  <p:custDataLst>
              <p:tags r:id="rId3"/>
            </p:custDataLst>
          </p:nvPr>
        </p:nvSpPr>
        <p:spPr>
          <a:xfrm>
            <a:off x="3954706" y="3801452"/>
            <a:ext cx="4511964" cy="431780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500" b="1">
                <a:solidFill>
                  <a:schemeClr val="bg1"/>
                </a:solidFill>
                <a:latin typeface="Lato Hairline" panose="020F0202020204030203"/>
                <a:cs typeface="Lato Hairline" panose="020F0202020204030203"/>
              </a:defRPr>
            </a:lvl1pPr>
          </a:lstStyle>
          <a:p>
            <a:pPr lvl="0"/>
            <a:r>
              <a:rPr lang="es-ES_tradnl" dirty="0"/>
              <a:t>TITLE HERE</a:t>
            </a:r>
            <a:endParaRPr lang="es-ES_tradnl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  <p:custDataLst>
              <p:tags r:id="rId4"/>
            </p:custDataLst>
          </p:nvPr>
        </p:nvSpPr>
        <p:spPr>
          <a:xfrm>
            <a:off x="3954706" y="4385250"/>
            <a:ext cx="4511964" cy="228451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chemeClr val="accent3"/>
                </a:solidFill>
                <a:latin typeface="Lato Light" panose="020F0302020204030203"/>
                <a:cs typeface="Lato Light" panose="020F0302020204030203"/>
              </a:defRPr>
            </a:lvl1pPr>
          </a:lstStyle>
          <a:p>
            <a:pPr lvl="0"/>
            <a:r>
              <a:rPr lang="es-ES_tradnl" dirty="0" err="1"/>
              <a:t>Ultimate</a:t>
            </a:r>
            <a:r>
              <a:rPr lang="es-ES_tradnl" dirty="0"/>
              <a:t> </a:t>
            </a:r>
            <a:r>
              <a:rPr lang="es-ES_tradnl" dirty="0" err="1"/>
              <a:t>Powerpoint</a:t>
            </a:r>
            <a:r>
              <a:rPr lang="es-ES_tradnl" dirty="0"/>
              <a:t> </a:t>
            </a:r>
            <a:r>
              <a:rPr lang="es-ES_tradnl" dirty="0" err="1"/>
              <a:t>Template</a:t>
            </a:r>
            <a:endParaRPr lang="es-ES_tradnl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6" hasCustomPrompt="1"/>
            <p:custDataLst>
              <p:tags r:id="rId5"/>
            </p:custDataLst>
          </p:nvPr>
        </p:nvSpPr>
        <p:spPr>
          <a:xfrm>
            <a:off x="3975167" y="4817825"/>
            <a:ext cx="4488039" cy="153686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Oxford Regular" panose="02010600010101010101" charset="-122"/>
                <a:cs typeface="Oxford Regular" panose="02010600010101010101" charset="-122"/>
                <a:sym typeface="Oxford Regular" panose="02010600010101010101" charset="-122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.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8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4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6" Type="http://schemas.openxmlformats.org/officeDocument/2006/relationships/theme" Target="../theme/theme2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2"/>
            </p:custData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CEBB3-B506-43A5-8ADF-1F62288327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129656-F08C-4B6B-81EB-89FE10BFCF81}" type="slidenum">
              <a:rPr lang="zh-CN" altLang="en-US" smtClean="0"/>
            </a:fld>
            <a:endParaRPr lang="zh-CN" altLang="en-US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29.xml"/><Relationship Id="rId4" Type="http://schemas.openxmlformats.org/officeDocument/2006/relationships/tags" Target="../tags/tag328.xml"/><Relationship Id="rId3" Type="http://schemas.openxmlformats.org/officeDocument/2006/relationships/tags" Target="../tags/tag327.xml"/><Relationship Id="rId2" Type="http://schemas.openxmlformats.org/officeDocument/2006/relationships/tags" Target="../tags/tag326.xml"/><Relationship Id="rId1" Type="http://schemas.openxmlformats.org/officeDocument/2006/relationships/tags" Target="../tags/tag32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1.xml"/><Relationship Id="rId1" Type="http://schemas.openxmlformats.org/officeDocument/2006/relationships/tags" Target="../tags/tag3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3.xml"/><Relationship Id="rId1" Type="http://schemas.openxmlformats.org/officeDocument/2006/relationships/tags" Target="../tags/tag3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35.xml"/><Relationship Id="rId1" Type="http://schemas.openxmlformats.org/officeDocument/2006/relationships/tags" Target="../tags/tag33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7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6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39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33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4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43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5.xml"/><Relationship Id="rId1" Type="http://schemas.openxmlformats.org/officeDocument/2006/relationships/tags" Target="../tags/tag34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47.xml"/><Relationship Id="rId1" Type="http://schemas.openxmlformats.org/officeDocument/2006/relationships/tags" Target="../tags/tag34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4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51.xml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17.xml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3.xml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2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4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6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5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tags" Target="../tags/tag35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61.xml"/><Relationship Id="rId2" Type="http://schemas.openxmlformats.org/officeDocument/2006/relationships/image" Target="../media/image4.png"/><Relationship Id="rId1" Type="http://schemas.openxmlformats.org/officeDocument/2006/relationships/tags" Target="../tags/tag360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36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2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5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4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67.xml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7.png"/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tags" Target="../tags/tag366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69.xml"/><Relationship Id="rId2" Type="http://schemas.openxmlformats.org/officeDocument/2006/relationships/image" Target="../media/image4.png"/><Relationship Id="rId1" Type="http://schemas.openxmlformats.org/officeDocument/2006/relationships/tags" Target="../tags/tag36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71.xml"/><Relationship Id="rId1" Type="http://schemas.openxmlformats.org/officeDocument/2006/relationships/tags" Target="../tags/tag370.xml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tags" Target="../tags/tag37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tags" Target="../tags/tag372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75.xml"/><Relationship Id="rId2" Type="http://schemas.openxmlformats.org/officeDocument/2006/relationships/image" Target="../media/image24.png"/><Relationship Id="rId1" Type="http://schemas.openxmlformats.org/officeDocument/2006/relationships/tags" Target="../tags/tag37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7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6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79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78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8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tags" Target="../tags/tag380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3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tags" Target="../tags/tag382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5.xml"/><Relationship Id="rId2" Type="http://schemas.openxmlformats.org/officeDocument/2006/relationships/image" Target="../media/image29.png"/><Relationship Id="rId1" Type="http://schemas.openxmlformats.org/officeDocument/2006/relationships/tags" Target="../tags/tag384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387.xml"/><Relationship Id="rId2" Type="http://schemas.openxmlformats.org/officeDocument/2006/relationships/image" Target="../media/image29.png"/><Relationship Id="rId1" Type="http://schemas.openxmlformats.org/officeDocument/2006/relationships/tags" Target="../tags/tag386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89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tags" Target="../tags/tag388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391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tags" Target="../tags/tag390.xml"/></Relationships>
</file>

<file path=ppt/slides/_rels/slide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8.xml"/><Relationship Id="rId5" Type="http://schemas.openxmlformats.org/officeDocument/2006/relationships/tags" Target="../tags/tag396.xml"/><Relationship Id="rId4" Type="http://schemas.openxmlformats.org/officeDocument/2006/relationships/tags" Target="../tags/tag395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398.xml"/><Relationship Id="rId1" Type="http://schemas.openxmlformats.org/officeDocument/2006/relationships/tags" Target="../tags/tag39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0.xml"/><Relationship Id="rId1" Type="http://schemas.openxmlformats.org/officeDocument/2006/relationships/tags" Target="../tags/tag39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2.xml"/><Relationship Id="rId1" Type="http://schemas.openxmlformats.org/officeDocument/2006/relationships/tags" Target="../tags/tag40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4.xml"/><Relationship Id="rId1" Type="http://schemas.openxmlformats.org/officeDocument/2006/relationships/tags" Target="../tags/tag40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6.xml"/><Relationship Id="rId1" Type="http://schemas.openxmlformats.org/officeDocument/2006/relationships/tags" Target="../tags/tag40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8.xml"/><Relationship Id="rId1" Type="http://schemas.openxmlformats.org/officeDocument/2006/relationships/tags" Target="../tags/tag407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10.xml"/><Relationship Id="rId2" Type="http://schemas.openxmlformats.org/officeDocument/2006/relationships/image" Target="../media/image4.png"/><Relationship Id="rId1" Type="http://schemas.openxmlformats.org/officeDocument/2006/relationships/tags" Target="../tags/tag409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12.xml"/><Relationship Id="rId2" Type="http://schemas.openxmlformats.org/officeDocument/2006/relationships/image" Target="../media/image4.png"/><Relationship Id="rId1" Type="http://schemas.openxmlformats.org/officeDocument/2006/relationships/tags" Target="../tags/tag41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414.xml"/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tags" Target="../tags/tag413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16.xml"/><Relationship Id="rId2" Type="http://schemas.openxmlformats.org/officeDocument/2006/relationships/image" Target="../media/image4.png"/><Relationship Id="rId1" Type="http://schemas.openxmlformats.org/officeDocument/2006/relationships/tags" Target="../tags/tag415.xml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418.xml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4.png"/><Relationship Id="rId1" Type="http://schemas.openxmlformats.org/officeDocument/2006/relationships/tags" Target="../tags/tag417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420.xml"/><Relationship Id="rId3" Type="http://schemas.openxmlformats.org/officeDocument/2006/relationships/image" Target="../media/image38.png"/><Relationship Id="rId2" Type="http://schemas.openxmlformats.org/officeDocument/2006/relationships/image" Target="../media/image4.png"/><Relationship Id="rId1" Type="http://schemas.openxmlformats.org/officeDocument/2006/relationships/tags" Target="../tags/tag419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tags" Target="../tags/tag422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4.png"/><Relationship Id="rId1" Type="http://schemas.openxmlformats.org/officeDocument/2006/relationships/tags" Target="../tags/tag42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tags" Target="../tags/tag424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4.png"/><Relationship Id="rId1" Type="http://schemas.openxmlformats.org/officeDocument/2006/relationships/tags" Target="../tags/tag423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26.xml"/><Relationship Id="rId2" Type="http://schemas.openxmlformats.org/officeDocument/2006/relationships/image" Target="../media/image4.png"/><Relationship Id="rId1" Type="http://schemas.openxmlformats.org/officeDocument/2006/relationships/tags" Target="../tags/tag425.xml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428.xml"/><Relationship Id="rId2" Type="http://schemas.openxmlformats.org/officeDocument/2006/relationships/image" Target="../media/image4.png"/><Relationship Id="rId1" Type="http://schemas.openxmlformats.org/officeDocument/2006/relationships/tags" Target="../tags/tag42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30.xml"/><Relationship Id="rId1" Type="http://schemas.openxmlformats.org/officeDocument/2006/relationships/tags" Target="../tags/tag4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026.03.18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1.1 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03675"/>
            <a:ext cx="1175575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9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仍然使用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表，但只提取其包含的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盒结果的那些字节（因为不进行列混淆），然后与轮密钥异或</a:t>
            </a:r>
            <a:endParaRPr lang="zh-CN" altLang="en-US">
              <a:solidFill>
                <a:srgbClr val="2177F9"/>
              </a:solidFill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2177F9"/>
                </a:solidFill>
                <a:sym typeface="+mn-ea"/>
              </a:rPr>
              <a:t>最终轮：仍然使用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表，但只提取其包含的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盒结果的那些字节（因为不进行列混淆），然后与轮密钥异或</a:t>
            </a:r>
            <a:endParaRPr lang="en-US" altLang="zh-CN">
              <a:solidFill>
                <a:srgbClr val="2177F9"/>
              </a:solidFill>
            </a:endParaRPr>
          </a:p>
          <a:p>
            <a:endParaRPr lang="en-US" altLang="zh-CN">
              <a:solidFill>
                <a:srgbClr val="2177F9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2.1 </a:t>
            </a:r>
            <a:r>
              <a:rPr lang="zh-CN" altLang="en-US">
                <a:solidFill>
                  <a:schemeClr val="bg1"/>
                </a:solidFill>
              </a:rPr>
              <a:t>攻击思想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0" y="93472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在最终轮中基于如下关系：</a:t>
            </a:r>
            <a:endParaRPr lang="zh-CN" altLang="en-US"/>
          </a:p>
          <a:p>
            <a:r>
              <a:rPr lang="zh-CN" altLang="en-US"/>
              <a:t>其中：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190" y="941070"/>
            <a:ext cx="1685925" cy="3619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" y="1555115"/>
            <a:ext cx="3600450" cy="14954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00330" y="31680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故，由位运算结论：</a:t>
            </a:r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100" y="3207385"/>
            <a:ext cx="1743075" cy="36195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44780" y="3900805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如何求出</a:t>
            </a:r>
            <a:r>
              <a:rPr lang="en-US" altLang="zh-CN"/>
              <a:t>x</a:t>
            </a:r>
            <a:r>
              <a:rPr lang="zh-CN" altLang="en-US"/>
              <a:t>？</a:t>
            </a:r>
            <a:endParaRPr lang="zh-CN" altLang="en-US"/>
          </a:p>
          <a:p>
            <a:r>
              <a:rPr lang="zh-CN" altLang="en-US"/>
              <a:t>因为需要进行</a:t>
            </a:r>
            <a:r>
              <a:rPr lang="zh-CN" altLang="en-US">
                <a:solidFill>
                  <a:srgbClr val="2177F9"/>
                </a:solidFill>
              </a:rPr>
              <a:t>针对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的查表</a:t>
            </a:r>
            <a:r>
              <a:rPr lang="zh-CN" altLang="en-US"/>
              <a:t>操作，</a:t>
            </a:r>
            <a:endParaRPr lang="zh-CN" altLang="en-US"/>
          </a:p>
          <a:p>
            <a:r>
              <a:rPr lang="zh-CN" altLang="en-US"/>
              <a:t>所以</a:t>
            </a:r>
            <a:r>
              <a:rPr lang="zh-CN" altLang="en-US">
                <a:solidFill>
                  <a:srgbClr val="FF0000"/>
                </a:solidFill>
              </a:rPr>
              <a:t>对表进行</a:t>
            </a:r>
            <a:r>
              <a:rPr lang="en-US" altLang="zh-CN">
                <a:solidFill>
                  <a:srgbClr val="FF0000"/>
                </a:solidFill>
              </a:rPr>
              <a:t>flush and reload</a:t>
            </a:r>
            <a:r>
              <a:rPr lang="zh-CN" altLang="en-US">
                <a:solidFill>
                  <a:srgbClr val="FF0000"/>
                </a:solidFill>
              </a:rPr>
              <a:t>监测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进而</a:t>
            </a:r>
            <a:r>
              <a:rPr lang="zh-CN" altLang="en-US">
                <a:solidFill>
                  <a:srgbClr val="2177F9"/>
                </a:solidFill>
              </a:rPr>
              <a:t>泄露</a:t>
            </a:r>
            <a:r>
              <a:rPr lang="en-US" altLang="zh-CN">
                <a:solidFill>
                  <a:srgbClr val="2177F9"/>
                </a:solidFill>
              </a:rPr>
              <a:t>x</a:t>
            </a:r>
            <a:r>
              <a:rPr lang="zh-CN" altLang="en-US">
                <a:solidFill>
                  <a:srgbClr val="2177F9"/>
                </a:solidFill>
              </a:rPr>
              <a:t>的值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774950" y="970915"/>
            <a:ext cx="1642110" cy="33528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2192655" y="3176905"/>
            <a:ext cx="1668145" cy="353060"/>
          </a:xfrm>
          <a:prstGeom prst="round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使用</a:t>
            </a:r>
            <a:r>
              <a:rPr lang="en-US" altLang="zh-CN">
                <a:solidFill>
                  <a:schemeClr val="bg1"/>
                </a:solidFill>
              </a:rPr>
              <a:t>Te</a:t>
            </a:r>
            <a:r>
              <a:rPr lang="zh-CN" altLang="en-US">
                <a:solidFill>
                  <a:schemeClr val="bg1"/>
                </a:solidFill>
              </a:rPr>
              <a:t>表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128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11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每个子密钥也是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11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>
                <a:sym typeface="+mn-ea"/>
              </a:rPr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 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sym typeface="+mn-ea"/>
              </a:rPr>
              <a:t>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ym typeface="+mn-ea"/>
              </a:rPr>
              <a:t>SubBytes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ShiftRows </a:t>
            </a:r>
            <a:r>
              <a:rPr lang="en-US" altLang="en-US">
                <a:sym typeface="+mn-ea"/>
              </a:rPr>
              <a:t>→</a:t>
            </a:r>
            <a:r>
              <a:rPr lang="en-US" altLang="zh-CN"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轮标准轮：每轮输入状态直接通过查询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最终轮：仍然使用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</a:t>
            </a:r>
            <a:r>
              <a:rPr lang="zh-CN" altLang="en-US">
                <a:sym typeface="+mn-ea"/>
              </a:rPr>
              <a:t>与轮密钥异或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1.2 </a:t>
            </a:r>
            <a:r>
              <a:rPr lang="zh-CN" altLang="en-US">
                <a:solidFill>
                  <a:schemeClr val="bg1"/>
                </a:solidFill>
              </a:rPr>
              <a:t>带查表加速的</a:t>
            </a:r>
            <a:r>
              <a:rPr lang="en-US" altLang="zh-CN">
                <a:solidFill>
                  <a:schemeClr val="bg1"/>
                </a:solidFill>
              </a:rPr>
              <a:t>AES128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ln>
            <a:noFill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密钥预处理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128</a:t>
            </a:r>
            <a:r>
              <a:rPr lang="zh-CN" altLang="en-US">
                <a:ln>
                  <a:noFill/>
                </a:ln>
              </a:rPr>
              <a:t>位种子密钥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按列填充到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的矩阵中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密钥扩展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扩展出</a:t>
            </a:r>
            <a:r>
              <a:rPr lang="en-US" altLang="zh-CN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11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个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 128 </a:t>
            </a:r>
            <a:r>
              <a:rPr lang="zh-CN" altLang="en-US">
                <a:ln>
                  <a:noFill/>
                </a:ln>
                <a:solidFill>
                  <a:srgbClr val="2177F9"/>
                </a:solidFill>
              </a:rPr>
              <a:t>位的子密钥</a:t>
            </a:r>
            <a:r>
              <a:rPr lang="zh-CN" altLang="en-US">
                <a:ln>
                  <a:noFill/>
                </a:ln>
              </a:rPr>
              <a:t>，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</a:rPr>
              <a:t> </a:t>
            </a:r>
            <a:r>
              <a:rPr lang="en-US" altLang="zh-CN">
                <a:ln>
                  <a:noFill/>
                </a:ln>
              </a:rPr>
              <a:t>                   </a:t>
            </a:r>
            <a:r>
              <a:rPr lang="zh-CN" altLang="en-US">
                <a:ln>
                  <a:noFill/>
                </a:ln>
              </a:rPr>
              <a:t>每个子密钥也是</a:t>
            </a:r>
            <a:r>
              <a:rPr lang="en-US" altLang="zh-CN">
                <a:ln>
                  <a:noFill/>
                </a:ln>
              </a:rPr>
              <a:t> 4</a:t>
            </a:r>
            <a:r>
              <a:rPr lang="en-US" altLang="en-US">
                <a:ln>
                  <a:noFill/>
                </a:ln>
              </a:rPr>
              <a:t>×</a:t>
            </a:r>
            <a:r>
              <a:rPr lang="en-US" altLang="zh-CN">
                <a:ln>
                  <a:noFill/>
                </a:ln>
              </a:rPr>
              <a:t>4 </a:t>
            </a:r>
            <a:r>
              <a:rPr lang="zh-CN" altLang="en-US">
                <a:ln>
                  <a:noFill/>
                </a:ln>
              </a:rPr>
              <a:t>的字节矩阵。</a:t>
            </a:r>
            <a:endParaRPr lang="zh-CN" altLang="en-US">
              <a:ln>
                <a:noFill/>
              </a:ln>
            </a:endParaRPr>
          </a:p>
          <a:p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明文处理</a:t>
            </a:r>
            <a:r>
              <a:rPr lang="zh-CN" altLang="en-US">
                <a:ln>
                  <a:noFill/>
                </a:ln>
              </a:rPr>
              <a:t>：</a:t>
            </a:r>
            <a:r>
              <a:rPr lang="en-US" altLang="zh-CN">
                <a:ln>
                  <a:noFill/>
                </a:ln>
              </a:rPr>
              <a:t>   </a:t>
            </a:r>
            <a:r>
              <a:rPr lang="zh-CN" altLang="en-US">
                <a:ln>
                  <a:noFill/>
                </a:ln>
              </a:rPr>
              <a:t>取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</a:rPr>
              <a:t>1</a:t>
            </a:r>
            <a:r>
              <a:rPr lang="en-US" altLang="zh-CN">
                <a:ln>
                  <a:noFill/>
                </a:ln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>
                <a:ln>
                  <a:noFill/>
                </a:ln>
              </a:rPr>
              <a:t>明文（分组加密）</a:t>
            </a:r>
            <a:r>
              <a:rPr lang="en-US" altLang="zh-CN">
                <a:ln>
                  <a:noFill/>
                </a:ln>
              </a:rPr>
              <a:t> -&gt; </a:t>
            </a:r>
            <a:r>
              <a:rPr lang="zh-CN" altLang="en-US">
                <a:ln>
                  <a:noFill/>
                </a:ln>
              </a:rPr>
              <a:t>经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11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</a:t>
            </a:r>
            <a:r>
              <a:rPr lang="zh-CN" altLang="en-US">
                <a:ln>
                  <a:noFill/>
                </a:ln>
              </a:rPr>
              <a:t>加密：</a:t>
            </a:r>
            <a:endParaRPr lang="en-US" altLang="zh-CN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初始轮</a:t>
            </a:r>
            <a:r>
              <a:rPr lang="zh-CN" altLang="en-US">
                <a:ln>
                  <a:noFill/>
                </a:ln>
              </a:rPr>
              <a:t>：仅进行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（与第</a:t>
            </a:r>
            <a:r>
              <a:rPr lang="en-US" altLang="zh-CN">
                <a:ln>
                  <a:noFill/>
                </a:ln>
              </a:rPr>
              <a:t> 0 </a:t>
            </a:r>
            <a:r>
              <a:rPr lang="zh-CN" altLang="en-US">
                <a:ln>
                  <a:noFill/>
                </a:ln>
              </a:rPr>
              <a:t>轮密钥异或）。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9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轮标准轮</a:t>
            </a:r>
            <a:r>
              <a:rPr lang="zh-CN" altLang="en-US">
                <a:ln>
                  <a:noFill/>
                </a:ln>
              </a:rPr>
              <a:t>：每轮依次执行</a:t>
            </a:r>
            <a:r>
              <a:rPr lang="en-US" altLang="zh-CN">
                <a:ln>
                  <a:noFill/>
                </a:ln>
              </a:rPr>
              <a:t>            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。</a:t>
            </a:r>
            <a:endParaRPr lang="zh-CN" altLang="en-US">
              <a:ln>
                <a:noFill/>
              </a:ln>
            </a:endParaRPr>
          </a:p>
          <a:p>
            <a:r>
              <a:rPr lang="en-US" altLang="zh-CN">
                <a:ln>
                  <a:noFill/>
                </a:ln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</a:rPr>
              <a:t>最终轮</a:t>
            </a:r>
            <a:r>
              <a:rPr lang="zh-CN" altLang="en-US">
                <a:ln>
                  <a:noFill/>
                </a:ln>
              </a:rPr>
              <a:t>：依次执行</a:t>
            </a:r>
            <a:r>
              <a:rPr lang="en-US" altLang="zh-CN">
                <a:ln>
                  <a:noFill/>
                </a:ln>
              </a:rPr>
              <a:t>               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查</a:t>
            </a:r>
            <a:r>
              <a:rPr lang="en-US" altLang="zh-CN">
                <a:ln>
                  <a:noFill/>
                </a:ln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olidFill>
                  <a:srgbClr val="00B050"/>
                </a:solidFill>
                <a:sym typeface="+mn-ea"/>
              </a:rPr>
              <a:t>表</a:t>
            </a:r>
            <a:r>
              <a:rPr lang="en-US" altLang="zh-CN">
                <a:ln>
                  <a:noFill/>
                </a:ln>
                <a:sym typeface="+mn-ea"/>
              </a:rPr>
              <a:t>               </a:t>
            </a:r>
            <a:r>
              <a:rPr lang="en-US" altLang="en-US">
                <a:ln>
                  <a:noFill/>
                </a:ln>
              </a:rPr>
              <a:t>→</a:t>
            </a:r>
            <a:r>
              <a:rPr lang="en-US" altLang="zh-CN">
                <a:ln>
                  <a:noFill/>
                </a:ln>
              </a:rPr>
              <a:t> AddRoundKey</a:t>
            </a:r>
            <a:r>
              <a:rPr lang="zh-CN" altLang="en-US">
                <a:ln>
                  <a:noFill/>
                </a:ln>
              </a:rPr>
              <a:t>（没有</a:t>
            </a:r>
            <a:r>
              <a:rPr lang="en-US" altLang="zh-CN">
                <a:ln>
                  <a:noFill/>
                </a:ln>
              </a:rPr>
              <a:t> MixColumns</a:t>
            </a:r>
            <a:r>
              <a:rPr lang="zh-CN" altLang="en-US">
                <a:ln>
                  <a:noFill/>
                </a:ln>
              </a:rPr>
              <a:t>）。</a:t>
            </a:r>
            <a:endParaRPr lang="zh-CN" altLang="en-US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可以预先计算</a:t>
            </a:r>
            <a:r>
              <a:rPr lang="en-US" altLang="zh-CN">
                <a:ln>
                  <a:noFill/>
                </a:ln>
                <a:sym typeface="+mn-ea"/>
              </a:rPr>
              <a:t>SubBytes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ShiftRows </a:t>
            </a:r>
            <a:r>
              <a:rPr lang="en-US" altLang="en-US">
                <a:ln>
                  <a:noFill/>
                </a:ln>
                <a:sym typeface="+mn-ea"/>
              </a:rPr>
              <a:t>→</a:t>
            </a:r>
            <a:r>
              <a:rPr lang="en-US" altLang="zh-CN">
                <a:ln>
                  <a:noFill/>
                </a:ln>
                <a:sym typeface="+mn-ea"/>
              </a:rPr>
              <a:t> MixColumns</a:t>
            </a:r>
            <a:r>
              <a:rPr lang="zh-CN" altLang="en-US">
                <a:ln>
                  <a:noFill/>
                </a:ln>
                <a:sym typeface="+mn-ea"/>
              </a:rPr>
              <a:t>，得到</a:t>
            </a:r>
            <a:r>
              <a:rPr lang="en-US" altLang="zh-CN">
                <a:ln>
                  <a:noFill/>
                </a:ln>
                <a:sym typeface="+mn-ea"/>
              </a:rPr>
              <a:t>4</a:t>
            </a:r>
            <a:r>
              <a:rPr lang="zh-CN" altLang="en-US">
                <a:ln>
                  <a:noFill/>
                </a:ln>
                <a:sym typeface="+mn-ea"/>
              </a:rPr>
              <a:t>张</a:t>
            </a:r>
            <a:r>
              <a:rPr lang="en-US" altLang="zh-CN">
                <a:ln>
                  <a:noFill/>
                </a:ln>
                <a:sym typeface="+mn-ea"/>
              </a:rPr>
              <a:t>256</a:t>
            </a:r>
            <a:r>
              <a:rPr lang="zh-CN" altLang="en-US">
                <a:ln>
                  <a:noFill/>
                </a:ln>
                <a:sym typeface="+mn-ea"/>
              </a:rPr>
              <a:t>×</a:t>
            </a:r>
            <a:r>
              <a:rPr lang="en-US" altLang="zh-CN">
                <a:ln>
                  <a:noFill/>
                </a:ln>
                <a:sym typeface="+mn-ea"/>
              </a:rPr>
              <a:t>32bit</a:t>
            </a:r>
            <a:r>
              <a:rPr lang="zh-CN" altLang="en-US">
                <a:ln>
                  <a:noFill/>
                </a:ln>
                <a:sym typeface="+mn-ea"/>
              </a:rPr>
              <a:t>的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表（</a:t>
            </a:r>
            <a:r>
              <a:rPr lang="en-US" altLang="zh-CN">
                <a:ln>
                  <a:noFill/>
                </a:ln>
                <a:sym typeface="+mn-ea"/>
              </a:rPr>
              <a:t>Te0~Te3</a:t>
            </a:r>
            <a:r>
              <a:rPr lang="zh-CN" altLang="en-US">
                <a:ln>
                  <a:noFill/>
                </a:ln>
                <a:sym typeface="+mn-ea"/>
              </a:rPr>
              <a:t>）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en-US" altLang="zh-CN">
                <a:ln>
                  <a:noFill/>
                </a:ln>
                <a:sym typeface="+mn-ea"/>
              </a:rPr>
              <a:t>9</a:t>
            </a:r>
            <a:r>
              <a:rPr lang="zh-CN" altLang="en-US">
                <a:ln>
                  <a:noFill/>
                </a:ln>
                <a:sym typeface="+mn-ea"/>
              </a:rPr>
              <a:t>轮标准轮：每轮输入状态直接通过查询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表得到结果，然后与轮密钥异或</a:t>
            </a:r>
            <a:endParaRPr lang="zh-CN" altLang="en-US">
              <a:ln>
                <a:noFill/>
              </a:ln>
              <a:sym typeface="+mn-ea"/>
            </a:endParaRPr>
          </a:p>
          <a:p>
            <a:r>
              <a:rPr lang="zh-CN" altLang="en-US">
                <a:ln>
                  <a:noFill/>
                </a:ln>
                <a:sym typeface="+mn-ea"/>
              </a:rPr>
              <a:t>最终轮：仍然使用</a:t>
            </a:r>
            <a:r>
              <a:rPr lang="en-US" altLang="zh-CN">
                <a:ln>
                  <a:noFill/>
                </a:ln>
                <a:sym typeface="+mn-ea"/>
              </a:rPr>
              <a:t>T</a:t>
            </a:r>
            <a:r>
              <a:rPr lang="zh-CN" altLang="en-US">
                <a:ln>
                  <a:noFill/>
                </a:ln>
                <a:sym typeface="+mn-ea"/>
              </a:rPr>
              <a:t>表，但只提取其包含的</a:t>
            </a:r>
            <a:r>
              <a:rPr lang="en-US" altLang="zh-CN">
                <a:ln>
                  <a:noFill/>
                </a:ln>
                <a:sym typeface="+mn-ea"/>
              </a:rPr>
              <a:t>S</a:t>
            </a:r>
            <a:r>
              <a:rPr lang="zh-CN" altLang="en-US">
                <a:ln>
                  <a:noFill/>
                </a:ln>
                <a:sym typeface="+mn-ea"/>
              </a:rPr>
              <a:t>盒结果的那些字节（因为不进行列混淆），然后与轮密钥异或</a:t>
            </a:r>
            <a:endParaRPr lang="en-US" altLang="zh-CN">
              <a:ln>
                <a:noFill/>
              </a:ln>
            </a:endParaRPr>
          </a:p>
          <a:p>
            <a:endParaRPr lang="en-US" altLang="zh-CN">
              <a:ln>
                <a:noFill/>
              </a:ln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4117975" y="2373630"/>
            <a:ext cx="1482725" cy="33528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046470" y="2382520"/>
            <a:ext cx="4465955" cy="3257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5" y="1325245"/>
            <a:ext cx="388620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35355"/>
            <a:ext cx="541020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05" y="2903220"/>
            <a:ext cx="5019675" cy="3143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705" y="3271520"/>
            <a:ext cx="3314700" cy="14859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939790" y="93535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依然使用</a:t>
            </a:r>
            <a:r>
              <a:rPr lang="en-US" altLang="zh-CN" sz="1600"/>
              <a:t>T</a:t>
            </a:r>
            <a:r>
              <a:rPr lang="zh-CN" altLang="en-US" sz="1600"/>
              <a:t>表加速加密最终轮</a:t>
            </a:r>
            <a:endParaRPr lang="zh-CN" altLang="en-US" sz="160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790" y="1325245"/>
            <a:ext cx="3590925" cy="30480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790" y="1718310"/>
            <a:ext cx="6252210" cy="1547495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356985" y="2954655"/>
            <a:ext cx="1374140" cy="26225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62880" y="2889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轮密钥加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9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2.2 </a:t>
            </a:r>
            <a:r>
              <a:rPr lang="zh-CN" altLang="en-US">
                <a:solidFill>
                  <a:schemeClr val="bg1"/>
                </a:solidFill>
              </a:rPr>
              <a:t>加密细节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5939790" y="171831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6360160" y="1711960"/>
            <a:ext cx="5596255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565775" y="21082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2.3 </a:t>
            </a:r>
            <a:r>
              <a:rPr lang="zh-CN" altLang="en-US">
                <a:solidFill>
                  <a:schemeClr val="bg1"/>
                </a:solidFill>
              </a:rPr>
              <a:t>攻击切入点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最终轮</a:t>
            </a:r>
            <a:r>
              <a:rPr lang="en-US" altLang="zh-CN">
                <a:solidFill>
                  <a:schemeClr val="bg1"/>
                </a:solidFill>
              </a:rPr>
              <a:t> - T</a:t>
            </a:r>
            <a:r>
              <a:rPr lang="zh-CN" altLang="en-US">
                <a:solidFill>
                  <a:schemeClr val="bg1"/>
                </a:solidFill>
              </a:rPr>
              <a:t>表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攻击切入点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最终轮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T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表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b="21133"/>
          <a:stretch>
            <a:fillRect/>
          </a:stretch>
        </p:blipFill>
        <p:spPr>
          <a:xfrm>
            <a:off x="922020" y="1017270"/>
            <a:ext cx="6252210" cy="1220470"/>
          </a:xfrm>
          <a:prstGeom prst="rect">
            <a:avLst/>
          </a:prstGeom>
        </p:spPr>
      </p:pic>
      <p:sp>
        <p:nvSpPr>
          <p:cNvPr id="9" name="圆角矩形 8"/>
          <p:cNvSpPr/>
          <p:nvPr/>
        </p:nvSpPr>
        <p:spPr>
          <a:xfrm>
            <a:off x="916305" y="1014730"/>
            <a:ext cx="6187440" cy="1226820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21920" y="14109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1450" y="2497455"/>
            <a:ext cx="120205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对</a:t>
            </a:r>
            <a:r>
              <a:rPr lang="en-US" altLang="zh-CN"/>
              <a:t>T</a:t>
            </a:r>
            <a:r>
              <a:rPr lang="zh-CN" altLang="en-US"/>
              <a:t>表进行</a:t>
            </a:r>
            <a:r>
              <a:rPr lang="en-US" altLang="zh-CN"/>
              <a:t>flush and reload</a:t>
            </a:r>
            <a:r>
              <a:rPr lang="zh-CN" altLang="en-US"/>
              <a:t>检测。一共有</a:t>
            </a:r>
            <a:r>
              <a:rPr lang="en-US" altLang="zh-CN"/>
              <a:t>4</a:t>
            </a:r>
            <a:r>
              <a:rPr lang="zh-CN" altLang="en-US"/>
              <a:t>个</a:t>
            </a:r>
            <a:r>
              <a:rPr lang="en-US" altLang="zh-CN"/>
              <a:t>T</a:t>
            </a:r>
            <a:r>
              <a:rPr lang="zh-CN" altLang="en-US"/>
              <a:t>表（</a:t>
            </a:r>
            <a:r>
              <a:rPr lang="en-US" altLang="zh-CN"/>
              <a:t>                           </a:t>
            </a:r>
            <a:r>
              <a:rPr lang="zh-CN" altLang="en-US"/>
              <a:t>），每一个</a:t>
            </a:r>
            <a:r>
              <a:rPr lang="en-US" altLang="zh-CN"/>
              <a:t>T</a:t>
            </a:r>
            <a:r>
              <a:rPr lang="zh-CN" altLang="en-US"/>
              <a:t>表对应一行数据，独立分工：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0205" y="2555240"/>
            <a:ext cx="1724025" cy="2857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1450" y="4598035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缓存行大小：</a:t>
            </a:r>
            <a:r>
              <a:rPr lang="en-US" altLang="zh-CN"/>
              <a:t>64B</a:t>
            </a:r>
            <a:endParaRPr lang="zh-CN" altLang="en-US"/>
          </a:p>
          <a:p>
            <a:r>
              <a:rPr lang="zh-CN" altLang="en-US">
                <a:sym typeface="+mn-ea"/>
              </a:rPr>
              <a:t>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表大小：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= 1024B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64B = 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4B </a:t>
            </a:r>
            <a:r>
              <a:rPr lang="zh-CN" altLang="en-US">
                <a:sym typeface="+mn-ea"/>
              </a:rPr>
              <a:t>（每个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表占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个缓存行，每个缓存行有</a:t>
            </a:r>
            <a:r>
              <a:rPr lang="en-US" altLang="zh-CN">
                <a:sym typeface="+mn-ea"/>
              </a:rPr>
              <a:t>16</a:t>
            </a:r>
            <a:r>
              <a:rPr lang="zh-CN" altLang="en-US">
                <a:sym typeface="+mn-ea"/>
              </a:rPr>
              <a:t>个条目）</a:t>
            </a:r>
            <a:endParaRPr lang="zh-CN" altLang="en-US"/>
          </a:p>
          <a:p>
            <a:r>
              <a:rPr lang="zh-CN" altLang="en-US"/>
              <a:t>每个</a:t>
            </a:r>
            <a:r>
              <a:rPr lang="en-US" altLang="zh-CN"/>
              <a:t>T</a:t>
            </a:r>
            <a:r>
              <a:rPr lang="zh-CN" altLang="en-US"/>
              <a:t>表的前</a:t>
            </a:r>
            <a:r>
              <a:rPr lang="en-US" altLang="zh-CN"/>
              <a:t>16</a:t>
            </a:r>
            <a:r>
              <a:rPr lang="zh-CN" altLang="en-US"/>
              <a:t>个条目（索引</a:t>
            </a:r>
            <a:r>
              <a:rPr lang="en-US" altLang="zh-CN"/>
              <a:t>0~15</a:t>
            </a:r>
            <a:r>
              <a:rPr lang="zh-CN" altLang="en-US"/>
              <a:t>）恰好占一个缓存行。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个缓存行）。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1450" y="5899150"/>
            <a:ext cx="76644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>
                <a:solidFill>
                  <a:srgbClr val="FF0000"/>
                </a:solidFill>
                <a:sym typeface="+mn-ea"/>
              </a:rPr>
              <a:t>攻击方法：</a:t>
            </a:r>
            <a:r>
              <a:rPr lang="en-US" altLang="zh-CN" sz="3200">
                <a:solidFill>
                  <a:srgbClr val="FF0000"/>
                </a:solidFill>
                <a:sym typeface="+mn-ea"/>
              </a:rPr>
              <a:t>flush and reload + </a:t>
            </a:r>
            <a:r>
              <a:rPr lang="zh-CN" altLang="en-US" sz="3200">
                <a:solidFill>
                  <a:srgbClr val="FF0000"/>
                </a:solidFill>
                <a:sym typeface="+mn-ea"/>
              </a:rPr>
              <a:t>排除法</a:t>
            </a:r>
            <a:endParaRPr lang="zh-CN" altLang="en-US" sz="320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725" y="2939415"/>
            <a:ext cx="4662170" cy="160909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2.3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监控策略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解释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74725"/>
            <a:ext cx="11442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为什么攻击者只需监控每个</a:t>
            </a:r>
            <a:r>
              <a:rPr lang="en-US" altLang="zh-CN">
                <a:solidFill>
                  <a:srgbClr val="FF0000"/>
                </a:solidFill>
              </a:rPr>
              <a:t>T</a:t>
            </a:r>
            <a:r>
              <a:rPr lang="zh-CN" altLang="en-US">
                <a:solidFill>
                  <a:srgbClr val="FF0000"/>
                </a:solidFill>
              </a:rPr>
              <a:t>表的第</a:t>
            </a:r>
            <a:r>
              <a:rPr lang="en-US" altLang="zh-CN">
                <a:solidFill>
                  <a:srgbClr val="FF0000"/>
                </a:solidFill>
              </a:rPr>
              <a:t>0</a:t>
            </a:r>
            <a:r>
              <a:rPr lang="zh-CN" altLang="en-US">
                <a:solidFill>
                  <a:srgbClr val="FF0000"/>
                </a:solidFill>
              </a:rPr>
              <a:t>号缓存行？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295" y="1544955"/>
            <a:ext cx="1204277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1. </a:t>
            </a:r>
            <a:r>
              <a:rPr lang="zh-CN" altLang="en-US">
                <a:solidFill>
                  <a:srgbClr val="2177F9"/>
                </a:solidFill>
              </a:rPr>
              <a:t>足够的信息量</a:t>
            </a:r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r>
              <a:rPr lang="en-US" altLang="zh-CN"/>
              <a:t>2. </a:t>
            </a:r>
            <a:r>
              <a:rPr lang="zh-CN" altLang="en-US">
                <a:solidFill>
                  <a:srgbClr val="2177F9"/>
                </a:solidFill>
              </a:rPr>
              <a:t>降低</a:t>
            </a:r>
            <a:r>
              <a:rPr lang="zh-CN" altLang="en-US">
                <a:solidFill>
                  <a:srgbClr val="2177F9"/>
                </a:solidFill>
              </a:rPr>
              <a:t>单次攻击开销</a:t>
            </a:r>
            <a:endParaRPr lang="zh-CN" altLang="en-US">
              <a:solidFill>
                <a:srgbClr val="2177F9"/>
              </a:solidFill>
            </a:endParaRPr>
          </a:p>
          <a:p>
            <a:endParaRPr lang="en-US" altLang="zh-CN"/>
          </a:p>
          <a:p>
            <a:r>
              <a:rPr lang="zh-CN" altLang="en-US">
                <a:solidFill>
                  <a:srgbClr val="00B050"/>
                </a:solidFill>
              </a:rPr>
              <a:t>减少刷新时间</a:t>
            </a:r>
            <a:r>
              <a:rPr lang="zh-CN" altLang="en-US"/>
              <a:t>：每次加密前需要刷新所有监控的缓存行。若只监控</a:t>
            </a:r>
            <a:r>
              <a:rPr lang="en-US" altLang="zh-CN"/>
              <a:t> 4 </a:t>
            </a:r>
            <a:r>
              <a:rPr lang="zh-CN" altLang="en-US"/>
              <a:t>个缓存行（每个</a:t>
            </a:r>
            <a:r>
              <a:rPr lang="en-US" altLang="zh-CN"/>
              <a:t> T </a:t>
            </a:r>
            <a:r>
              <a:rPr lang="zh-CN" altLang="en-US"/>
              <a:t>表一个），只需执行</a:t>
            </a:r>
            <a:r>
              <a:rPr lang="en-US" altLang="zh-CN"/>
              <a:t> 4 </a:t>
            </a:r>
            <a:r>
              <a:rPr lang="zh-CN" altLang="en-US"/>
              <a:t>次</a:t>
            </a:r>
            <a:r>
              <a:rPr lang="en-US" altLang="zh-CN"/>
              <a:t> clflush</a:t>
            </a:r>
            <a:r>
              <a:rPr lang="zh-CN" altLang="en-US"/>
              <a:t>；若监控全部</a:t>
            </a:r>
            <a:r>
              <a:rPr lang="en-US" altLang="zh-CN"/>
              <a:t> 64 </a:t>
            </a:r>
            <a:r>
              <a:rPr lang="zh-CN" altLang="en-US"/>
              <a:t>个缓存行（每个表</a:t>
            </a:r>
            <a:r>
              <a:rPr lang="en-US" altLang="zh-CN"/>
              <a:t> 16 </a:t>
            </a:r>
            <a:r>
              <a:rPr lang="zh-CN" altLang="en-US"/>
              <a:t>行），则需要</a:t>
            </a:r>
            <a:r>
              <a:rPr lang="en-US" altLang="zh-CN"/>
              <a:t> 64 </a:t>
            </a:r>
            <a:r>
              <a:rPr lang="zh-CN" altLang="en-US"/>
              <a:t>次</a:t>
            </a:r>
            <a:r>
              <a:rPr lang="en-US" altLang="zh-CN"/>
              <a:t> clflush</a:t>
            </a:r>
            <a:r>
              <a:rPr lang="zh-CN" altLang="en-US"/>
              <a:t>，这会使攻击明显变慢，且可能干扰受害者的执行。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00B050"/>
                </a:solidFill>
              </a:rPr>
              <a:t>减少测量时间</a:t>
            </a:r>
            <a:r>
              <a:rPr lang="zh-CN" altLang="en-US"/>
              <a:t>：加密后需要测量所有监控行的访问时间。</a:t>
            </a:r>
            <a:r>
              <a:rPr lang="en-US" altLang="zh-CN"/>
              <a:t>4 </a:t>
            </a:r>
            <a:r>
              <a:rPr lang="zh-CN" altLang="en-US"/>
              <a:t>次测量远少于</a:t>
            </a:r>
            <a:r>
              <a:rPr lang="en-US" altLang="zh-CN"/>
              <a:t> 64 </a:t>
            </a:r>
            <a:r>
              <a:rPr lang="zh-CN" altLang="en-US"/>
              <a:t>次，减少了测量噪声和延迟。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00B050"/>
                </a:solidFill>
              </a:rPr>
              <a:t>增加隐蔽性</a:t>
            </a:r>
            <a:r>
              <a:rPr lang="zh-CN" altLang="en-US"/>
              <a:t>：频繁刷新大量缓存行会显著增加受害者加密的缓存缺失次数，容易被检测或防御机制发现。只监控少量行则更隐蔽。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 </a:t>
            </a:r>
            <a:r>
              <a:rPr lang="zh-CN" altLang="en-US"/>
              <a:t>测量的时间序列稳定，</a:t>
            </a:r>
            <a:r>
              <a:rPr lang="zh-CN" altLang="en-US">
                <a:solidFill>
                  <a:srgbClr val="2177F9"/>
                </a:solidFill>
              </a:rPr>
              <a:t>阈值容易校准</a:t>
            </a:r>
            <a:r>
              <a:rPr lang="zh-CN" altLang="en-US"/>
              <a:t>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攻击：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flush and reload +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排除法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0" y="952500"/>
            <a:ext cx="11442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攻击者监控：每个</a:t>
            </a:r>
            <a:r>
              <a:rPr lang="en-US" altLang="zh-CN">
                <a:solidFill>
                  <a:srgbClr val="2177F9"/>
                </a:solidFill>
              </a:rPr>
              <a:t>T</a:t>
            </a:r>
            <a:r>
              <a:rPr lang="zh-CN" altLang="en-US">
                <a:solidFill>
                  <a:srgbClr val="2177F9"/>
                </a:solidFill>
              </a:rPr>
              <a:t>表的第</a:t>
            </a:r>
            <a:r>
              <a:rPr lang="en-US" altLang="zh-CN">
                <a:solidFill>
                  <a:srgbClr val="2177F9"/>
                </a:solidFill>
              </a:rPr>
              <a:t>0</a:t>
            </a:r>
            <a:r>
              <a:rPr lang="zh-CN" altLang="en-US">
                <a:solidFill>
                  <a:srgbClr val="2177F9"/>
                </a:solidFill>
              </a:rPr>
              <a:t>号缓存行（共</a:t>
            </a:r>
            <a:r>
              <a:rPr lang="en-US" altLang="zh-CN">
                <a:solidFill>
                  <a:srgbClr val="2177F9"/>
                </a:solidFill>
              </a:rPr>
              <a:t>4</a:t>
            </a:r>
            <a:r>
              <a:rPr lang="zh-CN" altLang="en-US">
                <a:solidFill>
                  <a:srgbClr val="2177F9"/>
                </a:solidFill>
              </a:rPr>
              <a:t>个缓存行）</a:t>
            </a:r>
            <a:endParaRPr lang="zh-CN" altLang="en-US">
              <a:solidFill>
                <a:srgbClr val="2177F9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以</a:t>
            </a:r>
            <a:r>
              <a:rPr lang="en-US" altLang="zh-CN">
                <a:solidFill>
                  <a:schemeClr val="tx1"/>
                </a:solidFill>
              </a:rPr>
              <a:t>Te0</a:t>
            </a:r>
            <a:r>
              <a:rPr lang="zh-CN" altLang="en-US">
                <a:solidFill>
                  <a:schemeClr val="tx1"/>
                </a:solidFill>
              </a:rPr>
              <a:t>为例：在</a:t>
            </a:r>
            <a:r>
              <a:rPr lang="en-US" altLang="zh-CN">
                <a:solidFill>
                  <a:schemeClr val="tx1"/>
                </a:solidFill>
              </a:rPr>
              <a:t> Flush+Reload </a:t>
            </a:r>
            <a:r>
              <a:rPr lang="zh-CN" altLang="en-US">
                <a:solidFill>
                  <a:schemeClr val="tx1"/>
                </a:solidFill>
              </a:rPr>
              <a:t>攻击中，如果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的缓存行未被访问，则意味着本次加密中所有使用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的输入字节都不在</a:t>
            </a:r>
            <a:r>
              <a:rPr lang="en-US" altLang="zh-CN">
                <a:solidFill>
                  <a:schemeClr val="tx1"/>
                </a:solidFill>
              </a:rPr>
              <a:t> 0</a:t>
            </a:r>
            <a:r>
              <a:rPr lang="zh-CN" altLang="en-US">
                <a:solidFill>
                  <a:schemeClr val="tx1"/>
                </a:solidFill>
              </a:rPr>
              <a:t>～</a:t>
            </a:r>
            <a:r>
              <a:rPr lang="en-US" altLang="zh-CN">
                <a:solidFill>
                  <a:schemeClr val="tx1"/>
                </a:solidFill>
              </a:rPr>
              <a:t>15 </a:t>
            </a:r>
            <a:r>
              <a:rPr lang="zh-CN" altLang="en-US">
                <a:solidFill>
                  <a:schemeClr val="tx1"/>
                </a:solidFill>
              </a:rPr>
              <a:t>范围内，而</a:t>
            </a:r>
            <a:r>
              <a:rPr lang="en-US" altLang="zh-CN">
                <a:solidFill>
                  <a:schemeClr val="tx1"/>
                </a:solidFill>
              </a:rPr>
              <a:t> Te0 </a:t>
            </a:r>
            <a:r>
              <a:rPr lang="zh-CN" altLang="en-US">
                <a:solidFill>
                  <a:schemeClr val="tx1"/>
                </a:solidFill>
              </a:rPr>
              <a:t>负责的是第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行的输出，所以会影响到第</a:t>
            </a:r>
            <a:r>
              <a:rPr lang="en-US" altLang="zh-CN">
                <a:solidFill>
                  <a:schemeClr val="tx1"/>
                </a:solidFill>
              </a:rPr>
              <a:t> 2 </a:t>
            </a:r>
            <a:r>
              <a:rPr lang="zh-CN" altLang="en-US">
                <a:solidFill>
                  <a:schemeClr val="tx1"/>
                </a:solidFill>
              </a:rPr>
              <a:t>行的四个密钥字节（即字节位置</a:t>
            </a:r>
            <a:r>
              <a:rPr lang="en-US" altLang="zh-CN">
                <a:solidFill>
                  <a:schemeClr val="tx1"/>
                </a:solidFill>
              </a:rPr>
              <a:t> 2, 6, 10, 14</a:t>
            </a:r>
            <a:r>
              <a:rPr lang="zh-CN" altLang="en-US">
                <a:solidFill>
                  <a:schemeClr val="tx1"/>
                </a:solidFill>
              </a:rPr>
              <a:t>）。同理：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2177415"/>
            <a:ext cx="4166235" cy="123571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0" y="3488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根据</a:t>
            </a:r>
            <a:r>
              <a:rPr lang="en-US" altLang="zh-CN"/>
              <a:t> AES </a:t>
            </a:r>
            <a:r>
              <a:rPr lang="zh-CN" altLang="en-US"/>
              <a:t>最终轮的关系：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6840" y="3519805"/>
            <a:ext cx="1743075" cy="36195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" y="3891280"/>
            <a:ext cx="8239125" cy="33337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-17145" y="4265930"/>
            <a:ext cx="9632315" cy="43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于是，对于每个受影响的密钥字节，执行以下排除操作：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" y="4700905"/>
            <a:ext cx="5857875" cy="109537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0480" y="2170430"/>
            <a:ext cx="4573270" cy="126238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39370" y="4650740"/>
            <a:ext cx="5861050" cy="11830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854190" y="4418330"/>
            <a:ext cx="50349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这样，通过多次加密不同样本，正确密钥值被排除的次数极少，而错误候选被大量排除，最终选择</a:t>
            </a:r>
            <a:r>
              <a:rPr lang="zh-CN" altLang="en-US">
                <a:solidFill>
                  <a:srgbClr val="FF0000"/>
                </a:solidFill>
              </a:rPr>
              <a:t>被排除次数最少的候选作为恢复的密钥字节</a:t>
            </a:r>
            <a:r>
              <a:rPr lang="zh-CN" altLang="en-US"/>
              <a:t>。</a:t>
            </a:r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60" y="5956300"/>
            <a:ext cx="7886700" cy="771525"/>
          </a:xfrm>
          <a:prstGeom prst="rect">
            <a:avLst/>
          </a:prstGeom>
        </p:spPr>
      </p:pic>
      <p:sp>
        <p:nvSpPr>
          <p:cNvPr id="3" name="圆角矩形 2"/>
          <p:cNvSpPr/>
          <p:nvPr/>
        </p:nvSpPr>
        <p:spPr>
          <a:xfrm>
            <a:off x="824865" y="5419090"/>
            <a:ext cx="2038985" cy="38798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30480" y="5904230"/>
            <a:ext cx="8014335" cy="812165"/>
          </a:xfrm>
          <a:prstGeom prst="roundRect">
            <a:avLst/>
          </a:prstGeom>
          <a:ln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6835775" y="4403725"/>
            <a:ext cx="5074920" cy="98869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  <a:sym typeface="+mn-ea"/>
              </a:rPr>
              <a:t>2.5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攻击原理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概率论视角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65" y="2722245"/>
            <a:ext cx="9525" cy="1905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100965" y="1137920"/>
            <a:ext cx="118846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2177F9"/>
                </a:solidFill>
              </a:rPr>
              <a:t>每个</a:t>
            </a:r>
            <a:r>
              <a:rPr lang="en-US" altLang="zh-CN">
                <a:solidFill>
                  <a:srgbClr val="2177F9"/>
                </a:solidFill>
              </a:rPr>
              <a:t> T </a:t>
            </a:r>
            <a:r>
              <a:rPr lang="zh-CN" altLang="en-US">
                <a:solidFill>
                  <a:srgbClr val="2177F9"/>
                </a:solidFill>
              </a:rPr>
              <a:t>表在一次加密中被访问</a:t>
            </a:r>
            <a:r>
              <a:rPr lang="en-US" altLang="zh-CN">
                <a:solidFill>
                  <a:srgbClr val="2177F9"/>
                </a:solidFill>
              </a:rPr>
              <a:t> 40 </a:t>
            </a:r>
            <a:r>
              <a:rPr lang="zh-CN" altLang="en-US">
                <a:solidFill>
                  <a:srgbClr val="2177F9"/>
                </a:solidFill>
              </a:rPr>
              <a:t>次</a:t>
            </a:r>
            <a:r>
              <a:rPr lang="zh-CN" altLang="en-US"/>
              <a:t>（</a:t>
            </a:r>
            <a:r>
              <a:rPr lang="en-US" altLang="zh-CN"/>
              <a:t>10 </a:t>
            </a:r>
            <a:r>
              <a:rPr lang="zh-CN" altLang="en-US"/>
              <a:t>轮</a:t>
            </a:r>
            <a:r>
              <a:rPr lang="en-US" altLang="zh-CN"/>
              <a:t> </a:t>
            </a:r>
            <a:r>
              <a:rPr lang="en-US" altLang="en-US"/>
              <a:t>×</a:t>
            </a:r>
            <a:r>
              <a:rPr lang="en-US" altLang="zh-CN"/>
              <a:t> </a:t>
            </a:r>
            <a:r>
              <a:rPr lang="zh-CN" altLang="en-US"/>
              <a:t>每轮</a:t>
            </a:r>
            <a:r>
              <a:rPr lang="en-US" altLang="zh-CN"/>
              <a:t> 4 </a:t>
            </a:r>
            <a:r>
              <a:rPr lang="zh-CN" altLang="en-US"/>
              <a:t>次）。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每次访问的输入字节均匀随机，落在监控范围 0~15 的概率为 16/256 = 1/16，不落在的概率为 15/16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在</a:t>
            </a:r>
            <a:r>
              <a:rPr lang="en-US" altLang="zh-CN"/>
              <a:t> Flush+Reload </a:t>
            </a:r>
            <a:r>
              <a:rPr lang="zh-CN" altLang="en-US"/>
              <a:t>攻击中，</a:t>
            </a:r>
            <a:r>
              <a:rPr lang="zh-CN" altLang="en-US">
                <a:solidFill>
                  <a:srgbClr val="FF0000"/>
                </a:solidFill>
              </a:rPr>
              <a:t>每个 T 表在单次加密中未被访问的概率为 p = (15/16)^40 ≈ 0.0756</a:t>
            </a:r>
            <a:r>
              <a:rPr lang="zh-CN" altLang="en-US"/>
              <a:t>。由于有</a:t>
            </a:r>
            <a:r>
              <a:rPr lang="en-US" altLang="zh-CN"/>
              <a:t> 4 </a:t>
            </a:r>
            <a:r>
              <a:rPr lang="zh-CN" altLang="en-US"/>
              <a:t>个</a:t>
            </a:r>
            <a:r>
              <a:rPr lang="en-US" altLang="zh-CN"/>
              <a:t> T </a:t>
            </a:r>
            <a:r>
              <a:rPr lang="zh-CN" altLang="en-US"/>
              <a:t>表，且每个表未命中时会影响该表负责的</a:t>
            </a:r>
            <a:r>
              <a:rPr lang="en-US" altLang="zh-CN"/>
              <a:t> 4 </a:t>
            </a:r>
            <a:r>
              <a:rPr lang="zh-CN" altLang="en-US"/>
              <a:t>个密钥字节（每个字节排除</a:t>
            </a:r>
            <a:r>
              <a:rPr lang="en-US" altLang="zh-CN"/>
              <a:t> 16 </a:t>
            </a:r>
            <a:r>
              <a:rPr lang="zh-CN" altLang="en-US"/>
              <a:t>个候选值），因此</a:t>
            </a:r>
            <a:r>
              <a:rPr lang="zh-CN" altLang="en-US">
                <a:solidFill>
                  <a:srgbClr val="FF0000"/>
                </a:solidFill>
              </a:rPr>
              <a:t>一次加密中期望排除的候选总个数为：4 × p × 4 × 16 = 256p ≈ 256 × 0.0756 ≈ 19.35 </a:t>
            </a:r>
            <a:r>
              <a:rPr lang="zh-CN" altLang="en-US">
                <a:solidFill>
                  <a:srgbClr val="FF0000"/>
                </a:solidFill>
              </a:rPr>
              <a:t>个</a:t>
            </a:r>
            <a:endParaRPr lang="zh-CN" altLang="en-US">
              <a:solidFill>
                <a:srgbClr val="FF0000"/>
              </a:solidFill>
            </a:endParaRPr>
          </a:p>
          <a:p>
            <a:endParaRPr lang="en-US" altLang="zh-CN"/>
          </a:p>
          <a:p>
            <a:r>
              <a:rPr lang="zh-CN" altLang="en-US"/>
              <a:t>这表示平均每次加密会在所有</a:t>
            </a:r>
            <a:r>
              <a:rPr lang="en-US" altLang="zh-CN"/>
              <a:t> 16 </a:t>
            </a:r>
            <a:r>
              <a:rPr lang="zh-CN" altLang="en-US"/>
              <a:t>个密钥字节上累计增加约</a:t>
            </a:r>
            <a:r>
              <a:rPr lang="en-US" altLang="zh-CN"/>
              <a:t> 19.35 </a:t>
            </a:r>
            <a:r>
              <a:rPr lang="zh-CN" altLang="en-US"/>
              <a:t>个排除计数。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对于某个具体的密钥字节，它只受一个 T 表影响，因此该字节上的某个固定错误候选值被排除的概率为</a:t>
            </a:r>
            <a:r>
              <a:rPr lang="en-US" altLang="zh-CN">
                <a:solidFill>
                  <a:srgbClr val="2177F9"/>
                </a:solidFill>
              </a:rPr>
              <a:t> p </a:t>
            </a:r>
            <a:r>
              <a:rPr lang="en-US" altLang="en-US">
                <a:solidFill>
                  <a:srgbClr val="2177F9"/>
                </a:solidFill>
              </a:rPr>
              <a:t>×</a:t>
            </a:r>
            <a:r>
              <a:rPr lang="en-US" altLang="zh-CN">
                <a:solidFill>
                  <a:srgbClr val="2177F9"/>
                </a:solidFill>
              </a:rPr>
              <a:t> 16/256 = p/16 ≈ 0.004725</a:t>
            </a:r>
            <a:r>
              <a:rPr lang="zh-CN" altLang="en-US"/>
              <a:t>。</a:t>
            </a:r>
            <a:endParaRPr lang="zh-CN" altLang="en-US"/>
          </a:p>
          <a:p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经过 N 次加密，该错误候选被排除的期望次数为 N · p/16</a:t>
            </a:r>
            <a:r>
              <a:rPr lang="zh-CN" altLang="en-US"/>
              <a:t>，而正确候选的排除次数理论上为</a:t>
            </a:r>
            <a:r>
              <a:rPr lang="en-US" altLang="zh-CN"/>
              <a:t> 0</a:t>
            </a:r>
            <a:r>
              <a:rPr lang="zh-CN" altLang="en-US"/>
              <a:t>。</a:t>
            </a:r>
            <a:r>
              <a:rPr lang="zh-CN" altLang="en-US">
                <a:solidFill>
                  <a:srgbClr val="2177F9"/>
                </a:solidFill>
              </a:rPr>
              <a:t>当 N =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时，期望排除</a:t>
            </a:r>
            <a:r>
              <a:rPr lang="zh-CN" altLang="en-US">
                <a:solidFill>
                  <a:srgbClr val="2177F9"/>
                </a:solidFill>
              </a:rPr>
              <a:t>个数约为 </a:t>
            </a:r>
            <a:r>
              <a:rPr lang="en-US" altLang="zh-CN">
                <a:solidFill>
                  <a:srgbClr val="2177F9"/>
                </a:solidFill>
              </a:rPr>
              <a:t>5</a:t>
            </a:r>
            <a:r>
              <a:rPr lang="zh-CN" altLang="en-US">
                <a:solidFill>
                  <a:srgbClr val="2177F9"/>
                </a:solidFill>
              </a:rPr>
              <a:t>000 × 0.004725 ≈ </a:t>
            </a:r>
            <a:r>
              <a:rPr lang="en-US" altLang="zh-CN">
                <a:solidFill>
                  <a:srgbClr val="2177F9"/>
                </a:solidFill>
              </a:rPr>
              <a:t>23.625</a:t>
            </a:r>
            <a:r>
              <a:rPr lang="zh-CN" altLang="en-US">
                <a:solidFill>
                  <a:srgbClr val="2177F9"/>
                </a:solidFill>
              </a:rPr>
              <a:t> 个</a:t>
            </a:r>
            <a:r>
              <a:rPr lang="zh-CN" altLang="en-US"/>
              <a:t>，此时正确候选的计数期望</a:t>
            </a:r>
            <a:r>
              <a:rPr lang="en-US" altLang="zh-CN"/>
              <a:t> 0 </a:t>
            </a:r>
            <a:r>
              <a:rPr lang="zh-CN" altLang="en-US"/>
              <a:t>远小于所有错误候选的计数，因此分界非常明显。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3.1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环境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35" y="955040"/>
            <a:ext cx="12192635" cy="59029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3.1 </a:t>
            </a:r>
            <a:r>
              <a:rPr lang="zh-CN" altLang="en-US"/>
              <a:t>实验环境：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硬件环境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CPU型号</a:t>
            </a:r>
            <a:r>
              <a:rPr lang="en-US" altLang="zh-CN"/>
              <a:t>: 11th Gen Intel(R) Core(TM) i5-1135G7 @ 2.40GHz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CPU核心数</a:t>
            </a:r>
            <a:r>
              <a:rPr lang="en-US" altLang="zh-CN"/>
              <a:t>: 2</a:t>
            </a:r>
            <a:r>
              <a:rPr lang="zh-CN" altLang="en-US"/>
              <a:t>核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内存</a:t>
            </a:r>
            <a:r>
              <a:rPr lang="en-US" altLang="zh-CN"/>
              <a:t>: 2GB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架构</a:t>
            </a:r>
            <a:r>
              <a:rPr lang="en-US" altLang="zh-CN"/>
              <a:t>: x86_64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缓存行大小</a:t>
            </a:r>
            <a:r>
              <a:rPr lang="en-US" altLang="zh-CN"/>
              <a:t>: 64</a:t>
            </a:r>
            <a:r>
              <a:rPr lang="zh-CN" altLang="en-US"/>
              <a:t>字节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软件环境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操作系统</a:t>
            </a:r>
            <a:r>
              <a:rPr lang="en-US" altLang="zh-CN"/>
              <a:t>: Ubuntu 20.04.6 LTS (Focal Fossa)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内核版本</a:t>
            </a:r>
            <a:r>
              <a:rPr lang="en-US" altLang="zh-CN"/>
              <a:t>: Linux 5.15.0-139-generic</a:t>
            </a:r>
            <a:endParaRPr lang="en-US" altLang="zh-CN"/>
          </a:p>
          <a:p>
            <a:r>
              <a:rPr lang="zh-CN" altLang="en-US">
                <a:solidFill>
                  <a:srgbClr val="2177F9"/>
                </a:solidFill>
              </a:rPr>
              <a:t>编译器</a:t>
            </a:r>
            <a:r>
              <a:rPr lang="en-US" altLang="zh-CN"/>
              <a:t>: GCC 9.4.0</a:t>
            </a:r>
            <a:endParaRPr lang="en-US" altLang="zh-CN"/>
          </a:p>
          <a:p>
            <a:endParaRPr lang="en-US" altLang="zh-CN"/>
          </a:p>
          <a:p>
            <a:pPr algn="l">
              <a:buClrTx/>
              <a:buSzTx/>
              <a:buFontTx/>
            </a:pPr>
            <a:r>
              <a:rPr lang="zh-CN" altLang="en-US">
                <a:solidFill>
                  <a:srgbClr val="FF0000"/>
                </a:solidFill>
              </a:rPr>
              <a:t>编译选项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CFLAGS = -O0 -g -march=native -Wall -fno-stack-protector -Iinclude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编译选项说明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2177F9"/>
                </a:solidFill>
              </a:rPr>
              <a:t>-O0</a:t>
            </a:r>
            <a:r>
              <a:rPr lang="en-US" altLang="zh-CN"/>
              <a:t>: </a:t>
            </a:r>
            <a:r>
              <a:rPr lang="zh-CN" altLang="en-US"/>
              <a:t>禁用优化，确保内存访问不被编译器优化掉</a:t>
            </a:r>
            <a:endParaRPr lang="zh-CN" altLang="en-US"/>
          </a:p>
          <a:p>
            <a:r>
              <a:rPr lang="zh-CN" altLang="en-US">
                <a:solidFill>
                  <a:srgbClr val="2177F9"/>
                </a:solidFill>
              </a:rPr>
              <a:t>-march=native</a:t>
            </a:r>
            <a:r>
              <a:rPr lang="en-US" altLang="zh-CN"/>
              <a:t>: </a:t>
            </a:r>
            <a:r>
              <a:rPr lang="zh-CN" altLang="en-US"/>
              <a:t>针对当前</a:t>
            </a:r>
            <a:r>
              <a:rPr lang="en-US" altLang="zh-CN"/>
              <a:t>CPU</a:t>
            </a:r>
            <a:r>
              <a:rPr lang="zh-CN" altLang="en-US"/>
              <a:t>架构优化</a:t>
            </a:r>
            <a:endParaRPr lang="zh-CN" altLang="en-US"/>
          </a:p>
          <a:p>
            <a:r>
              <a:rPr lang="en-US" altLang="zh-CN">
                <a:solidFill>
                  <a:srgbClr val="2177F9"/>
                </a:solidFill>
              </a:rPr>
              <a:t>-fno-stack-protector</a:t>
            </a:r>
            <a:r>
              <a:rPr lang="en-US" altLang="zh-CN"/>
              <a:t>: </a:t>
            </a:r>
            <a:r>
              <a:rPr lang="zh-CN" altLang="en-US"/>
              <a:t>避免栈保护代码干扰缓存行为</a:t>
            </a:r>
            <a:endParaRPr 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初始化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5" y="1322705"/>
            <a:ext cx="4953000" cy="16383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8275" y="95440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3.2.1 </a:t>
            </a:r>
            <a:r>
              <a:rPr lang="zh-CN" altLang="en-US"/>
              <a:t>参数</a:t>
            </a:r>
            <a:r>
              <a:rPr lang="zh-CN" altLang="en-US"/>
              <a:t>校验：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3.2.2 </a:t>
            </a:r>
            <a:r>
              <a:rPr lang="zh-CN" altLang="en-US"/>
              <a:t>创建共享</a:t>
            </a:r>
            <a:r>
              <a:rPr lang="zh-CN" altLang="en-US"/>
              <a:t>内存：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555" y="3510915"/>
            <a:ext cx="4733925" cy="1800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53455" y="945515"/>
            <a:ext cx="406400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3.2.3 </a:t>
            </a:r>
            <a:r>
              <a:rPr lang="zh-CN" altLang="en-US"/>
              <a:t>创建通信管道：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3.2.4 </a:t>
            </a:r>
            <a:r>
              <a:rPr lang="zh-CN" altLang="en-US"/>
              <a:t>准备测试</a:t>
            </a:r>
            <a:r>
              <a:rPr lang="zh-CN" altLang="en-US"/>
              <a:t>密钥：</a:t>
            </a:r>
            <a:endParaRPr lang="zh-CN" altLang="en-US"/>
          </a:p>
          <a:p>
            <a:r>
              <a:rPr lang="en-US" altLang="zh-CN"/>
              <a:t> </a:t>
            </a:r>
            <a:endParaRPr lang="en-US" altLang="zh-CN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1560" y="1322705"/>
            <a:ext cx="5362575" cy="15716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1560" y="3510915"/>
            <a:ext cx="5438775" cy="267652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>
                <a:solidFill>
                  <a:srgbClr val="FF0000"/>
                </a:solidFill>
              </a:rPr>
              <a:t>fork()</a:t>
            </a:r>
            <a:r>
              <a:rPr lang="zh-CN" altLang="en-US">
                <a:solidFill>
                  <a:srgbClr val="FF0000"/>
                </a:solidFill>
              </a:rPr>
              <a:t>系统调用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603375"/>
            <a:ext cx="5995670" cy="269176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主控制</a:t>
            </a:r>
            <a:r>
              <a:rPr lang="zh-CN" altLang="en-US">
                <a:solidFill>
                  <a:schemeClr val="bg1"/>
                </a:solidFill>
              </a:rPr>
              <a:t>逻辑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受害者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35" y="1326515"/>
            <a:ext cx="5995670" cy="26917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660" y="1326515"/>
            <a:ext cx="3789680" cy="5517515"/>
          </a:xfrm>
          <a:prstGeom prst="rect">
            <a:avLst/>
          </a:prstGeom>
        </p:spPr>
      </p:pic>
      <p:sp>
        <p:nvSpPr>
          <p:cNvPr id="6" name="圆角矩形 5"/>
          <p:cNvSpPr/>
          <p:nvPr/>
        </p:nvSpPr>
        <p:spPr>
          <a:xfrm>
            <a:off x="494665" y="3061970"/>
            <a:ext cx="1200785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748155" y="1694180"/>
            <a:ext cx="6337300" cy="13589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35" y="4572000"/>
            <a:ext cx="6724650" cy="1943100"/>
          </a:xfrm>
          <a:prstGeom prst="rect">
            <a:avLst/>
          </a:prstGeom>
        </p:spPr>
      </p:pic>
      <p:sp>
        <p:nvSpPr>
          <p:cNvPr id="10" name="圆角矩形 9"/>
          <p:cNvSpPr/>
          <p:nvPr/>
        </p:nvSpPr>
        <p:spPr>
          <a:xfrm>
            <a:off x="8959215" y="5171440"/>
            <a:ext cx="918210" cy="18542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6417310" y="5273040"/>
            <a:ext cx="2471420" cy="8382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圆角矩形 13"/>
          <p:cNvSpPr/>
          <p:nvPr/>
        </p:nvSpPr>
        <p:spPr>
          <a:xfrm>
            <a:off x="8438515" y="3891915"/>
            <a:ext cx="1959610" cy="20320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2030730" y="5286375"/>
            <a:ext cx="511810" cy="22034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906905" y="55067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每轮</a:t>
            </a:r>
            <a:r>
              <a:rPr lang="zh-CN" altLang="en-US">
                <a:solidFill>
                  <a:srgbClr val="FF0000"/>
                </a:solidFill>
              </a:rPr>
              <a:t>加密使用随机</a:t>
            </a:r>
            <a:r>
              <a:rPr lang="zh-CN" altLang="en-US">
                <a:solidFill>
                  <a:srgbClr val="FF0000"/>
                </a:solidFill>
              </a:rPr>
              <a:t>明文</a:t>
            </a:r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03835" y="1335405"/>
            <a:ext cx="1571625" cy="276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412875" y="174625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受害者进程（子进程）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81710" y="3491230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攻击者进程（</a:t>
            </a:r>
            <a:r>
              <a:rPr lang="zh-CN" altLang="en-US" sz="1200">
                <a:solidFill>
                  <a:srgbClr val="FF0000"/>
                </a:solidFill>
              </a:rPr>
              <a:t>父进程）</a:t>
            </a:r>
            <a:endParaRPr lang="zh-CN" altLang="en-US" sz="1200">
              <a:solidFill>
                <a:srgbClr val="FF0000"/>
              </a:solidFill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8694420" y="4562475"/>
            <a:ext cx="2109470" cy="149860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768330" y="446532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rgbClr val="FF0000"/>
                </a:solidFill>
              </a:rPr>
              <a:t>通过管道与攻击者进程</a:t>
            </a:r>
            <a:endParaRPr lang="zh-CN" altLang="en-US" sz="800">
              <a:solidFill>
                <a:srgbClr val="FF0000"/>
              </a:solidFill>
            </a:endParaRPr>
          </a:p>
          <a:p>
            <a:r>
              <a:rPr lang="zh-CN" altLang="en-US" sz="800">
                <a:solidFill>
                  <a:srgbClr val="FF0000"/>
                </a:solidFill>
              </a:rPr>
              <a:t>通信，实现进程同步。</a:t>
            </a:r>
            <a:endParaRPr lang="zh-CN" altLang="en-US" sz="800">
              <a:solidFill>
                <a:srgbClr val="FF0000"/>
              </a:solidFill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3.2 </a:t>
            </a:r>
            <a:r>
              <a:rPr lang="zh-CN" altLang="en-US">
                <a:solidFill>
                  <a:schemeClr val="bg1"/>
                </a:solidFill>
              </a:rPr>
              <a:t>实验过程</a:t>
            </a:r>
            <a:r>
              <a:rPr lang="en-US" altLang="zh-CN">
                <a:solidFill>
                  <a:schemeClr val="bg1"/>
                </a:solidFill>
              </a:rPr>
              <a:t> -  </a:t>
            </a:r>
            <a:r>
              <a:rPr lang="zh-CN" altLang="en-US">
                <a:solidFill>
                  <a:schemeClr val="bg1"/>
                </a:solidFill>
              </a:rPr>
              <a:t>攻击者</a:t>
            </a:r>
            <a:r>
              <a:rPr lang="zh-CN" altLang="en-US">
                <a:solidFill>
                  <a:schemeClr val="bg1"/>
                </a:solidFill>
              </a:rPr>
              <a:t>进程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958215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3.2.5</a:t>
            </a:r>
            <a:r>
              <a:rPr lang="en-US" altLang="zh-CN"/>
              <a:t> </a:t>
            </a:r>
            <a:r>
              <a:rPr lang="zh-CN" altLang="en-US"/>
              <a:t>创建受害者进程：使用</a:t>
            </a:r>
            <a:r>
              <a:rPr lang="en-US" altLang="zh-CN"/>
              <a:t>fork()</a:t>
            </a:r>
            <a:r>
              <a:rPr lang="zh-CN" altLang="en-US"/>
              <a:t>创建子进程作为受害者，子进程将执行加密操作，父进程作为攻击者进行侧信道攻击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515"/>
            <a:ext cx="6356350" cy="23234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415" y="1309370"/>
            <a:ext cx="4924425" cy="46196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</a:t>
            </a:r>
            <a:r>
              <a:rPr lang="zh-CN" altLang="en-US" sz="1600">
                <a:solidFill>
                  <a:srgbClr val="FF0000"/>
                </a:solidFill>
              </a:rPr>
              <a:t>阈值设为</a:t>
            </a:r>
            <a:r>
              <a:rPr lang="en-US" altLang="zh-CN" sz="1600">
                <a:solidFill>
                  <a:srgbClr val="FF0000"/>
                </a:solidFill>
              </a:rPr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</a:t>
            </a:r>
            <a:r>
              <a:rPr lang="zh-CN" altLang="en-US" sz="1600">
                <a:solidFill>
                  <a:srgbClr val="FF0000"/>
                </a:solidFill>
              </a:rPr>
              <a:t>整体无访问率</a:t>
            </a:r>
            <a:r>
              <a:rPr lang="en-US" altLang="zh-CN" sz="1600">
                <a:solidFill>
                  <a:srgbClr val="FF0000"/>
                </a:solidFill>
              </a:rPr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>
                <a:solidFill>
                  <a:srgbClr val="FF0000"/>
                </a:solidFill>
              </a:rPr>
              <a:t>有用样本（至少一个表未命中）共</a:t>
            </a:r>
            <a:r>
              <a:rPr lang="en-US" altLang="zh-CN" sz="1600">
                <a:solidFill>
                  <a:srgbClr val="FF0000"/>
                </a:solidFill>
              </a:rPr>
              <a:t> 1191 </a:t>
            </a:r>
            <a:r>
              <a:rPr lang="zh-CN" altLang="en-US" sz="1600">
                <a:solidFill>
                  <a:srgbClr val="FF0000"/>
                </a:solidFill>
              </a:rPr>
              <a:t>个，占总样本的</a:t>
            </a:r>
            <a:r>
              <a:rPr lang="en-US" altLang="zh-CN" sz="1600">
                <a:solidFill>
                  <a:srgbClr val="FF0000"/>
                </a:solidFill>
              </a:rPr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3.3 </a:t>
            </a:r>
            <a:r>
              <a:rPr lang="zh-CN" altLang="en-US">
                <a:solidFill>
                  <a:schemeClr val="bg1"/>
                </a:solidFill>
              </a:rPr>
              <a:t>实验结果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08475" y="923925"/>
            <a:ext cx="7882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</a:rPr>
              <a:t>阈值校准：</a:t>
            </a:r>
            <a:r>
              <a:rPr lang="zh-CN" altLang="en-US" sz="1600"/>
              <a:t>命中中位数</a:t>
            </a:r>
            <a:r>
              <a:rPr lang="en-US" altLang="zh-CN" sz="1600"/>
              <a:t> 47 </a:t>
            </a:r>
            <a:r>
              <a:rPr lang="zh-CN" altLang="en-US" sz="1600"/>
              <a:t>个周期，未命中中位数</a:t>
            </a:r>
            <a:r>
              <a:rPr lang="en-US" altLang="zh-CN" sz="1600"/>
              <a:t> 278 </a:t>
            </a:r>
            <a:r>
              <a:rPr lang="zh-CN" altLang="en-US" sz="1600"/>
              <a:t>个周期，阈值设为</a:t>
            </a:r>
            <a:r>
              <a:rPr lang="en-US" altLang="zh-CN" sz="1600"/>
              <a:t> 162</a:t>
            </a:r>
            <a:r>
              <a:rPr lang="zh-CN" altLang="en-US" sz="1600"/>
              <a:t>。</a:t>
            </a:r>
            <a:endParaRPr lang="zh-CN" altLang="en-US" sz="1600"/>
          </a:p>
          <a:p>
            <a:endParaRPr lang="zh-CN" altLang="en-US" sz="160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925"/>
            <a:ext cx="4191000" cy="5934075"/>
          </a:xfrm>
          <a:prstGeom prst="rect">
            <a:avLst/>
          </a:prstGeom>
        </p:spPr>
      </p:pic>
      <p:cxnSp>
        <p:nvCxnSpPr>
          <p:cNvPr id="10" name="直接箭头连接符 9"/>
          <p:cNvCxnSpPr/>
          <p:nvPr/>
        </p:nvCxnSpPr>
        <p:spPr>
          <a:xfrm flipV="1">
            <a:off x="2193290" y="2002790"/>
            <a:ext cx="2105660" cy="1708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V="1">
            <a:off x="2820670" y="2506345"/>
            <a:ext cx="1539875" cy="251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/>
        </p:nvCxnSpPr>
        <p:spPr>
          <a:xfrm>
            <a:off x="1412875" y="1022985"/>
            <a:ext cx="2929890" cy="4445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719070" y="1508760"/>
            <a:ext cx="1615440" cy="5270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301490" y="1333500"/>
            <a:ext cx="776541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/>
              <a:t>总样本数</a:t>
            </a:r>
            <a:r>
              <a:rPr lang="en-US" altLang="zh-CN" sz="1600"/>
              <a:t> 5000</a:t>
            </a:r>
            <a:r>
              <a:rPr lang="zh-CN" altLang="en-US" sz="1600"/>
              <a:t>，整体无访问率</a:t>
            </a:r>
            <a:r>
              <a:rPr lang="en-US" altLang="zh-CN" sz="1600"/>
              <a:t> 8.2%</a:t>
            </a:r>
            <a:r>
              <a:rPr lang="zh-CN" altLang="en-US" sz="1600"/>
              <a:t>，与理论值</a:t>
            </a:r>
            <a:r>
              <a:rPr lang="en-US" altLang="zh-CN" sz="1600"/>
              <a:t> p = (15/16)^40 </a:t>
            </a:r>
            <a:r>
              <a:rPr lang="en-US" altLang="zh-CN" sz="1600"/>
              <a:t>≈ 7.5%</a:t>
            </a:r>
            <a:r>
              <a:rPr lang="zh-CN" altLang="en-US" sz="1600"/>
              <a:t>非常接近。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各</a:t>
            </a:r>
            <a:r>
              <a:rPr lang="en-US" altLang="zh-CN" sz="1600"/>
              <a:t> T </a:t>
            </a:r>
            <a:r>
              <a:rPr lang="zh-CN" altLang="en-US" sz="1600"/>
              <a:t>表无访问率略有波动（</a:t>
            </a:r>
            <a:r>
              <a:rPr lang="en-US" altLang="zh-CN" sz="1600"/>
              <a:t>6.1% ~ 7.4%</a:t>
            </a:r>
            <a:r>
              <a:rPr lang="zh-CN" altLang="en-US" sz="1600"/>
              <a:t>），属于正常统计涨落。</a:t>
            </a:r>
            <a:r>
              <a:rPr lang="en-US" altLang="zh-CN" sz="1600"/>
              <a:t>  </a:t>
            </a:r>
            <a:endParaRPr lang="en-US" altLang="zh-CN" sz="1600"/>
          </a:p>
          <a:p>
            <a:endParaRPr lang="en-US" altLang="zh-CN" sz="1600"/>
          </a:p>
          <a:p>
            <a:r>
              <a:rPr lang="zh-CN" altLang="en-US" sz="1600"/>
              <a:t>有用样本（至少一个表未命中）共</a:t>
            </a:r>
            <a:r>
              <a:rPr lang="en-US" altLang="zh-CN" sz="1600"/>
              <a:t> 1191 </a:t>
            </a:r>
            <a:r>
              <a:rPr lang="zh-CN" altLang="en-US" sz="1600"/>
              <a:t>个，占总样本的</a:t>
            </a:r>
            <a:r>
              <a:rPr lang="en-US" altLang="zh-CN" sz="1600"/>
              <a:t> 23.82%</a:t>
            </a:r>
            <a:r>
              <a:rPr lang="zh-CN" altLang="en-US" sz="1600"/>
              <a:t>，与理论值</a:t>
            </a:r>
            <a:endParaRPr lang="zh-CN" altLang="en-US" sz="1600"/>
          </a:p>
          <a:p>
            <a:r>
              <a:rPr lang="en-US" altLang="zh-CN" sz="1600"/>
              <a:t>1 - (1-p)^4 </a:t>
            </a:r>
            <a:r>
              <a:rPr lang="en-US" altLang="zh-CN" sz="1600">
                <a:sym typeface="+mn-ea"/>
              </a:rPr>
              <a:t>≈ </a:t>
            </a:r>
            <a:r>
              <a:rPr lang="en-US" altLang="zh-CN" sz="1600"/>
              <a:t>27% </a:t>
            </a:r>
            <a:r>
              <a:rPr lang="zh-CN" altLang="en-US" sz="1600"/>
              <a:t>基本吻合。</a:t>
            </a:r>
            <a:endParaRPr lang="zh-CN" altLang="en-US" sz="1600"/>
          </a:p>
        </p:txBody>
      </p:sp>
      <p:sp>
        <p:nvSpPr>
          <p:cNvPr id="3" name="矩形 2"/>
          <p:cNvSpPr/>
          <p:nvPr/>
        </p:nvSpPr>
        <p:spPr>
          <a:xfrm>
            <a:off x="476885" y="3097530"/>
            <a:ext cx="2400935" cy="215328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9525" y="6169025"/>
            <a:ext cx="3098165" cy="2825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439920" y="48977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SUCCESS! </a:t>
            </a:r>
            <a:r>
              <a:rPr lang="zh-CN" altLang="en-US">
                <a:solidFill>
                  <a:srgbClr val="FF0000"/>
                </a:solidFill>
              </a:rPr>
              <a:t>成功恢复出原始</a:t>
            </a:r>
            <a:r>
              <a:rPr lang="zh-CN" altLang="en-US">
                <a:solidFill>
                  <a:srgbClr val="FF0000"/>
                </a:solidFill>
              </a:rPr>
              <a:t>密钥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</a:rPr>
              <a:t>其他测试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增加样本</a:t>
            </a:r>
            <a:r>
              <a:rPr lang="zh-CN" altLang="en-US">
                <a:solidFill>
                  <a:schemeClr val="bg1"/>
                </a:solidFill>
              </a:rPr>
              <a:t>量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" y="1355725"/>
            <a:ext cx="4147185" cy="26543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170" y="987425"/>
            <a:ext cx="4616450" cy="580898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0" y="9340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3.4.1 </a:t>
            </a:r>
            <a:r>
              <a:rPr lang="zh-CN" altLang="en-US"/>
              <a:t>将样本量增加到</a:t>
            </a:r>
            <a:r>
              <a:rPr lang="en-US" altLang="zh-CN"/>
              <a:t>50</a:t>
            </a:r>
            <a:r>
              <a:rPr lang="zh-CN" altLang="en-US"/>
              <a:t>万：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0" y="1676400"/>
            <a:ext cx="4540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可以看到总体的无访问率收敛</a:t>
            </a:r>
            <a:r>
              <a:rPr lang="zh-CN" altLang="en-US"/>
              <a:t>在了</a:t>
            </a:r>
            <a:r>
              <a:rPr lang="en-US" altLang="zh-CN"/>
              <a:t>7.5%</a:t>
            </a:r>
            <a:r>
              <a:rPr lang="zh-CN" altLang="en-US"/>
              <a:t>，和理论计算的结果</a:t>
            </a:r>
            <a:r>
              <a:rPr lang="zh-CN" altLang="en-US"/>
              <a:t>一致。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8393430" y="1499870"/>
            <a:ext cx="1217930" cy="255905"/>
          </a:xfrm>
          <a:prstGeom prst="round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3.4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攻击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AES-128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成功率</a:t>
            </a:r>
            <a:r>
              <a:rPr lang="en-US" altLang="zh-CN">
                <a:solidFill>
                  <a:schemeClr val="bg1"/>
                </a:solidFill>
                <a:sym typeface="+mn-ea"/>
              </a:rPr>
              <a:t> - </a:t>
            </a:r>
            <a:r>
              <a:rPr lang="zh-CN" altLang="en-US">
                <a:solidFill>
                  <a:schemeClr val="bg1"/>
                </a:solidFill>
                <a:sym typeface="+mn-ea"/>
              </a:rPr>
              <a:t>统计</a:t>
            </a:r>
            <a:endParaRPr lang="zh-CN" altLang="en-US">
              <a:solidFill>
                <a:schemeClr val="bg1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0" y="934085"/>
            <a:ext cx="12192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3.4.2 </a:t>
            </a:r>
            <a:r>
              <a:rPr lang="zh-CN" altLang="en-US"/>
              <a:t>对攻击</a:t>
            </a:r>
            <a:r>
              <a:rPr lang="en-US" altLang="zh-CN">
                <a:sym typeface="+mn-ea"/>
              </a:rPr>
              <a:t>AES-128</a:t>
            </a:r>
            <a:r>
              <a:rPr lang="zh-CN" altLang="en-US"/>
              <a:t>成功率的</a:t>
            </a:r>
            <a:r>
              <a:rPr lang="zh-CN" altLang="en-US"/>
              <a:t>测试：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             5000</a:t>
            </a:r>
            <a:r>
              <a:rPr lang="zh-CN" altLang="en-US"/>
              <a:t>样本：</a:t>
            </a:r>
            <a:r>
              <a:rPr lang="en-US" altLang="zh-CN"/>
              <a:t>                                              </a:t>
            </a:r>
            <a:r>
              <a:rPr lang="en-US" altLang="zh-CN">
                <a:sym typeface="+mn-ea"/>
              </a:rPr>
              <a:t>10000</a:t>
            </a:r>
            <a:r>
              <a:rPr lang="zh-CN" altLang="en-US">
                <a:sym typeface="+mn-ea"/>
              </a:rPr>
              <a:t>样本：</a:t>
            </a:r>
            <a:r>
              <a:rPr lang="en-US" altLang="zh-CN">
                <a:sym typeface="+mn-ea"/>
              </a:rPr>
              <a:t>                                           20000</a:t>
            </a:r>
            <a:r>
              <a:rPr lang="zh-CN" altLang="en-US">
                <a:sym typeface="+mn-ea"/>
              </a:rPr>
              <a:t>样本：</a:t>
            </a:r>
            <a:endParaRPr lang="zh-CN" altLang="en-US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" y="1945005"/>
            <a:ext cx="3533775" cy="4810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995" y="1946910"/>
            <a:ext cx="3547110" cy="4828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9000" y="1945005"/>
            <a:ext cx="3418840" cy="482092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14300" y="6393180"/>
            <a:ext cx="1223645" cy="19621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316730" y="6421120"/>
            <a:ext cx="1214120" cy="16891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8537575" y="6402705"/>
            <a:ext cx="1335405" cy="18669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0" y="3950964"/>
            <a:ext cx="12192000" cy="29070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550631" y="1779835"/>
            <a:ext cx="9144000" cy="1260058"/>
          </a:xfrm>
        </p:spPr>
        <p:txBody>
          <a:bodyPr>
            <a:normAutofit/>
          </a:bodyPr>
          <a:lstStyle/>
          <a:p>
            <a:r>
              <a:rPr lang="zh-CN" altLang="en-US" sz="3900" dirty="0">
                <a:solidFill>
                  <a:schemeClr val="bg1"/>
                </a:solidFill>
              </a:rPr>
              <a:t>基于</a:t>
            </a:r>
            <a:r>
              <a:rPr lang="en-US" altLang="zh-CN" sz="3900" dirty="0">
                <a:solidFill>
                  <a:schemeClr val="bg1"/>
                </a:solidFill>
              </a:rPr>
              <a:t>Flush+Reload</a:t>
            </a:r>
            <a:r>
              <a:rPr lang="zh-CN" altLang="en-US" sz="3900" dirty="0">
                <a:solidFill>
                  <a:schemeClr val="bg1"/>
                </a:solidFill>
              </a:rPr>
              <a:t>的</a:t>
            </a:r>
            <a:br>
              <a:rPr lang="zh-CN" altLang="en-US" sz="3900" dirty="0">
                <a:solidFill>
                  <a:schemeClr val="bg1"/>
                </a:solidFill>
              </a:rPr>
            </a:br>
            <a:r>
              <a:rPr lang="en-US" altLang="zh-CN" sz="3900" dirty="0">
                <a:solidFill>
                  <a:schemeClr val="bg1"/>
                </a:solidFill>
              </a:rPr>
              <a:t>AES192</a:t>
            </a:r>
            <a:r>
              <a:rPr lang="zh-CN" altLang="en-US" sz="3900" dirty="0">
                <a:solidFill>
                  <a:schemeClr val="bg1"/>
                </a:solidFill>
              </a:rPr>
              <a:t>和</a:t>
            </a:r>
            <a:r>
              <a:rPr lang="en-US" altLang="zh-CN" sz="3900" dirty="0">
                <a:solidFill>
                  <a:schemeClr val="bg1"/>
                </a:solidFill>
              </a:rPr>
              <a:t>AES256</a:t>
            </a:r>
            <a:r>
              <a:rPr lang="zh-CN" altLang="en-US" sz="3900" dirty="0">
                <a:solidFill>
                  <a:schemeClr val="bg1"/>
                </a:solidFill>
              </a:rPr>
              <a:t>算法</a:t>
            </a:r>
            <a:r>
              <a:rPr lang="en-US" altLang="zh-CN" sz="3900" dirty="0">
                <a:solidFill>
                  <a:schemeClr val="bg1"/>
                </a:solidFill>
              </a:rPr>
              <a:t>Cache</a:t>
            </a:r>
            <a:r>
              <a:rPr lang="zh-CN" altLang="en-US" sz="3900" dirty="0">
                <a:solidFill>
                  <a:schemeClr val="bg1"/>
                </a:solidFill>
              </a:rPr>
              <a:t>计时攻击</a:t>
            </a:r>
            <a:endParaRPr lang="zh-CN" altLang="en-US" sz="3900" dirty="0">
              <a:solidFill>
                <a:schemeClr val="bg1"/>
              </a:solidFill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524000" y="4552548"/>
            <a:ext cx="9144000" cy="1655762"/>
          </a:xfrm>
        </p:spPr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杨宇鑫</a:t>
            </a:r>
            <a:endParaRPr lang="en-US" altLang="zh-CN" dirty="0">
              <a:solidFill>
                <a:schemeClr val="accent1"/>
              </a:solidFill>
              <a:latin typeface="+mj-lt"/>
            </a:endParaRPr>
          </a:p>
          <a:p>
            <a:r>
              <a:rPr lang="zh-CN" altLang="en-US" dirty="0">
                <a:solidFill>
                  <a:schemeClr val="accent1"/>
                </a:solidFill>
                <a:latin typeface="+mj-lt"/>
              </a:rPr>
              <a:t>2</a:t>
            </a:r>
            <a:r>
              <a:rPr lang="en-US" altLang="zh-CN" dirty="0">
                <a:solidFill>
                  <a:schemeClr val="accent1"/>
                </a:solidFill>
                <a:latin typeface="+mj-lt"/>
              </a:rPr>
              <a:t>026.03.26</a:t>
            </a:r>
            <a:endParaRPr lang="zh-CN" altLang="en-US">
              <a:latin typeface="+mj-lt"/>
            </a:endParaRPr>
          </a:p>
        </p:txBody>
      </p: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524000" y="1612241"/>
            <a:ext cx="9144000" cy="1507191"/>
          </a:xfrm>
          <a:prstGeom prst="rect">
            <a:avLst/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>
                <a:solidFill>
                  <a:srgbClr val="00B050"/>
                </a:solidFill>
              </a:rPr>
              <a:t> 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AES192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192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×6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13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12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10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 </a:t>
            </a:r>
            <a:r>
              <a:rPr lang="zh-CN" altLang="en-US">
                <a:solidFill>
                  <a:srgbClr val="00B050"/>
                </a:solidFill>
              </a:rPr>
              <a:t> 查T表  </a:t>
            </a:r>
            <a:r>
              <a:rPr lang="en-US" altLang="zh-CN"/>
              <a:t>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112260"/>
            <a:ext cx="1152144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MixColumns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SubBytes </a:t>
            </a:r>
            <a:r>
              <a:rPr lang="en-US" altLang="en-US"/>
              <a:t>→</a:t>
            </a:r>
            <a:r>
              <a:rPr lang="en-US" altLang="zh-CN"/>
              <a:t> ShiftRows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MixColumns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</a:t>
            </a:r>
            <a:r>
              <a:rPr lang="en-US" altLang="zh-CN">
                <a:solidFill>
                  <a:srgbClr val="00B050"/>
                </a:solidFill>
              </a:rPr>
              <a:t>SubBytes </a:t>
            </a:r>
            <a:r>
              <a:rPr lang="en-US" altLang="en-US">
                <a:solidFill>
                  <a:srgbClr val="00B050"/>
                </a:solidFill>
              </a:rPr>
              <a:t>→</a:t>
            </a:r>
            <a:r>
              <a:rPr lang="en-US" altLang="zh-CN">
                <a:solidFill>
                  <a:srgbClr val="00B050"/>
                </a:solidFill>
              </a:rPr>
              <a:t> ShiftRows</a:t>
            </a:r>
            <a:r>
              <a:rPr lang="en-US" altLang="zh-CN"/>
              <a:t>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1021853" y="18004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4.1 AES256</a:t>
            </a:r>
            <a:r>
              <a:rPr lang="zh-CN" altLang="en-US">
                <a:solidFill>
                  <a:schemeClr val="bg1"/>
                </a:solidFill>
              </a:rPr>
              <a:t>算法加密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8760" y="982980"/>
            <a:ext cx="11846560" cy="180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密钥预处理</a:t>
            </a:r>
            <a:r>
              <a:rPr lang="zh-CN" altLang="en-US"/>
              <a:t>：</a:t>
            </a:r>
            <a:r>
              <a:rPr lang="en-US" altLang="zh-CN"/>
              <a:t>256</a:t>
            </a:r>
            <a:r>
              <a:rPr lang="zh-CN" altLang="en-US"/>
              <a:t>位种子密钥</a:t>
            </a:r>
            <a:r>
              <a:rPr lang="en-US" altLang="zh-CN"/>
              <a:t> -&gt; </a:t>
            </a:r>
            <a:r>
              <a:rPr lang="zh-CN" altLang="en-US"/>
              <a:t>按列填充到</a:t>
            </a:r>
            <a:r>
              <a:rPr lang="en-US" altLang="zh-CN"/>
              <a:t> 4</a:t>
            </a:r>
            <a:r>
              <a:rPr lang="en-US" altLang="en-US"/>
              <a:t>×8</a:t>
            </a:r>
            <a:r>
              <a:rPr lang="en-US" altLang="zh-CN"/>
              <a:t> </a:t>
            </a:r>
            <a:r>
              <a:rPr lang="zh-CN" altLang="en-US"/>
              <a:t>的矩阵中</a:t>
            </a:r>
            <a:r>
              <a:rPr lang="en-US" altLang="zh-CN"/>
              <a:t> -&gt; </a:t>
            </a:r>
            <a:r>
              <a:rPr lang="zh-CN" altLang="en-US">
                <a:solidFill>
                  <a:srgbClr val="2177F9"/>
                </a:solidFill>
              </a:rPr>
              <a:t>密钥扩展</a:t>
            </a:r>
            <a:r>
              <a:rPr lang="en-US" altLang="zh-CN"/>
              <a:t> -&gt; </a:t>
            </a:r>
            <a:r>
              <a:rPr lang="zh-CN" altLang="en-US"/>
              <a:t>扩展出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15 </a:t>
            </a:r>
            <a:r>
              <a:rPr lang="zh-CN" altLang="en-US">
                <a:solidFill>
                  <a:srgbClr val="2177F9"/>
                </a:solidFill>
              </a:rPr>
              <a:t>个</a:t>
            </a:r>
            <a:r>
              <a:rPr lang="en-US" altLang="zh-CN">
                <a:solidFill>
                  <a:srgbClr val="2177F9"/>
                </a:solidFill>
              </a:rPr>
              <a:t> 128 </a:t>
            </a:r>
            <a:r>
              <a:rPr lang="zh-CN" altLang="en-US">
                <a:solidFill>
                  <a:srgbClr val="2177F9"/>
                </a:solidFill>
              </a:rPr>
              <a:t>位的子密钥</a:t>
            </a:r>
            <a:r>
              <a:rPr lang="zh-CN" altLang="en-US"/>
              <a:t>，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                </a:t>
            </a:r>
            <a:r>
              <a:rPr lang="zh-CN" altLang="en-US"/>
              <a:t>每个子密钥是</a:t>
            </a:r>
            <a:r>
              <a:rPr lang="en-US" altLang="zh-CN"/>
              <a:t> 4</a:t>
            </a:r>
            <a:r>
              <a:rPr lang="en-US" altLang="en-US"/>
              <a:t>×</a:t>
            </a:r>
            <a:r>
              <a:rPr lang="en-US" altLang="zh-CN"/>
              <a:t>4 </a:t>
            </a:r>
            <a:r>
              <a:rPr lang="zh-CN" altLang="en-US"/>
              <a:t>的字节矩阵。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明文处理</a:t>
            </a:r>
            <a:r>
              <a:rPr lang="zh-CN" altLang="en-US"/>
              <a:t>：</a:t>
            </a:r>
            <a:r>
              <a:rPr lang="en-US" altLang="zh-CN"/>
              <a:t>   </a:t>
            </a:r>
            <a:r>
              <a:rPr lang="zh-CN" altLang="en-US"/>
              <a:t>取</a:t>
            </a:r>
            <a:r>
              <a:rPr lang="en-US" altLang="zh-CN">
                <a:solidFill>
                  <a:srgbClr val="2177F9"/>
                </a:solidFill>
              </a:rPr>
              <a:t>1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28bit</a:t>
            </a:r>
            <a:r>
              <a:rPr lang="zh-CN" altLang="en-US"/>
              <a:t>明文（分组加密）</a:t>
            </a:r>
            <a:r>
              <a:rPr lang="en-US" altLang="zh-CN"/>
              <a:t> -&gt; </a:t>
            </a:r>
            <a:r>
              <a:rPr lang="zh-CN" altLang="en-US"/>
              <a:t>经</a:t>
            </a:r>
            <a:r>
              <a:rPr lang="en-US" altLang="zh-CN">
                <a:solidFill>
                  <a:srgbClr val="FF0000"/>
                </a:solidFill>
              </a:rPr>
              <a:t>14</a:t>
            </a:r>
            <a:r>
              <a:rPr lang="zh-CN" altLang="en-US">
                <a:solidFill>
                  <a:srgbClr val="FF0000"/>
                </a:solidFill>
              </a:rPr>
              <a:t>轮</a:t>
            </a:r>
            <a:r>
              <a:rPr lang="zh-CN" altLang="en-US"/>
              <a:t>加密：</a:t>
            </a:r>
            <a:endParaRPr lang="en-US" altLang="zh-CN"/>
          </a:p>
          <a:p>
            <a:r>
              <a:rPr lang="en-US" altLang="zh-CN"/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初始轮</a:t>
            </a:r>
            <a:r>
              <a:rPr lang="zh-CN" altLang="en-US"/>
              <a:t>：仅进行</a:t>
            </a:r>
            <a:r>
              <a:rPr lang="en-US" altLang="zh-CN"/>
              <a:t> AddRoundKey</a:t>
            </a:r>
            <a:r>
              <a:rPr lang="zh-CN" altLang="en-US"/>
              <a:t>（与第</a:t>
            </a:r>
            <a:r>
              <a:rPr lang="en-US" altLang="zh-CN"/>
              <a:t> 0 </a:t>
            </a:r>
            <a:r>
              <a:rPr lang="zh-CN" altLang="en-US"/>
              <a:t>轮密钥异或）。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12 </a:t>
            </a:r>
            <a:r>
              <a:rPr lang="zh-CN" altLang="en-US">
                <a:solidFill>
                  <a:srgbClr val="FF0000"/>
                </a:solidFill>
              </a:rPr>
              <a:t>轮标准轮</a:t>
            </a:r>
            <a:r>
              <a:rPr lang="zh-CN" altLang="en-US"/>
              <a:t>：每轮依次执行</a:t>
            </a:r>
            <a:r>
              <a:rPr lang="en-US" altLang="zh-CN"/>
              <a:t>                           </a:t>
            </a:r>
            <a:r>
              <a:rPr lang="zh-CN" altLang="en-US">
                <a:solidFill>
                  <a:srgbClr val="00B050"/>
                </a:solidFill>
              </a:rPr>
              <a:t>查</a:t>
            </a:r>
            <a:r>
              <a:rPr lang="en-US" altLang="zh-CN">
                <a:solidFill>
                  <a:srgbClr val="00B050"/>
                </a:solidFill>
              </a:rPr>
              <a:t>T</a:t>
            </a:r>
            <a:r>
              <a:rPr lang="zh-CN" altLang="en-US">
                <a:solidFill>
                  <a:srgbClr val="00B050"/>
                </a:solidFill>
              </a:rPr>
              <a:t>表</a:t>
            </a:r>
            <a:r>
              <a:rPr lang="en-US" altLang="zh-CN"/>
              <a:t>                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>
                <a:solidFill>
                  <a:srgbClr val="FF0000"/>
                </a:solidFill>
              </a:rPr>
              <a:t>                    </a:t>
            </a:r>
            <a:r>
              <a:rPr lang="zh-CN" altLang="en-US">
                <a:solidFill>
                  <a:srgbClr val="FF0000"/>
                </a:solidFill>
              </a:rPr>
              <a:t>最终轮</a:t>
            </a:r>
            <a:r>
              <a:rPr lang="zh-CN" altLang="en-US"/>
              <a:t>：依次执行</a:t>
            </a:r>
            <a:r>
              <a:rPr lang="en-US" altLang="zh-CN"/>
              <a:t>             </a:t>
            </a:r>
            <a:r>
              <a:rPr lang="zh-CN" altLang="en-US">
                <a:solidFill>
                  <a:srgbClr val="00B050"/>
                </a:solidFill>
              </a:rPr>
              <a:t>  查T表    </a:t>
            </a:r>
            <a:r>
              <a:rPr lang="en-US" altLang="zh-CN"/>
              <a:t>           </a:t>
            </a:r>
            <a:r>
              <a:rPr lang="en-US" altLang="en-US"/>
              <a:t>→</a:t>
            </a:r>
            <a:r>
              <a:rPr lang="en-US" altLang="zh-CN"/>
              <a:t> AddRoundKey</a:t>
            </a:r>
            <a:r>
              <a:rPr lang="zh-CN" altLang="en-US"/>
              <a:t>（没有</a:t>
            </a:r>
            <a:r>
              <a:rPr lang="en-US" altLang="zh-CN"/>
              <a:t> MixColumns</a:t>
            </a:r>
            <a:r>
              <a:rPr lang="zh-CN" altLang="en-US"/>
              <a:t>）。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238760" y="4094480"/>
            <a:ext cx="116293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可以预先计算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SubBytes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ShiftRows </a:t>
            </a:r>
            <a:r>
              <a:rPr lang="en-US" altLang="en-US">
                <a:solidFill>
                  <a:srgbClr val="00B050"/>
                </a:solidFill>
                <a:sym typeface="+mn-ea"/>
              </a:rPr>
              <a:t>→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 MixColumns</a:t>
            </a:r>
            <a:r>
              <a:rPr lang="zh-CN" altLang="en-US">
                <a:sym typeface="+mn-ea"/>
              </a:rPr>
              <a:t>，得到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张</a:t>
            </a:r>
            <a:r>
              <a:rPr lang="en-US" altLang="zh-CN">
                <a:sym typeface="+mn-ea"/>
              </a:rPr>
              <a:t>256</a:t>
            </a:r>
            <a:r>
              <a:rPr lang="zh-CN" altLang="en-US">
                <a:sym typeface="+mn-ea"/>
              </a:rPr>
              <a:t>×</a:t>
            </a:r>
            <a:r>
              <a:rPr lang="en-US" altLang="zh-CN">
                <a:sym typeface="+mn-ea"/>
              </a:rPr>
              <a:t>32bit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T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表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Te0~Te3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12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轮标准轮：</a:t>
            </a:r>
            <a:r>
              <a:rPr lang="zh-CN" altLang="en-US">
                <a:sym typeface="+mn-ea"/>
              </a:rPr>
              <a:t>每轮输入状态直接通过查询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表得到结果，然后与轮密钥异或</a:t>
            </a:r>
            <a:endParaRPr lang="zh-CN" altLang="en-US">
              <a:sym typeface="+mn-ea"/>
            </a:endParaRPr>
          </a:p>
          <a:p>
            <a:r>
              <a:rPr lang="zh-CN" altLang="en-US">
                <a:solidFill>
                  <a:srgbClr val="FF0000"/>
                </a:solidFill>
                <a:sym typeface="+mn-ea"/>
              </a:rPr>
              <a:t>最终轮：</a:t>
            </a:r>
            <a:r>
              <a:rPr lang="zh-CN" altLang="en-US">
                <a:sym typeface="+mn-ea"/>
              </a:rPr>
              <a:t>仍然使用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表，但只提取其包含的</a:t>
            </a:r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盒结果的那些字节（因为不进行列混淆），然后与轮密钥异或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 - 192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 - 256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5.1 </a:t>
            </a:r>
            <a:r>
              <a:rPr lang="zh-CN" altLang="en-US">
                <a:solidFill>
                  <a:schemeClr val="bg1"/>
                </a:solidFill>
              </a:rPr>
              <a:t>攻击阶段一：恢复最后一轮密钥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63930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000">
                <a:solidFill>
                  <a:schemeClr val="tx1"/>
                </a:solidFill>
              </a:rPr>
              <a:t>使用</a:t>
            </a:r>
            <a:r>
              <a:rPr lang="en-US" altLang="zh-CN" sz="2000">
                <a:solidFill>
                  <a:schemeClr val="tx1"/>
                </a:solidFill>
              </a:rPr>
              <a:t>flush and reload+</a:t>
            </a:r>
            <a:r>
              <a:rPr lang="zh-CN" altLang="en-US" sz="2000">
                <a:solidFill>
                  <a:schemeClr val="tx1"/>
                </a:solidFill>
              </a:rPr>
              <a:t>排除法恢复了</a:t>
            </a:r>
            <a:r>
              <a:rPr lang="en-US" altLang="zh-CN" sz="2000">
                <a:solidFill>
                  <a:schemeClr val="tx1"/>
                </a:solidFill>
              </a:rPr>
              <a:t>AES128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K10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AES192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K12</a:t>
            </a:r>
            <a:r>
              <a:rPr lang="zh-CN" altLang="en-US" sz="2000">
                <a:solidFill>
                  <a:schemeClr val="tx1"/>
                </a:solidFill>
              </a:rPr>
              <a:t>、</a:t>
            </a:r>
            <a:r>
              <a:rPr lang="en-US" altLang="zh-CN" sz="2000">
                <a:solidFill>
                  <a:schemeClr val="tx1"/>
                </a:solidFill>
              </a:rPr>
              <a:t>AES256</a:t>
            </a:r>
            <a:r>
              <a:rPr lang="zh-CN" altLang="en-US" sz="2000">
                <a:solidFill>
                  <a:schemeClr val="tx1"/>
                </a:solidFill>
              </a:rPr>
              <a:t>的</a:t>
            </a:r>
            <a:r>
              <a:rPr lang="en-US" altLang="zh-CN" sz="2000">
                <a:solidFill>
                  <a:schemeClr val="tx1"/>
                </a:solidFill>
              </a:rPr>
              <a:t>K14</a:t>
            </a:r>
            <a:endParaRPr lang="en-US" altLang="zh-CN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AES128</a:t>
            </a:r>
            <a:r>
              <a:rPr lang="en-US" altLang="zh-CN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rgbClr val="2177F9"/>
                </a:solidFill>
              </a:rPr>
              <a:t>只需最后一轮密钥即可逆向原始密钥。</a:t>
            </a:r>
            <a:r>
              <a:rPr lang="en-US" altLang="zh-CN" sz="2000">
                <a:solidFill>
                  <a:srgbClr val="00B050"/>
                </a:solidFill>
              </a:rPr>
              <a:t>恢复成功</a:t>
            </a:r>
            <a:r>
              <a:rPr lang="en-US" altLang="zh-CN" sz="2000">
                <a:solidFill>
                  <a:schemeClr val="tx1"/>
                </a:solidFill>
              </a:rPr>
              <a:t>。</a:t>
            </a:r>
            <a:endParaRPr lang="zh-CN" altLang="en-US" sz="2000">
              <a:solidFill>
                <a:schemeClr val="tx1"/>
              </a:solidFill>
            </a:endParaRPr>
          </a:p>
          <a:p>
            <a:r>
              <a:rPr lang="en-US" altLang="zh-CN" sz="2000">
                <a:solidFill>
                  <a:srgbClr val="2177F9"/>
                </a:solidFill>
              </a:rPr>
              <a:t>AES192 </a:t>
            </a:r>
            <a:r>
              <a:rPr lang="zh-CN" altLang="en-US"/>
              <a:t>轮密钥</a:t>
            </a:r>
            <a:r>
              <a:rPr lang="en-US" altLang="zh-CN"/>
              <a:t>: K0, K1, K2, ..., K12</a:t>
            </a:r>
            <a:r>
              <a:rPr lang="zh-CN" altLang="en-US"/>
              <a:t>，但只有</a:t>
            </a:r>
            <a:r>
              <a:rPr lang="en-US" altLang="zh-CN"/>
              <a:t>K12</a:t>
            </a:r>
            <a:r>
              <a:rPr lang="zh-CN" altLang="en-US"/>
              <a:t>无法推导原始密钥，需要知道</a:t>
            </a:r>
            <a:r>
              <a:rPr lang="en-US" altLang="zh-CN"/>
              <a:t> K12 </a:t>
            </a:r>
            <a:r>
              <a:rPr lang="zh-CN" altLang="en-US"/>
              <a:t>和</a:t>
            </a:r>
            <a:r>
              <a:rPr lang="en-US" altLang="zh-CN"/>
              <a:t> K11</a:t>
            </a:r>
            <a:r>
              <a:rPr lang="zh-CN" altLang="en-US"/>
              <a:t>（即最后两轮）才能逆向到</a:t>
            </a:r>
            <a:r>
              <a:rPr lang="en-US" altLang="zh-CN"/>
              <a:t> K10</a:t>
            </a:r>
            <a:r>
              <a:rPr lang="zh-CN" altLang="en-US"/>
              <a:t>，再结合</a:t>
            </a:r>
            <a:r>
              <a:rPr lang="en-US" altLang="zh-CN"/>
              <a:t> K11</a:t>
            </a:r>
            <a:r>
              <a:rPr lang="zh-CN" altLang="en-US"/>
              <a:t>、</a:t>
            </a:r>
            <a:r>
              <a:rPr lang="en-US" altLang="zh-CN"/>
              <a:t>K10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逐步回溯到原始密钥。</a:t>
            </a:r>
            <a:r>
              <a:rPr lang="en-US" altLang="zh-CN" sz="2000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 sz="2000">
                <a:solidFill>
                  <a:srgbClr val="2177F9"/>
                </a:solidFill>
                <a:sym typeface="+mn-ea"/>
              </a:rPr>
              <a:t>AES256 </a:t>
            </a:r>
            <a:r>
              <a:rPr lang="zh-CN" altLang="en-US">
                <a:sym typeface="+mn-ea"/>
              </a:rPr>
              <a:t>轮密钥</a:t>
            </a:r>
            <a:r>
              <a:rPr lang="en-US" altLang="zh-CN">
                <a:sym typeface="+mn-ea"/>
              </a:rPr>
              <a:t>: K0, K1, K2, ..., K14</a:t>
            </a:r>
            <a:r>
              <a:rPr lang="zh-CN" altLang="en-US">
                <a:sym typeface="+mn-ea"/>
              </a:rPr>
              <a:t>，但只有</a:t>
            </a:r>
            <a:r>
              <a:rPr lang="en-US" altLang="zh-CN">
                <a:sym typeface="+mn-ea"/>
              </a:rPr>
              <a:t>K14</a:t>
            </a:r>
            <a:r>
              <a:rPr lang="zh-CN" altLang="en-US">
                <a:sym typeface="+mn-ea"/>
              </a:rPr>
              <a:t>无法推导原始密钥，需要知道</a:t>
            </a:r>
            <a:r>
              <a:rPr lang="en-US" altLang="zh-CN">
                <a:sym typeface="+mn-ea"/>
              </a:rPr>
              <a:t> K14 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（即最后两轮）才能逆向到</a:t>
            </a:r>
            <a:r>
              <a:rPr lang="en-US" altLang="zh-CN">
                <a:sym typeface="+mn-ea"/>
              </a:rPr>
              <a:t> K12</a:t>
            </a:r>
            <a:r>
              <a:rPr lang="zh-CN" altLang="en-US">
                <a:sym typeface="+mn-ea"/>
              </a:rPr>
              <a:t>，再结合</a:t>
            </a:r>
            <a:r>
              <a:rPr lang="en-US" altLang="zh-CN">
                <a:sym typeface="+mn-ea"/>
              </a:rPr>
              <a:t> K13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K12 </a:t>
            </a:r>
            <a:r>
              <a:rPr lang="zh-CN" altLang="en-US">
                <a:sym typeface="+mn-ea"/>
              </a:rPr>
              <a:t>逐步回溯到原始密钥。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恢复失败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99390" y="3727450"/>
            <a:ext cx="11410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解决方案：</a:t>
            </a:r>
            <a:r>
              <a:rPr lang="en-US" altLang="zh-CN">
                <a:solidFill>
                  <a:schemeClr val="tx1"/>
                </a:solidFill>
              </a:rPr>
              <a:t>AES192</a:t>
            </a:r>
            <a:r>
              <a:rPr lang="zh-CN" altLang="en-US">
                <a:solidFill>
                  <a:schemeClr val="tx1"/>
                </a:solidFill>
              </a:rPr>
              <a:t>还需要恢复</a:t>
            </a:r>
            <a:r>
              <a:rPr lang="en-US" altLang="zh-CN">
                <a:solidFill>
                  <a:srgbClr val="FF0000"/>
                </a:solidFill>
              </a:rPr>
              <a:t>K11</a:t>
            </a:r>
            <a:r>
              <a:rPr lang="zh-CN" altLang="en-US">
                <a:solidFill>
                  <a:schemeClr val="tx1"/>
                </a:solidFill>
              </a:rPr>
              <a:t>，才能与</a:t>
            </a:r>
            <a:r>
              <a:rPr lang="en-US" altLang="zh-CN">
                <a:solidFill>
                  <a:schemeClr val="tx1"/>
                </a:solidFill>
              </a:rPr>
              <a:t>K12</a:t>
            </a:r>
            <a:r>
              <a:rPr lang="zh-CN" altLang="en-US">
                <a:solidFill>
                  <a:schemeClr val="tx1"/>
                </a:solidFill>
              </a:rPr>
              <a:t>一起逆向推导原始密钥。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                 AES256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还需要恢复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K13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，才能与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K14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一起逆向推导原始密钥。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5.2 </a:t>
            </a:r>
            <a:r>
              <a:rPr lang="zh-CN" altLang="en-US">
                <a:solidFill>
                  <a:schemeClr val="bg1"/>
                </a:solidFill>
              </a:rPr>
              <a:t>攻击阶段</a:t>
            </a:r>
            <a:r>
              <a:rPr lang="zh-CN" altLang="en-US">
                <a:solidFill>
                  <a:schemeClr val="bg1"/>
                </a:solidFill>
              </a:rPr>
              <a:t>一：恢复</a:t>
            </a:r>
            <a:r>
              <a:rPr lang="en-US" altLang="zh-CN">
                <a:solidFill>
                  <a:schemeClr val="bg1"/>
                </a:solidFill>
              </a:rPr>
              <a:t>K</a:t>
            </a:r>
            <a:r>
              <a:rPr lang="en-US" altLang="zh-CN">
                <a:solidFill>
                  <a:schemeClr val="bg1"/>
                </a:solidFill>
              </a:rPr>
              <a:t>d1</a:t>
            </a:r>
            <a:endParaRPr lang="en-US" altLang="zh-CN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445" y="922655"/>
            <a:ext cx="12187555" cy="2254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AES192</a:t>
            </a:r>
            <a:r>
              <a:rPr lang="zh-CN" altLang="en-US"/>
              <a:t>的</a:t>
            </a:r>
            <a:r>
              <a:rPr lang="en-US" altLang="zh-CN"/>
              <a:t>K11</a:t>
            </a:r>
            <a:r>
              <a:rPr lang="zh-CN" altLang="en-US"/>
              <a:t>与</a:t>
            </a:r>
            <a:r>
              <a:rPr lang="en-US" altLang="zh-CN"/>
              <a:t>AES256</a:t>
            </a:r>
            <a:r>
              <a:rPr lang="zh-CN" altLang="en-US"/>
              <a:t>的</a:t>
            </a:r>
            <a:r>
              <a:rPr lang="en-US" altLang="zh-CN"/>
              <a:t>K13</a:t>
            </a:r>
            <a:r>
              <a:rPr lang="zh-CN" altLang="en-US"/>
              <a:t>恢复方法相同，以</a:t>
            </a:r>
            <a:r>
              <a:rPr lang="en-US" altLang="zh-CN">
                <a:solidFill>
                  <a:srgbClr val="FF0000"/>
                </a:solidFill>
              </a:rPr>
              <a:t>AES256</a:t>
            </a:r>
            <a:r>
              <a:rPr lang="zh-CN" altLang="en-US"/>
              <a:t>为例：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2540"/>
            <a:ext cx="6910070" cy="558546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5560" y="1305560"/>
            <a:ext cx="5048885" cy="2387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87325" y="2515235"/>
            <a:ext cx="2321560" cy="24765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330450" y="5603875"/>
            <a:ext cx="2153920" cy="37084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804670" y="4385310"/>
            <a:ext cx="103632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45" y="937895"/>
            <a:ext cx="1218755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分析</a:t>
            </a:r>
            <a:r>
              <a:rPr lang="en-US" altLang="zh-CN"/>
              <a:t>AES</a:t>
            </a:r>
            <a:r>
              <a:rPr lang="zh-CN" altLang="en-US"/>
              <a:t>解密</a:t>
            </a:r>
            <a:r>
              <a:rPr lang="zh-CN" altLang="en-US"/>
              <a:t>过程：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1</a:t>
            </a:r>
            <a:r>
              <a:rPr lang="en-US" altLang="zh-CN"/>
              <a:t> </a:t>
            </a:r>
            <a:r>
              <a:rPr lang="en-US" altLang="zh-CN">
                <a:sym typeface="+mn-ea"/>
              </a:rPr>
              <a:t>AddRoundKey(Kd0)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D1 = D0 ⊕ Kd0</a:t>
            </a:r>
            <a:r>
              <a:rPr lang="zh-CN" altLang="en-US"/>
              <a:t>，其中</a:t>
            </a:r>
            <a:r>
              <a:rPr lang="en-US" altLang="zh-CN"/>
              <a:t> Kd0 = K14 (</a:t>
            </a:r>
            <a:r>
              <a:rPr lang="zh-CN" altLang="en-US"/>
              <a:t>已通过排除法恢复</a:t>
            </a:r>
            <a:r>
              <a:rPr lang="en-US" altLang="zh-CN"/>
              <a:t>)</a:t>
            </a:r>
            <a:r>
              <a:rPr lang="zh-CN" altLang="en-US"/>
              <a:t>，所以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D1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en-US" altLang="zh-CN"/>
              <a:t> InvShiftRows + InvSubBytes + InvMixColumns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计算中间值</a:t>
            </a:r>
            <a:r>
              <a:rPr lang="en-US" altLang="zh-CN">
                <a:sym typeface="+mn-ea"/>
              </a:rPr>
              <a:t> IV1 </a:t>
            </a:r>
            <a:r>
              <a:rPr lang="zh-CN" altLang="en-US">
                <a:sym typeface="+mn-ea"/>
              </a:rPr>
              <a:t>数组，</a:t>
            </a:r>
            <a:r>
              <a:rPr lang="zh-CN" altLang="en-US"/>
              <a:t>使用</a:t>
            </a:r>
            <a:r>
              <a:rPr lang="en-US" altLang="zh-CN"/>
              <a:t>Td</a:t>
            </a:r>
            <a:r>
              <a:rPr lang="zh-CN" altLang="en-US"/>
              <a:t>表实现：</a:t>
            </a:r>
            <a:endParaRPr lang="en-US" altLang="zh-CN"/>
          </a:p>
          <a:p>
            <a:r>
              <a:rPr lang="en-US" altLang="zh-CN"/>
              <a:t>IV1[0] = Td0[D1[0]] ⊕ Td1[D1[13]] ⊕ Td2[D1[10]] ⊕ Td3[D1[7]]</a:t>
            </a:r>
            <a:endParaRPr lang="en-US" altLang="zh-CN"/>
          </a:p>
          <a:p>
            <a:r>
              <a:rPr lang="en-US" altLang="zh-CN"/>
              <a:t>IV1[1] = Td0[D1[4]] ⊕ Td1[D1[1]] ⊕ Td2[D1[14]] ⊕ Td3[D1[11]]</a:t>
            </a:r>
            <a:endParaRPr lang="en-US" altLang="zh-CN"/>
          </a:p>
          <a:p>
            <a:r>
              <a:rPr lang="en-US" altLang="zh-CN"/>
              <a:t>IV1[2] = Td0[D1[8]] ⊕ Td1[D1[5]] ⊕ Td2[D1[2]] ⊕ Td3[D1[15]]</a:t>
            </a:r>
            <a:endParaRPr lang="en-US" altLang="zh-CN"/>
          </a:p>
          <a:p>
            <a:r>
              <a:rPr lang="en-US" altLang="zh-CN"/>
              <a:t>IV1[3] = Td0[D1[12]] ⊕ Td1[D1[9]] ⊕ Td2[D1[6]] ⊕ Td3[D1[3]]</a:t>
            </a:r>
            <a:endParaRPr lang="en-US" altLang="zh-CN"/>
          </a:p>
          <a:p>
            <a:r>
              <a:rPr lang="zh-CN" altLang="en-US"/>
              <a:t>所以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IV1 </a:t>
            </a:r>
            <a:r>
              <a:rPr lang="zh-CN" altLang="en-US">
                <a:solidFill>
                  <a:srgbClr val="2177F9"/>
                </a:solidFill>
              </a:rPr>
              <a:t>可以计算得到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步骤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en-US" altLang="zh-CN"/>
              <a:t> AddRoundKey(Kd1)</a:t>
            </a:r>
            <a:r>
              <a:rPr lang="zh-CN" altLang="en-US"/>
              <a:t>：</a:t>
            </a:r>
            <a:endParaRPr lang="zh-CN" altLang="en-US"/>
          </a:p>
          <a:p>
            <a:r>
              <a:rPr lang="en-US" altLang="zh-CN"/>
              <a:t>D2 = IV1 ⊕ Kd1</a:t>
            </a:r>
            <a:r>
              <a:rPr lang="zh-CN" altLang="en-US"/>
              <a:t>，其中</a:t>
            </a:r>
            <a:r>
              <a:rPr lang="en-US" altLang="zh-CN"/>
              <a:t> </a:t>
            </a:r>
            <a:r>
              <a:rPr lang="en-US" altLang="zh-CN">
                <a:solidFill>
                  <a:srgbClr val="2177F9"/>
                </a:solidFill>
              </a:rPr>
              <a:t>Kd1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en-US" altLang="zh-CN"/>
              <a:t> (</a:t>
            </a:r>
            <a:r>
              <a:rPr lang="zh-CN" altLang="en-US"/>
              <a:t>需要恢复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>
                <a:solidFill>
                  <a:srgbClr val="2177F9"/>
                </a:solidFill>
              </a:rPr>
              <a:t>D2 </a:t>
            </a:r>
            <a:r>
              <a:rPr lang="zh-CN" altLang="en-US">
                <a:solidFill>
                  <a:srgbClr val="2177F9"/>
                </a:solidFill>
              </a:rPr>
              <a:t>未知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观察到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Kd1</a:t>
            </a:r>
            <a:r>
              <a:rPr lang="en-US" altLang="zh-CN">
                <a:solidFill>
                  <a:srgbClr val="FF0000"/>
                </a:solidFill>
              </a:rPr>
              <a:t> = IV1 ⊕ D2</a:t>
            </a:r>
            <a:r>
              <a:rPr lang="zh-CN" altLang="en-US">
                <a:solidFill>
                  <a:schemeClr val="tx1"/>
                </a:solidFill>
              </a:rPr>
              <a:t>，即：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D2[0] = IV1[0] ⊕ Kd1[0]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D2[1] = IV1[1] ⊕ Kd1[1]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...                                    </a:t>
            </a:r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D2[15] = IV1[15] ⊕ Kd1[15]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5.2 </a:t>
            </a:r>
            <a:r>
              <a:rPr lang="zh-CN" altLang="en-US">
                <a:solidFill>
                  <a:schemeClr val="bg1"/>
                </a:solidFill>
              </a:rPr>
              <a:t>恢复</a:t>
            </a:r>
            <a:r>
              <a:rPr lang="en-US" altLang="zh-CN">
                <a:solidFill>
                  <a:schemeClr val="bg1"/>
                </a:solidFill>
              </a:rPr>
              <a:t>Kd1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  <a:r>
              <a:rPr lang="en-US" altLang="zh-CN">
                <a:solidFill>
                  <a:schemeClr val="bg1"/>
                </a:solidFill>
              </a:rPr>
              <a:t>flush and reload+</a:t>
            </a:r>
            <a:r>
              <a:rPr lang="zh-CN" altLang="en-US">
                <a:solidFill>
                  <a:schemeClr val="bg1"/>
                </a:solidFill>
              </a:rPr>
              <a:t>排除法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715" y="937895"/>
            <a:ext cx="1257300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2177F9"/>
                </a:solidFill>
              </a:rPr>
              <a:t>D2</a:t>
            </a:r>
            <a:r>
              <a:rPr lang="zh-CN" altLang="en-US">
                <a:solidFill>
                  <a:srgbClr val="2177F9"/>
                </a:solidFill>
              </a:rPr>
              <a:t>与</a:t>
            </a:r>
            <a:r>
              <a:rPr lang="en-US" altLang="zh-CN">
                <a:solidFill>
                  <a:srgbClr val="2177F9"/>
                </a:solidFill>
              </a:rPr>
              <a:t>S13</a:t>
            </a:r>
            <a:r>
              <a:rPr lang="zh-CN" altLang="en-US">
                <a:solidFill>
                  <a:srgbClr val="2177F9"/>
                </a:solidFill>
              </a:rPr>
              <a:t>的对应关系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S13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的每个字节由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D2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的某个字节经过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S-box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变换得到，</a:t>
            </a:r>
            <a:r>
              <a:rPr lang="zh-CN" altLang="en-US">
                <a:solidFill>
                  <a:srgbClr val="2177F9"/>
                </a:solidFill>
              </a:rPr>
              <a:t>该映射也是双射，因此可以双向推导。</a:t>
            </a:r>
            <a:endParaRPr lang="zh-CN" altLang="en-US">
              <a:solidFill>
                <a:srgbClr val="2177F9"/>
              </a:solidFill>
            </a:endParaRPr>
          </a:p>
          <a:p>
            <a:endParaRPr lang="en-US" altLang="zh-CN">
              <a:solidFill>
                <a:srgbClr val="2177F9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S13 </a:t>
            </a:r>
            <a:r>
              <a:rPr lang="zh-CN" altLang="en-US">
                <a:solidFill>
                  <a:schemeClr val="tx1"/>
                </a:solidFill>
              </a:rPr>
              <a:t>是加密第</a:t>
            </a:r>
            <a:r>
              <a:rPr lang="en-US" altLang="zh-CN">
                <a:solidFill>
                  <a:schemeClr val="tx1"/>
                </a:solidFill>
              </a:rPr>
              <a:t>13</a:t>
            </a:r>
            <a:r>
              <a:rPr lang="zh-CN" altLang="en-US">
                <a:solidFill>
                  <a:schemeClr val="tx1"/>
                </a:solidFill>
              </a:rPr>
              <a:t>轮的输入状态，</a:t>
            </a:r>
            <a:r>
              <a:rPr lang="en-US" altLang="zh-CN">
                <a:solidFill>
                  <a:srgbClr val="2177F9"/>
                </a:solidFill>
              </a:rPr>
              <a:t>S13</a:t>
            </a:r>
            <a:r>
              <a:rPr lang="zh-CN" altLang="en-US">
                <a:solidFill>
                  <a:srgbClr val="2177F9"/>
                </a:solidFill>
              </a:rPr>
              <a:t>与</a:t>
            </a:r>
            <a:r>
              <a:rPr lang="en-US" altLang="zh-CN">
                <a:solidFill>
                  <a:srgbClr val="2177F9"/>
                </a:solidFill>
              </a:rPr>
              <a:t>Te</a:t>
            </a:r>
            <a:r>
              <a:rPr lang="zh-CN" altLang="en-US">
                <a:solidFill>
                  <a:srgbClr val="2177F9"/>
                </a:solidFill>
              </a:rPr>
              <a:t>表的对应关系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  <a:sym typeface="+mn-ea"/>
              </a:rPr>
              <a:t>故，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可以通过监控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Te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表访问，使用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flush+reload+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排除法恢复</a:t>
            </a:r>
            <a:r>
              <a:rPr lang="en-US" altLang="zh-CN">
                <a:solidFill>
                  <a:srgbClr val="2177F9"/>
                </a:solidFill>
                <a:sym typeface="+mn-ea"/>
              </a:rPr>
              <a:t>S13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0" y="1315085"/>
            <a:ext cx="4170680" cy="20059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" y="3843020"/>
            <a:ext cx="6219825" cy="227774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5.3 </a:t>
            </a:r>
            <a:r>
              <a:rPr lang="zh-CN" altLang="en-US">
                <a:solidFill>
                  <a:schemeClr val="bg1"/>
                </a:solidFill>
              </a:rPr>
              <a:t>进一步分析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简化攻击</a:t>
            </a:r>
            <a:r>
              <a:rPr lang="zh-CN" altLang="en-US">
                <a:solidFill>
                  <a:schemeClr val="bg1"/>
                </a:solidFill>
              </a:rPr>
              <a:t>过程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020" y="981075"/>
            <a:ext cx="120777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两个攻击阶段中，通过监控</a:t>
            </a:r>
            <a:r>
              <a:rPr lang="en-US" altLang="zh-CN"/>
              <a:t>Te</a:t>
            </a:r>
            <a:r>
              <a:rPr lang="zh-CN" altLang="en-US"/>
              <a:t>表</a:t>
            </a:r>
            <a:r>
              <a:rPr lang="zh-CN" altLang="en-US">
                <a:sym typeface="+mn-ea"/>
              </a:rPr>
              <a:t>收集的缓存未命中信息</a:t>
            </a:r>
            <a:r>
              <a:rPr lang="en-US" altLang="zh-CN">
                <a:sym typeface="+mn-ea"/>
              </a:rPr>
              <a:t>X[i][t]</a:t>
            </a:r>
            <a:r>
              <a:rPr lang="zh-CN" altLang="en-US">
                <a:sym typeface="+mn-ea"/>
              </a:rPr>
              <a:t>数据是一样的，</a:t>
            </a:r>
            <a:r>
              <a:rPr lang="zh-CN" altLang="en-US"/>
              <a:t>因此：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一次样本收集即可同时用于两个阶段，通过不同的公式分别恢复</a:t>
            </a:r>
            <a:r>
              <a:rPr lang="en-US" altLang="zh-CN">
                <a:solidFill>
                  <a:srgbClr val="FF0000"/>
                </a:solidFill>
              </a:rPr>
              <a:t>K14</a:t>
            </a:r>
            <a:r>
              <a:rPr lang="zh-CN" altLang="en-US">
                <a:solidFill>
                  <a:srgbClr val="FF0000"/>
                </a:solidFill>
              </a:rPr>
              <a:t>和</a:t>
            </a:r>
            <a:r>
              <a:rPr lang="en-US" altLang="zh-CN">
                <a:solidFill>
                  <a:srgbClr val="FF0000"/>
                </a:solidFill>
              </a:rPr>
              <a:t>K13</a:t>
            </a:r>
            <a:r>
              <a:rPr lang="zh-CN" altLang="en-US">
                <a:solidFill>
                  <a:srgbClr val="FF0000"/>
                </a:solidFill>
              </a:rPr>
              <a:t>。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70" y="1626235"/>
            <a:ext cx="7572375" cy="43338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6.1 </a:t>
            </a:r>
            <a:r>
              <a:rPr lang="zh-CN" altLang="en-US">
                <a:solidFill>
                  <a:schemeClr val="bg1"/>
                </a:solidFill>
              </a:rPr>
              <a:t>实验</a:t>
            </a:r>
            <a:r>
              <a:rPr lang="zh-CN" altLang="en-US">
                <a:solidFill>
                  <a:schemeClr val="bg1"/>
                </a:solidFill>
              </a:rPr>
              <a:t>结果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925195"/>
            <a:ext cx="4582795" cy="5932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395" y="914400"/>
            <a:ext cx="4459605" cy="5943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445" y="9226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- 192: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00165" y="93091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 - 256: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10030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765415" y="5471795"/>
            <a:ext cx="3230245" cy="13766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6.2 </a:t>
            </a:r>
            <a:r>
              <a:rPr lang="zh-CN" altLang="en-US">
                <a:solidFill>
                  <a:schemeClr val="bg1"/>
                </a:solidFill>
              </a:rPr>
              <a:t>攻击成功率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统计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4290" y="958850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2177F9"/>
                </a:solidFill>
              </a:rPr>
              <a:t>AES196 15000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endParaRPr lang="zh-CN" altLang="en-US">
              <a:solidFill>
                <a:srgbClr val="2177F9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AES192 30000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endParaRPr lang="zh-CN" altLang="en-US">
              <a:solidFill>
                <a:srgbClr val="2177F9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254115" y="958850"/>
            <a:ext cx="4064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F0000"/>
                </a:solidFill>
              </a:rPr>
              <a:t>AES256 50000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4270" y="969010"/>
            <a:ext cx="3676650" cy="25704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270" y="3803650"/>
            <a:ext cx="3676650" cy="2679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3765" y="969010"/>
            <a:ext cx="3573145" cy="25704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3765" y="3803015"/>
            <a:ext cx="3604895" cy="267970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2478405" y="3143250"/>
            <a:ext cx="1242060" cy="210820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2478405" y="6071870"/>
            <a:ext cx="1344295" cy="229235"/>
          </a:xfrm>
          <a:prstGeom prst="rect">
            <a:avLst/>
          </a:prstGeom>
          <a:ln>
            <a:solidFill>
              <a:srgbClr val="2177F9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604250" y="3162300"/>
            <a:ext cx="1270000" cy="20510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8604250" y="6071870"/>
            <a:ext cx="1270000" cy="229235"/>
          </a:xfrm>
          <a:prstGeom prst="rect">
            <a:avLst/>
          </a:prstGeom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6.2 </a:t>
            </a:r>
            <a:r>
              <a:rPr lang="zh-CN" altLang="en-US">
                <a:solidFill>
                  <a:schemeClr val="bg1"/>
                </a:solidFill>
              </a:rPr>
              <a:t>对比实验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绑核</a:t>
            </a:r>
            <a:r>
              <a:rPr lang="zh-CN" altLang="en-US">
                <a:solidFill>
                  <a:schemeClr val="bg1"/>
                </a:solidFill>
              </a:rPr>
              <a:t>跨核攻击</a:t>
            </a:r>
            <a:r>
              <a:rPr lang="zh-CN" altLang="en-US">
                <a:solidFill>
                  <a:schemeClr val="bg1"/>
                </a:solidFill>
              </a:rPr>
              <a:t>成功率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958850"/>
            <a:ext cx="4064000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绑定核心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  90.10%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AES128 10000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97.90%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20000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99.90%</a:t>
            </a:r>
            <a:endParaRPr lang="en-US" altLang="zh-CN">
              <a:solidFill>
                <a:srgbClr val="2177F9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AES192 15000</a:t>
            </a:r>
            <a:r>
              <a:rPr lang="zh-CN" altLang="en-US">
                <a:solidFill>
                  <a:schemeClr val="tx1"/>
                </a:solidFill>
              </a:rPr>
              <a:t>样本：</a:t>
            </a:r>
            <a:r>
              <a:rPr lang="en-US" altLang="zh-CN">
                <a:solidFill>
                  <a:schemeClr val="tx1"/>
                </a:solidFill>
              </a:rPr>
              <a:t>98.40%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00B050"/>
                </a:solidFill>
              </a:rPr>
              <a:t>AES192 30000</a:t>
            </a:r>
            <a:r>
              <a:rPr lang="zh-CN" altLang="en-US">
                <a:solidFill>
                  <a:srgbClr val="00B050"/>
                </a:solidFill>
              </a:rPr>
              <a:t>样本：</a:t>
            </a:r>
            <a:r>
              <a:rPr lang="en-US" altLang="zh-CN">
                <a:solidFill>
                  <a:srgbClr val="00B050"/>
                </a:solidFill>
              </a:rPr>
              <a:t>99.80%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98.80%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rgbClr val="FF0000"/>
                </a:solidFill>
                <a:sym typeface="+mn-ea"/>
              </a:rPr>
              <a:t>AES256 80000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99.80%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26380" y="958850"/>
            <a:ext cx="6096000" cy="6462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不绑定核心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：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 27.60%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10000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45.60%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AES128 20000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66.00%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2177F9"/>
                </a:solidFill>
              </a:rPr>
              <a:t>AES128 50000</a:t>
            </a:r>
            <a:r>
              <a:rPr lang="zh-CN" altLang="en-US">
                <a:solidFill>
                  <a:srgbClr val="2177F9"/>
                </a:solidFill>
              </a:rPr>
              <a:t>样本：</a:t>
            </a:r>
            <a:r>
              <a:rPr lang="en-US" altLang="zh-CN">
                <a:solidFill>
                  <a:srgbClr val="2177F9"/>
                </a:solidFill>
              </a:rPr>
              <a:t>98.37%</a:t>
            </a:r>
            <a:endParaRPr lang="en-US" altLang="zh-CN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15000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44.71%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AES192 30000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66.67%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00B050"/>
                </a:solidFill>
                <a:sym typeface="+mn-ea"/>
              </a:rPr>
              <a:t>AES192 80000</a:t>
            </a:r>
            <a:r>
              <a:rPr lang="zh-CN" altLang="en-US">
                <a:solidFill>
                  <a:srgbClr val="00B050"/>
                </a:solidFill>
                <a:sym typeface="+mn-ea"/>
              </a:rPr>
              <a:t>样本：</a:t>
            </a:r>
            <a:r>
              <a:rPr lang="en-US" altLang="zh-CN">
                <a:solidFill>
                  <a:srgbClr val="00B050"/>
                </a:solidFill>
                <a:sym typeface="+mn-ea"/>
              </a:rPr>
              <a:t>97.56%</a:t>
            </a:r>
            <a:endParaRPr lang="zh-CN" altLang="en-US">
              <a:solidFill>
                <a:srgbClr val="00B05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50000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61.78%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  <a:sym typeface="+mn-ea"/>
              </a:rPr>
              <a:t>AES256 80000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样本：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82.69%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endParaRPr lang="en-US" altLang="zh-CN">
              <a:solidFill>
                <a:schemeClr val="tx1"/>
              </a:solidFill>
              <a:sym typeface="+mn-ea"/>
            </a:endParaRPr>
          </a:p>
          <a:p>
            <a:r>
              <a:rPr lang="en-US" altLang="zh-CN">
                <a:solidFill>
                  <a:srgbClr val="FF0000"/>
                </a:solidFill>
              </a:rPr>
              <a:t>AES256 100000</a:t>
            </a:r>
            <a:r>
              <a:rPr lang="zh-CN" altLang="en-US">
                <a:solidFill>
                  <a:srgbClr val="FF0000"/>
                </a:solidFill>
              </a:rPr>
              <a:t>样本：</a:t>
            </a:r>
            <a:r>
              <a:rPr lang="en-US" altLang="zh-CN">
                <a:solidFill>
                  <a:srgbClr val="FF0000"/>
                </a:solidFill>
              </a:rPr>
              <a:t>91.86%</a:t>
            </a:r>
            <a:endParaRPr lang="zh-CN" altLang="en-US">
              <a:solidFill>
                <a:srgbClr val="FF0000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6.2 </a:t>
            </a:r>
            <a:r>
              <a:rPr lang="zh-CN" altLang="en-US">
                <a:solidFill>
                  <a:schemeClr val="bg1"/>
                </a:solidFill>
              </a:rPr>
              <a:t>对比实验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绑核跨核成功率</a:t>
            </a:r>
            <a:r>
              <a:rPr lang="en-US" altLang="zh-CN">
                <a:solidFill>
                  <a:schemeClr val="bg1"/>
                </a:solidFill>
              </a:rPr>
              <a:t> - </a:t>
            </a:r>
            <a:r>
              <a:rPr lang="zh-CN" altLang="en-US">
                <a:solidFill>
                  <a:schemeClr val="bg1"/>
                </a:solidFill>
              </a:rPr>
              <a:t>原因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920" y="3419475"/>
            <a:ext cx="9525" cy="190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820" y="1051560"/>
            <a:ext cx="1180528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在</a:t>
            </a:r>
            <a:r>
              <a:rPr lang="en-US" altLang="zh-CN"/>
              <a:t> Flush+Reload </a:t>
            </a:r>
            <a:r>
              <a:rPr lang="zh-CN" altLang="en-US"/>
              <a:t>攻击中，</a:t>
            </a:r>
            <a:r>
              <a:rPr lang="zh-CN" altLang="en-US">
                <a:solidFill>
                  <a:srgbClr val="FF0000"/>
                </a:solidFill>
              </a:rPr>
              <a:t>绑定核心</a:t>
            </a:r>
            <a:r>
              <a:rPr lang="zh-CN" altLang="en-US"/>
              <a:t>之所以成功率更高，是因为攻击者和受害者绑定在同一物理核心时，</a:t>
            </a:r>
            <a:r>
              <a:rPr lang="zh-CN" altLang="en-US">
                <a:solidFill>
                  <a:srgbClr val="FF0000"/>
                </a:solidFill>
              </a:rPr>
              <a:t>共享 L1/L2 私有缓存</a:t>
            </a:r>
            <a:r>
              <a:rPr lang="zh-CN" altLang="en-US"/>
              <a:t>，而</a:t>
            </a:r>
            <a:r>
              <a:rPr lang="en-US" altLang="zh-CN"/>
              <a:t> L3 </a:t>
            </a:r>
            <a:r>
              <a:rPr lang="zh-CN" altLang="en-US"/>
              <a:t>虽然是共享的，但同一核心的缓存状态更稳定，避免了跨核心的缓存一致性延迟和调度干扰，使得时间测量的区分度更清晰，误判率更低。</a:t>
            </a:r>
            <a:r>
              <a:rPr lang="en-US" altLang="zh-CN"/>
              <a:t>  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而</a:t>
            </a:r>
            <a:r>
              <a:rPr lang="zh-CN" altLang="en-US">
                <a:solidFill>
                  <a:srgbClr val="00B050"/>
                </a:solidFill>
              </a:rPr>
              <a:t>不绑定</a:t>
            </a:r>
            <a:r>
              <a:rPr lang="zh-CN" altLang="en-US"/>
              <a:t>时，攻击者和受害者可能运行在不同核心，虽然仍</a:t>
            </a:r>
            <a:r>
              <a:rPr lang="zh-CN" altLang="en-US">
                <a:solidFill>
                  <a:srgbClr val="00B050"/>
                </a:solidFill>
              </a:rPr>
              <a:t>共享 L3 缓存</a:t>
            </a:r>
            <a:r>
              <a:rPr lang="zh-CN" altLang="en-US"/>
              <a:t>，但：</a:t>
            </a:r>
            <a:endParaRPr lang="zh-CN" altLang="en-US"/>
          </a:p>
          <a:p>
            <a:r>
              <a:rPr lang="zh-CN" altLang="en-US"/>
              <a:t>跨核心的缓存同步存在额外</a:t>
            </a:r>
            <a:r>
              <a:rPr lang="zh-CN" altLang="en-US">
                <a:solidFill>
                  <a:srgbClr val="00B050"/>
                </a:solidFill>
              </a:rPr>
              <a:t>延迟</a:t>
            </a:r>
            <a:r>
              <a:rPr lang="zh-CN" altLang="en-US"/>
              <a:t>，测量</a:t>
            </a:r>
            <a:r>
              <a:rPr lang="zh-CN" altLang="en-US">
                <a:solidFill>
                  <a:srgbClr val="00B050"/>
                </a:solidFill>
              </a:rPr>
              <a:t>噪声</a:t>
            </a:r>
            <a:r>
              <a:rPr lang="zh-CN" altLang="en-US"/>
              <a:t>增大；</a:t>
            </a:r>
            <a:endParaRPr lang="zh-CN" altLang="en-US"/>
          </a:p>
          <a:p>
            <a:r>
              <a:rPr lang="zh-CN" altLang="en-US"/>
              <a:t>操作系统可能将进程迁移到其他核心，导致缓存状态不可预测。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然而，</a:t>
            </a:r>
            <a:r>
              <a:rPr lang="zh-CN" altLang="en-US">
                <a:solidFill>
                  <a:srgbClr val="2177F9"/>
                </a:solidFill>
              </a:rPr>
              <a:t>随着样本数增加，大数定律发挥作用</a:t>
            </a:r>
            <a:r>
              <a:rPr lang="zh-CN" altLang="en-US"/>
              <a:t>：即使每个样本的信噪比较低，正确密钥被排除的次数仍远少于错误候选，</a:t>
            </a:r>
            <a:r>
              <a:rPr lang="zh-CN" altLang="en-US">
                <a:solidFill>
                  <a:srgbClr val="2177F9"/>
                </a:solidFill>
              </a:rPr>
              <a:t>统计上的差异会逐渐显现</a:t>
            </a:r>
            <a:r>
              <a:rPr lang="zh-CN" altLang="en-US"/>
              <a:t>，因此成功率会随样本增多而回升。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916517" y="162983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en-US" altLang="zh-CN">
                <a:solidFill>
                  <a:schemeClr val="bg1"/>
                </a:solidFill>
              </a:rPr>
              <a:t>7. </a:t>
            </a:r>
            <a:r>
              <a:rPr lang="zh-CN" altLang="en-US">
                <a:solidFill>
                  <a:schemeClr val="bg1"/>
                </a:solidFill>
              </a:rPr>
              <a:t>下周</a:t>
            </a:r>
            <a:r>
              <a:rPr lang="zh-CN" altLang="en-US">
                <a:solidFill>
                  <a:schemeClr val="bg1"/>
                </a:solidFill>
              </a:rPr>
              <a:t>目标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948690"/>
            <a:ext cx="12192000" cy="2670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ym typeface="+mn-ea"/>
              </a:rPr>
              <a:t>1. </a:t>
            </a:r>
            <a:r>
              <a:rPr lang="zh-CN" altLang="en-US">
                <a:sym typeface="+mn-ea"/>
              </a:rPr>
              <a:t>做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缓解验证的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对照测试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</a:t>
            </a:r>
            <a:r>
              <a:rPr lang="zh-CN" altLang="en-US">
                <a:sym typeface="+mn-ea"/>
              </a:rPr>
              <a:t>验证常见</a:t>
            </a:r>
            <a:r>
              <a:rPr lang="zh-CN" altLang="en-US">
                <a:solidFill>
                  <a:srgbClr val="2177F9"/>
                </a:solidFill>
                <a:sym typeface="+mn-ea"/>
              </a:rPr>
              <a:t>缓解措施</a:t>
            </a:r>
            <a:r>
              <a:rPr lang="zh-CN" altLang="en-US">
                <a:sym typeface="+mn-ea"/>
              </a:rPr>
              <a:t>（隔离策略、缓存冲洗、编译器或内核参数、微码与固件更新）的效果，对比前后差异；开启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关闭若干常见缓解措施进行对比，例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如进程亲和绑定、缓</a:t>
            </a:r>
            <a:r>
              <a:rPr lang="zh-CN" altLang="en-US">
                <a:sym typeface="+mn-ea"/>
              </a:rPr>
              <a:t>存刷新指令的使用方式变化，或系统提供的相关隔离选项，观察统计结果变化并给出解释。</a:t>
            </a:r>
            <a:endParaRPr lang="zh-CN" altLang="en-US"/>
          </a:p>
          <a:p>
            <a:r>
              <a:rPr lang="en-US" altLang="zh-CN">
                <a:sym typeface="+mn-ea"/>
              </a:rPr>
              <a:t>2.</a:t>
            </a:r>
            <a:r>
              <a:rPr lang="en-US" altLang="zh-CN">
                <a:solidFill>
                  <a:srgbClr val="FF0000"/>
                </a:solidFill>
                <a:sym typeface="+mn-ea"/>
              </a:rPr>
              <a:t> 统计指标</a:t>
            </a:r>
            <a:r>
              <a:rPr lang="zh-CN" altLang="en-US">
                <a:sym typeface="+mn-ea"/>
              </a:rPr>
              <a:t>，包括时间测量的统计指标，例如平均值、标准差与分位数，并统计样本数量与重复次数。统计命中与未命中两类访问的时间分布差异或可区分度指标。明确</a:t>
            </a:r>
            <a:r>
              <a:rPr lang="en-US" altLang="zh-CN">
                <a:sym typeface="+mn-ea"/>
              </a:rPr>
              <a:t> CPU </a:t>
            </a:r>
            <a:r>
              <a:rPr lang="zh-CN" altLang="en-US">
                <a:sym typeface="+mn-ea"/>
              </a:rPr>
              <a:t>型号与核心数、操作系统版本、编译器版本与优化选项，计时方式可采用高精度时间戳计数器或系统高精度计时接口，并说明测量开销控制方法。</a:t>
            </a:r>
            <a:endParaRPr lang="zh-CN" altLang="en-US"/>
          </a:p>
          <a:p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设计脚本，量化泄露带宽、命中率、信噪比与跨核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跨进程可迁移性；完成原始数据与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绘图</a:t>
            </a:r>
            <a:r>
              <a:rPr lang="zh-CN" altLang="en-US">
                <a:sym typeface="+mn-ea"/>
              </a:rPr>
              <a:t>结果、</a:t>
            </a:r>
            <a:r>
              <a:rPr lang="zh-CN" altLang="en-US">
                <a:sym typeface="+mn-ea"/>
              </a:rPr>
              <a:t>输出图表与统计摘要，研究在所测平台上的风险描述与推荐配置。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4. </a:t>
            </a:r>
            <a:r>
              <a:rPr lang="zh-CN" altLang="en-US">
                <a:sym typeface="+mn-ea"/>
              </a:rPr>
              <a:t>编写测试流程文档与总结</a:t>
            </a:r>
            <a:r>
              <a:rPr lang="zh-CN" altLang="en-US">
                <a:sym typeface="+mn-ea"/>
              </a:rPr>
              <a:t>报告。</a:t>
            </a:r>
            <a:endParaRPr lang="zh-CN" altLang="en-US"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f51be442d348dcd3676fa585af84194925b45e"/>
  <p:tag name="KSO_WM_NEWLAYOUT_GROUP_ID" val="layout_10007"/>
  <p:tag name="KSO_WM_NEWLAYOUT_ID" val="slide_6b62f1f9edcefd50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aeedc869f7909be1b4acd7e9ae2b145a1e17d9"/>
  <p:tag name="KSO_WM_NEWLAYOUT_GROUP_ID" val="layout_10003"/>
  <p:tag name="KSO_WM_NEWLAYOUT_ID" val="slide_f03f66a8173a28af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28ba39ccea91001d33bde68707bc4f8d970998"/>
  <p:tag name="KSO_WM_NEWLAYOUT_GROUP_ID" val="layout_10004"/>
  <p:tag name="KSO_WM_NEWLAYOUT_ID" val="slide_2413216d433b758f"/>
</p:tagLst>
</file>

<file path=ppt/tags/tag4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4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bc9125b8975ae5e7de56b93eb0dac3ca0c57159"/>
  <p:tag name="KSO_WM_NEWLAYOUT_GROUP_ID" val="layout_14"/>
  <p:tag name="KSO_WM_NEWLAYOUT_ID" val="slide_fbd1737be693ef9a"/>
</p:tagLst>
</file>

<file path=ppt/tags/tag56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5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5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652b3ac7b201e87e19932171151b4a173c6c2dc"/>
  <p:tag name="KSO_WM_NEWLAYOUT_GROUP_ID" val="layout_30"/>
  <p:tag name="KSO_WM_NEWLAYOUT_ID" val="slide_3d2465070914cbc5"/>
</p:tagLst>
</file>

<file path=ppt/tags/tag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7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641a8daa89333762de2f03c211b475a9c258d0"/>
  <p:tag name="KSO_WM_NEWLAYOUT_GROUP_ID" val="layout_6"/>
  <p:tag name="KSO_WM_NEWLAYOUT_ID" val="slide_db6ecc7827b66e6e"/>
</p:tagLst>
</file>

<file path=ppt/tags/tag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9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</p:tagLst>
</file>

<file path=ppt/tags/tag10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1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0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3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5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6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8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29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7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0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1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2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8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19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0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INDEX" val="4"/>
  <p:tag name="KSO_WM_TEMPLATE_CATEGORY" val="custom"/>
</p:tagLst>
</file>

<file path=ppt/tags/tag324.xml><?xml version="1.0" encoding="utf-8"?>
<p:tagLst xmlns:p="http://schemas.openxmlformats.org/presentationml/2006/main">
  <p:tag name="KSO_WM_AITEMPLATE_STYLE_ID" val="0"/>
</p:tagLst>
</file>

<file path=ppt/tags/tag325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2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28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29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3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5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6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6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8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2.xml><?xml version="1.0" encoding="utf-8"?>
<p:tagLst xmlns:p="http://schemas.openxmlformats.org/presentationml/2006/main">
  <p:tag name="KSO_WM_UNIT_TYPE" val="i"/>
  <p:tag name="KSO_WM_DECORATE_TYPE" val="i_cd"/>
  <p:tag name="KSO_WM_UNIT_INDEX" val="1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1"/>
  <p:tag name="KSO_WM_UNIT_LAYERLEVEL" val="1"/>
</p:tagLst>
</file>

<file path=ppt/tags/tag39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TEMPLATE_NEED_RESERVE" val="1"/>
  <p:tag name="KSO_WM_UNIT_ID" val="custom4_1*a*1"/>
  <p:tag name="KSO_WM_UNIT_LAYERLEVEL" val="1"/>
  <p:tag name="KSO_WM_TEMPLATE_INDEX" val="4"/>
  <p:tag name="KSO_WM_TEMPLATE_CATEGORY" val="custom"/>
</p:tagLst>
</file>

<file path=ppt/tags/tag3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TEMPLATE_NEED_RESERVE" val="1"/>
  <p:tag name="KSO_WM_UNIT_ID" val="custom4_1*f*1"/>
  <p:tag name="KSO_WM_UNIT_LAYERLEVEL" val="1"/>
  <p:tag name="KSO_WM_TEMPLATE_INDEX" val="4"/>
  <p:tag name="KSO_WM_TEMPLATE_CATEGORY" val="custom"/>
</p:tagLst>
</file>

<file path=ppt/tags/tag395.xml><?xml version="1.0" encoding="utf-8"?>
<p:tagLst xmlns:p="http://schemas.openxmlformats.org/presentationml/2006/main">
  <p:tag name="KSO_WM_UNIT_TYPE" val="i"/>
  <p:tag name="KSO_WM_DECORATE_TYPE" val="i_cd"/>
  <p:tag name="KSO_WM_UNIT_INDEX" val="2"/>
  <p:tag name="KSO_WM_BEAUTIFY_FLAG" val="#wm#"/>
  <p:tag name="KSO_WM_TAG_VERSION" val="3.0"/>
  <p:tag name="KSO_WM_TEMPLATE_NEED_RESERVE" val="1"/>
  <p:tag name="KSO_WM_TEMPLATE_INDEX" val="4"/>
  <p:tag name="KSO_WM_TEMPLATE_CATEGORY" val="custom"/>
  <p:tag name="KSO_WM_UNIT_ID" val="custom4_1*i*2"/>
  <p:tag name="KSO_WM_UNIT_LAYERLEVEL" val="1"/>
</p:tagLst>
</file>

<file path=ppt/tags/tag396.xml><?xml version="1.0" encoding="utf-8"?>
<p:tagLst xmlns:p="http://schemas.openxmlformats.org/presentationml/2006/main">
  <p:tag name="KSO_WM_SLIDE_TYPE" val="title"/>
  <p:tag name="KSO_WM_TEMPLATE_SUBCATEGORY" val="29"/>
  <p:tag name="KSO_WM_TEMPLATE_COLOR_TYPE" val="0"/>
  <p:tag name="KSO_WM_TAG_VERSION" val="3.0"/>
  <p:tag name="KSO_WM_TEMPLATE_PLACEHOLDER_POS" val="246,146.25,712,386.25"/>
  <p:tag name="KSO_WM_SLIDE_SUBTYPE" val="pureTxt"/>
  <p:tag name="KSO_WM_SLIDE_ITEM_CNT" val="0"/>
  <p:tag name="KSO_WM_TEMPLATE_INDEX" val="4"/>
  <p:tag name="KSO_WM_SLIDE_THEME_ID" val="20232095"/>
  <p:tag name="KSO_WM_SLIDE_INDEX" val="1"/>
  <p:tag name="KSO_WM_BEAUTIFY_FLAG" val="#wm#"/>
  <p:tag name="KSO_WM_TEMPLATE_CATEGORY" val="custom"/>
  <p:tag name="KSO_WM_TEMPLATE_THUMBS_INDEX" val="1、5"/>
  <p:tag name="KSO_WM_SLIDE_ID" val="custom4_1"/>
  <p:tag name="KSO_WM_SLIDE_LAYOUT" val="_a_f_i"/>
  <p:tag name="KSO_WM_SLIDE_LAYOUT_CNT" val="1_1_1_2"/>
</p:tagLst>
</file>

<file path=ppt/tags/tag3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39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3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0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1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4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6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2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ags/tag4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edc77f65be303c8b000eb97ce735b615339f38c"/>
  <p:tag name="KSO_WM_NEWLAYOUT_GROUP_ID" val="layout_26"/>
  <p:tag name="KSO_WM_NEWLAYOUT_ID" val="slide_f735ce61ce8c34f7"/>
  <p:tag name="KSO_WM_UNIT_PRESET_TEXT" val="单击此处添加标题"/>
</p:tagLst>
</file>

<file path=ppt/tags/tag43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0"/>
  <p:tag name="KSO_WM_TEMPLATE_SLIDE_ID" val="slide_f735ce61ce8c34f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426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12406</Words>
  <Application>WPS 演示</Application>
  <PresentationFormat>宽屏</PresentationFormat>
  <Paragraphs>613</Paragraphs>
  <Slides>50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50</vt:i4>
      </vt:variant>
    </vt:vector>
  </HeadingPairs>
  <TitlesOfParts>
    <vt:vector size="64" baseType="lpstr">
      <vt:lpstr>Arial</vt:lpstr>
      <vt:lpstr>宋体</vt:lpstr>
      <vt:lpstr>Wingdings</vt:lpstr>
      <vt:lpstr>微软雅黑</vt:lpstr>
      <vt:lpstr>汉仪尚巍手书W</vt:lpstr>
      <vt:lpstr>Lato Regular</vt:lpstr>
      <vt:lpstr>Lato</vt:lpstr>
      <vt:lpstr>Lato Hairline</vt:lpstr>
      <vt:lpstr>Lato Light</vt:lpstr>
      <vt:lpstr>Oxford Regular</vt:lpstr>
      <vt:lpstr>Arial Unicode MS</vt:lpstr>
      <vt:lpstr>Calibri</vt:lpstr>
      <vt:lpstr>Office 主题</vt:lpstr>
      <vt:lpstr>Office 主题​​</vt:lpstr>
      <vt:lpstr>基于Flush+Reload的 AES算法Cache计时攻击</vt:lpstr>
      <vt:lpstr>1.1 AES128算法加密</vt:lpstr>
      <vt:lpstr>1.1 AES128算法加密</vt:lpstr>
      <vt:lpstr>1.2 带查表加速的AES128算法加密</vt:lpstr>
      <vt:lpstr>2.1 攻击思想 - 最终轮 </vt:lpstr>
      <vt:lpstr>2.1 攻击思想 - 最终轮 </vt:lpstr>
      <vt:lpstr>2.2 使用Te表 - 最终轮 </vt:lpstr>
      <vt:lpstr>2.2 加密细节 - 最终轮 </vt:lpstr>
      <vt:lpstr>1.2 带查表加速的AES128算法加密</vt:lpstr>
      <vt:lpstr>1.2 带查表加速的AES128算法加密</vt:lpstr>
      <vt:lpstr>2.2 加密细节 - 最终轮 </vt:lpstr>
      <vt:lpstr>2.2 加密细节 - 最终轮 </vt:lpstr>
      <vt:lpstr>2.2 加密细节 - 最终轮 </vt:lpstr>
      <vt:lpstr>2.3 攻击切入点 - 最终轮 - T表 </vt:lpstr>
      <vt:lpstr>2.3 攻击切入点 - 最终轮 - T表</vt:lpstr>
      <vt:lpstr>2.3 攻击切入点 - 最终轮 - T表</vt:lpstr>
      <vt:lpstr>2.3 监控策略解释</vt:lpstr>
      <vt:lpstr>2.4 攻击：flush and reload + 排除法</vt:lpstr>
      <vt:lpstr>2.4 攻击：flush and reload + 排除法</vt:lpstr>
      <vt:lpstr>2.4 攻击：flush and reload + 排除法</vt:lpstr>
      <vt:lpstr>2.5 攻击原理 - 概率论视角</vt:lpstr>
      <vt:lpstr>3.1 实验过程 - 实验环境</vt:lpstr>
      <vt:lpstr>3.2 实验过程 -  初始化</vt:lpstr>
      <vt:lpstr>3.2 实验过程 -  主控制逻辑</vt:lpstr>
      <vt:lpstr>3.2 实验过程 -  主控制逻辑</vt:lpstr>
      <vt:lpstr>3.2 实验过程 -  受害者进程</vt:lpstr>
      <vt:lpstr>3.2 实验过程 -  受害者进程</vt:lpstr>
      <vt:lpstr>3.2 实验过程 -  攻击者进程</vt:lpstr>
      <vt:lpstr>3.3 实验结果</vt:lpstr>
      <vt:lpstr>3.3 实验结果</vt:lpstr>
      <vt:lpstr>3.4 其他测试 - 增加样本量</vt:lpstr>
      <vt:lpstr>3.4 攻击AES-128成功率 - 统计</vt:lpstr>
      <vt:lpstr>基于Flush+Reload的 AES192和AES256算法Cache计时攻击</vt:lpstr>
      <vt:lpstr>4.1 AES192算法加密</vt:lpstr>
      <vt:lpstr>4.1 AES192算法加密</vt:lpstr>
      <vt:lpstr>4.1 AES192算法加密</vt:lpstr>
      <vt:lpstr>4.1 AES256算法加密</vt:lpstr>
      <vt:lpstr>4.1 AES256算法加密</vt:lpstr>
      <vt:lpstr>4.1 AES256算法加密</vt:lpstr>
      <vt:lpstr>5.1 攻击阶段一：恢复最后一轮密钥</vt:lpstr>
      <vt:lpstr>5.1 攻击阶段一：恢复最后一轮密钥</vt:lpstr>
      <vt:lpstr>5.2 攻击阶段一：恢复Kd1</vt:lpstr>
      <vt:lpstr>5.2 恢复Kd1：flush and reload+排除法</vt:lpstr>
      <vt:lpstr>5.2 恢复Kd1：flush and reload+排除法</vt:lpstr>
      <vt:lpstr>5.3 进一步分析 - 简化攻击过程</vt:lpstr>
      <vt:lpstr>6.1 实验结果</vt:lpstr>
      <vt:lpstr>6.2 攻击成功率 - 统计</vt:lpstr>
      <vt:lpstr>6.2 对比实验 - 绑核跨核攻击成功率</vt:lpstr>
      <vt:lpstr>6.2 对比实验 - 绑核跨核成功率 - 原因</vt:lpstr>
      <vt:lpstr>7. 下周目标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FLUSH AND RELOAD</dc:title>
  <dc:creator/>
  <cp:lastModifiedBy>杨宇鑫</cp:lastModifiedBy>
  <cp:revision>106</cp:revision>
  <dcterms:created xsi:type="dcterms:W3CDTF">2026-01-21T07:12:00Z</dcterms:created>
  <dcterms:modified xsi:type="dcterms:W3CDTF">2026-03-26T11:53:02Z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</Properties>
</file>