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sldIdLst>
    <p:sldId id="260" r:id="rId4"/>
    <p:sldId id="279" r:id="rId6"/>
    <p:sldId id="345" r:id="rId7"/>
    <p:sldId id="346" r:id="rId8"/>
    <p:sldId id="344" r:id="rId9"/>
    <p:sldId id="347" r:id="rId10"/>
    <p:sldId id="349" r:id="rId11"/>
    <p:sldId id="294" r:id="rId12"/>
    <p:sldId id="350" r:id="rId13"/>
    <p:sldId id="351" r:id="rId14"/>
    <p:sldId id="353" r:id="rId15"/>
    <p:sldId id="354" r:id="rId16"/>
    <p:sldId id="359" r:id="rId17"/>
    <p:sldId id="360" r:id="rId18"/>
    <p:sldId id="361" r:id="rId19"/>
    <p:sldId id="362" r:id="rId20"/>
    <p:sldId id="363" r:id="rId21"/>
    <p:sldId id="277" r:id="rId2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2177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.xml"/><Relationship Id="rId7" Type="http://schemas.openxmlformats.org/officeDocument/2006/relationships/image" Target="../media/image1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3.png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9.xml"/><Relationship Id="rId7" Type="http://schemas.openxmlformats.org/officeDocument/2006/relationships/image" Target="../media/image1.png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4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image" Target="../media/image3.png"/><Relationship Id="rId10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37.xml"/><Relationship Id="rId7" Type="http://schemas.openxmlformats.org/officeDocument/2006/relationships/image" Target="../media/image1.png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image" Target="../media/image3.png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52.xml"/><Relationship Id="rId7" Type="http://schemas.openxmlformats.org/officeDocument/2006/relationships/image" Target="../media/image1.png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image" Target="../media/image3.png"/><Relationship Id="rId10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3.xml"/><Relationship Id="rId7" Type="http://schemas.openxmlformats.org/officeDocument/2006/relationships/image" Target="../media/image1.png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3" Type="http://schemas.openxmlformats.org/officeDocument/2006/relationships/tags" Target="../tags/tag76.xml"/><Relationship Id="rId22" Type="http://schemas.openxmlformats.org/officeDocument/2006/relationships/tags" Target="../tags/tag75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tags" Target="../tags/tag58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image" Target="../media/image3.png"/><Relationship Id="rId10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82.xml"/><Relationship Id="rId7" Type="http://schemas.openxmlformats.org/officeDocument/2006/relationships/image" Target="../media/image1.png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3" Type="http://schemas.openxmlformats.org/officeDocument/2006/relationships/tags" Target="../tags/tag95.xml"/><Relationship Id="rId22" Type="http://schemas.openxmlformats.org/officeDocument/2006/relationships/tags" Target="../tags/tag94.xml"/><Relationship Id="rId21" Type="http://schemas.openxmlformats.org/officeDocument/2006/relationships/tags" Target="../tags/tag93.xml"/><Relationship Id="rId20" Type="http://schemas.openxmlformats.org/officeDocument/2006/relationships/tags" Target="../tags/tag92.xml"/><Relationship Id="rId2" Type="http://schemas.openxmlformats.org/officeDocument/2006/relationships/tags" Target="../tags/tag77.xml"/><Relationship Id="rId19" Type="http://schemas.openxmlformats.org/officeDocument/2006/relationships/tags" Target="../tags/tag91.xml"/><Relationship Id="rId18" Type="http://schemas.openxmlformats.org/officeDocument/2006/relationships/tags" Target="../tags/tag90.xml"/><Relationship Id="rId17" Type="http://schemas.openxmlformats.org/officeDocument/2006/relationships/tags" Target="../tags/tag89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image" Target="../media/image3.png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01.xml"/><Relationship Id="rId7" Type="http://schemas.openxmlformats.org/officeDocument/2006/relationships/image" Target="../media/image1.png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1" Type="http://schemas.openxmlformats.org/officeDocument/2006/relationships/tags" Target="../tags/tag112.xml"/><Relationship Id="rId20" Type="http://schemas.openxmlformats.org/officeDocument/2006/relationships/tags" Target="../tags/tag111.xml"/><Relationship Id="rId2" Type="http://schemas.openxmlformats.org/officeDocument/2006/relationships/tags" Target="../tags/tag96.xml"/><Relationship Id="rId19" Type="http://schemas.openxmlformats.org/officeDocument/2006/relationships/tags" Target="../tags/tag110.xml"/><Relationship Id="rId18" Type="http://schemas.openxmlformats.org/officeDocument/2006/relationships/tags" Target="../tags/tag109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image" Target="../media/image3.png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9" Type="http://schemas.openxmlformats.org/officeDocument/2006/relationships/tags" Target="../tags/tag210.xml"/><Relationship Id="rId98" Type="http://schemas.openxmlformats.org/officeDocument/2006/relationships/tags" Target="../tags/tag209.xml"/><Relationship Id="rId97" Type="http://schemas.openxmlformats.org/officeDocument/2006/relationships/tags" Target="../tags/tag208.xml"/><Relationship Id="rId96" Type="http://schemas.openxmlformats.org/officeDocument/2006/relationships/tags" Target="../tags/tag207.xml"/><Relationship Id="rId95" Type="http://schemas.openxmlformats.org/officeDocument/2006/relationships/tags" Target="../tags/tag206.xml"/><Relationship Id="rId94" Type="http://schemas.openxmlformats.org/officeDocument/2006/relationships/tags" Target="../tags/tag205.xml"/><Relationship Id="rId93" Type="http://schemas.openxmlformats.org/officeDocument/2006/relationships/tags" Target="../tags/tag204.xml"/><Relationship Id="rId92" Type="http://schemas.openxmlformats.org/officeDocument/2006/relationships/tags" Target="../tags/tag203.xml"/><Relationship Id="rId91" Type="http://schemas.openxmlformats.org/officeDocument/2006/relationships/tags" Target="../tags/tag202.xml"/><Relationship Id="rId90" Type="http://schemas.openxmlformats.org/officeDocument/2006/relationships/tags" Target="../tags/tag201.xml"/><Relationship Id="rId9" Type="http://schemas.openxmlformats.org/officeDocument/2006/relationships/tags" Target="../tags/tag120.xml"/><Relationship Id="rId89" Type="http://schemas.openxmlformats.org/officeDocument/2006/relationships/tags" Target="../tags/tag200.xml"/><Relationship Id="rId88" Type="http://schemas.openxmlformats.org/officeDocument/2006/relationships/tags" Target="../tags/tag199.xml"/><Relationship Id="rId87" Type="http://schemas.openxmlformats.org/officeDocument/2006/relationships/tags" Target="../tags/tag198.xml"/><Relationship Id="rId86" Type="http://schemas.openxmlformats.org/officeDocument/2006/relationships/tags" Target="../tags/tag197.xml"/><Relationship Id="rId85" Type="http://schemas.openxmlformats.org/officeDocument/2006/relationships/tags" Target="../tags/tag196.xml"/><Relationship Id="rId84" Type="http://schemas.openxmlformats.org/officeDocument/2006/relationships/tags" Target="../tags/tag195.xml"/><Relationship Id="rId83" Type="http://schemas.openxmlformats.org/officeDocument/2006/relationships/tags" Target="../tags/tag194.xml"/><Relationship Id="rId82" Type="http://schemas.openxmlformats.org/officeDocument/2006/relationships/tags" Target="../tags/tag193.xml"/><Relationship Id="rId81" Type="http://schemas.openxmlformats.org/officeDocument/2006/relationships/tags" Target="../tags/tag192.xml"/><Relationship Id="rId80" Type="http://schemas.openxmlformats.org/officeDocument/2006/relationships/tags" Target="../tags/tag191.xml"/><Relationship Id="rId8" Type="http://schemas.openxmlformats.org/officeDocument/2006/relationships/tags" Target="../tags/tag119.xml"/><Relationship Id="rId79" Type="http://schemas.openxmlformats.org/officeDocument/2006/relationships/tags" Target="../tags/tag190.xml"/><Relationship Id="rId78" Type="http://schemas.openxmlformats.org/officeDocument/2006/relationships/tags" Target="../tags/tag189.xml"/><Relationship Id="rId77" Type="http://schemas.openxmlformats.org/officeDocument/2006/relationships/tags" Target="../tags/tag188.xml"/><Relationship Id="rId76" Type="http://schemas.openxmlformats.org/officeDocument/2006/relationships/tags" Target="../tags/tag187.xml"/><Relationship Id="rId75" Type="http://schemas.openxmlformats.org/officeDocument/2006/relationships/tags" Target="../tags/tag186.xml"/><Relationship Id="rId74" Type="http://schemas.openxmlformats.org/officeDocument/2006/relationships/tags" Target="../tags/tag185.xml"/><Relationship Id="rId73" Type="http://schemas.openxmlformats.org/officeDocument/2006/relationships/tags" Target="../tags/tag184.xml"/><Relationship Id="rId72" Type="http://schemas.openxmlformats.org/officeDocument/2006/relationships/tags" Target="../tags/tag183.xml"/><Relationship Id="rId71" Type="http://schemas.openxmlformats.org/officeDocument/2006/relationships/tags" Target="../tags/tag182.xml"/><Relationship Id="rId70" Type="http://schemas.openxmlformats.org/officeDocument/2006/relationships/tags" Target="../tags/tag181.xml"/><Relationship Id="rId7" Type="http://schemas.openxmlformats.org/officeDocument/2006/relationships/tags" Target="../tags/tag118.xml"/><Relationship Id="rId69" Type="http://schemas.openxmlformats.org/officeDocument/2006/relationships/tags" Target="../tags/tag180.xml"/><Relationship Id="rId68" Type="http://schemas.openxmlformats.org/officeDocument/2006/relationships/tags" Target="../tags/tag179.xml"/><Relationship Id="rId67" Type="http://schemas.openxmlformats.org/officeDocument/2006/relationships/tags" Target="../tags/tag178.xml"/><Relationship Id="rId66" Type="http://schemas.openxmlformats.org/officeDocument/2006/relationships/tags" Target="../tags/tag177.xml"/><Relationship Id="rId65" Type="http://schemas.openxmlformats.org/officeDocument/2006/relationships/tags" Target="../tags/tag176.xml"/><Relationship Id="rId64" Type="http://schemas.openxmlformats.org/officeDocument/2006/relationships/tags" Target="../tags/tag175.xml"/><Relationship Id="rId63" Type="http://schemas.openxmlformats.org/officeDocument/2006/relationships/tags" Target="../tags/tag174.xml"/><Relationship Id="rId62" Type="http://schemas.openxmlformats.org/officeDocument/2006/relationships/tags" Target="../tags/tag173.xml"/><Relationship Id="rId61" Type="http://schemas.openxmlformats.org/officeDocument/2006/relationships/tags" Target="../tags/tag172.xml"/><Relationship Id="rId60" Type="http://schemas.openxmlformats.org/officeDocument/2006/relationships/tags" Target="../tags/tag171.xml"/><Relationship Id="rId6" Type="http://schemas.openxmlformats.org/officeDocument/2006/relationships/tags" Target="../tags/tag117.xml"/><Relationship Id="rId59" Type="http://schemas.openxmlformats.org/officeDocument/2006/relationships/tags" Target="../tags/tag170.xml"/><Relationship Id="rId58" Type="http://schemas.openxmlformats.org/officeDocument/2006/relationships/tags" Target="../tags/tag169.xml"/><Relationship Id="rId57" Type="http://schemas.openxmlformats.org/officeDocument/2006/relationships/tags" Target="../tags/tag168.xml"/><Relationship Id="rId56" Type="http://schemas.openxmlformats.org/officeDocument/2006/relationships/tags" Target="../tags/tag167.xml"/><Relationship Id="rId55" Type="http://schemas.openxmlformats.org/officeDocument/2006/relationships/tags" Target="../tags/tag166.xml"/><Relationship Id="rId54" Type="http://schemas.openxmlformats.org/officeDocument/2006/relationships/tags" Target="../tags/tag165.xml"/><Relationship Id="rId53" Type="http://schemas.openxmlformats.org/officeDocument/2006/relationships/tags" Target="../tags/tag164.xml"/><Relationship Id="rId52" Type="http://schemas.openxmlformats.org/officeDocument/2006/relationships/tags" Target="../tags/tag163.xml"/><Relationship Id="rId51" Type="http://schemas.openxmlformats.org/officeDocument/2006/relationships/tags" Target="../tags/tag162.xml"/><Relationship Id="rId50" Type="http://schemas.openxmlformats.org/officeDocument/2006/relationships/tags" Target="../tags/tag161.xml"/><Relationship Id="rId5" Type="http://schemas.openxmlformats.org/officeDocument/2006/relationships/tags" Target="../tags/tag116.xml"/><Relationship Id="rId49" Type="http://schemas.openxmlformats.org/officeDocument/2006/relationships/tags" Target="../tags/tag160.xml"/><Relationship Id="rId48" Type="http://schemas.openxmlformats.org/officeDocument/2006/relationships/tags" Target="../tags/tag159.xml"/><Relationship Id="rId47" Type="http://schemas.openxmlformats.org/officeDocument/2006/relationships/tags" Target="../tags/tag158.xml"/><Relationship Id="rId46" Type="http://schemas.openxmlformats.org/officeDocument/2006/relationships/tags" Target="../tags/tag157.xml"/><Relationship Id="rId45" Type="http://schemas.openxmlformats.org/officeDocument/2006/relationships/tags" Target="../tags/tag156.xml"/><Relationship Id="rId44" Type="http://schemas.openxmlformats.org/officeDocument/2006/relationships/tags" Target="../tags/tag155.xml"/><Relationship Id="rId43" Type="http://schemas.openxmlformats.org/officeDocument/2006/relationships/tags" Target="../tags/tag154.xml"/><Relationship Id="rId42" Type="http://schemas.openxmlformats.org/officeDocument/2006/relationships/tags" Target="../tags/tag153.xml"/><Relationship Id="rId41" Type="http://schemas.openxmlformats.org/officeDocument/2006/relationships/tags" Target="../tags/tag152.xml"/><Relationship Id="rId40" Type="http://schemas.openxmlformats.org/officeDocument/2006/relationships/tags" Target="../tags/tag151.xml"/><Relationship Id="rId4" Type="http://schemas.openxmlformats.org/officeDocument/2006/relationships/tags" Target="../tags/tag115.xml"/><Relationship Id="rId39" Type="http://schemas.openxmlformats.org/officeDocument/2006/relationships/tags" Target="../tags/tag150.xml"/><Relationship Id="rId38" Type="http://schemas.openxmlformats.org/officeDocument/2006/relationships/tags" Target="../tags/tag149.xml"/><Relationship Id="rId37" Type="http://schemas.openxmlformats.org/officeDocument/2006/relationships/tags" Target="../tags/tag148.xml"/><Relationship Id="rId36" Type="http://schemas.openxmlformats.org/officeDocument/2006/relationships/tags" Target="../tags/tag147.xml"/><Relationship Id="rId35" Type="http://schemas.openxmlformats.org/officeDocument/2006/relationships/tags" Target="../tags/tag146.xml"/><Relationship Id="rId34" Type="http://schemas.openxmlformats.org/officeDocument/2006/relationships/tags" Target="../tags/tag145.xml"/><Relationship Id="rId33" Type="http://schemas.openxmlformats.org/officeDocument/2006/relationships/tags" Target="../tags/tag144.xml"/><Relationship Id="rId32" Type="http://schemas.openxmlformats.org/officeDocument/2006/relationships/tags" Target="../tags/tag143.xml"/><Relationship Id="rId31" Type="http://schemas.openxmlformats.org/officeDocument/2006/relationships/tags" Target="../tags/tag142.xml"/><Relationship Id="rId30" Type="http://schemas.openxmlformats.org/officeDocument/2006/relationships/tags" Target="../tags/tag141.xml"/><Relationship Id="rId3" Type="http://schemas.openxmlformats.org/officeDocument/2006/relationships/tags" Target="../tags/tag114.xml"/><Relationship Id="rId29" Type="http://schemas.openxmlformats.org/officeDocument/2006/relationships/tags" Target="../tags/tag140.xml"/><Relationship Id="rId28" Type="http://schemas.openxmlformats.org/officeDocument/2006/relationships/tags" Target="../tags/tag139.xml"/><Relationship Id="rId27" Type="http://schemas.openxmlformats.org/officeDocument/2006/relationships/tags" Target="../tags/tag138.xml"/><Relationship Id="rId26" Type="http://schemas.openxmlformats.org/officeDocument/2006/relationships/tags" Target="../tags/tag137.xml"/><Relationship Id="rId25" Type="http://schemas.openxmlformats.org/officeDocument/2006/relationships/tags" Target="../tags/tag136.xml"/><Relationship Id="rId24" Type="http://schemas.openxmlformats.org/officeDocument/2006/relationships/tags" Target="../tags/tag135.xml"/><Relationship Id="rId23" Type="http://schemas.openxmlformats.org/officeDocument/2006/relationships/tags" Target="../tags/tag134.xml"/><Relationship Id="rId22" Type="http://schemas.openxmlformats.org/officeDocument/2006/relationships/tags" Target="../tags/tag133.xml"/><Relationship Id="rId21" Type="http://schemas.openxmlformats.org/officeDocument/2006/relationships/tags" Target="../tags/tag132.xml"/><Relationship Id="rId20" Type="http://schemas.openxmlformats.org/officeDocument/2006/relationships/tags" Target="../tags/tag131.xml"/><Relationship Id="rId2" Type="http://schemas.openxmlformats.org/officeDocument/2006/relationships/tags" Target="../tags/tag113.xml"/><Relationship Id="rId193" Type="http://schemas.openxmlformats.org/officeDocument/2006/relationships/tags" Target="../tags/tag304.xml"/><Relationship Id="rId192" Type="http://schemas.openxmlformats.org/officeDocument/2006/relationships/tags" Target="../tags/tag303.xml"/><Relationship Id="rId191" Type="http://schemas.openxmlformats.org/officeDocument/2006/relationships/tags" Target="../tags/tag302.xml"/><Relationship Id="rId190" Type="http://schemas.openxmlformats.org/officeDocument/2006/relationships/tags" Target="../tags/tag301.xml"/><Relationship Id="rId19" Type="http://schemas.openxmlformats.org/officeDocument/2006/relationships/tags" Target="../tags/tag130.xml"/><Relationship Id="rId189" Type="http://schemas.openxmlformats.org/officeDocument/2006/relationships/tags" Target="../tags/tag300.xml"/><Relationship Id="rId188" Type="http://schemas.openxmlformats.org/officeDocument/2006/relationships/tags" Target="../tags/tag299.xml"/><Relationship Id="rId187" Type="http://schemas.openxmlformats.org/officeDocument/2006/relationships/tags" Target="../tags/tag298.xml"/><Relationship Id="rId186" Type="http://schemas.openxmlformats.org/officeDocument/2006/relationships/tags" Target="../tags/tag297.xml"/><Relationship Id="rId185" Type="http://schemas.openxmlformats.org/officeDocument/2006/relationships/tags" Target="../tags/tag296.xml"/><Relationship Id="rId184" Type="http://schemas.openxmlformats.org/officeDocument/2006/relationships/tags" Target="../tags/tag295.xml"/><Relationship Id="rId183" Type="http://schemas.openxmlformats.org/officeDocument/2006/relationships/tags" Target="../tags/tag294.xml"/><Relationship Id="rId182" Type="http://schemas.openxmlformats.org/officeDocument/2006/relationships/tags" Target="../tags/tag293.xml"/><Relationship Id="rId181" Type="http://schemas.openxmlformats.org/officeDocument/2006/relationships/tags" Target="../tags/tag292.xml"/><Relationship Id="rId180" Type="http://schemas.openxmlformats.org/officeDocument/2006/relationships/tags" Target="../tags/tag291.xml"/><Relationship Id="rId18" Type="http://schemas.openxmlformats.org/officeDocument/2006/relationships/tags" Target="../tags/tag129.xml"/><Relationship Id="rId179" Type="http://schemas.openxmlformats.org/officeDocument/2006/relationships/tags" Target="../tags/tag290.xml"/><Relationship Id="rId178" Type="http://schemas.openxmlformats.org/officeDocument/2006/relationships/tags" Target="../tags/tag289.xml"/><Relationship Id="rId177" Type="http://schemas.openxmlformats.org/officeDocument/2006/relationships/tags" Target="../tags/tag288.xml"/><Relationship Id="rId176" Type="http://schemas.openxmlformats.org/officeDocument/2006/relationships/tags" Target="../tags/tag287.xml"/><Relationship Id="rId175" Type="http://schemas.openxmlformats.org/officeDocument/2006/relationships/tags" Target="../tags/tag286.xml"/><Relationship Id="rId174" Type="http://schemas.openxmlformats.org/officeDocument/2006/relationships/tags" Target="../tags/tag285.xml"/><Relationship Id="rId173" Type="http://schemas.openxmlformats.org/officeDocument/2006/relationships/tags" Target="../tags/tag284.xml"/><Relationship Id="rId172" Type="http://schemas.openxmlformats.org/officeDocument/2006/relationships/tags" Target="../tags/tag283.xml"/><Relationship Id="rId171" Type="http://schemas.openxmlformats.org/officeDocument/2006/relationships/tags" Target="../tags/tag282.xml"/><Relationship Id="rId170" Type="http://schemas.openxmlformats.org/officeDocument/2006/relationships/tags" Target="../tags/tag281.xml"/><Relationship Id="rId17" Type="http://schemas.openxmlformats.org/officeDocument/2006/relationships/tags" Target="../tags/tag128.xml"/><Relationship Id="rId169" Type="http://schemas.openxmlformats.org/officeDocument/2006/relationships/tags" Target="../tags/tag280.xml"/><Relationship Id="rId168" Type="http://schemas.openxmlformats.org/officeDocument/2006/relationships/tags" Target="../tags/tag279.xml"/><Relationship Id="rId167" Type="http://schemas.openxmlformats.org/officeDocument/2006/relationships/tags" Target="../tags/tag278.xml"/><Relationship Id="rId166" Type="http://schemas.openxmlformats.org/officeDocument/2006/relationships/tags" Target="../tags/tag277.xml"/><Relationship Id="rId165" Type="http://schemas.openxmlformats.org/officeDocument/2006/relationships/tags" Target="../tags/tag276.xml"/><Relationship Id="rId164" Type="http://schemas.openxmlformats.org/officeDocument/2006/relationships/tags" Target="../tags/tag275.xml"/><Relationship Id="rId163" Type="http://schemas.openxmlformats.org/officeDocument/2006/relationships/tags" Target="../tags/tag274.xml"/><Relationship Id="rId162" Type="http://schemas.openxmlformats.org/officeDocument/2006/relationships/tags" Target="../tags/tag273.xml"/><Relationship Id="rId161" Type="http://schemas.openxmlformats.org/officeDocument/2006/relationships/tags" Target="../tags/tag272.xml"/><Relationship Id="rId160" Type="http://schemas.openxmlformats.org/officeDocument/2006/relationships/tags" Target="../tags/tag271.xml"/><Relationship Id="rId16" Type="http://schemas.openxmlformats.org/officeDocument/2006/relationships/tags" Target="../tags/tag127.xml"/><Relationship Id="rId159" Type="http://schemas.openxmlformats.org/officeDocument/2006/relationships/tags" Target="../tags/tag270.xml"/><Relationship Id="rId158" Type="http://schemas.openxmlformats.org/officeDocument/2006/relationships/tags" Target="../tags/tag269.xml"/><Relationship Id="rId157" Type="http://schemas.openxmlformats.org/officeDocument/2006/relationships/tags" Target="../tags/tag268.xml"/><Relationship Id="rId156" Type="http://schemas.openxmlformats.org/officeDocument/2006/relationships/tags" Target="../tags/tag267.xml"/><Relationship Id="rId155" Type="http://schemas.openxmlformats.org/officeDocument/2006/relationships/tags" Target="../tags/tag266.xml"/><Relationship Id="rId154" Type="http://schemas.openxmlformats.org/officeDocument/2006/relationships/tags" Target="../tags/tag265.xml"/><Relationship Id="rId153" Type="http://schemas.openxmlformats.org/officeDocument/2006/relationships/tags" Target="../tags/tag264.xml"/><Relationship Id="rId152" Type="http://schemas.openxmlformats.org/officeDocument/2006/relationships/tags" Target="../tags/tag263.xml"/><Relationship Id="rId151" Type="http://schemas.openxmlformats.org/officeDocument/2006/relationships/tags" Target="../tags/tag262.xml"/><Relationship Id="rId150" Type="http://schemas.openxmlformats.org/officeDocument/2006/relationships/tags" Target="../tags/tag261.xml"/><Relationship Id="rId15" Type="http://schemas.openxmlformats.org/officeDocument/2006/relationships/tags" Target="../tags/tag126.xml"/><Relationship Id="rId149" Type="http://schemas.openxmlformats.org/officeDocument/2006/relationships/tags" Target="../tags/tag260.xml"/><Relationship Id="rId148" Type="http://schemas.openxmlformats.org/officeDocument/2006/relationships/tags" Target="../tags/tag259.xml"/><Relationship Id="rId147" Type="http://schemas.openxmlformats.org/officeDocument/2006/relationships/tags" Target="../tags/tag258.xml"/><Relationship Id="rId146" Type="http://schemas.openxmlformats.org/officeDocument/2006/relationships/tags" Target="../tags/tag257.xml"/><Relationship Id="rId145" Type="http://schemas.openxmlformats.org/officeDocument/2006/relationships/tags" Target="../tags/tag256.xml"/><Relationship Id="rId144" Type="http://schemas.openxmlformats.org/officeDocument/2006/relationships/tags" Target="../tags/tag255.xml"/><Relationship Id="rId143" Type="http://schemas.openxmlformats.org/officeDocument/2006/relationships/tags" Target="../tags/tag254.xml"/><Relationship Id="rId142" Type="http://schemas.openxmlformats.org/officeDocument/2006/relationships/tags" Target="../tags/tag253.xml"/><Relationship Id="rId141" Type="http://schemas.openxmlformats.org/officeDocument/2006/relationships/tags" Target="../tags/tag252.xml"/><Relationship Id="rId140" Type="http://schemas.openxmlformats.org/officeDocument/2006/relationships/tags" Target="../tags/tag251.xml"/><Relationship Id="rId14" Type="http://schemas.openxmlformats.org/officeDocument/2006/relationships/tags" Target="../tags/tag125.xml"/><Relationship Id="rId139" Type="http://schemas.openxmlformats.org/officeDocument/2006/relationships/tags" Target="../tags/tag250.xml"/><Relationship Id="rId138" Type="http://schemas.openxmlformats.org/officeDocument/2006/relationships/tags" Target="../tags/tag249.xml"/><Relationship Id="rId137" Type="http://schemas.openxmlformats.org/officeDocument/2006/relationships/tags" Target="../tags/tag248.xml"/><Relationship Id="rId136" Type="http://schemas.openxmlformats.org/officeDocument/2006/relationships/tags" Target="../tags/tag247.xml"/><Relationship Id="rId135" Type="http://schemas.openxmlformats.org/officeDocument/2006/relationships/tags" Target="../tags/tag246.xml"/><Relationship Id="rId134" Type="http://schemas.openxmlformats.org/officeDocument/2006/relationships/tags" Target="../tags/tag245.xml"/><Relationship Id="rId133" Type="http://schemas.openxmlformats.org/officeDocument/2006/relationships/tags" Target="../tags/tag244.xml"/><Relationship Id="rId132" Type="http://schemas.openxmlformats.org/officeDocument/2006/relationships/tags" Target="../tags/tag243.xml"/><Relationship Id="rId131" Type="http://schemas.openxmlformats.org/officeDocument/2006/relationships/tags" Target="../tags/tag242.xml"/><Relationship Id="rId130" Type="http://schemas.openxmlformats.org/officeDocument/2006/relationships/tags" Target="../tags/tag241.xml"/><Relationship Id="rId13" Type="http://schemas.openxmlformats.org/officeDocument/2006/relationships/tags" Target="../tags/tag124.xml"/><Relationship Id="rId129" Type="http://schemas.openxmlformats.org/officeDocument/2006/relationships/tags" Target="../tags/tag240.xml"/><Relationship Id="rId128" Type="http://schemas.openxmlformats.org/officeDocument/2006/relationships/tags" Target="../tags/tag239.xml"/><Relationship Id="rId127" Type="http://schemas.openxmlformats.org/officeDocument/2006/relationships/tags" Target="../tags/tag238.xml"/><Relationship Id="rId126" Type="http://schemas.openxmlformats.org/officeDocument/2006/relationships/tags" Target="../tags/tag237.xml"/><Relationship Id="rId125" Type="http://schemas.openxmlformats.org/officeDocument/2006/relationships/tags" Target="../tags/tag236.xml"/><Relationship Id="rId124" Type="http://schemas.openxmlformats.org/officeDocument/2006/relationships/tags" Target="../tags/tag235.xml"/><Relationship Id="rId123" Type="http://schemas.openxmlformats.org/officeDocument/2006/relationships/tags" Target="../tags/tag234.xml"/><Relationship Id="rId122" Type="http://schemas.openxmlformats.org/officeDocument/2006/relationships/tags" Target="../tags/tag233.xml"/><Relationship Id="rId121" Type="http://schemas.openxmlformats.org/officeDocument/2006/relationships/tags" Target="../tags/tag232.xml"/><Relationship Id="rId120" Type="http://schemas.openxmlformats.org/officeDocument/2006/relationships/tags" Target="../tags/tag231.xml"/><Relationship Id="rId12" Type="http://schemas.openxmlformats.org/officeDocument/2006/relationships/tags" Target="../tags/tag123.xml"/><Relationship Id="rId119" Type="http://schemas.openxmlformats.org/officeDocument/2006/relationships/tags" Target="../tags/tag230.xml"/><Relationship Id="rId118" Type="http://schemas.openxmlformats.org/officeDocument/2006/relationships/tags" Target="../tags/tag229.xml"/><Relationship Id="rId117" Type="http://schemas.openxmlformats.org/officeDocument/2006/relationships/tags" Target="../tags/tag228.xml"/><Relationship Id="rId116" Type="http://schemas.openxmlformats.org/officeDocument/2006/relationships/tags" Target="../tags/tag227.xml"/><Relationship Id="rId115" Type="http://schemas.openxmlformats.org/officeDocument/2006/relationships/tags" Target="../tags/tag226.xml"/><Relationship Id="rId114" Type="http://schemas.openxmlformats.org/officeDocument/2006/relationships/tags" Target="../tags/tag225.xml"/><Relationship Id="rId113" Type="http://schemas.openxmlformats.org/officeDocument/2006/relationships/tags" Target="../tags/tag224.xml"/><Relationship Id="rId112" Type="http://schemas.openxmlformats.org/officeDocument/2006/relationships/tags" Target="../tags/tag223.xml"/><Relationship Id="rId111" Type="http://schemas.openxmlformats.org/officeDocument/2006/relationships/tags" Target="../tags/tag222.xml"/><Relationship Id="rId110" Type="http://schemas.openxmlformats.org/officeDocument/2006/relationships/tags" Target="../tags/tag221.xml"/><Relationship Id="rId11" Type="http://schemas.openxmlformats.org/officeDocument/2006/relationships/tags" Target="../tags/tag122.xml"/><Relationship Id="rId109" Type="http://schemas.openxmlformats.org/officeDocument/2006/relationships/tags" Target="../tags/tag220.xml"/><Relationship Id="rId108" Type="http://schemas.openxmlformats.org/officeDocument/2006/relationships/tags" Target="../tags/tag219.xml"/><Relationship Id="rId107" Type="http://schemas.openxmlformats.org/officeDocument/2006/relationships/tags" Target="../tags/tag218.xml"/><Relationship Id="rId106" Type="http://schemas.openxmlformats.org/officeDocument/2006/relationships/tags" Target="../tags/tag217.xml"/><Relationship Id="rId105" Type="http://schemas.openxmlformats.org/officeDocument/2006/relationships/tags" Target="../tags/tag216.xml"/><Relationship Id="rId104" Type="http://schemas.openxmlformats.org/officeDocument/2006/relationships/tags" Target="../tags/tag215.xml"/><Relationship Id="rId103" Type="http://schemas.openxmlformats.org/officeDocument/2006/relationships/tags" Target="../tags/tag214.xml"/><Relationship Id="rId102" Type="http://schemas.openxmlformats.org/officeDocument/2006/relationships/tags" Target="../tags/tag213.xml"/><Relationship Id="rId101" Type="http://schemas.openxmlformats.org/officeDocument/2006/relationships/tags" Target="../tags/tag212.xml"/><Relationship Id="rId100" Type="http://schemas.openxmlformats.org/officeDocument/2006/relationships/tags" Target="../tags/tag211.xml"/><Relationship Id="rId10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307.xml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314.xml"/><Relationship Id="rId8" Type="http://schemas.openxmlformats.org/officeDocument/2006/relationships/image" Target="../media/image1.png"/><Relationship Id="rId7" Type="http://schemas.openxmlformats.org/officeDocument/2006/relationships/tags" Target="../tags/tag313.xml"/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3" Type="http://schemas.openxmlformats.org/officeDocument/2006/relationships/tags" Target="../tags/tag316.xml"/><Relationship Id="rId12" Type="http://schemas.openxmlformats.org/officeDocument/2006/relationships/image" Target="../media/image3.png"/><Relationship Id="rId11" Type="http://schemas.openxmlformats.org/officeDocument/2006/relationships/tags" Target="../tags/tag315.xml"/><Relationship Id="rId10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320.xml"/><Relationship Id="rId4" Type="http://schemas.openxmlformats.org/officeDocument/2006/relationships/tags" Target="../tags/tag319.xml"/><Relationship Id="rId3" Type="http://schemas.openxmlformats.org/officeDocument/2006/relationships/tags" Target="../tags/tag318.xml"/><Relationship Id="rId2" Type="http://schemas.openxmlformats.org/officeDocument/2006/relationships/tags" Target="../tags/tag31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4"/>
            </p:custDataLst>
          </p:nvPr>
        </p:nvSpPr>
        <p:spPr>
          <a:xfrm>
            <a:off x="609600" y="2997200"/>
            <a:ext cx="5181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5"/>
            </p:custDataLst>
          </p:nvPr>
        </p:nvSpPr>
        <p:spPr>
          <a:xfrm>
            <a:off x="609600" y="3556000"/>
            <a:ext cx="51816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6"/>
            </p:custDataLst>
          </p:nvPr>
        </p:nvSpPr>
        <p:spPr>
          <a:xfrm>
            <a:off x="6400800" y="2997200"/>
            <a:ext cx="5181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7"/>
            </p:custDataLst>
          </p:nvPr>
        </p:nvSpPr>
        <p:spPr>
          <a:xfrm>
            <a:off x="6400800" y="3556000"/>
            <a:ext cx="51816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4"/>
            </p:custDataLst>
          </p:nvPr>
        </p:nvSpPr>
        <p:spPr>
          <a:xfrm>
            <a:off x="6096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2" hasCustomPrompt="1"/>
            <p:custDataLst>
              <p:tags r:id="rId15"/>
            </p:custDataLst>
          </p:nvPr>
        </p:nvSpPr>
        <p:spPr>
          <a:xfrm>
            <a:off x="6096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6"/>
            </p:custDataLst>
          </p:nvPr>
        </p:nvSpPr>
        <p:spPr>
          <a:xfrm>
            <a:off x="9144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8" hasCustomPrompt="1"/>
            <p:custDataLst>
              <p:tags r:id="rId17"/>
            </p:custDataLst>
          </p:nvPr>
        </p:nvSpPr>
        <p:spPr>
          <a:xfrm>
            <a:off x="43688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43688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9"/>
            </p:custDataLst>
          </p:nvPr>
        </p:nvSpPr>
        <p:spPr>
          <a:xfrm>
            <a:off x="46736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20"/>
            </p:custDataLst>
          </p:nvPr>
        </p:nvSpPr>
        <p:spPr>
          <a:xfrm>
            <a:off x="81280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4" hasCustomPrompt="1"/>
            <p:custDataLst>
              <p:tags r:id="rId21"/>
            </p:custDataLst>
          </p:nvPr>
        </p:nvSpPr>
        <p:spPr>
          <a:xfrm>
            <a:off x="81280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1" hasCustomPrompt="1"/>
            <p:custDataLst>
              <p:tags r:id="rId22"/>
            </p:custDataLst>
          </p:nvPr>
        </p:nvSpPr>
        <p:spPr>
          <a:xfrm>
            <a:off x="84328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096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5"/>
            </p:custDataLst>
          </p:nvPr>
        </p:nvSpPr>
        <p:spPr>
          <a:xfrm>
            <a:off x="914400" y="29972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6"/>
            </p:custDataLst>
          </p:nvPr>
        </p:nvSpPr>
        <p:spPr>
          <a:xfrm>
            <a:off x="914400" y="3556000"/>
            <a:ext cx="47244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62484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8"/>
            </p:custDataLst>
          </p:nvPr>
        </p:nvSpPr>
        <p:spPr>
          <a:xfrm>
            <a:off x="6553200" y="29972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9"/>
            </p:custDataLst>
          </p:nvPr>
        </p:nvSpPr>
        <p:spPr>
          <a:xfrm>
            <a:off x="6553200" y="3556000"/>
            <a:ext cx="47244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4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3429000" cy="548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87" hasCustomPrompt="1"/>
            <p:custDataLst>
              <p:tags r:id="rId14"/>
            </p:custDataLst>
          </p:nvPr>
        </p:nvSpPr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5"/>
            </p:custDataLst>
          </p:nvPr>
        </p:nvSpPr>
        <p:spPr>
          <a:xfrm>
            <a:off x="5054600" y="1143000"/>
            <a:ext cx="6121400" cy="4572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705600" y="533400"/>
            <a:ext cx="48768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idx="16392" hasCustomPrompt="1"/>
            <p:custDataLst>
              <p:tags r:id="rId14"/>
            </p:custDataLst>
          </p:nvPr>
        </p:nvSpPr>
        <p:spPr>
          <a:xfrm>
            <a:off x="6096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6705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6858000" y="22860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6858000" y="27940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6705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9"/>
            </p:custDataLst>
          </p:nvPr>
        </p:nvSpPr>
        <p:spPr>
          <a:xfrm>
            <a:off x="6858000" y="37084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20"/>
            </p:custDataLst>
          </p:nvPr>
        </p:nvSpPr>
        <p:spPr>
          <a:xfrm>
            <a:off x="6858000" y="42164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6705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6858000" y="51308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6858000" y="56388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48768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idx="16392" hasCustomPrompt="1"/>
            <p:custDataLst>
              <p:tags r:id="rId14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0 h 5638800"/>
              <a:gd name="connisteX1" fmla="*/ 5486400 w 5486400"/>
              <a:gd name="connsiteY1" fmla="*/ 0 h 5638800"/>
              <a:gd name="connisteX2" fmla="*/ 5486400 w 5486400"/>
              <a:gd name="connsiteY2" fmla="*/ 5638800 h 5638800"/>
              <a:gd name="connisteX3" fmla="*/ 0 w 5486400"/>
              <a:gd name="connsiteY3" fmla="*/ 5638800 h 5638800"/>
              <a:gd name="connisteX4" fmla="*/ 0 w 54864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486400" h="5638800">
                <a:moveTo>
                  <a:pt x="0" y="0"/>
                </a:moveTo>
                <a:lnTo>
                  <a:pt x="5486400" y="0"/>
                </a:lnTo>
                <a:lnTo>
                  <a:pt x="54864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762000" y="22860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762000" y="27940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9"/>
            </p:custDataLst>
          </p:nvPr>
        </p:nvSpPr>
        <p:spPr>
          <a:xfrm>
            <a:off x="762000" y="37084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20"/>
            </p:custDataLst>
          </p:nvPr>
        </p:nvSpPr>
        <p:spPr>
          <a:xfrm>
            <a:off x="762000" y="42164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762000" y="51308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762000" y="56388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09600" y="1524000"/>
            <a:ext cx="7416800" cy="2209800"/>
          </a:xfrm>
          <a:custGeom>
            <a:avLst/>
            <a:gdLst>
              <a:gd name="connisteX0" fmla="*/ 0 w 7416800"/>
              <a:gd name="connsiteY0" fmla="*/ 203200 h 2209800"/>
              <a:gd name="connisteX1" fmla="*/ 203200 w 7416800"/>
              <a:gd name="connsiteY1" fmla="*/ 0 h 2209800"/>
              <a:gd name="connisteX2" fmla="*/ 7416800 w 7416800"/>
              <a:gd name="connsiteY2" fmla="*/ 0 h 2209800"/>
              <a:gd name="connisteX3" fmla="*/ 7416800 w 7416800"/>
              <a:gd name="connsiteY3" fmla="*/ 2209800 h 2209800"/>
              <a:gd name="connisteX4" fmla="*/ 203200 w 7416800"/>
              <a:gd name="connsiteY4" fmla="*/ 2209800 h 2209800"/>
              <a:gd name="connisteX5" fmla="*/ 0 w 7416800"/>
              <a:gd name="connsiteY5" fmla="*/ 2006600 h 2209800"/>
              <a:gd name="connisteX6" fmla="*/ 0 w 7416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416800" y="0"/>
                </a:lnTo>
                <a:lnTo>
                  <a:pt x="7416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1" hasCustomPrompt="1"/>
            <p:custDataLst>
              <p:tags r:id="rId15"/>
            </p:custDataLst>
          </p:nvPr>
        </p:nvSpPr>
        <p:spPr>
          <a:xfrm>
            <a:off x="8026400" y="1524000"/>
            <a:ext cx="3556000" cy="2209800"/>
          </a:xfrm>
          <a:custGeom>
            <a:avLst/>
            <a:gdLst>
              <a:gd name="connisteX0" fmla="*/ 0 w 3556000"/>
              <a:gd name="connsiteY0" fmla="*/ 0 h 2209800"/>
              <a:gd name="connisteX1" fmla="*/ 3352800 w 3556000"/>
              <a:gd name="connsiteY1" fmla="*/ 0 h 2209800"/>
              <a:gd name="connisteX2" fmla="*/ 3556000 w 3556000"/>
              <a:gd name="connsiteY2" fmla="*/ 203200 h 2209800"/>
              <a:gd name="connisteX3" fmla="*/ 3556000 w 3556000"/>
              <a:gd name="connsiteY3" fmla="*/ 2006600 h 2209800"/>
              <a:gd name="connisteX4" fmla="*/ 3352800 w 3556000"/>
              <a:gd name="connsiteY4" fmla="*/ 2209800 h 2209800"/>
              <a:gd name="connisteX5" fmla="*/ 0 w 3556000"/>
              <a:gd name="connsiteY5" fmla="*/ 2209800 h 2209800"/>
              <a:gd name="connisteX6" fmla="*/ 0 w 3556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0"/>
                </a:move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06600"/>
                </a:lnTo>
                <a:cubicBezTo>
                  <a:pt x="3556000" y="2118824"/>
                  <a:pt x="3465024" y="2209800"/>
                  <a:pt x="3352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914400" y="1892300"/>
            <a:ext cx="6807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914400" y="2451100"/>
            <a:ext cx="68072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2" hasCustomPrompt="1"/>
            <p:custDataLst>
              <p:tags r:id="rId18"/>
            </p:custDataLst>
          </p:nvPr>
        </p:nvSpPr>
        <p:spPr>
          <a:xfrm>
            <a:off x="4165600" y="4038600"/>
            <a:ext cx="7416800" cy="2209800"/>
          </a:xfrm>
          <a:custGeom>
            <a:avLst/>
            <a:gdLst>
              <a:gd name="connisteX0" fmla="*/ 0 w 7416800"/>
              <a:gd name="connsiteY0" fmla="*/ 0 h 2209800"/>
              <a:gd name="connisteX1" fmla="*/ 7213600 w 7416800"/>
              <a:gd name="connsiteY1" fmla="*/ 0 h 2209800"/>
              <a:gd name="connisteX2" fmla="*/ 7416800 w 7416800"/>
              <a:gd name="connsiteY2" fmla="*/ 203200 h 2209800"/>
              <a:gd name="connisteX3" fmla="*/ 7416800 w 7416800"/>
              <a:gd name="connsiteY3" fmla="*/ 2006600 h 2209800"/>
              <a:gd name="connisteX4" fmla="*/ 7213600 w 7416800"/>
              <a:gd name="connsiteY4" fmla="*/ 2209800 h 2209800"/>
              <a:gd name="connisteX5" fmla="*/ 0 w 7416800"/>
              <a:gd name="connsiteY5" fmla="*/ 2209800 h 2209800"/>
              <a:gd name="connisteX6" fmla="*/ 0 w 7416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2006600"/>
                </a:lnTo>
                <a:cubicBezTo>
                  <a:pt x="7416800" y="2118824"/>
                  <a:pt x="7325824" y="2209800"/>
                  <a:pt x="7213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3" hasCustomPrompt="1"/>
            <p:custDataLst>
              <p:tags r:id="rId19"/>
            </p:custDataLst>
          </p:nvPr>
        </p:nvSpPr>
        <p:spPr>
          <a:xfrm>
            <a:off x="609600" y="40386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8" hasCustomPrompt="1"/>
            <p:custDataLst>
              <p:tags r:id="rId20"/>
            </p:custDataLst>
          </p:nvPr>
        </p:nvSpPr>
        <p:spPr>
          <a:xfrm>
            <a:off x="4470400" y="4406900"/>
            <a:ext cx="6807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89" hasCustomPrompt="1"/>
            <p:custDataLst>
              <p:tags r:id="rId21"/>
            </p:custDataLst>
          </p:nvPr>
        </p:nvSpPr>
        <p:spPr>
          <a:xfrm>
            <a:off x="4470400" y="4965700"/>
            <a:ext cx="68072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 235"/>
          <p:cNvGrpSpPr/>
          <p:nvPr userDrawn="1"/>
        </p:nvGrpSpPr>
        <p:grpSpPr>
          <a:xfrm>
            <a:off x="-1087482" y="-1169336"/>
            <a:ext cx="14366963" cy="9196672"/>
            <a:chOff x="-1517189" y="-871840"/>
            <a:chExt cx="14366963" cy="9196672"/>
          </a:xfrm>
          <a:solidFill>
            <a:schemeClr val="bg1">
              <a:alpha val="10000"/>
            </a:schemeClr>
          </a:solidFill>
        </p:grpSpPr>
        <p:sp>
          <p:nvSpPr>
            <p:cNvPr id="8" name="Freeform 7"/>
            <p:cNvSpPr>
              <a:spLocks noEditPoints="1"/>
            </p:cNvSpPr>
            <p:nvPr userDrawn="1">
              <p:custDataLst>
                <p:tags r:id="rId7"/>
              </p:custDataLst>
            </p:nvPr>
          </p:nvSpPr>
          <p:spPr bwMode="auto">
            <a:xfrm rot="20132266">
              <a:off x="3204672" y="5259246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Freeform 9"/>
            <p:cNvSpPr>
              <a:spLocks noEditPoints="1"/>
            </p:cNvSpPr>
            <p:nvPr userDrawn="1">
              <p:custDataLst>
                <p:tags r:id="rId8"/>
              </p:custDataLst>
            </p:nvPr>
          </p:nvSpPr>
          <p:spPr bwMode="auto">
            <a:xfrm>
              <a:off x="3276077" y="3086935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0" name="组 18"/>
            <p:cNvGrpSpPr/>
            <p:nvPr userDrawn="1"/>
          </p:nvGrpSpPr>
          <p:grpSpPr>
            <a:xfrm rot="1396810">
              <a:off x="5439148" y="336445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27" name="Freeform 13"/>
              <p:cNvSpPr>
                <a:spLocks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6130130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8" name="Freeform 14"/>
              <p:cNvSpPr/>
              <p:nvPr userDrawn="1">
                <p:custDataLst>
                  <p:tags r:id="rId10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9" name="Freeform 15"/>
              <p:cNvSpPr/>
              <p:nvPr userDrawn="1">
                <p:custDataLst>
                  <p:tags r:id="rId11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0" name="Freeform 17"/>
              <p:cNvSpPr>
                <a:spLocks noEditPoint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1" name="Freeform 19"/>
            <p:cNvSpPr>
              <a:spLocks noEditPoints="1"/>
            </p:cNvSpPr>
            <p:nvPr userDrawn="1">
              <p:custDataLst>
                <p:tags r:id="rId13"/>
              </p:custDataLst>
            </p:nvPr>
          </p:nvSpPr>
          <p:spPr bwMode="auto">
            <a:xfrm rot="1363540">
              <a:off x="8673100" y="7234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Freeform 20"/>
            <p:cNvSpPr/>
            <p:nvPr userDrawn="1">
              <p:custDataLst>
                <p:tags r:id="rId14"/>
              </p:custDataLst>
            </p:nvPr>
          </p:nvSpPr>
          <p:spPr bwMode="auto">
            <a:xfrm rot="20253209">
              <a:off x="4644944" y="440960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3" name="组合 12"/>
            <p:cNvGrpSpPr/>
            <p:nvPr userDrawn="1"/>
          </p:nvGrpSpPr>
          <p:grpSpPr>
            <a:xfrm rot="2116298">
              <a:off x="5097308" y="532895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22" name="Freeform 5"/>
              <p:cNvSpPr/>
              <p:nvPr userDrawn="1">
                <p:custDataLst>
                  <p:tags r:id="rId15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3" name="Freeform 6"/>
              <p:cNvSpPr/>
              <p:nvPr userDrawn="1">
                <p:custDataLst>
                  <p:tags r:id="rId16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4" name="Freeform 7"/>
              <p:cNvSpPr/>
              <p:nvPr userDrawn="1">
                <p:custDataLst>
                  <p:tags r:id="rId17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5" name="Freeform 8"/>
              <p:cNvSpPr/>
              <p:nvPr userDrawn="1">
                <p:custDataLst>
                  <p:tags r:id="rId18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6" name="Freeform 9"/>
              <p:cNvSpPr/>
              <p:nvPr userDrawn="1">
                <p:custDataLst>
                  <p:tags r:id="rId19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 userDrawn="1"/>
          </p:nvGrpSpPr>
          <p:grpSpPr>
            <a:xfrm rot="19680185">
              <a:off x="2669841" y="449950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20" name="Freeform 26"/>
              <p:cNvSpPr>
                <a:spLocks noEditPoints="1"/>
              </p:cNvSpPr>
              <p:nvPr userDrawn="1">
                <p:custDataLst>
                  <p:tags r:id="rId20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1" name="Freeform 27"/>
              <p:cNvSpPr/>
              <p:nvPr userDrawn="1">
                <p:custDataLst>
                  <p:tags r:id="rId21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5" name="Freeform 29"/>
            <p:cNvSpPr>
              <a:spLocks noEditPoints="1"/>
            </p:cNvSpPr>
            <p:nvPr userDrawn="1">
              <p:custDataLst>
                <p:tags r:id="rId22"/>
              </p:custDataLst>
            </p:nvPr>
          </p:nvSpPr>
          <p:spPr bwMode="auto">
            <a:xfrm>
              <a:off x="4567724" y="3130391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5"/>
            <p:cNvSpPr>
              <a:spLocks noEditPoints="1"/>
            </p:cNvSpPr>
            <p:nvPr userDrawn="1">
              <p:custDataLst>
                <p:tags r:id="rId23"/>
              </p:custDataLst>
            </p:nvPr>
          </p:nvSpPr>
          <p:spPr bwMode="auto">
            <a:xfrm rot="1264384">
              <a:off x="3800465" y="638232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7" name="组合 16"/>
            <p:cNvGrpSpPr/>
            <p:nvPr userDrawn="1"/>
          </p:nvGrpSpPr>
          <p:grpSpPr>
            <a:xfrm rot="1013132">
              <a:off x="2506793" y="6413812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213" name="Freeform 12"/>
              <p:cNvSpPr>
                <a:spLocks noEditPoints="1"/>
              </p:cNvSpPr>
              <p:nvPr userDrawn="1">
                <p:custDataLst>
                  <p:tags r:id="rId24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4" name="Freeform 13"/>
              <p:cNvSpPr/>
              <p:nvPr userDrawn="1">
                <p:custDataLst>
                  <p:tags r:id="rId25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5" name="Freeform 14"/>
              <p:cNvSpPr/>
              <p:nvPr userDrawn="1">
                <p:custDataLst>
                  <p:tags r:id="rId26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6" name="Freeform 15"/>
              <p:cNvSpPr/>
              <p:nvPr userDrawn="1">
                <p:custDataLst>
                  <p:tags r:id="rId27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7" name="Freeform 16"/>
              <p:cNvSpPr/>
              <p:nvPr userDrawn="1">
                <p:custDataLst>
                  <p:tags r:id="rId28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8" name="Freeform 17"/>
              <p:cNvSpPr/>
              <p:nvPr userDrawn="1">
                <p:custDataLst>
                  <p:tags r:id="rId29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9" name="Freeform 18"/>
              <p:cNvSpPr/>
              <p:nvPr userDrawn="1">
                <p:custDataLst>
                  <p:tags r:id="rId30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 userDrawn="1"/>
          </p:nvGrpSpPr>
          <p:grpSpPr>
            <a:xfrm>
              <a:off x="6063218" y="3624642"/>
              <a:ext cx="1301704" cy="1299270"/>
              <a:chOff x="6262690" y="5170488"/>
              <a:chExt cx="1697038" cy="1693863"/>
            </a:xfrm>
            <a:grpFill/>
          </p:grpSpPr>
          <p:sp>
            <p:nvSpPr>
              <p:cNvPr id="211" name="Freeform 19"/>
              <p:cNvSpPr>
                <a:spLocks noEditPoints="1"/>
              </p:cNvSpPr>
              <p:nvPr userDrawn="1">
                <p:custDataLst>
                  <p:tags r:id="rId31"/>
                </p:custDataLst>
              </p:nvPr>
            </p:nvSpPr>
            <p:spPr bwMode="auto">
              <a:xfrm>
                <a:off x="6262690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2" name="Freeform 20"/>
              <p:cNvSpPr/>
              <p:nvPr userDrawn="1">
                <p:custDataLst>
                  <p:tags r:id="rId32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9" name="Freeform 7"/>
            <p:cNvSpPr>
              <a:spLocks noEditPoints="1"/>
            </p:cNvSpPr>
            <p:nvPr userDrawn="1">
              <p:custDataLst>
                <p:tags r:id="rId33"/>
              </p:custDataLst>
            </p:nvPr>
          </p:nvSpPr>
          <p:spPr bwMode="auto">
            <a:xfrm rot="20132266">
              <a:off x="-1257123" y="479820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9"/>
            <p:cNvSpPr>
              <a:spLocks noEditPoints="1"/>
            </p:cNvSpPr>
            <p:nvPr userDrawn="1">
              <p:custDataLst>
                <p:tags r:id="rId34"/>
              </p:custDataLst>
            </p:nvPr>
          </p:nvSpPr>
          <p:spPr bwMode="auto">
            <a:xfrm>
              <a:off x="-491355" y="283166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1" name="组 45"/>
            <p:cNvGrpSpPr/>
            <p:nvPr userDrawn="1"/>
          </p:nvGrpSpPr>
          <p:grpSpPr>
            <a:xfrm rot="1396810">
              <a:off x="998952" y="372213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07" name="Freeform 13"/>
              <p:cNvSpPr>
                <a:spLocks noEditPoints="1"/>
              </p:cNvSpPr>
              <p:nvPr userDrawn="1">
                <p:custDataLst>
                  <p:tags r:id="rId35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8" name="Freeform 14"/>
              <p:cNvSpPr/>
              <p:nvPr userDrawn="1">
                <p:custDataLst>
                  <p:tags r:id="rId36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9" name="Freeform 15"/>
              <p:cNvSpPr/>
              <p:nvPr userDrawn="1">
                <p:custDataLst>
                  <p:tags r:id="rId37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0" name="Freeform 17"/>
              <p:cNvSpPr>
                <a:spLocks noEditPoints="1"/>
              </p:cNvSpPr>
              <p:nvPr userDrawn="1">
                <p:custDataLst>
                  <p:tags r:id="rId38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2" name="Freeform 19"/>
            <p:cNvSpPr>
              <a:spLocks noEditPoints="1"/>
            </p:cNvSpPr>
            <p:nvPr userDrawn="1">
              <p:custDataLst>
                <p:tags r:id="rId39"/>
              </p:custDataLst>
            </p:nvPr>
          </p:nvSpPr>
          <p:spPr bwMode="auto">
            <a:xfrm rot="1363540">
              <a:off x="337564" y="579283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20"/>
            <p:cNvSpPr/>
            <p:nvPr userDrawn="1">
              <p:custDataLst>
                <p:tags r:id="rId40"/>
              </p:custDataLst>
            </p:nvPr>
          </p:nvSpPr>
          <p:spPr bwMode="auto">
            <a:xfrm rot="20253209">
              <a:off x="158920" y="448561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4" name="组合 23"/>
            <p:cNvGrpSpPr/>
            <p:nvPr userDrawn="1"/>
          </p:nvGrpSpPr>
          <p:grpSpPr>
            <a:xfrm rot="2116298">
              <a:off x="1231243" y="512861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02" name="Freeform 5"/>
              <p:cNvSpPr/>
              <p:nvPr userDrawn="1">
                <p:custDataLst>
                  <p:tags r:id="rId41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3" name="Freeform 6"/>
              <p:cNvSpPr/>
              <p:nvPr userDrawn="1">
                <p:custDataLst>
                  <p:tags r:id="rId42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4" name="Freeform 7"/>
              <p:cNvSpPr/>
              <p:nvPr userDrawn="1">
                <p:custDataLst>
                  <p:tags r:id="rId43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5" name="Freeform 8"/>
              <p:cNvSpPr/>
              <p:nvPr userDrawn="1">
                <p:custDataLst>
                  <p:tags r:id="rId44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6" name="Freeform 9"/>
              <p:cNvSpPr/>
              <p:nvPr userDrawn="1">
                <p:custDataLst>
                  <p:tags r:id="rId45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5" name="组合 24"/>
            <p:cNvGrpSpPr/>
            <p:nvPr userDrawn="1"/>
          </p:nvGrpSpPr>
          <p:grpSpPr>
            <a:xfrm rot="19680185">
              <a:off x="-1517189" y="380303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00" name="Freeform 26"/>
              <p:cNvSpPr>
                <a:spLocks noEditPoints="1"/>
              </p:cNvSpPr>
              <p:nvPr userDrawn="1">
                <p:custDataLst>
                  <p:tags r:id="rId46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1" name="Freeform 27"/>
              <p:cNvSpPr/>
              <p:nvPr userDrawn="1">
                <p:custDataLst>
                  <p:tags r:id="rId47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6" name="Freeform 29"/>
            <p:cNvSpPr>
              <a:spLocks noEditPoints="1"/>
            </p:cNvSpPr>
            <p:nvPr userDrawn="1">
              <p:custDataLst>
                <p:tags r:id="rId48"/>
              </p:custDataLst>
            </p:nvPr>
          </p:nvSpPr>
          <p:spPr bwMode="auto">
            <a:xfrm>
              <a:off x="760976" y="275152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5"/>
            <p:cNvSpPr>
              <a:spLocks noEditPoints="1"/>
            </p:cNvSpPr>
            <p:nvPr userDrawn="1">
              <p:custDataLst>
                <p:tags r:id="rId49"/>
              </p:custDataLst>
            </p:nvPr>
          </p:nvSpPr>
          <p:spPr bwMode="auto">
            <a:xfrm rot="1264384">
              <a:off x="1983280" y="5686214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8" name="组合 27"/>
            <p:cNvGrpSpPr/>
            <p:nvPr userDrawn="1"/>
          </p:nvGrpSpPr>
          <p:grpSpPr>
            <a:xfrm rot="1013132">
              <a:off x="1601368" y="443860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93" name="Freeform 12"/>
              <p:cNvSpPr>
                <a:spLocks noEditPoints="1"/>
              </p:cNvSpPr>
              <p:nvPr userDrawn="1">
                <p:custDataLst>
                  <p:tags r:id="rId50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4" name="Freeform 13"/>
              <p:cNvSpPr/>
              <p:nvPr userDrawn="1">
                <p:custDataLst>
                  <p:tags r:id="rId51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5" name="Freeform 14"/>
              <p:cNvSpPr/>
              <p:nvPr userDrawn="1">
                <p:custDataLst>
                  <p:tags r:id="rId52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6" name="Freeform 15"/>
              <p:cNvSpPr/>
              <p:nvPr userDrawn="1">
                <p:custDataLst>
                  <p:tags r:id="rId53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7" name="Freeform 16"/>
              <p:cNvSpPr/>
              <p:nvPr userDrawn="1">
                <p:custDataLst>
                  <p:tags r:id="rId54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8" name="Freeform 17"/>
              <p:cNvSpPr/>
              <p:nvPr userDrawn="1">
                <p:custDataLst>
                  <p:tags r:id="rId55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9" name="Freeform 18"/>
              <p:cNvSpPr/>
              <p:nvPr userDrawn="1">
                <p:custDataLst>
                  <p:tags r:id="rId56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9" name="组合 28"/>
            <p:cNvGrpSpPr/>
            <p:nvPr userDrawn="1"/>
          </p:nvGrpSpPr>
          <p:grpSpPr>
            <a:xfrm>
              <a:off x="1798258" y="294782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91" name="Freeform 19"/>
              <p:cNvSpPr>
                <a:spLocks noEditPoints="1"/>
              </p:cNvSpPr>
              <p:nvPr userDrawn="1">
                <p:custDataLst>
                  <p:tags r:id="rId57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2" name="Freeform 20"/>
              <p:cNvSpPr/>
              <p:nvPr userDrawn="1">
                <p:custDataLst>
                  <p:tags r:id="rId58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0" name="Freeform 7"/>
            <p:cNvSpPr>
              <a:spLocks noEditPoints="1"/>
            </p:cNvSpPr>
            <p:nvPr userDrawn="1">
              <p:custDataLst>
                <p:tags r:id="rId59"/>
              </p:custDataLst>
            </p:nvPr>
          </p:nvSpPr>
          <p:spPr bwMode="auto">
            <a:xfrm rot="21538996">
              <a:off x="7150383" y="576431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9"/>
            <p:cNvSpPr>
              <a:spLocks noEditPoints="1"/>
            </p:cNvSpPr>
            <p:nvPr userDrawn="1">
              <p:custDataLst>
                <p:tags r:id="rId60"/>
              </p:custDataLst>
            </p:nvPr>
          </p:nvSpPr>
          <p:spPr bwMode="auto">
            <a:xfrm rot="1406730">
              <a:off x="8537771" y="4215104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2" name="组 77"/>
            <p:cNvGrpSpPr/>
            <p:nvPr userDrawn="1"/>
          </p:nvGrpSpPr>
          <p:grpSpPr>
            <a:xfrm rot="2803540">
              <a:off x="9511163" y="5451183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87" name="Freeform 13"/>
              <p:cNvSpPr>
                <a:spLocks noEditPoints="1"/>
              </p:cNvSpPr>
              <p:nvPr userDrawn="1">
                <p:custDataLst>
                  <p:tags r:id="rId61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8" name="Freeform 14"/>
              <p:cNvSpPr/>
              <p:nvPr userDrawn="1">
                <p:custDataLst>
                  <p:tags r:id="rId62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9" name="Freeform 15"/>
              <p:cNvSpPr/>
              <p:nvPr userDrawn="1">
                <p:custDataLst>
                  <p:tags r:id="rId63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0" name="Freeform 17"/>
              <p:cNvSpPr>
                <a:spLocks noEditPoints="1"/>
              </p:cNvSpPr>
              <p:nvPr userDrawn="1">
                <p:custDataLst>
                  <p:tags r:id="rId64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3" name="Freeform 19"/>
            <p:cNvSpPr>
              <a:spLocks noEditPoints="1"/>
            </p:cNvSpPr>
            <p:nvPr userDrawn="1">
              <p:custDataLst>
                <p:tags r:id="rId65"/>
              </p:custDataLst>
            </p:nvPr>
          </p:nvSpPr>
          <p:spPr bwMode="auto">
            <a:xfrm rot="2770270">
              <a:off x="8355392" y="7325895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0"/>
            <p:cNvSpPr/>
            <p:nvPr userDrawn="1">
              <p:custDataLst>
                <p:tags r:id="rId66"/>
              </p:custDataLst>
            </p:nvPr>
          </p:nvSpPr>
          <p:spPr bwMode="auto">
            <a:xfrm rot="59939">
              <a:off x="8625447" y="5843013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5" name="组合 34"/>
            <p:cNvGrpSpPr/>
            <p:nvPr userDrawn="1"/>
          </p:nvGrpSpPr>
          <p:grpSpPr>
            <a:xfrm rot="3523028">
              <a:off x="9384746" y="6959689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82" name="Freeform 5"/>
              <p:cNvSpPr/>
              <p:nvPr userDrawn="1">
                <p:custDataLst>
                  <p:tags r:id="rId67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3" name="Freeform 6"/>
              <p:cNvSpPr/>
              <p:nvPr userDrawn="1">
                <p:custDataLst>
                  <p:tags r:id="rId68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4" name="Freeform 7"/>
              <p:cNvSpPr/>
              <p:nvPr userDrawn="1">
                <p:custDataLst>
                  <p:tags r:id="rId69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5" name="Freeform 8"/>
              <p:cNvSpPr/>
              <p:nvPr userDrawn="1">
                <p:custDataLst>
                  <p:tags r:id="rId70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6" name="Freeform 9"/>
              <p:cNvSpPr/>
              <p:nvPr userDrawn="1">
                <p:custDataLst>
                  <p:tags r:id="rId71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 userDrawn="1"/>
          </p:nvGrpSpPr>
          <p:grpSpPr>
            <a:xfrm rot="21086915">
              <a:off x="7366693" y="4686026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80" name="Freeform 26"/>
              <p:cNvSpPr>
                <a:spLocks noEditPoints="1"/>
              </p:cNvSpPr>
              <p:nvPr userDrawn="1">
                <p:custDataLst>
                  <p:tags r:id="rId72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1" name="Freeform 27"/>
              <p:cNvSpPr/>
              <p:nvPr userDrawn="1">
                <p:custDataLst>
                  <p:tags r:id="rId73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7" name="Freeform 29"/>
            <p:cNvSpPr>
              <a:spLocks noEditPoints="1"/>
            </p:cNvSpPr>
            <p:nvPr userDrawn="1">
              <p:custDataLst>
                <p:tags r:id="rId74"/>
              </p:custDataLst>
            </p:nvPr>
          </p:nvSpPr>
          <p:spPr bwMode="auto">
            <a:xfrm rot="1406730">
              <a:off x="9836343" y="4616570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5"/>
            <p:cNvSpPr>
              <a:spLocks noEditPoints="1"/>
            </p:cNvSpPr>
            <p:nvPr userDrawn="1">
              <p:custDataLst>
                <p:tags r:id="rId75"/>
              </p:custDataLst>
            </p:nvPr>
          </p:nvSpPr>
          <p:spPr bwMode="auto">
            <a:xfrm rot="2671114">
              <a:off x="9574736" y="789551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9" name="组合 38"/>
            <p:cNvGrpSpPr/>
            <p:nvPr userDrawn="1"/>
          </p:nvGrpSpPr>
          <p:grpSpPr>
            <a:xfrm rot="2419862">
              <a:off x="9997017" y="6488458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73" name="Freeform 12"/>
              <p:cNvSpPr>
                <a:spLocks noEditPoints="1"/>
              </p:cNvSpPr>
              <p:nvPr userDrawn="1">
                <p:custDataLst>
                  <p:tags r:id="rId76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4" name="Freeform 13"/>
              <p:cNvSpPr/>
              <p:nvPr userDrawn="1">
                <p:custDataLst>
                  <p:tags r:id="rId77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5" name="Freeform 14"/>
              <p:cNvSpPr/>
              <p:nvPr userDrawn="1">
                <p:custDataLst>
                  <p:tags r:id="rId78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6" name="Freeform 15"/>
              <p:cNvSpPr/>
              <p:nvPr userDrawn="1">
                <p:custDataLst>
                  <p:tags r:id="rId79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7" name="Freeform 16"/>
              <p:cNvSpPr/>
              <p:nvPr userDrawn="1">
                <p:custDataLst>
                  <p:tags r:id="rId80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8" name="Freeform 17"/>
              <p:cNvSpPr/>
              <p:nvPr userDrawn="1">
                <p:custDataLst>
                  <p:tags r:id="rId81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9" name="Freeform 18"/>
              <p:cNvSpPr/>
              <p:nvPr userDrawn="1">
                <p:custDataLst>
                  <p:tags r:id="rId82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0" name="组合 39"/>
            <p:cNvGrpSpPr/>
            <p:nvPr userDrawn="1"/>
          </p:nvGrpSpPr>
          <p:grpSpPr>
            <a:xfrm rot="1406730">
              <a:off x="11173870" y="-871840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71" name="Freeform 19"/>
              <p:cNvSpPr>
                <a:spLocks noEditPoints="1"/>
              </p:cNvSpPr>
              <p:nvPr userDrawn="1">
                <p:custDataLst>
                  <p:tags r:id="rId83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2" name="Freeform 20"/>
              <p:cNvSpPr/>
              <p:nvPr userDrawn="1">
                <p:custDataLst>
                  <p:tags r:id="rId84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1" name="Freeform 7"/>
            <p:cNvSpPr>
              <a:spLocks noEditPoints="1"/>
            </p:cNvSpPr>
            <p:nvPr userDrawn="1">
              <p:custDataLst>
                <p:tags r:id="rId85"/>
              </p:custDataLst>
            </p:nvPr>
          </p:nvSpPr>
          <p:spPr bwMode="auto">
            <a:xfrm rot="20132266">
              <a:off x="-3210" y="137461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9"/>
            <p:cNvSpPr>
              <a:spLocks noEditPoints="1"/>
            </p:cNvSpPr>
            <p:nvPr userDrawn="1">
              <p:custDataLst>
                <p:tags r:id="rId86"/>
              </p:custDataLst>
            </p:nvPr>
          </p:nvSpPr>
          <p:spPr bwMode="auto">
            <a:xfrm>
              <a:off x="762558" y="-591931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3" name="组 109"/>
            <p:cNvGrpSpPr/>
            <p:nvPr userDrawn="1"/>
          </p:nvGrpSpPr>
          <p:grpSpPr>
            <a:xfrm rot="1396810">
              <a:off x="2252833" y="298531"/>
              <a:ext cx="337162" cy="1816149"/>
              <a:chOff x="6099175" y="2627313"/>
              <a:chExt cx="411163" cy="2214761"/>
            </a:xfrm>
            <a:grpFill/>
          </p:grpSpPr>
          <p:sp>
            <p:nvSpPr>
              <p:cNvPr id="165" name="Freeform 13"/>
              <p:cNvSpPr>
                <a:spLocks noEditPoints="1"/>
              </p:cNvSpPr>
              <p:nvPr userDrawn="1">
                <p:custDataLst>
                  <p:tags r:id="rId87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6" name="Freeform 14"/>
              <p:cNvSpPr/>
              <p:nvPr userDrawn="1">
                <p:custDataLst>
                  <p:tags r:id="rId88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7" name="Freeform 15"/>
              <p:cNvSpPr/>
              <p:nvPr userDrawn="1">
                <p:custDataLst>
                  <p:tags r:id="rId89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8" name="Freeform 17"/>
              <p:cNvSpPr>
                <a:spLocks noEditPoints="1"/>
              </p:cNvSpPr>
              <p:nvPr userDrawn="1">
                <p:custDataLst>
                  <p:tags r:id="rId90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9" name="Freeform 13"/>
              <p:cNvSpPr>
                <a:spLocks noEditPoints="1"/>
              </p:cNvSpPr>
              <p:nvPr userDrawn="1">
                <p:custDataLst>
                  <p:tags r:id="rId91"/>
                </p:custDataLst>
              </p:nvPr>
            </p:nvSpPr>
            <p:spPr bwMode="auto">
              <a:xfrm>
                <a:off x="6133588" y="3048199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0" name="Freeform 17"/>
              <p:cNvSpPr>
                <a:spLocks noEditPoints="1"/>
              </p:cNvSpPr>
              <p:nvPr userDrawn="1">
                <p:custDataLst>
                  <p:tags r:id="rId92"/>
                </p:custDataLst>
              </p:nvPr>
            </p:nvSpPr>
            <p:spPr bwMode="auto">
              <a:xfrm>
                <a:off x="6132001" y="4310261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4" name="Freeform 19"/>
            <p:cNvSpPr>
              <a:spLocks noEditPoints="1"/>
            </p:cNvSpPr>
            <p:nvPr userDrawn="1">
              <p:custDataLst>
                <p:tags r:id="rId93"/>
              </p:custDataLst>
            </p:nvPr>
          </p:nvSpPr>
          <p:spPr bwMode="auto">
            <a:xfrm rot="1363540">
              <a:off x="1591477" y="2369237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20"/>
            <p:cNvSpPr/>
            <p:nvPr userDrawn="1">
              <p:custDataLst>
                <p:tags r:id="rId94"/>
              </p:custDataLst>
            </p:nvPr>
          </p:nvSpPr>
          <p:spPr bwMode="auto">
            <a:xfrm rot="20253209">
              <a:off x="1412833" y="1062017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6" name="组合 45"/>
            <p:cNvGrpSpPr/>
            <p:nvPr userDrawn="1"/>
          </p:nvGrpSpPr>
          <p:grpSpPr>
            <a:xfrm rot="2116298">
              <a:off x="2485156" y="1705024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59" name="Freeform 5"/>
              <p:cNvSpPr/>
              <p:nvPr userDrawn="1">
                <p:custDataLst>
                  <p:tags r:id="rId95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0" name="Freeform 6"/>
              <p:cNvSpPr/>
              <p:nvPr userDrawn="1">
                <p:custDataLst>
                  <p:tags r:id="rId96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1" name="Freeform 7"/>
              <p:cNvSpPr/>
              <p:nvPr userDrawn="1">
                <p:custDataLst>
                  <p:tags r:id="rId97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2" name="Freeform 8"/>
              <p:cNvSpPr/>
              <p:nvPr userDrawn="1">
                <p:custDataLst>
                  <p:tags r:id="rId98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3" name="Freeform 9"/>
              <p:cNvSpPr/>
              <p:nvPr userDrawn="1">
                <p:custDataLst>
                  <p:tags r:id="rId99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4" name="Freeform 6"/>
              <p:cNvSpPr/>
              <p:nvPr userDrawn="1">
                <p:custDataLst>
                  <p:tags r:id="rId100"/>
                </p:custDataLst>
              </p:nvPr>
            </p:nvSpPr>
            <p:spPr bwMode="auto">
              <a:xfrm>
                <a:off x="733276" y="3957829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 userDrawn="1"/>
          </p:nvGrpSpPr>
          <p:grpSpPr>
            <a:xfrm rot="19680185">
              <a:off x="-263276" y="379440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57" name="Freeform 26"/>
              <p:cNvSpPr>
                <a:spLocks noEditPoints="1"/>
              </p:cNvSpPr>
              <p:nvPr userDrawn="1">
                <p:custDataLst>
                  <p:tags r:id="rId101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8" name="Freeform 27"/>
              <p:cNvSpPr/>
              <p:nvPr userDrawn="1">
                <p:custDataLst>
                  <p:tags r:id="rId102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8" name="Freeform 29"/>
            <p:cNvSpPr>
              <a:spLocks noEditPoints="1"/>
            </p:cNvSpPr>
            <p:nvPr userDrawn="1">
              <p:custDataLst>
                <p:tags r:id="rId103"/>
              </p:custDataLst>
            </p:nvPr>
          </p:nvSpPr>
          <p:spPr bwMode="auto">
            <a:xfrm>
              <a:off x="2014889" y="-672068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5"/>
            <p:cNvSpPr>
              <a:spLocks noEditPoints="1"/>
            </p:cNvSpPr>
            <p:nvPr userDrawn="1">
              <p:custDataLst>
                <p:tags r:id="rId104"/>
              </p:custDataLst>
            </p:nvPr>
          </p:nvSpPr>
          <p:spPr bwMode="auto">
            <a:xfrm rot="1264384">
              <a:off x="2980490" y="2441065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0" name="组合 49"/>
            <p:cNvGrpSpPr/>
            <p:nvPr userDrawn="1"/>
          </p:nvGrpSpPr>
          <p:grpSpPr>
            <a:xfrm rot="1013132">
              <a:off x="2855281" y="1015011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50" name="Freeform 12"/>
              <p:cNvSpPr>
                <a:spLocks noEditPoints="1"/>
              </p:cNvSpPr>
              <p:nvPr userDrawn="1">
                <p:custDataLst>
                  <p:tags r:id="rId105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1" name="Freeform 13"/>
              <p:cNvSpPr/>
              <p:nvPr userDrawn="1">
                <p:custDataLst>
                  <p:tags r:id="rId106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2" name="Freeform 14"/>
              <p:cNvSpPr/>
              <p:nvPr userDrawn="1">
                <p:custDataLst>
                  <p:tags r:id="rId107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3" name="Freeform 15"/>
              <p:cNvSpPr/>
              <p:nvPr userDrawn="1">
                <p:custDataLst>
                  <p:tags r:id="rId108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" name="Freeform 16"/>
              <p:cNvSpPr/>
              <p:nvPr userDrawn="1">
                <p:custDataLst>
                  <p:tags r:id="rId109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5" name="Freeform 17"/>
              <p:cNvSpPr/>
              <p:nvPr userDrawn="1">
                <p:custDataLst>
                  <p:tags r:id="rId110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6" name="Freeform 18"/>
              <p:cNvSpPr/>
              <p:nvPr userDrawn="1">
                <p:custDataLst>
                  <p:tags r:id="rId111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 userDrawn="1"/>
          </p:nvGrpSpPr>
          <p:grpSpPr>
            <a:xfrm>
              <a:off x="3052171" y="-47576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48" name="Freeform 19"/>
              <p:cNvSpPr>
                <a:spLocks noEditPoints="1"/>
              </p:cNvSpPr>
              <p:nvPr userDrawn="1">
                <p:custDataLst>
                  <p:tags r:id="rId112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9" name="Freeform 20"/>
              <p:cNvSpPr/>
              <p:nvPr userDrawn="1">
                <p:custDataLst>
                  <p:tags r:id="rId113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2" name="Freeform 7"/>
            <p:cNvSpPr>
              <a:spLocks noEditPoints="1"/>
            </p:cNvSpPr>
            <p:nvPr userDrawn="1">
              <p:custDataLst>
                <p:tags r:id="rId114"/>
              </p:custDataLst>
            </p:nvPr>
          </p:nvSpPr>
          <p:spPr bwMode="auto">
            <a:xfrm rot="20132266">
              <a:off x="4165316" y="196966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Freeform 9"/>
            <p:cNvSpPr>
              <a:spLocks noEditPoints="1"/>
            </p:cNvSpPr>
            <p:nvPr userDrawn="1">
              <p:custDataLst>
                <p:tags r:id="rId115"/>
              </p:custDataLst>
            </p:nvPr>
          </p:nvSpPr>
          <p:spPr bwMode="auto">
            <a:xfrm>
              <a:off x="4931084" y="312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4" name="组 141"/>
            <p:cNvGrpSpPr/>
            <p:nvPr userDrawn="1"/>
          </p:nvGrpSpPr>
          <p:grpSpPr>
            <a:xfrm rot="1396810">
              <a:off x="6421391" y="89359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44" name="Freeform 13"/>
              <p:cNvSpPr>
                <a:spLocks noEditPoints="1"/>
              </p:cNvSpPr>
              <p:nvPr userDrawn="1">
                <p:custDataLst>
                  <p:tags r:id="rId116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5" name="Freeform 14"/>
              <p:cNvSpPr/>
              <p:nvPr userDrawn="1">
                <p:custDataLst>
                  <p:tags r:id="rId117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6" name="Freeform 15"/>
              <p:cNvSpPr/>
              <p:nvPr userDrawn="1">
                <p:custDataLst>
                  <p:tags r:id="rId118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7" name="Freeform 17"/>
              <p:cNvSpPr>
                <a:spLocks noEditPoints="1"/>
              </p:cNvSpPr>
              <p:nvPr userDrawn="1">
                <p:custDataLst>
                  <p:tags r:id="rId119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5" name="Freeform 19"/>
            <p:cNvSpPr>
              <a:spLocks noEditPoints="1"/>
            </p:cNvSpPr>
            <p:nvPr userDrawn="1">
              <p:custDataLst>
                <p:tags r:id="rId120"/>
              </p:custDataLst>
            </p:nvPr>
          </p:nvSpPr>
          <p:spPr bwMode="auto">
            <a:xfrm rot="1363540">
              <a:off x="5760003" y="296429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20"/>
            <p:cNvSpPr/>
            <p:nvPr userDrawn="1">
              <p:custDataLst>
                <p:tags r:id="rId121"/>
              </p:custDataLst>
            </p:nvPr>
          </p:nvSpPr>
          <p:spPr bwMode="auto">
            <a:xfrm rot="20253209">
              <a:off x="5581359" y="165707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7" name="组合 56"/>
            <p:cNvGrpSpPr/>
            <p:nvPr userDrawn="1"/>
          </p:nvGrpSpPr>
          <p:grpSpPr>
            <a:xfrm rot="2116298">
              <a:off x="6653682" y="230007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39" name="Freeform 5"/>
              <p:cNvSpPr/>
              <p:nvPr userDrawn="1">
                <p:custDataLst>
                  <p:tags r:id="rId122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0" name="Freeform 6"/>
              <p:cNvSpPr/>
              <p:nvPr userDrawn="1">
                <p:custDataLst>
                  <p:tags r:id="rId123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1" name="Freeform 7"/>
              <p:cNvSpPr/>
              <p:nvPr userDrawn="1">
                <p:custDataLst>
                  <p:tags r:id="rId124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2" name="Freeform 8"/>
              <p:cNvSpPr/>
              <p:nvPr userDrawn="1">
                <p:custDataLst>
                  <p:tags r:id="rId125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3" name="Freeform 9"/>
              <p:cNvSpPr/>
              <p:nvPr userDrawn="1">
                <p:custDataLst>
                  <p:tags r:id="rId126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8" name="组合 57"/>
            <p:cNvGrpSpPr/>
            <p:nvPr userDrawn="1"/>
          </p:nvGrpSpPr>
          <p:grpSpPr>
            <a:xfrm rot="19680185">
              <a:off x="3905250" y="97449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37" name="Freeform 26"/>
              <p:cNvSpPr>
                <a:spLocks noEditPoints="1"/>
              </p:cNvSpPr>
              <p:nvPr userDrawn="1">
                <p:custDataLst>
                  <p:tags r:id="rId127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8" name="Freeform 27"/>
              <p:cNvSpPr/>
              <p:nvPr userDrawn="1">
                <p:custDataLst>
                  <p:tags r:id="rId128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9" name="Freeform 29"/>
            <p:cNvSpPr>
              <a:spLocks noEditPoints="1"/>
            </p:cNvSpPr>
            <p:nvPr userDrawn="1">
              <p:custDataLst>
                <p:tags r:id="rId129"/>
              </p:custDataLst>
            </p:nvPr>
          </p:nvSpPr>
          <p:spPr bwMode="auto">
            <a:xfrm>
              <a:off x="6183415" y="-7701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5"/>
            <p:cNvSpPr>
              <a:spLocks noEditPoints="1"/>
            </p:cNvSpPr>
            <p:nvPr userDrawn="1">
              <p:custDataLst>
                <p:tags r:id="rId130"/>
              </p:custDataLst>
            </p:nvPr>
          </p:nvSpPr>
          <p:spPr bwMode="auto">
            <a:xfrm rot="1264384">
              <a:off x="7128415" y="315532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1" name="组合 60"/>
            <p:cNvGrpSpPr/>
            <p:nvPr userDrawn="1"/>
          </p:nvGrpSpPr>
          <p:grpSpPr>
            <a:xfrm rot="1013132">
              <a:off x="7023807" y="161006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30" name="Freeform 12"/>
              <p:cNvSpPr>
                <a:spLocks noEditPoints="1"/>
              </p:cNvSpPr>
              <p:nvPr userDrawn="1">
                <p:custDataLst>
                  <p:tags r:id="rId131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1" name="Freeform 13"/>
              <p:cNvSpPr/>
              <p:nvPr userDrawn="1">
                <p:custDataLst>
                  <p:tags r:id="rId132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2" name="Freeform 14"/>
              <p:cNvSpPr/>
              <p:nvPr userDrawn="1">
                <p:custDataLst>
                  <p:tags r:id="rId133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3" name="Freeform 15"/>
              <p:cNvSpPr/>
              <p:nvPr userDrawn="1">
                <p:custDataLst>
                  <p:tags r:id="rId134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4" name="Freeform 16"/>
              <p:cNvSpPr/>
              <p:nvPr userDrawn="1">
                <p:custDataLst>
                  <p:tags r:id="rId135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5" name="Freeform 17"/>
              <p:cNvSpPr/>
              <p:nvPr userDrawn="1">
                <p:custDataLst>
                  <p:tags r:id="rId136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6" name="Freeform 18"/>
              <p:cNvSpPr/>
              <p:nvPr userDrawn="1">
                <p:custDataLst>
                  <p:tags r:id="rId137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2" name="组合 61"/>
            <p:cNvGrpSpPr/>
            <p:nvPr userDrawn="1"/>
          </p:nvGrpSpPr>
          <p:grpSpPr>
            <a:xfrm>
              <a:off x="7220697" y="11928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28" name="Freeform 19"/>
              <p:cNvSpPr>
                <a:spLocks noEditPoints="1"/>
              </p:cNvSpPr>
              <p:nvPr userDrawn="1">
                <p:custDataLst>
                  <p:tags r:id="rId138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9" name="Freeform 20"/>
              <p:cNvSpPr/>
              <p:nvPr userDrawn="1">
                <p:custDataLst>
                  <p:tags r:id="rId139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3" name="Freeform 7"/>
            <p:cNvSpPr>
              <a:spLocks noEditPoints="1"/>
            </p:cNvSpPr>
            <p:nvPr userDrawn="1">
              <p:custDataLst>
                <p:tags r:id="rId140"/>
              </p:custDataLst>
            </p:nvPr>
          </p:nvSpPr>
          <p:spPr bwMode="auto">
            <a:xfrm rot="20132266">
              <a:off x="7996220" y="3333169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9"/>
            <p:cNvSpPr>
              <a:spLocks noEditPoints="1"/>
            </p:cNvSpPr>
            <p:nvPr userDrawn="1">
              <p:custDataLst>
                <p:tags r:id="rId141"/>
              </p:custDataLst>
            </p:nvPr>
          </p:nvSpPr>
          <p:spPr bwMode="auto">
            <a:xfrm>
              <a:off x="8803483" y="1209043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5" name="组 173"/>
            <p:cNvGrpSpPr/>
            <p:nvPr userDrawn="1"/>
          </p:nvGrpSpPr>
          <p:grpSpPr>
            <a:xfrm rot="1396810">
              <a:off x="10293790" y="209951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24" name="Freeform 13"/>
              <p:cNvSpPr>
                <a:spLocks noEditPoints="1"/>
              </p:cNvSpPr>
              <p:nvPr userDrawn="1">
                <p:custDataLst>
                  <p:tags r:id="rId142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5" name="Freeform 14"/>
              <p:cNvSpPr/>
              <p:nvPr userDrawn="1">
                <p:custDataLst>
                  <p:tags r:id="rId143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6" name="Freeform 15"/>
              <p:cNvSpPr/>
              <p:nvPr userDrawn="1">
                <p:custDataLst>
                  <p:tags r:id="rId144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7" name="Freeform 17"/>
              <p:cNvSpPr>
                <a:spLocks noEditPoints="1"/>
              </p:cNvSpPr>
              <p:nvPr userDrawn="1">
                <p:custDataLst>
                  <p:tags r:id="rId145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6" name="Freeform 19"/>
            <p:cNvSpPr>
              <a:spLocks noEditPoints="1"/>
            </p:cNvSpPr>
            <p:nvPr userDrawn="1">
              <p:custDataLst>
                <p:tags r:id="rId146"/>
              </p:custDataLst>
            </p:nvPr>
          </p:nvSpPr>
          <p:spPr bwMode="auto">
            <a:xfrm rot="1363540">
              <a:off x="9632402" y="4170211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20"/>
            <p:cNvSpPr/>
            <p:nvPr userDrawn="1">
              <p:custDataLst>
                <p:tags r:id="rId147"/>
              </p:custDataLst>
            </p:nvPr>
          </p:nvSpPr>
          <p:spPr bwMode="auto">
            <a:xfrm rot="20253209">
              <a:off x="9453758" y="2862991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8" name="组合 67"/>
            <p:cNvGrpSpPr/>
            <p:nvPr userDrawn="1"/>
          </p:nvGrpSpPr>
          <p:grpSpPr>
            <a:xfrm rot="2116298">
              <a:off x="10526081" y="3505998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19" name="Freeform 5"/>
              <p:cNvSpPr/>
              <p:nvPr userDrawn="1">
                <p:custDataLst>
                  <p:tags r:id="rId148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0" name="Freeform 6"/>
              <p:cNvSpPr/>
              <p:nvPr userDrawn="1">
                <p:custDataLst>
                  <p:tags r:id="rId149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1" name="Freeform 7"/>
              <p:cNvSpPr/>
              <p:nvPr userDrawn="1">
                <p:custDataLst>
                  <p:tags r:id="rId150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2" name="Freeform 8"/>
              <p:cNvSpPr/>
              <p:nvPr userDrawn="1">
                <p:custDataLst>
                  <p:tags r:id="rId151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3" name="Freeform 9"/>
              <p:cNvSpPr/>
              <p:nvPr userDrawn="1">
                <p:custDataLst>
                  <p:tags r:id="rId152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9" name="组合 68"/>
            <p:cNvGrpSpPr/>
            <p:nvPr userDrawn="1"/>
          </p:nvGrpSpPr>
          <p:grpSpPr>
            <a:xfrm rot="19680185">
              <a:off x="7879804" y="2119955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17" name="Freeform 26"/>
              <p:cNvSpPr>
                <a:spLocks noEditPoints="1"/>
              </p:cNvSpPr>
              <p:nvPr userDrawn="1">
                <p:custDataLst>
                  <p:tags r:id="rId153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8" name="Freeform 27"/>
              <p:cNvSpPr/>
              <p:nvPr userDrawn="1">
                <p:custDataLst>
                  <p:tags r:id="rId154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0" name="Freeform 29"/>
            <p:cNvSpPr>
              <a:spLocks noEditPoints="1"/>
            </p:cNvSpPr>
            <p:nvPr userDrawn="1">
              <p:custDataLst>
                <p:tags r:id="rId155"/>
              </p:custDataLst>
            </p:nvPr>
          </p:nvSpPr>
          <p:spPr bwMode="auto">
            <a:xfrm>
              <a:off x="10055814" y="1128906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5"/>
            <p:cNvSpPr>
              <a:spLocks noEditPoints="1"/>
            </p:cNvSpPr>
            <p:nvPr userDrawn="1">
              <p:custDataLst>
                <p:tags r:id="rId156"/>
              </p:custDataLst>
            </p:nvPr>
          </p:nvSpPr>
          <p:spPr bwMode="auto">
            <a:xfrm rot="1264384">
              <a:off x="11021415" y="424203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2" name="组合 71"/>
            <p:cNvGrpSpPr/>
            <p:nvPr userDrawn="1"/>
          </p:nvGrpSpPr>
          <p:grpSpPr>
            <a:xfrm rot="1013132">
              <a:off x="10896206" y="2815985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10" name="Freeform 12"/>
              <p:cNvSpPr>
                <a:spLocks noEditPoints="1"/>
              </p:cNvSpPr>
              <p:nvPr userDrawn="1">
                <p:custDataLst>
                  <p:tags r:id="rId157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1" name="Freeform 13"/>
              <p:cNvSpPr/>
              <p:nvPr userDrawn="1">
                <p:custDataLst>
                  <p:tags r:id="rId158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2" name="Freeform 14"/>
              <p:cNvSpPr/>
              <p:nvPr userDrawn="1">
                <p:custDataLst>
                  <p:tags r:id="rId159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3" name="Freeform 15"/>
              <p:cNvSpPr/>
              <p:nvPr userDrawn="1">
                <p:custDataLst>
                  <p:tags r:id="rId160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4" name="Freeform 16"/>
              <p:cNvSpPr/>
              <p:nvPr userDrawn="1">
                <p:custDataLst>
                  <p:tags r:id="rId161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" name="Freeform 17"/>
              <p:cNvSpPr/>
              <p:nvPr userDrawn="1">
                <p:custDataLst>
                  <p:tags r:id="rId162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6" name="Freeform 18"/>
              <p:cNvSpPr/>
              <p:nvPr userDrawn="1">
                <p:custDataLst>
                  <p:tags r:id="rId163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3" name="组合 72"/>
            <p:cNvGrpSpPr/>
            <p:nvPr userDrawn="1"/>
          </p:nvGrpSpPr>
          <p:grpSpPr>
            <a:xfrm>
              <a:off x="11093096" y="132520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08" name="Freeform 19"/>
              <p:cNvSpPr>
                <a:spLocks noEditPoints="1"/>
              </p:cNvSpPr>
              <p:nvPr userDrawn="1">
                <p:custDataLst>
                  <p:tags r:id="rId164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9" name="Freeform 20"/>
              <p:cNvSpPr/>
              <p:nvPr userDrawn="1">
                <p:custDataLst>
                  <p:tags r:id="rId165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4" name="组合 73"/>
            <p:cNvGrpSpPr/>
            <p:nvPr userDrawn="1"/>
          </p:nvGrpSpPr>
          <p:grpSpPr>
            <a:xfrm rot="1013132">
              <a:off x="6176564" y="5290989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01" name="Freeform 12"/>
              <p:cNvSpPr>
                <a:spLocks noEditPoints="1"/>
              </p:cNvSpPr>
              <p:nvPr userDrawn="1">
                <p:custDataLst>
                  <p:tags r:id="rId166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2" name="Freeform 13"/>
              <p:cNvSpPr/>
              <p:nvPr userDrawn="1">
                <p:custDataLst>
                  <p:tags r:id="rId167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3" name="Freeform 14"/>
              <p:cNvSpPr/>
              <p:nvPr userDrawn="1">
                <p:custDataLst>
                  <p:tags r:id="rId168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4" name="Freeform 15"/>
              <p:cNvSpPr/>
              <p:nvPr userDrawn="1">
                <p:custDataLst>
                  <p:tags r:id="rId169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5" name="Freeform 16"/>
              <p:cNvSpPr/>
              <p:nvPr userDrawn="1">
                <p:custDataLst>
                  <p:tags r:id="rId170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6" name="Freeform 17"/>
              <p:cNvSpPr/>
              <p:nvPr userDrawn="1">
                <p:custDataLst>
                  <p:tags r:id="rId171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7" name="Freeform 18"/>
              <p:cNvSpPr/>
              <p:nvPr userDrawn="1">
                <p:custDataLst>
                  <p:tags r:id="rId172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5" name="Freeform 19"/>
            <p:cNvSpPr>
              <a:spLocks noEditPoints="1"/>
            </p:cNvSpPr>
            <p:nvPr userDrawn="1">
              <p:custDataLst>
                <p:tags r:id="rId173"/>
              </p:custDataLst>
            </p:nvPr>
          </p:nvSpPr>
          <p:spPr bwMode="auto">
            <a:xfrm rot="3628785">
              <a:off x="4614671" y="65222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Freeform 7"/>
            <p:cNvSpPr>
              <a:spLocks noEditPoints="1"/>
            </p:cNvSpPr>
            <p:nvPr userDrawn="1">
              <p:custDataLst>
                <p:tags r:id="rId174"/>
              </p:custDataLst>
            </p:nvPr>
          </p:nvSpPr>
          <p:spPr bwMode="auto">
            <a:xfrm rot="20132266">
              <a:off x="-807207" y="5977073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7" name="组合 76"/>
            <p:cNvGrpSpPr/>
            <p:nvPr userDrawn="1"/>
          </p:nvGrpSpPr>
          <p:grpSpPr>
            <a:xfrm rot="21086915">
              <a:off x="11056807" y="581802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99" name="Freeform 26"/>
              <p:cNvSpPr>
                <a:spLocks noEditPoints="1"/>
              </p:cNvSpPr>
              <p:nvPr userDrawn="1">
                <p:custDataLst>
                  <p:tags r:id="rId175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0" name="Freeform 27"/>
              <p:cNvSpPr/>
              <p:nvPr userDrawn="1">
                <p:custDataLst>
                  <p:tags r:id="rId176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8" name="组 215"/>
            <p:cNvGrpSpPr/>
            <p:nvPr userDrawn="1"/>
          </p:nvGrpSpPr>
          <p:grpSpPr>
            <a:xfrm rot="2803540">
              <a:off x="9225928" y="-1135170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95" name="Freeform 13"/>
              <p:cNvSpPr>
                <a:spLocks noEditPoints="1"/>
              </p:cNvSpPr>
              <p:nvPr userDrawn="1">
                <p:custDataLst>
                  <p:tags r:id="rId177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6" name="Freeform 14"/>
              <p:cNvSpPr/>
              <p:nvPr userDrawn="1">
                <p:custDataLst>
                  <p:tags r:id="rId178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7" name="Freeform 15"/>
              <p:cNvSpPr/>
              <p:nvPr userDrawn="1">
                <p:custDataLst>
                  <p:tags r:id="rId179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8" name="Freeform 17"/>
              <p:cNvSpPr>
                <a:spLocks noEditPoints="1"/>
              </p:cNvSpPr>
              <p:nvPr userDrawn="1">
                <p:custDataLst>
                  <p:tags r:id="rId180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9" name="组合 78"/>
            <p:cNvGrpSpPr/>
            <p:nvPr userDrawn="1"/>
          </p:nvGrpSpPr>
          <p:grpSpPr>
            <a:xfrm>
              <a:off x="5624277" y="6060101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93" name="Freeform 19"/>
              <p:cNvSpPr>
                <a:spLocks noEditPoints="1"/>
              </p:cNvSpPr>
              <p:nvPr userDrawn="1">
                <p:custDataLst>
                  <p:tags r:id="rId181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4" name="Freeform 20"/>
              <p:cNvSpPr/>
              <p:nvPr userDrawn="1">
                <p:custDataLst>
                  <p:tags r:id="rId182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0" name="Freeform 9"/>
            <p:cNvSpPr>
              <a:spLocks noEditPoints="1"/>
            </p:cNvSpPr>
            <p:nvPr userDrawn="1">
              <p:custDataLst>
                <p:tags r:id="rId183"/>
              </p:custDataLst>
            </p:nvPr>
          </p:nvSpPr>
          <p:spPr bwMode="auto">
            <a:xfrm>
              <a:off x="11714474" y="3298829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1" name="组合 80"/>
            <p:cNvGrpSpPr/>
            <p:nvPr userDrawn="1"/>
          </p:nvGrpSpPr>
          <p:grpSpPr>
            <a:xfrm rot="2116298">
              <a:off x="718678" y="6474358"/>
              <a:ext cx="1228067" cy="1069643"/>
              <a:chOff x="501650" y="3292475"/>
              <a:chExt cx="1735138" cy="1511300"/>
            </a:xfrm>
            <a:grpFill/>
          </p:grpSpPr>
          <p:sp>
            <p:nvSpPr>
              <p:cNvPr id="88" name="Freeform 5"/>
              <p:cNvSpPr/>
              <p:nvPr userDrawn="1">
                <p:custDataLst>
                  <p:tags r:id="rId184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9" name="Freeform 6"/>
              <p:cNvSpPr/>
              <p:nvPr userDrawn="1">
                <p:custDataLst>
                  <p:tags r:id="rId185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0" name="Freeform 7"/>
              <p:cNvSpPr/>
              <p:nvPr userDrawn="1">
                <p:custDataLst>
                  <p:tags r:id="rId186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1" name="Freeform 8"/>
              <p:cNvSpPr/>
              <p:nvPr userDrawn="1">
                <p:custDataLst>
                  <p:tags r:id="rId187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2" name="Freeform 9"/>
              <p:cNvSpPr/>
              <p:nvPr userDrawn="1">
                <p:custDataLst>
                  <p:tags r:id="rId188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2" name="Freeform 7"/>
            <p:cNvSpPr>
              <a:spLocks noEditPoints="1"/>
            </p:cNvSpPr>
            <p:nvPr userDrawn="1">
              <p:custDataLst>
                <p:tags r:id="rId189"/>
              </p:custDataLst>
            </p:nvPr>
          </p:nvSpPr>
          <p:spPr bwMode="auto">
            <a:xfrm rot="20132266">
              <a:off x="9763146" y="-24895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3" name="组合 82"/>
            <p:cNvGrpSpPr/>
            <p:nvPr userDrawn="1"/>
          </p:nvGrpSpPr>
          <p:grpSpPr>
            <a:xfrm rot="1406730">
              <a:off x="10767933" y="542444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86" name="Freeform 19"/>
              <p:cNvSpPr>
                <a:spLocks noEditPoints="1"/>
              </p:cNvSpPr>
              <p:nvPr userDrawn="1">
                <p:custDataLst>
                  <p:tags r:id="rId190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7" name="Freeform 20"/>
              <p:cNvSpPr/>
              <p:nvPr userDrawn="1">
                <p:custDataLst>
                  <p:tags r:id="rId191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4" name="Freeform 19"/>
            <p:cNvSpPr>
              <a:spLocks noEditPoints="1"/>
            </p:cNvSpPr>
            <p:nvPr userDrawn="1">
              <p:custDataLst>
                <p:tags r:id="rId192"/>
              </p:custDataLst>
            </p:nvPr>
          </p:nvSpPr>
          <p:spPr bwMode="auto">
            <a:xfrm rot="21418795">
              <a:off x="11264443" y="4898673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7"/>
            <p:cNvSpPr>
              <a:spLocks noEditPoints="1"/>
            </p:cNvSpPr>
            <p:nvPr userDrawn="1">
              <p:custDataLst>
                <p:tags r:id="rId193"/>
              </p:custDataLst>
            </p:nvPr>
          </p:nvSpPr>
          <p:spPr bwMode="auto">
            <a:xfrm rot="20132266">
              <a:off x="-1305" y="137588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910386" y="256837"/>
            <a:ext cx="5526505" cy="657559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形 8" descr="书籍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10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logo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>
            <p:custDataLst>
              <p:tags r:id="rId13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/>
          </p:cNvSpPr>
          <p:nvPr>
            <p:ph type="pic" sz="quarter" idx="17"/>
            <p:custDataLst>
              <p:tags r:id="rId2"/>
            </p:custDataLst>
          </p:nvPr>
        </p:nvSpPr>
        <p:spPr>
          <a:xfrm>
            <a:off x="4064000" y="441961"/>
            <a:ext cx="4368800" cy="3083564"/>
          </a:xfrm>
          <a:custGeom>
            <a:avLst/>
            <a:gdLst/>
            <a:ahLst/>
            <a:cxnLst/>
            <a:rect l="l" t="t" r="r" b="b"/>
            <a:pathLst>
              <a:path w="3276600" h="3124200">
                <a:moveTo>
                  <a:pt x="3028950" y="0"/>
                </a:moveTo>
                <a:cubicBezTo>
                  <a:pt x="3165723" y="0"/>
                  <a:pt x="3276600" y="110877"/>
                  <a:pt x="3276600" y="247650"/>
                </a:cubicBezTo>
                <a:lnTo>
                  <a:pt x="3276600" y="2876550"/>
                </a:lnTo>
                <a:cubicBezTo>
                  <a:pt x="3276600" y="3013323"/>
                  <a:pt x="3165723" y="3124200"/>
                  <a:pt x="3028950" y="3124200"/>
                </a:cubicBezTo>
                <a:cubicBezTo>
                  <a:pt x="2892177" y="3124200"/>
                  <a:pt x="2781300" y="3013323"/>
                  <a:pt x="2781300" y="2876550"/>
                </a:cubicBezTo>
                <a:lnTo>
                  <a:pt x="2781300" y="247650"/>
                </a:lnTo>
                <a:cubicBezTo>
                  <a:pt x="2781300" y="110877"/>
                  <a:pt x="2892177" y="0"/>
                  <a:pt x="3028950" y="0"/>
                </a:cubicBezTo>
                <a:close/>
                <a:moveTo>
                  <a:pt x="2317750" y="0"/>
                </a:moveTo>
                <a:cubicBezTo>
                  <a:pt x="2454523" y="0"/>
                  <a:pt x="2565400" y="110877"/>
                  <a:pt x="2565400" y="247650"/>
                </a:cubicBezTo>
                <a:lnTo>
                  <a:pt x="2565400" y="2876550"/>
                </a:lnTo>
                <a:cubicBezTo>
                  <a:pt x="2565400" y="3013323"/>
                  <a:pt x="2454523" y="3124200"/>
                  <a:pt x="2317750" y="3124200"/>
                </a:cubicBezTo>
                <a:cubicBezTo>
                  <a:pt x="2180977" y="3124200"/>
                  <a:pt x="2070100" y="3013323"/>
                  <a:pt x="2070100" y="2876550"/>
                </a:cubicBezTo>
                <a:lnTo>
                  <a:pt x="2070100" y="247650"/>
                </a:lnTo>
                <a:cubicBezTo>
                  <a:pt x="2070100" y="110877"/>
                  <a:pt x="2180977" y="0"/>
                  <a:pt x="2317750" y="0"/>
                </a:cubicBezTo>
                <a:close/>
                <a:moveTo>
                  <a:pt x="1606550" y="0"/>
                </a:moveTo>
                <a:cubicBezTo>
                  <a:pt x="1743323" y="0"/>
                  <a:pt x="1854200" y="110877"/>
                  <a:pt x="1854200" y="247650"/>
                </a:cubicBezTo>
                <a:lnTo>
                  <a:pt x="1854200" y="2876550"/>
                </a:lnTo>
                <a:cubicBezTo>
                  <a:pt x="1854200" y="3013323"/>
                  <a:pt x="1743323" y="3124200"/>
                  <a:pt x="1606550" y="3124200"/>
                </a:cubicBezTo>
                <a:cubicBezTo>
                  <a:pt x="1469777" y="3124200"/>
                  <a:pt x="1358900" y="3013323"/>
                  <a:pt x="1358900" y="2876550"/>
                </a:cubicBezTo>
                <a:lnTo>
                  <a:pt x="1358900" y="247650"/>
                </a:lnTo>
                <a:cubicBezTo>
                  <a:pt x="1358900" y="110877"/>
                  <a:pt x="1469777" y="0"/>
                  <a:pt x="1606550" y="0"/>
                </a:cubicBezTo>
                <a:close/>
                <a:moveTo>
                  <a:pt x="958850" y="0"/>
                </a:moveTo>
                <a:cubicBezTo>
                  <a:pt x="1095623" y="0"/>
                  <a:pt x="1206500" y="110877"/>
                  <a:pt x="1206500" y="247650"/>
                </a:cubicBezTo>
                <a:lnTo>
                  <a:pt x="1206500" y="2876550"/>
                </a:lnTo>
                <a:cubicBezTo>
                  <a:pt x="1206500" y="3013323"/>
                  <a:pt x="1095623" y="3124200"/>
                  <a:pt x="958850" y="3124200"/>
                </a:cubicBezTo>
                <a:cubicBezTo>
                  <a:pt x="822077" y="3124200"/>
                  <a:pt x="711200" y="3013323"/>
                  <a:pt x="711200" y="2876550"/>
                </a:cubicBezTo>
                <a:lnTo>
                  <a:pt x="711200" y="247650"/>
                </a:lnTo>
                <a:cubicBezTo>
                  <a:pt x="711200" y="110877"/>
                  <a:pt x="822077" y="0"/>
                  <a:pt x="958850" y="0"/>
                </a:cubicBezTo>
                <a:close/>
                <a:moveTo>
                  <a:pt x="247650" y="0"/>
                </a:moveTo>
                <a:cubicBezTo>
                  <a:pt x="384423" y="0"/>
                  <a:pt x="495300" y="110877"/>
                  <a:pt x="495300" y="247650"/>
                </a:cubicBezTo>
                <a:lnTo>
                  <a:pt x="495300" y="2876550"/>
                </a:lnTo>
                <a:cubicBezTo>
                  <a:pt x="495300" y="3013323"/>
                  <a:pt x="384423" y="3124200"/>
                  <a:pt x="247650" y="3124200"/>
                </a:cubicBezTo>
                <a:cubicBezTo>
                  <a:pt x="110877" y="3124200"/>
                  <a:pt x="0" y="3013323"/>
                  <a:pt x="0" y="28765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3954706" y="3801452"/>
            <a:ext cx="4511964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00" b="1">
                <a:solidFill>
                  <a:schemeClr val="bg1"/>
                </a:solidFill>
                <a:latin typeface="Lato Hairline" panose="020F0202020204030203"/>
                <a:cs typeface="Lato Hairline" panose="020F0202020204030203"/>
              </a:defRPr>
            </a:lvl1pPr>
          </a:lstStyle>
          <a:p>
            <a:pPr lvl="0"/>
            <a:r>
              <a:rPr lang="es-ES_tradnl" dirty="0"/>
              <a:t>TITLE HERE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  <p:custDataLst>
              <p:tags r:id="rId4"/>
            </p:custDataLst>
          </p:nvPr>
        </p:nvSpPr>
        <p:spPr>
          <a:xfrm>
            <a:off x="3954706" y="4385250"/>
            <a:ext cx="4511964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chemeClr val="accent3"/>
                </a:solidFill>
                <a:latin typeface="Lato Light" panose="020F0302020204030203"/>
                <a:cs typeface="Lato Light" panose="020F0302020204030203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  <p:custDataLst>
              <p:tags r:id="rId5"/>
            </p:custDataLst>
          </p:nvPr>
        </p:nvSpPr>
        <p:spPr>
          <a:xfrm>
            <a:off x="3975167" y="4817825"/>
            <a:ext cx="4488039" cy="153686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6" Type="http://schemas.openxmlformats.org/officeDocument/2006/relationships/theme" Target="../theme/theme2.xml"/><Relationship Id="rId15" Type="http://schemas.openxmlformats.org/officeDocument/2006/relationships/tags" Target="../tags/tag324.xml"/><Relationship Id="rId14" Type="http://schemas.openxmlformats.org/officeDocument/2006/relationships/tags" Target="../tags/tag323.xml"/><Relationship Id="rId13" Type="http://schemas.openxmlformats.org/officeDocument/2006/relationships/tags" Target="../tags/tag322.xml"/><Relationship Id="rId12" Type="http://schemas.openxmlformats.org/officeDocument/2006/relationships/tags" Target="../tags/tag321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29.xml"/><Relationship Id="rId4" Type="http://schemas.openxmlformats.org/officeDocument/2006/relationships/tags" Target="../tags/tag328.xml"/><Relationship Id="rId3" Type="http://schemas.openxmlformats.org/officeDocument/2006/relationships/tags" Target="../tags/tag327.xml"/><Relationship Id="rId2" Type="http://schemas.openxmlformats.org/officeDocument/2006/relationships/tags" Target="../tags/tag326.xml"/><Relationship Id="rId1" Type="http://schemas.openxmlformats.org/officeDocument/2006/relationships/tags" Target="../tags/tag3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1.xml"/><Relationship Id="rId1" Type="http://schemas.openxmlformats.org/officeDocument/2006/relationships/tags" Target="../tags/tag3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3.xml"/><Relationship Id="rId1" Type="http://schemas.openxmlformats.org/officeDocument/2006/relationships/tags" Target="../tags/tag3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5.xml"/><Relationship Id="rId1" Type="http://schemas.openxmlformats.org/officeDocument/2006/relationships/tags" Target="../tags/tag33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7.xml"/><Relationship Id="rId1" Type="http://schemas.openxmlformats.org/officeDocument/2006/relationships/tags" Target="../tags/tag33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9.xml"/><Relationship Id="rId1" Type="http://schemas.openxmlformats.org/officeDocument/2006/relationships/tags" Target="../tags/tag33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41.xml"/><Relationship Id="rId1" Type="http://schemas.openxmlformats.org/officeDocument/2006/relationships/tags" Target="../tags/tag340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43.xml"/><Relationship Id="rId2" Type="http://schemas.openxmlformats.org/officeDocument/2006/relationships/image" Target="../media/image4.png"/><Relationship Id="rId1" Type="http://schemas.openxmlformats.org/officeDocument/2006/relationships/tags" Target="../tags/tag34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45.xml"/><Relationship Id="rId2" Type="http://schemas.openxmlformats.org/officeDocument/2006/relationships/image" Target="../media/image4.png"/><Relationship Id="rId1" Type="http://schemas.openxmlformats.org/officeDocument/2006/relationships/tags" Target="../tags/tag344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4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346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49.xml"/><Relationship Id="rId2" Type="http://schemas.openxmlformats.org/officeDocument/2006/relationships/image" Target="../media/image4.png"/><Relationship Id="rId1" Type="http://schemas.openxmlformats.org/officeDocument/2006/relationships/tags" Target="../tags/tag348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51.xml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tags" Target="../tags/tag350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53.xml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tags" Target="../tags/tag352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55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tags" Target="../tags/tag35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7" Type="http://schemas.openxmlformats.org/officeDocument/2006/relationships/tags" Target="../tags/tag35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tags" Target="../tags/tag356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59.xml"/><Relationship Id="rId2" Type="http://schemas.openxmlformats.org/officeDocument/2006/relationships/image" Target="../media/image4.png"/><Relationship Id="rId1" Type="http://schemas.openxmlformats.org/officeDocument/2006/relationships/tags" Target="../tags/tag35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61.xml"/><Relationship Id="rId1" Type="http://schemas.openxmlformats.org/officeDocument/2006/relationships/tags" Target="../tags/tag360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66.xml"/><Relationship Id="rId4" Type="http://schemas.openxmlformats.org/officeDocument/2006/relationships/tags" Target="../tags/tag365.xml"/><Relationship Id="rId3" Type="http://schemas.openxmlformats.org/officeDocument/2006/relationships/tags" Target="../tags/tag364.xml"/><Relationship Id="rId2" Type="http://schemas.openxmlformats.org/officeDocument/2006/relationships/tags" Target="../tags/tag363.xml"/><Relationship Id="rId1" Type="http://schemas.openxmlformats.org/officeDocument/2006/relationships/tags" Target="../tags/tag3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50631" y="1779835"/>
            <a:ext cx="9144000" cy="1260058"/>
          </a:xfrm>
        </p:spPr>
        <p:txBody>
          <a:bodyPr>
            <a:normAutofit/>
          </a:bodyPr>
          <a:lstStyle/>
          <a:p>
            <a:r>
              <a:rPr lang="zh-CN" altLang="en-US" sz="3900" dirty="0">
                <a:solidFill>
                  <a:schemeClr val="bg1"/>
                </a:solidFill>
              </a:rPr>
              <a:t>基于</a:t>
            </a:r>
            <a:r>
              <a:rPr lang="en-US" altLang="zh-CN" sz="3900" dirty="0">
                <a:solidFill>
                  <a:schemeClr val="bg1"/>
                </a:solidFill>
              </a:rPr>
              <a:t>Flush+Reload</a:t>
            </a:r>
            <a:r>
              <a:rPr lang="zh-CN" altLang="en-US" sz="3900" dirty="0">
                <a:solidFill>
                  <a:schemeClr val="bg1"/>
                </a:solidFill>
              </a:rPr>
              <a:t>的</a:t>
            </a:r>
            <a:br>
              <a:rPr lang="zh-CN" altLang="en-US" sz="3900" dirty="0">
                <a:solidFill>
                  <a:schemeClr val="bg1"/>
                </a:solidFill>
              </a:rPr>
            </a:br>
            <a:r>
              <a:rPr lang="en-US" altLang="zh-CN" sz="3900" dirty="0">
                <a:solidFill>
                  <a:schemeClr val="bg1"/>
                </a:solidFill>
              </a:rPr>
              <a:t>AES</a:t>
            </a:r>
            <a:r>
              <a:rPr lang="zh-CN" altLang="en-US" sz="3900" dirty="0">
                <a:solidFill>
                  <a:schemeClr val="bg1"/>
                </a:solidFill>
              </a:rPr>
              <a:t>算法</a:t>
            </a:r>
            <a:r>
              <a:rPr lang="en-US" altLang="zh-CN" sz="3900" dirty="0">
                <a:solidFill>
                  <a:schemeClr val="bg1"/>
                </a:solidFill>
              </a:rPr>
              <a:t>Cache</a:t>
            </a:r>
            <a:r>
              <a:rPr lang="zh-CN" altLang="en-US" sz="3900" dirty="0">
                <a:solidFill>
                  <a:schemeClr val="bg1"/>
                </a:solidFill>
              </a:rPr>
              <a:t>计时攻击</a:t>
            </a:r>
            <a:endParaRPr lang="zh-CN" altLang="en-US" sz="39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杨宇鑫</a:t>
            </a:r>
            <a:endParaRPr lang="en-US" altLang="zh-CN" dirty="0">
              <a:solidFill>
                <a:schemeClr val="accent1"/>
              </a:solidFill>
              <a:latin typeface="+mj-lt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2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026.03.25</a:t>
            </a:r>
            <a:endParaRPr lang="zh-CN" altLang="en-US">
              <a:latin typeface="+mj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AES192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192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×6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13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12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10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MixColumns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AES192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192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×6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13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12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10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MixColumns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>
                <a:solidFill>
                  <a:srgbClr val="00B050"/>
                </a:solidFill>
              </a:rPr>
              <a:t> 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38760" y="4112260"/>
            <a:ext cx="115214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SubBytes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ShiftRows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10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轮标准轮：</a:t>
            </a:r>
            <a:r>
              <a:rPr lang="zh-CN" altLang="en-US">
                <a:sym typeface="+mn-ea"/>
              </a:rPr>
              <a:t>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最终轮：</a:t>
            </a:r>
            <a:r>
              <a:rPr lang="zh-CN" altLang="en-US">
                <a:sym typeface="+mn-ea"/>
              </a:rPr>
              <a:t>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盒结果的那些字节（因为不进行列混淆），然后与轮密钥异或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AES192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192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×6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13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12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10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                          </a:t>
            </a:r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r>
              <a:rPr lang="en-US" altLang="zh-CN"/>
              <a:t>            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             </a:t>
            </a:r>
            <a:r>
              <a:rPr lang="zh-CN" altLang="en-US">
                <a:solidFill>
                  <a:srgbClr val="00B050"/>
                </a:solidFill>
              </a:rPr>
              <a:t> 查T表  </a:t>
            </a:r>
            <a:r>
              <a:rPr lang="en-US" altLang="zh-CN"/>
              <a:t>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38760" y="4112260"/>
            <a:ext cx="115214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SubBytes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ShiftRows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10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轮标准轮：</a:t>
            </a:r>
            <a:r>
              <a:rPr lang="zh-CN" altLang="en-US">
                <a:sym typeface="+mn-ea"/>
              </a:rPr>
              <a:t>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最终轮：</a:t>
            </a:r>
            <a:r>
              <a:rPr lang="zh-CN" altLang="en-US">
                <a:sym typeface="+mn-ea"/>
              </a:rPr>
              <a:t>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盒结果的那些字节（因为不进行列混淆），然后与轮密钥异或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AES256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256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×8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15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14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12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MixColumns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AES256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256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×8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15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14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12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MixColumns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38760" y="4094480"/>
            <a:ext cx="1162939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SubBytes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ShiftRows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12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轮标准轮：</a:t>
            </a:r>
            <a:r>
              <a:rPr lang="zh-CN" altLang="en-US">
                <a:sym typeface="+mn-ea"/>
              </a:rPr>
              <a:t>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最终轮：</a:t>
            </a:r>
            <a:r>
              <a:rPr lang="zh-CN" altLang="en-US">
                <a:sym typeface="+mn-ea"/>
              </a:rPr>
              <a:t>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盒结果的那些字节（因为不进行列混淆），然后与轮密钥异或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AES256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256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×8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15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14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12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                          </a:t>
            </a:r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r>
              <a:rPr lang="en-US" altLang="zh-CN"/>
              <a:t>            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            </a:t>
            </a:r>
            <a:r>
              <a:rPr lang="zh-CN" altLang="en-US">
                <a:solidFill>
                  <a:srgbClr val="00B050"/>
                </a:solidFill>
              </a:rPr>
              <a:t>  查T表    </a:t>
            </a:r>
            <a:r>
              <a:rPr lang="en-US" altLang="zh-CN"/>
              <a:t>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38760" y="4094480"/>
            <a:ext cx="1162939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SubBytes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ShiftRows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12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轮标准轮：</a:t>
            </a:r>
            <a:r>
              <a:rPr lang="zh-CN" altLang="en-US">
                <a:sym typeface="+mn-ea"/>
              </a:rPr>
              <a:t>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最终轮：</a:t>
            </a:r>
            <a:r>
              <a:rPr lang="zh-CN" altLang="en-US">
                <a:sym typeface="+mn-ea"/>
              </a:rPr>
              <a:t>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盒结果的那些字节（因为不进行列混淆），然后与轮密钥异或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2.1 </a:t>
            </a:r>
            <a:r>
              <a:rPr lang="zh-CN" altLang="en-US">
                <a:solidFill>
                  <a:schemeClr val="bg1"/>
                </a:solidFill>
              </a:rPr>
              <a:t>攻击阶段一：恢复最后一轮密钥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445" y="963930"/>
            <a:ext cx="12187555" cy="2254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>
                <a:solidFill>
                  <a:schemeClr val="tx1"/>
                </a:solidFill>
              </a:rPr>
              <a:t>使用</a:t>
            </a:r>
            <a:r>
              <a:rPr lang="en-US" altLang="zh-CN" sz="2000">
                <a:solidFill>
                  <a:schemeClr val="tx1"/>
                </a:solidFill>
              </a:rPr>
              <a:t>flush and reload+</a:t>
            </a:r>
            <a:r>
              <a:rPr lang="zh-CN" altLang="en-US" sz="2000">
                <a:solidFill>
                  <a:schemeClr val="tx1"/>
                </a:solidFill>
              </a:rPr>
              <a:t>排除法恢复了</a:t>
            </a:r>
            <a:r>
              <a:rPr lang="en-US" altLang="zh-CN" sz="2000">
                <a:solidFill>
                  <a:schemeClr val="tx1"/>
                </a:solidFill>
              </a:rPr>
              <a:t>AES128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K10</a:t>
            </a:r>
            <a:r>
              <a:rPr lang="zh-CN" altLang="en-US" sz="2000">
                <a:solidFill>
                  <a:schemeClr val="tx1"/>
                </a:solidFill>
              </a:rPr>
              <a:t>、</a:t>
            </a:r>
            <a:r>
              <a:rPr lang="en-US" altLang="zh-CN" sz="2000">
                <a:solidFill>
                  <a:schemeClr val="tx1"/>
                </a:solidFill>
              </a:rPr>
              <a:t>AES192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K12</a:t>
            </a:r>
            <a:r>
              <a:rPr lang="zh-CN" altLang="en-US" sz="2000">
                <a:solidFill>
                  <a:schemeClr val="tx1"/>
                </a:solidFill>
              </a:rPr>
              <a:t>、</a:t>
            </a:r>
            <a:r>
              <a:rPr lang="en-US" altLang="zh-CN" sz="2000">
                <a:solidFill>
                  <a:schemeClr val="tx1"/>
                </a:solidFill>
              </a:rPr>
              <a:t>AES256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K14</a:t>
            </a:r>
            <a:endParaRPr lang="en-US" altLang="zh-CN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rgbClr val="2177F9"/>
                </a:solidFill>
              </a:rPr>
              <a:t>AES - 128</a:t>
            </a:r>
            <a:r>
              <a:rPr lang="en-US" altLang="zh-CN" sz="2000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rgbClr val="2177F9"/>
                </a:solidFill>
              </a:rPr>
              <a:t>只需最后一轮密钥即可逆向原始密钥。</a:t>
            </a:r>
            <a:r>
              <a:rPr lang="en-US" altLang="zh-CN" sz="2000">
                <a:solidFill>
                  <a:srgbClr val="00B050"/>
                </a:solidFill>
              </a:rPr>
              <a:t>恢复成功</a:t>
            </a:r>
            <a:r>
              <a:rPr lang="en-US" altLang="zh-CN" sz="2000">
                <a:solidFill>
                  <a:schemeClr val="tx1"/>
                </a:solidFill>
              </a:rPr>
              <a:t>。</a:t>
            </a:r>
            <a:endParaRPr lang="zh-CN" altLang="en-US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rgbClr val="2177F9"/>
                </a:solidFill>
              </a:rPr>
              <a:t>AES - 192 </a:t>
            </a:r>
            <a:r>
              <a:rPr lang="zh-CN" altLang="en-US"/>
              <a:t>轮密钥</a:t>
            </a:r>
            <a:r>
              <a:rPr lang="en-US" altLang="zh-CN"/>
              <a:t>: K0, K1, K2, ..., K12</a:t>
            </a:r>
            <a:r>
              <a:rPr lang="zh-CN" altLang="en-US"/>
              <a:t>，但只有</a:t>
            </a:r>
            <a:r>
              <a:rPr lang="en-US" altLang="zh-CN"/>
              <a:t>K12</a:t>
            </a:r>
            <a:r>
              <a:rPr lang="zh-CN" altLang="en-US"/>
              <a:t>无法推导原始密钥，需要知道</a:t>
            </a:r>
            <a:r>
              <a:rPr lang="en-US" altLang="zh-CN"/>
              <a:t> K12 </a:t>
            </a:r>
            <a:r>
              <a:rPr lang="zh-CN" altLang="en-US"/>
              <a:t>和</a:t>
            </a:r>
            <a:r>
              <a:rPr lang="en-US" altLang="zh-CN"/>
              <a:t> K11</a:t>
            </a:r>
            <a:r>
              <a:rPr lang="zh-CN" altLang="en-US"/>
              <a:t>（即最后两轮）才能逆向到</a:t>
            </a:r>
            <a:r>
              <a:rPr lang="en-US" altLang="zh-CN"/>
              <a:t> K10</a:t>
            </a:r>
            <a:r>
              <a:rPr lang="zh-CN" altLang="en-US"/>
              <a:t>，再结合</a:t>
            </a:r>
            <a:r>
              <a:rPr lang="en-US" altLang="zh-CN"/>
              <a:t> K11</a:t>
            </a:r>
            <a:r>
              <a:rPr lang="zh-CN" altLang="en-US"/>
              <a:t>、</a:t>
            </a:r>
            <a:r>
              <a:rPr lang="en-US" altLang="zh-CN"/>
              <a:t>K10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逐步回溯到原始密钥。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恢复失败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 sz="2000">
                <a:solidFill>
                  <a:srgbClr val="2177F9"/>
                </a:solidFill>
                <a:sym typeface="+mn-ea"/>
              </a:rPr>
              <a:t>AES - 256 </a:t>
            </a:r>
            <a:r>
              <a:rPr lang="zh-CN" altLang="en-US">
                <a:sym typeface="+mn-ea"/>
              </a:rPr>
              <a:t>轮密钥</a:t>
            </a:r>
            <a:r>
              <a:rPr lang="en-US" altLang="zh-CN">
                <a:sym typeface="+mn-ea"/>
              </a:rPr>
              <a:t>: K0, K1, K2, ..., K14</a:t>
            </a:r>
            <a:r>
              <a:rPr lang="zh-CN" altLang="en-US">
                <a:sym typeface="+mn-ea"/>
              </a:rPr>
              <a:t>，但只有</a:t>
            </a:r>
            <a:r>
              <a:rPr lang="en-US" altLang="zh-CN">
                <a:sym typeface="+mn-ea"/>
              </a:rPr>
              <a:t>K14</a:t>
            </a:r>
            <a:r>
              <a:rPr lang="zh-CN" altLang="en-US">
                <a:sym typeface="+mn-ea"/>
              </a:rPr>
              <a:t>无法推导原始密钥，需要知道</a:t>
            </a:r>
            <a:r>
              <a:rPr lang="en-US" altLang="zh-CN">
                <a:sym typeface="+mn-ea"/>
              </a:rPr>
              <a:t> K14 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 K13</a:t>
            </a:r>
            <a:r>
              <a:rPr lang="zh-CN" altLang="en-US">
                <a:sym typeface="+mn-ea"/>
              </a:rPr>
              <a:t>（即最后两轮）才能逆向到</a:t>
            </a:r>
            <a:r>
              <a:rPr lang="en-US" altLang="zh-CN">
                <a:sym typeface="+mn-ea"/>
              </a:rPr>
              <a:t> K12</a:t>
            </a:r>
            <a:r>
              <a:rPr lang="zh-CN" altLang="en-US">
                <a:sym typeface="+mn-ea"/>
              </a:rPr>
              <a:t>，再结合</a:t>
            </a:r>
            <a:r>
              <a:rPr lang="en-US" altLang="zh-CN">
                <a:sym typeface="+mn-ea"/>
              </a:rPr>
              <a:t> K13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K12 </a:t>
            </a:r>
            <a:r>
              <a:rPr lang="zh-CN" altLang="en-US">
                <a:sym typeface="+mn-ea"/>
              </a:rPr>
              <a:t>逐步回溯到原始密钥。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恢复失败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2.1 </a:t>
            </a:r>
            <a:r>
              <a:rPr lang="zh-CN" altLang="en-US">
                <a:solidFill>
                  <a:schemeClr val="bg1"/>
                </a:solidFill>
              </a:rPr>
              <a:t>攻击阶段一：恢复最后一轮密钥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445" y="963930"/>
            <a:ext cx="12187555" cy="2254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>
                <a:solidFill>
                  <a:schemeClr val="tx1"/>
                </a:solidFill>
              </a:rPr>
              <a:t>使用</a:t>
            </a:r>
            <a:r>
              <a:rPr lang="en-US" altLang="zh-CN" sz="2000">
                <a:solidFill>
                  <a:schemeClr val="tx1"/>
                </a:solidFill>
              </a:rPr>
              <a:t>flush and reload+</a:t>
            </a:r>
            <a:r>
              <a:rPr lang="zh-CN" altLang="en-US" sz="2000">
                <a:solidFill>
                  <a:schemeClr val="tx1"/>
                </a:solidFill>
              </a:rPr>
              <a:t>排除法恢复了</a:t>
            </a:r>
            <a:r>
              <a:rPr lang="en-US" altLang="zh-CN" sz="2000">
                <a:solidFill>
                  <a:schemeClr val="tx1"/>
                </a:solidFill>
              </a:rPr>
              <a:t>AES128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K10</a:t>
            </a:r>
            <a:r>
              <a:rPr lang="zh-CN" altLang="en-US" sz="2000">
                <a:solidFill>
                  <a:schemeClr val="tx1"/>
                </a:solidFill>
              </a:rPr>
              <a:t>、</a:t>
            </a:r>
            <a:r>
              <a:rPr lang="en-US" altLang="zh-CN" sz="2000">
                <a:solidFill>
                  <a:schemeClr val="tx1"/>
                </a:solidFill>
              </a:rPr>
              <a:t>AES192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K12</a:t>
            </a:r>
            <a:r>
              <a:rPr lang="zh-CN" altLang="en-US" sz="2000">
                <a:solidFill>
                  <a:schemeClr val="tx1"/>
                </a:solidFill>
              </a:rPr>
              <a:t>、</a:t>
            </a:r>
            <a:r>
              <a:rPr lang="en-US" altLang="zh-CN" sz="2000">
                <a:solidFill>
                  <a:schemeClr val="tx1"/>
                </a:solidFill>
              </a:rPr>
              <a:t>AES256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K14</a:t>
            </a:r>
            <a:endParaRPr lang="en-US" altLang="zh-CN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rgbClr val="2177F9"/>
                </a:solidFill>
              </a:rPr>
              <a:t>AES128</a:t>
            </a:r>
            <a:r>
              <a:rPr lang="en-US" altLang="zh-CN" sz="2000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rgbClr val="2177F9"/>
                </a:solidFill>
              </a:rPr>
              <a:t>只需最后一轮密钥即可逆向原始密钥。</a:t>
            </a:r>
            <a:r>
              <a:rPr lang="en-US" altLang="zh-CN" sz="2000">
                <a:solidFill>
                  <a:srgbClr val="00B050"/>
                </a:solidFill>
              </a:rPr>
              <a:t>恢复成功</a:t>
            </a:r>
            <a:r>
              <a:rPr lang="en-US" altLang="zh-CN" sz="2000">
                <a:solidFill>
                  <a:schemeClr val="tx1"/>
                </a:solidFill>
              </a:rPr>
              <a:t>。</a:t>
            </a:r>
            <a:endParaRPr lang="zh-CN" altLang="en-US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rgbClr val="2177F9"/>
                </a:solidFill>
              </a:rPr>
              <a:t>AES192 </a:t>
            </a:r>
            <a:r>
              <a:rPr lang="zh-CN" altLang="en-US"/>
              <a:t>轮密钥</a:t>
            </a:r>
            <a:r>
              <a:rPr lang="en-US" altLang="zh-CN"/>
              <a:t>: K0, K1, K2, ..., K12</a:t>
            </a:r>
            <a:r>
              <a:rPr lang="zh-CN" altLang="en-US"/>
              <a:t>，但只有</a:t>
            </a:r>
            <a:r>
              <a:rPr lang="en-US" altLang="zh-CN"/>
              <a:t>K12</a:t>
            </a:r>
            <a:r>
              <a:rPr lang="zh-CN" altLang="en-US"/>
              <a:t>无法推导原始密钥，需要知道</a:t>
            </a:r>
            <a:r>
              <a:rPr lang="en-US" altLang="zh-CN"/>
              <a:t> K12 </a:t>
            </a:r>
            <a:r>
              <a:rPr lang="zh-CN" altLang="en-US"/>
              <a:t>和</a:t>
            </a:r>
            <a:r>
              <a:rPr lang="en-US" altLang="zh-CN"/>
              <a:t> K11</a:t>
            </a:r>
            <a:r>
              <a:rPr lang="zh-CN" altLang="en-US"/>
              <a:t>（即最后两轮）才能逆向到</a:t>
            </a:r>
            <a:r>
              <a:rPr lang="en-US" altLang="zh-CN"/>
              <a:t> K10</a:t>
            </a:r>
            <a:r>
              <a:rPr lang="zh-CN" altLang="en-US"/>
              <a:t>，再结合</a:t>
            </a:r>
            <a:r>
              <a:rPr lang="en-US" altLang="zh-CN"/>
              <a:t> K11</a:t>
            </a:r>
            <a:r>
              <a:rPr lang="zh-CN" altLang="en-US"/>
              <a:t>、</a:t>
            </a:r>
            <a:r>
              <a:rPr lang="en-US" altLang="zh-CN"/>
              <a:t>K10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逐步回溯到原始密钥。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恢复失败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 sz="2000">
                <a:solidFill>
                  <a:srgbClr val="2177F9"/>
                </a:solidFill>
                <a:sym typeface="+mn-ea"/>
              </a:rPr>
              <a:t>AES256 </a:t>
            </a:r>
            <a:r>
              <a:rPr lang="zh-CN" altLang="en-US">
                <a:sym typeface="+mn-ea"/>
              </a:rPr>
              <a:t>轮密钥</a:t>
            </a:r>
            <a:r>
              <a:rPr lang="en-US" altLang="zh-CN">
                <a:sym typeface="+mn-ea"/>
              </a:rPr>
              <a:t>: K0, K1, K2, ..., K14</a:t>
            </a:r>
            <a:r>
              <a:rPr lang="zh-CN" altLang="en-US">
                <a:sym typeface="+mn-ea"/>
              </a:rPr>
              <a:t>，但只有</a:t>
            </a:r>
            <a:r>
              <a:rPr lang="en-US" altLang="zh-CN">
                <a:sym typeface="+mn-ea"/>
              </a:rPr>
              <a:t>K14</a:t>
            </a:r>
            <a:r>
              <a:rPr lang="zh-CN" altLang="en-US">
                <a:sym typeface="+mn-ea"/>
              </a:rPr>
              <a:t>无法推导原始密钥，需要知道</a:t>
            </a:r>
            <a:r>
              <a:rPr lang="en-US" altLang="zh-CN">
                <a:sym typeface="+mn-ea"/>
              </a:rPr>
              <a:t> K14 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 K13</a:t>
            </a:r>
            <a:r>
              <a:rPr lang="zh-CN" altLang="en-US">
                <a:sym typeface="+mn-ea"/>
              </a:rPr>
              <a:t>（即最后两轮）才能逆向到</a:t>
            </a:r>
            <a:r>
              <a:rPr lang="en-US" altLang="zh-CN">
                <a:sym typeface="+mn-ea"/>
              </a:rPr>
              <a:t> K12</a:t>
            </a:r>
            <a:r>
              <a:rPr lang="zh-CN" altLang="en-US">
                <a:sym typeface="+mn-ea"/>
              </a:rPr>
              <a:t>，再结合</a:t>
            </a:r>
            <a:r>
              <a:rPr lang="en-US" altLang="zh-CN">
                <a:sym typeface="+mn-ea"/>
              </a:rPr>
              <a:t> K13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K12 </a:t>
            </a:r>
            <a:r>
              <a:rPr lang="zh-CN" altLang="en-US">
                <a:sym typeface="+mn-ea"/>
              </a:rPr>
              <a:t>逐步回溯到原始密钥。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恢复失败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99390" y="3727450"/>
            <a:ext cx="11410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解决方案：</a:t>
            </a:r>
            <a:r>
              <a:rPr lang="en-US" altLang="zh-CN">
                <a:solidFill>
                  <a:schemeClr val="tx1"/>
                </a:solidFill>
              </a:rPr>
              <a:t>AES192</a:t>
            </a:r>
            <a:r>
              <a:rPr lang="zh-CN" altLang="en-US">
                <a:solidFill>
                  <a:schemeClr val="tx1"/>
                </a:solidFill>
              </a:rPr>
              <a:t>还需要恢复</a:t>
            </a:r>
            <a:r>
              <a:rPr lang="en-US" altLang="zh-CN">
                <a:solidFill>
                  <a:srgbClr val="FF0000"/>
                </a:solidFill>
              </a:rPr>
              <a:t>K11</a:t>
            </a:r>
            <a:r>
              <a:rPr lang="zh-CN" altLang="en-US">
                <a:solidFill>
                  <a:schemeClr val="tx1"/>
                </a:solidFill>
              </a:rPr>
              <a:t>，才能与</a:t>
            </a:r>
            <a:r>
              <a:rPr lang="en-US" altLang="zh-CN">
                <a:solidFill>
                  <a:schemeClr val="tx1"/>
                </a:solidFill>
              </a:rPr>
              <a:t>K12</a:t>
            </a:r>
            <a:r>
              <a:rPr lang="zh-CN" altLang="en-US">
                <a:solidFill>
                  <a:schemeClr val="tx1"/>
                </a:solidFill>
              </a:rPr>
              <a:t>一起逆向推导原始密钥。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                 AES256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还需要恢复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K13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，才能与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K14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一起逆向推导原始密钥。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攻击阶段二：恢复</a:t>
            </a:r>
            <a:r>
              <a:rPr lang="en-US" altLang="zh-CN">
                <a:solidFill>
                  <a:schemeClr val="bg1"/>
                </a:solidFill>
              </a:rPr>
              <a:t>K</a:t>
            </a:r>
            <a:r>
              <a:rPr lang="en-US" altLang="zh-CN">
                <a:solidFill>
                  <a:schemeClr val="bg1"/>
                </a:solidFill>
              </a:rPr>
              <a:t>d1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445" y="922655"/>
            <a:ext cx="12187555" cy="2254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AES192</a:t>
            </a:r>
            <a:r>
              <a:rPr lang="zh-CN" altLang="en-US"/>
              <a:t>的</a:t>
            </a:r>
            <a:r>
              <a:rPr lang="en-US" altLang="zh-CN"/>
              <a:t>K11</a:t>
            </a:r>
            <a:r>
              <a:rPr lang="zh-CN" altLang="en-US"/>
              <a:t>与</a:t>
            </a:r>
            <a:r>
              <a:rPr lang="en-US" altLang="zh-CN"/>
              <a:t>AES256</a:t>
            </a:r>
            <a:r>
              <a:rPr lang="zh-CN" altLang="en-US"/>
              <a:t>的</a:t>
            </a:r>
            <a:r>
              <a:rPr lang="en-US" altLang="zh-CN"/>
              <a:t>K13</a:t>
            </a:r>
            <a:r>
              <a:rPr lang="zh-CN" altLang="en-US"/>
              <a:t>恢复方法相同，以</a:t>
            </a:r>
            <a:r>
              <a:rPr lang="en-US" altLang="zh-CN">
                <a:solidFill>
                  <a:srgbClr val="FF0000"/>
                </a:solidFill>
              </a:rPr>
              <a:t>AES256</a:t>
            </a:r>
            <a:r>
              <a:rPr lang="zh-CN" altLang="en-US"/>
              <a:t>为例：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2540"/>
            <a:ext cx="6910070" cy="558546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5560" y="1305560"/>
            <a:ext cx="5048885" cy="23876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87325" y="2515235"/>
            <a:ext cx="2321560" cy="24765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330450" y="5603875"/>
            <a:ext cx="2153920" cy="37084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恢复</a:t>
            </a:r>
            <a:r>
              <a:rPr lang="en-US" altLang="zh-CN">
                <a:solidFill>
                  <a:schemeClr val="bg1"/>
                </a:solidFill>
              </a:rPr>
              <a:t>Kd1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en-US" altLang="zh-CN">
                <a:solidFill>
                  <a:schemeClr val="bg1"/>
                </a:solidFill>
              </a:rPr>
              <a:t>flush and reload+</a:t>
            </a:r>
            <a:r>
              <a:rPr lang="zh-CN" altLang="en-US">
                <a:solidFill>
                  <a:schemeClr val="bg1"/>
                </a:solidFill>
              </a:rPr>
              <a:t>排除法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445" y="937895"/>
            <a:ext cx="12187555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AES</a:t>
            </a:r>
            <a:r>
              <a:rPr lang="zh-CN" altLang="en-US"/>
              <a:t>解密</a:t>
            </a:r>
            <a:r>
              <a:rPr lang="zh-CN" altLang="en-US"/>
              <a:t>过程：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步骤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en-US" altLang="zh-CN"/>
              <a:t> </a:t>
            </a:r>
            <a:r>
              <a:rPr lang="en-US" altLang="zh-CN">
                <a:sym typeface="+mn-ea"/>
              </a:rPr>
              <a:t>AddRoundKey(Kd0)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D1 = D0 ⊕ Kd0</a:t>
            </a:r>
            <a:r>
              <a:rPr lang="zh-CN" altLang="en-US"/>
              <a:t>，其中</a:t>
            </a:r>
            <a:r>
              <a:rPr lang="en-US" altLang="zh-CN"/>
              <a:t> Kd0 = K12 (</a:t>
            </a:r>
            <a:r>
              <a:rPr lang="zh-CN" altLang="en-US"/>
              <a:t>已通过排除法恢复</a:t>
            </a:r>
            <a:r>
              <a:rPr lang="en-US" altLang="zh-CN"/>
              <a:t>)</a:t>
            </a:r>
            <a:r>
              <a:rPr lang="zh-CN" altLang="en-US"/>
              <a:t>，所以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D1 </a:t>
            </a:r>
            <a:r>
              <a:rPr lang="zh-CN" altLang="en-US">
                <a:solidFill>
                  <a:srgbClr val="2177F9"/>
                </a:solidFill>
              </a:rPr>
              <a:t>可以计算得到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步骤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en-US" altLang="zh-CN"/>
              <a:t> InvShiftRows + InvSubBytes + InvMixColumns</a:t>
            </a:r>
            <a:r>
              <a:rPr lang="zh-CN" altLang="en-US"/>
              <a:t>，使用</a:t>
            </a:r>
            <a:r>
              <a:rPr lang="en-US" altLang="zh-CN"/>
              <a:t>Td</a:t>
            </a:r>
            <a:r>
              <a:rPr lang="zh-CN" altLang="en-US"/>
              <a:t>表实现，计算中间值</a:t>
            </a:r>
            <a:r>
              <a:rPr lang="en-US" altLang="zh-CN"/>
              <a:t> IV1 </a:t>
            </a:r>
            <a:r>
              <a:rPr lang="zh-CN" altLang="en-US"/>
              <a:t>数组：</a:t>
            </a:r>
            <a:endParaRPr lang="en-US" altLang="zh-CN"/>
          </a:p>
          <a:p>
            <a:r>
              <a:rPr lang="en-US" altLang="zh-CN"/>
              <a:t>IV1[0] = Td0[D1[0]] ⊕ Td1[D1[13]] ⊕ Td2[D1[10]] ⊕ Td3[D1[7]]</a:t>
            </a:r>
            <a:endParaRPr lang="en-US" altLang="zh-CN"/>
          </a:p>
          <a:p>
            <a:r>
              <a:rPr lang="en-US" altLang="zh-CN"/>
              <a:t>IV1[1] = Td0[D1[4]] ⊕ Td1[D1[1]] ⊕ Td2[D1[14]] ⊕ Td3[D1[11]]</a:t>
            </a:r>
            <a:endParaRPr lang="en-US" altLang="zh-CN"/>
          </a:p>
          <a:p>
            <a:r>
              <a:rPr lang="en-US" altLang="zh-CN"/>
              <a:t>IV1[2] = Td0[D1[8]] ⊕ Td1[D1[5]] ⊕ Td2[D1[2]] ⊕ Td3[D1[15]]</a:t>
            </a:r>
            <a:endParaRPr lang="en-US" altLang="zh-CN"/>
          </a:p>
          <a:p>
            <a:r>
              <a:rPr lang="en-US" altLang="zh-CN"/>
              <a:t>IV1[3] = Td0[D1[12]] ⊕ Td1[D1[9]] ⊕ Td2[D1[6]] ⊕ Td3[D1[3]]</a:t>
            </a:r>
            <a:endParaRPr lang="en-US" altLang="zh-CN"/>
          </a:p>
          <a:p>
            <a:r>
              <a:rPr lang="zh-CN" altLang="en-US"/>
              <a:t>所以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IV1 </a:t>
            </a:r>
            <a:r>
              <a:rPr lang="zh-CN" altLang="en-US">
                <a:solidFill>
                  <a:srgbClr val="2177F9"/>
                </a:solidFill>
              </a:rPr>
              <a:t>可以计算得到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步骤</a:t>
            </a:r>
            <a:r>
              <a:rPr lang="en-US" altLang="zh-CN">
                <a:solidFill>
                  <a:srgbClr val="FF0000"/>
                </a:solidFill>
              </a:rPr>
              <a:t>3</a:t>
            </a:r>
            <a:r>
              <a:rPr lang="en-US" altLang="zh-CN"/>
              <a:t> AddRoundKey(Kd1)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D2 = IV1 ⊕ Kd1</a:t>
            </a:r>
            <a:r>
              <a:rPr lang="zh-CN" altLang="en-US"/>
              <a:t>，其中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Kd1 </a:t>
            </a:r>
            <a:r>
              <a:rPr lang="zh-CN" altLang="en-US">
                <a:solidFill>
                  <a:srgbClr val="2177F9"/>
                </a:solidFill>
              </a:rPr>
              <a:t>未知</a:t>
            </a:r>
            <a:r>
              <a:rPr lang="en-US" altLang="zh-CN"/>
              <a:t> (</a:t>
            </a:r>
            <a:r>
              <a:rPr lang="zh-CN" altLang="en-US"/>
              <a:t>需要恢复</a:t>
            </a:r>
            <a:r>
              <a:rPr lang="en-US" altLang="zh-CN"/>
              <a:t>)</a:t>
            </a:r>
            <a:r>
              <a:rPr lang="zh-CN" altLang="en-US"/>
              <a:t>，所以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D2 </a:t>
            </a:r>
            <a:r>
              <a:rPr lang="zh-CN" altLang="en-US">
                <a:solidFill>
                  <a:srgbClr val="2177F9"/>
                </a:solidFill>
              </a:rPr>
              <a:t>未知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观察到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Kd1</a:t>
            </a:r>
            <a:r>
              <a:rPr lang="en-US" altLang="zh-CN">
                <a:solidFill>
                  <a:srgbClr val="FF0000"/>
                </a:solidFill>
              </a:rPr>
              <a:t> = IV1 ⊕ D2</a:t>
            </a:r>
            <a:r>
              <a:rPr lang="zh-CN" altLang="en-US">
                <a:solidFill>
                  <a:schemeClr val="tx1"/>
                </a:solidFill>
              </a:rPr>
              <a:t>，即：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D2[0] = IV1[0] ⊕ Kd1[0]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D2[1] = IV1[1] ⊕ Kd1[1]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...                                    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D2[15] = IV1[15] ⊕ Kd1[15]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恢复</a:t>
            </a:r>
            <a:r>
              <a:rPr lang="en-US" altLang="zh-CN">
                <a:solidFill>
                  <a:schemeClr val="bg1"/>
                </a:solidFill>
              </a:rPr>
              <a:t>Kd1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en-US" altLang="zh-CN">
                <a:solidFill>
                  <a:schemeClr val="bg1"/>
                </a:solidFill>
              </a:rPr>
              <a:t>flush and reload+</a:t>
            </a:r>
            <a:r>
              <a:rPr lang="zh-CN" altLang="en-US">
                <a:solidFill>
                  <a:schemeClr val="bg1"/>
                </a:solidFill>
              </a:rPr>
              <a:t>排除法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445" y="937895"/>
            <a:ext cx="12187555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solidFill>
                  <a:srgbClr val="2177F9"/>
                </a:solidFill>
              </a:rPr>
              <a:t>D2</a:t>
            </a:r>
            <a:r>
              <a:rPr lang="zh-CN" altLang="en-US" sz="2000">
                <a:solidFill>
                  <a:srgbClr val="2177F9"/>
                </a:solidFill>
              </a:rPr>
              <a:t>与</a:t>
            </a:r>
            <a:r>
              <a:rPr lang="en-US" altLang="zh-CN" sz="2000">
                <a:solidFill>
                  <a:srgbClr val="2177F9"/>
                </a:solidFill>
              </a:rPr>
              <a:t>S11</a:t>
            </a:r>
            <a:r>
              <a:rPr lang="zh-CN" altLang="en-US" sz="2000">
                <a:solidFill>
                  <a:srgbClr val="2177F9"/>
                </a:solidFill>
              </a:rPr>
              <a:t>的对应关系</a:t>
            </a:r>
            <a:r>
              <a:rPr lang="zh-CN" altLang="en-US" sz="2000">
                <a:solidFill>
                  <a:schemeClr val="tx1"/>
                </a:solidFill>
              </a:rPr>
              <a:t>：</a:t>
            </a:r>
            <a:r>
              <a:rPr lang="en-US" altLang="zh-CN" sz="2000">
                <a:solidFill>
                  <a:srgbClr val="2177F9"/>
                </a:solidFill>
                <a:sym typeface="+mn-ea"/>
              </a:rPr>
              <a:t>S11</a:t>
            </a:r>
            <a:r>
              <a:rPr lang="zh-CN" altLang="en-US" sz="2000">
                <a:solidFill>
                  <a:srgbClr val="2177F9"/>
                </a:solidFill>
                <a:sym typeface="+mn-ea"/>
              </a:rPr>
              <a:t>的每个字节由</a:t>
            </a:r>
            <a:r>
              <a:rPr lang="en-US" altLang="zh-CN" sz="2000">
                <a:solidFill>
                  <a:srgbClr val="2177F9"/>
                </a:solidFill>
                <a:sym typeface="+mn-ea"/>
              </a:rPr>
              <a:t>D2</a:t>
            </a:r>
            <a:r>
              <a:rPr lang="zh-CN" altLang="en-US" sz="2000">
                <a:solidFill>
                  <a:srgbClr val="2177F9"/>
                </a:solidFill>
                <a:sym typeface="+mn-ea"/>
              </a:rPr>
              <a:t>的某个字节经过</a:t>
            </a:r>
            <a:r>
              <a:rPr lang="en-US" altLang="zh-CN" sz="2000">
                <a:solidFill>
                  <a:srgbClr val="2177F9"/>
                </a:solidFill>
                <a:sym typeface="+mn-ea"/>
              </a:rPr>
              <a:t>S-box</a:t>
            </a:r>
            <a:r>
              <a:rPr lang="zh-CN" altLang="en-US" sz="2000">
                <a:solidFill>
                  <a:srgbClr val="2177F9"/>
                </a:solidFill>
                <a:sym typeface="+mn-ea"/>
              </a:rPr>
              <a:t>变换得到</a:t>
            </a:r>
            <a:endParaRPr lang="zh-CN" altLang="en-US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chemeClr val="tx1"/>
                </a:solidFill>
              </a:rPr>
              <a:t>S11[0]  = S-box[D2[0]]   S11[4]  = S-box[D2[4]]</a:t>
            </a:r>
            <a:endParaRPr lang="en-US" altLang="zh-CN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chemeClr val="tx1"/>
                </a:solidFill>
              </a:rPr>
              <a:t>S11[1]  = S-box[D2[5]]   S11[5]  = S-box[D2[9]]</a:t>
            </a:r>
            <a:endParaRPr lang="en-US" altLang="zh-CN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chemeClr val="tx1"/>
                </a:solidFill>
              </a:rPr>
              <a:t>S11[2]  = S-box[D2[10]]  S11[6]  = S-box[D2[14]]</a:t>
            </a:r>
            <a:endParaRPr lang="en-US" altLang="zh-CN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chemeClr val="tx1"/>
                </a:solidFill>
              </a:rPr>
              <a:t>S11[3]  = S-box[D2[15]]  S11[7]  = S-box[D2[3]]</a:t>
            </a:r>
            <a:endParaRPr lang="en-US" altLang="zh-CN" sz="2000">
              <a:solidFill>
                <a:schemeClr val="tx1"/>
              </a:solidFill>
            </a:endParaRPr>
          </a:p>
          <a:p>
            <a:endParaRPr lang="en-US" altLang="zh-CN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chemeClr val="tx1"/>
                </a:solidFill>
              </a:rPr>
              <a:t>S11 </a:t>
            </a:r>
            <a:r>
              <a:rPr lang="zh-CN" altLang="en-US" sz="2000">
                <a:solidFill>
                  <a:schemeClr val="tx1"/>
                </a:solidFill>
              </a:rPr>
              <a:t>是加密第</a:t>
            </a:r>
            <a:r>
              <a:rPr lang="en-US" altLang="zh-CN" sz="2000">
                <a:solidFill>
                  <a:schemeClr val="tx1"/>
                </a:solidFill>
              </a:rPr>
              <a:t>11</a:t>
            </a:r>
            <a:r>
              <a:rPr lang="zh-CN" altLang="en-US" sz="2000">
                <a:solidFill>
                  <a:schemeClr val="tx1"/>
                </a:solidFill>
              </a:rPr>
              <a:t>轮的输入状态，</a:t>
            </a:r>
            <a:r>
              <a:rPr lang="en-US" altLang="zh-CN" sz="2000">
                <a:solidFill>
                  <a:srgbClr val="2177F9"/>
                </a:solidFill>
              </a:rPr>
              <a:t>S11</a:t>
            </a:r>
            <a:r>
              <a:rPr lang="zh-CN" altLang="en-US" sz="2000">
                <a:solidFill>
                  <a:srgbClr val="2177F9"/>
                </a:solidFill>
              </a:rPr>
              <a:t>与</a:t>
            </a:r>
            <a:r>
              <a:rPr lang="en-US" altLang="zh-CN" sz="2000">
                <a:solidFill>
                  <a:srgbClr val="2177F9"/>
                </a:solidFill>
              </a:rPr>
              <a:t>Te</a:t>
            </a:r>
            <a:r>
              <a:rPr lang="zh-CN" altLang="en-US" sz="2000">
                <a:solidFill>
                  <a:srgbClr val="2177F9"/>
                </a:solidFill>
              </a:rPr>
              <a:t>表的对应关系</a:t>
            </a:r>
            <a:r>
              <a:rPr lang="zh-CN" altLang="en-US" sz="2000">
                <a:solidFill>
                  <a:schemeClr val="tx1"/>
                </a:solidFill>
              </a:rPr>
              <a:t>：</a:t>
            </a:r>
            <a:endParaRPr lang="zh-CN" altLang="en-US" sz="2000">
              <a:solidFill>
                <a:schemeClr val="tx1"/>
              </a:solidFill>
            </a:endParaRPr>
          </a:p>
          <a:p>
            <a:endParaRPr lang="zh-CN" altLang="en-US" sz="2000">
              <a:solidFill>
                <a:schemeClr val="tx1"/>
              </a:solidFill>
            </a:endParaRPr>
          </a:p>
          <a:p>
            <a:endParaRPr lang="zh-CN" altLang="en-US" sz="2000">
              <a:solidFill>
                <a:schemeClr val="tx1"/>
              </a:solidFill>
            </a:endParaRPr>
          </a:p>
          <a:p>
            <a:endParaRPr lang="zh-CN" altLang="en-US" sz="2000">
              <a:solidFill>
                <a:schemeClr val="tx1"/>
              </a:solidFill>
            </a:endParaRPr>
          </a:p>
          <a:p>
            <a:endParaRPr lang="zh-CN" altLang="en-US" sz="2000">
              <a:solidFill>
                <a:schemeClr val="tx1"/>
              </a:solidFill>
            </a:endParaRPr>
          </a:p>
          <a:p>
            <a:endParaRPr lang="zh-CN" altLang="en-US" sz="2000">
              <a:solidFill>
                <a:schemeClr val="tx1"/>
              </a:solidFill>
            </a:endParaRPr>
          </a:p>
          <a:p>
            <a:endParaRPr lang="zh-CN" altLang="en-US" sz="2000">
              <a:solidFill>
                <a:schemeClr val="tx1"/>
              </a:solidFill>
            </a:endParaRPr>
          </a:p>
          <a:p>
            <a:endParaRPr lang="zh-CN" altLang="en-US" sz="2000">
              <a:solidFill>
                <a:schemeClr val="tx1"/>
              </a:solidFill>
            </a:endParaRPr>
          </a:p>
          <a:p>
            <a:endParaRPr lang="zh-CN" altLang="en-US" sz="2000">
              <a:solidFill>
                <a:schemeClr val="tx1"/>
              </a:solidFill>
            </a:endParaRPr>
          </a:p>
          <a:p>
            <a:r>
              <a:rPr lang="zh-CN" altLang="en-US" sz="2000">
                <a:solidFill>
                  <a:schemeClr val="tx1"/>
                </a:solidFill>
                <a:sym typeface="+mn-ea"/>
              </a:rPr>
              <a:t>故，</a:t>
            </a:r>
            <a:r>
              <a:rPr lang="zh-CN" altLang="en-US" sz="2000">
                <a:solidFill>
                  <a:srgbClr val="2177F9"/>
                </a:solidFill>
                <a:sym typeface="+mn-ea"/>
              </a:rPr>
              <a:t>可以通过监控</a:t>
            </a:r>
            <a:r>
              <a:rPr lang="en-US" altLang="zh-CN" sz="2000">
                <a:solidFill>
                  <a:srgbClr val="2177F9"/>
                </a:solidFill>
                <a:sym typeface="+mn-ea"/>
              </a:rPr>
              <a:t>Te</a:t>
            </a:r>
            <a:r>
              <a:rPr lang="zh-CN" altLang="en-US" sz="2000">
                <a:solidFill>
                  <a:srgbClr val="2177F9"/>
                </a:solidFill>
                <a:sym typeface="+mn-ea"/>
              </a:rPr>
              <a:t>表访问，使用</a:t>
            </a:r>
            <a:r>
              <a:rPr lang="en-US" altLang="zh-CN" sz="2000">
                <a:solidFill>
                  <a:srgbClr val="2177F9"/>
                </a:solidFill>
                <a:sym typeface="+mn-ea"/>
              </a:rPr>
              <a:t>flush+reload+</a:t>
            </a:r>
            <a:r>
              <a:rPr lang="zh-CN" altLang="en-US" sz="2000">
                <a:solidFill>
                  <a:srgbClr val="2177F9"/>
                </a:solidFill>
                <a:sym typeface="+mn-ea"/>
              </a:rPr>
              <a:t>排除法</a:t>
            </a:r>
            <a:r>
              <a:rPr lang="zh-CN" altLang="en-US" sz="2000">
                <a:solidFill>
                  <a:srgbClr val="2177F9"/>
                </a:solidFill>
                <a:sym typeface="+mn-ea"/>
              </a:rPr>
              <a:t>恢复</a:t>
            </a:r>
            <a:r>
              <a:rPr lang="en-US" altLang="zh-CN" sz="2000">
                <a:solidFill>
                  <a:srgbClr val="2177F9"/>
                </a:solidFill>
                <a:sym typeface="+mn-ea"/>
              </a:rPr>
              <a:t>S11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。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" y="3183255"/>
            <a:ext cx="5507990" cy="20955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2.3 </a:t>
            </a:r>
            <a:r>
              <a:rPr lang="zh-CN" altLang="en-US">
                <a:solidFill>
                  <a:schemeClr val="bg1"/>
                </a:solidFill>
              </a:rPr>
              <a:t>进一步</a:t>
            </a:r>
            <a:r>
              <a:rPr lang="zh-CN" altLang="en-US">
                <a:solidFill>
                  <a:schemeClr val="bg1"/>
                </a:solidFill>
              </a:rPr>
              <a:t>分析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020" y="981075"/>
            <a:ext cx="120777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两个攻击阶段中，通过监控</a:t>
            </a:r>
            <a:r>
              <a:rPr lang="en-US" altLang="zh-CN"/>
              <a:t>Te</a:t>
            </a:r>
            <a:r>
              <a:rPr lang="zh-CN" altLang="en-US"/>
              <a:t>表</a:t>
            </a:r>
            <a:r>
              <a:rPr lang="zh-CN" altLang="en-US">
                <a:sym typeface="+mn-ea"/>
              </a:rPr>
              <a:t>收集的缓存未命中信息</a:t>
            </a:r>
            <a:r>
              <a:rPr lang="en-US" altLang="zh-CN">
                <a:sym typeface="+mn-ea"/>
              </a:rPr>
              <a:t>X[i][t]</a:t>
            </a:r>
            <a:r>
              <a:rPr lang="zh-CN" altLang="en-US">
                <a:sym typeface="+mn-ea"/>
              </a:rPr>
              <a:t>数据是一样的，</a:t>
            </a:r>
            <a:r>
              <a:rPr lang="zh-CN" altLang="en-US"/>
              <a:t>因此：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一次样本收集即可同时用于两个阶段，通过不同的公式分别恢复</a:t>
            </a:r>
            <a:r>
              <a:rPr lang="en-US" altLang="zh-CN">
                <a:solidFill>
                  <a:srgbClr val="FF0000"/>
                </a:solidFill>
              </a:rPr>
              <a:t>K12</a:t>
            </a:r>
            <a:r>
              <a:rPr lang="zh-CN" altLang="en-US">
                <a:solidFill>
                  <a:srgbClr val="FF0000"/>
                </a:solidFill>
              </a:rPr>
              <a:t>和</a:t>
            </a:r>
            <a:r>
              <a:rPr lang="en-US" altLang="zh-CN">
                <a:solidFill>
                  <a:srgbClr val="FF0000"/>
                </a:solidFill>
              </a:rPr>
              <a:t>K11</a:t>
            </a:r>
            <a:r>
              <a:rPr lang="zh-CN" altLang="en-US">
                <a:solidFill>
                  <a:srgbClr val="FF0000"/>
                </a:solidFill>
              </a:rPr>
              <a:t>。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" y="1626235"/>
            <a:ext cx="9451340" cy="16129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3.1 </a:t>
            </a:r>
            <a:r>
              <a:rPr lang="zh-CN" altLang="en-US">
                <a:solidFill>
                  <a:schemeClr val="bg1"/>
                </a:solidFill>
              </a:rPr>
              <a:t>实验</a:t>
            </a:r>
            <a:r>
              <a:rPr lang="zh-CN" altLang="en-US">
                <a:solidFill>
                  <a:schemeClr val="bg1"/>
                </a:solidFill>
              </a:rPr>
              <a:t>结果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200" y="925195"/>
            <a:ext cx="4582795" cy="59328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2395" y="914400"/>
            <a:ext cx="4459605" cy="59436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445" y="9226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AES - 192: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00165" y="9309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AES - 256: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10030" y="5471795"/>
            <a:ext cx="3230245" cy="13766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765415" y="5471795"/>
            <a:ext cx="3230245" cy="13766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其他测试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成功率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绑定</a:t>
            </a:r>
            <a:r>
              <a:rPr lang="zh-CN" altLang="en-US">
                <a:solidFill>
                  <a:schemeClr val="bg1"/>
                </a:solidFill>
              </a:rPr>
              <a:t>核心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4290" y="958850"/>
            <a:ext cx="406400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2177F9"/>
                </a:solidFill>
              </a:rPr>
              <a:t>AES196 15000</a:t>
            </a:r>
            <a:r>
              <a:rPr lang="zh-CN" altLang="en-US">
                <a:solidFill>
                  <a:srgbClr val="2177F9"/>
                </a:solidFill>
              </a:rPr>
              <a:t>样本：</a:t>
            </a:r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r>
              <a:rPr lang="en-US" altLang="zh-CN">
                <a:solidFill>
                  <a:srgbClr val="2177F9"/>
                </a:solidFill>
              </a:rPr>
              <a:t>AES192 30000</a:t>
            </a:r>
            <a:r>
              <a:rPr lang="zh-CN" altLang="en-US">
                <a:solidFill>
                  <a:srgbClr val="2177F9"/>
                </a:solidFill>
              </a:rPr>
              <a:t>样本：</a:t>
            </a:r>
            <a:endParaRPr lang="zh-CN" altLang="en-US">
              <a:solidFill>
                <a:srgbClr val="2177F9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54115" y="958850"/>
            <a:ext cx="40640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AES256 50000</a:t>
            </a:r>
            <a:r>
              <a:rPr lang="zh-CN" altLang="en-US">
                <a:solidFill>
                  <a:srgbClr val="FF0000"/>
                </a:solidFill>
              </a:rPr>
              <a:t>样本：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AES256 80000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样本：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270" y="969010"/>
            <a:ext cx="3676650" cy="25704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270" y="3803650"/>
            <a:ext cx="3676650" cy="26797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3765" y="969010"/>
            <a:ext cx="3573145" cy="25704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3765" y="3803015"/>
            <a:ext cx="3604895" cy="267970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2478405" y="3143250"/>
            <a:ext cx="1242060" cy="210820"/>
          </a:xfrm>
          <a:prstGeom prst="rect">
            <a:avLst/>
          </a:prstGeom>
          <a:ln>
            <a:solidFill>
              <a:srgbClr val="2177F9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478405" y="6071870"/>
            <a:ext cx="1344295" cy="229235"/>
          </a:xfrm>
          <a:prstGeom prst="rect">
            <a:avLst/>
          </a:prstGeom>
          <a:ln>
            <a:solidFill>
              <a:srgbClr val="2177F9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604250" y="3162300"/>
            <a:ext cx="1270000" cy="205105"/>
          </a:xfrm>
          <a:prstGeom prst="rect">
            <a:avLst/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604250" y="6071870"/>
            <a:ext cx="1270000" cy="229235"/>
          </a:xfrm>
          <a:prstGeom prst="rect">
            <a:avLst/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绑</a:t>
            </a:r>
            <a:r>
              <a:rPr lang="zh-CN" altLang="en-US">
                <a:solidFill>
                  <a:schemeClr val="bg1"/>
                </a:solidFill>
              </a:rPr>
              <a:t>核对比测试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攻击</a:t>
            </a:r>
            <a:r>
              <a:rPr lang="zh-CN" altLang="en-US">
                <a:solidFill>
                  <a:schemeClr val="bg1"/>
                </a:solidFill>
              </a:rPr>
              <a:t>成功率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0" y="958850"/>
            <a:ext cx="406400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绑定核心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AES128 5000</a:t>
            </a:r>
            <a:r>
              <a:rPr lang="zh-CN" altLang="en-US">
                <a:solidFill>
                  <a:schemeClr val="tx1"/>
                </a:solidFill>
              </a:rPr>
              <a:t>样本：</a:t>
            </a:r>
            <a:r>
              <a:rPr lang="en-US" altLang="zh-CN">
                <a:solidFill>
                  <a:schemeClr val="tx1"/>
                </a:solidFill>
              </a:rPr>
              <a:t>  90.10%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AES128 10000</a:t>
            </a:r>
            <a:r>
              <a:rPr lang="zh-CN" altLang="en-US">
                <a:solidFill>
                  <a:schemeClr val="tx1"/>
                </a:solidFill>
              </a:rPr>
              <a:t>样本：</a:t>
            </a:r>
            <a:r>
              <a:rPr lang="en-US" altLang="zh-CN">
                <a:solidFill>
                  <a:schemeClr val="tx1"/>
                </a:solidFill>
              </a:rPr>
              <a:t>97.90%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rgbClr val="2177F9"/>
                </a:solidFill>
              </a:rPr>
              <a:t>AES128 20000</a:t>
            </a:r>
            <a:r>
              <a:rPr lang="zh-CN" altLang="en-US">
                <a:solidFill>
                  <a:srgbClr val="2177F9"/>
                </a:solidFill>
              </a:rPr>
              <a:t>样本：</a:t>
            </a:r>
            <a:r>
              <a:rPr lang="en-US" altLang="zh-CN">
                <a:solidFill>
                  <a:srgbClr val="2177F9"/>
                </a:solidFill>
              </a:rPr>
              <a:t>99.90%</a:t>
            </a:r>
            <a:endParaRPr lang="en-US" altLang="zh-CN">
              <a:solidFill>
                <a:srgbClr val="2177F9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AES192 15000</a:t>
            </a:r>
            <a:r>
              <a:rPr lang="zh-CN" altLang="en-US">
                <a:solidFill>
                  <a:schemeClr val="tx1"/>
                </a:solidFill>
              </a:rPr>
              <a:t>样本：</a:t>
            </a:r>
            <a:r>
              <a:rPr lang="en-US" altLang="zh-CN">
                <a:solidFill>
                  <a:schemeClr val="tx1"/>
                </a:solidFill>
              </a:rPr>
              <a:t>98.40%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rgbClr val="00B050"/>
                </a:solidFill>
              </a:rPr>
              <a:t>AES192 30000</a:t>
            </a:r>
            <a:r>
              <a:rPr lang="zh-CN" altLang="en-US">
                <a:solidFill>
                  <a:srgbClr val="00B050"/>
                </a:solidFill>
              </a:rPr>
              <a:t>样本：</a:t>
            </a:r>
            <a:r>
              <a:rPr lang="en-US" altLang="zh-CN">
                <a:solidFill>
                  <a:srgbClr val="00B050"/>
                </a:solidFill>
              </a:rPr>
              <a:t>99.80%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AES256 50000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98.80%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AES256 80000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样本：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99.80%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26380" y="958850"/>
            <a:ext cx="6096000" cy="64623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tx1"/>
                </a:solidFill>
                <a:sym typeface="+mn-ea"/>
              </a:rPr>
              <a:t>不绑定核心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：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AES128 5000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27.60%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AES128 10000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45.60%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AES128 20000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66.00%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endParaRPr lang="en-US" altLang="zh-CN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rgbClr val="2177F9"/>
                </a:solidFill>
              </a:rPr>
              <a:t>AES128 50000</a:t>
            </a:r>
            <a:r>
              <a:rPr lang="zh-CN" altLang="en-US">
                <a:solidFill>
                  <a:srgbClr val="2177F9"/>
                </a:solidFill>
              </a:rPr>
              <a:t>样本：</a:t>
            </a:r>
            <a:r>
              <a:rPr lang="en-US" altLang="zh-CN">
                <a:solidFill>
                  <a:srgbClr val="2177F9"/>
                </a:solidFill>
              </a:rPr>
              <a:t>98.37%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AES192 15000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44.71%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AES192 30000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66.67%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endParaRPr lang="en-US" altLang="zh-CN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rgbClr val="00B050"/>
                </a:solidFill>
                <a:sym typeface="+mn-ea"/>
              </a:rPr>
              <a:t>AES192 80000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样本：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97.56%</a:t>
            </a:r>
            <a:endParaRPr lang="zh-CN" altLang="en-US">
              <a:solidFill>
                <a:srgbClr val="00B050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AES256 50000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61.78%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AES256 80000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82.69%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endParaRPr lang="en-US" altLang="zh-CN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</a:rPr>
              <a:t>AES256 100000</a:t>
            </a:r>
            <a:r>
              <a:rPr lang="zh-CN" altLang="en-US">
                <a:solidFill>
                  <a:srgbClr val="FF0000"/>
                </a:solidFill>
              </a:rPr>
              <a:t>样本：</a:t>
            </a:r>
            <a:r>
              <a:rPr lang="en-US" altLang="zh-CN">
                <a:solidFill>
                  <a:srgbClr val="FF0000"/>
                </a:solidFill>
              </a:rPr>
              <a:t>91.86%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4. </a:t>
            </a:r>
            <a:r>
              <a:rPr lang="zh-CN" altLang="en-US">
                <a:solidFill>
                  <a:schemeClr val="bg1"/>
                </a:solidFill>
              </a:rPr>
              <a:t>下周</a:t>
            </a:r>
            <a:r>
              <a:rPr lang="zh-CN" altLang="en-US">
                <a:solidFill>
                  <a:schemeClr val="bg1"/>
                </a:solidFill>
              </a:rPr>
              <a:t>目标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948690"/>
            <a:ext cx="12192000" cy="2670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1. </a:t>
            </a:r>
            <a:r>
              <a:rPr lang="zh-CN" altLang="en-US">
                <a:sym typeface="+mn-ea"/>
              </a:rPr>
              <a:t>做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缓解验证的对照测试，</a:t>
            </a:r>
            <a:r>
              <a:rPr lang="zh-CN" altLang="en-US">
                <a:sym typeface="+mn-ea"/>
              </a:rPr>
              <a:t>验证常见缓解措施（隔离策略、缓存冲洗、编译器或内核参数、微码与固件更新）的效果，对比前后差异；开启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关闭若干常见缓解措施进行对比，例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如进程亲和绑定、缓</a:t>
            </a:r>
            <a:r>
              <a:rPr lang="zh-CN" altLang="en-US">
                <a:sym typeface="+mn-ea"/>
              </a:rPr>
              <a:t>存刷新指令的使用方式变化，或系统提供的相关隔离选项，观察统计结果变化并给出解释。</a:t>
            </a:r>
            <a:endParaRPr lang="zh-CN" altLang="en-US"/>
          </a:p>
          <a:p>
            <a:r>
              <a:rPr lang="zh-CN" altLang="en-US">
                <a:sym typeface="+mn-ea"/>
              </a:rPr>
              <a:t>2. 整理主要指标与技术参数，包括时间测量的统计指标，例如平均值、标准差与分位数，并统计样本数量与重复次数。统计命中与未命中两类访问的时间分布差异或可区分度指标。明确</a:t>
            </a:r>
            <a:r>
              <a:rPr lang="en-US" altLang="zh-CN">
                <a:sym typeface="+mn-ea"/>
              </a:rPr>
              <a:t> CPU </a:t>
            </a:r>
            <a:r>
              <a:rPr lang="zh-CN" altLang="en-US">
                <a:sym typeface="+mn-ea"/>
              </a:rPr>
              <a:t>型号与核心数、操作系统版本、编译器版本与优化选项，计时方式可采用高精度时间戳计数器或系统高精度计时接口，并说明测量开销控制方法。</a:t>
            </a:r>
            <a:endParaRPr lang="zh-CN" altLang="en-US"/>
          </a:p>
          <a:p>
            <a:r>
              <a:rPr lang="en-US" altLang="zh-CN">
                <a:sym typeface="+mn-ea"/>
              </a:rPr>
              <a:t>3. </a:t>
            </a:r>
            <a:r>
              <a:rPr lang="zh-CN" altLang="en-US">
                <a:sym typeface="+mn-ea"/>
              </a:rPr>
              <a:t>设计脚本，量化泄露带宽、命中率、信噪比与跨核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跨进程可迁移性；</a:t>
            </a:r>
            <a:r>
              <a:rPr lang="zh-CN" altLang="en-US">
                <a:sym typeface="+mn-ea"/>
              </a:rPr>
              <a:t>完成原始数据与绘图结果、</a:t>
            </a:r>
            <a:r>
              <a:rPr lang="zh-CN" altLang="en-US">
                <a:sym typeface="+mn-ea"/>
              </a:rPr>
              <a:t>输出图表与统计摘要，研究在所测平台上的风险描述与推荐配置。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4. </a:t>
            </a:r>
            <a:r>
              <a:rPr lang="zh-CN" altLang="en-US">
                <a:sym typeface="+mn-ea"/>
              </a:rPr>
              <a:t>编写测试流程文档与总结</a:t>
            </a:r>
            <a:r>
              <a:rPr lang="zh-CN" altLang="en-US">
                <a:sym typeface="+mn-ea"/>
              </a:rPr>
              <a:t>报告。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612241"/>
            <a:ext cx="9144000" cy="1260058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   谢谢！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杨宇鑫</a:t>
            </a:r>
            <a:endParaRPr lang="zh-CN" altLang="en-US" dirty="0">
              <a:solidFill>
                <a:schemeClr val="accent1"/>
              </a:solidFill>
              <a:latin typeface="+mj-lt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+mj-lt"/>
              </a:rPr>
              <a:t>2026.03.25</a:t>
            </a:r>
            <a:endParaRPr lang="zh-CN" altLang="en-US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0f51be442d348dcd3676fa585af84194925b45e"/>
  <p:tag name="KSO_WM_NEWLAYOUT_GROUP_ID" val="layout_10007"/>
  <p:tag name="KSO_WM_NEWLAYOUT_ID" val="slide_6b62f1f9edcefd50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daeedc869f7909be1b4acd7e9ae2b145a1e17d9"/>
  <p:tag name="KSO_WM_NEWLAYOUT_GROUP_ID" val="layout_10003"/>
  <p:tag name="KSO_WM_NEWLAYOUT_ID" val="slide_f03f66a8173a28af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028ba39ccea91001d33bde68707bc4f8d970998"/>
  <p:tag name="KSO_WM_NEWLAYOUT_GROUP_ID" val="layout_10004"/>
  <p:tag name="KSO_WM_NEWLAYOUT_ID" val="slide_2413216d433b758f"/>
</p:tagLst>
</file>

<file path=ppt/tags/tag4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bc9125b8975ae5e7de56b93eb0dac3ca0c57159"/>
  <p:tag name="KSO_WM_NEWLAYOUT_GROUP_ID" val="layout_14"/>
  <p:tag name="KSO_WM_NEWLAYOUT_ID" val="slide_fbd1737be693ef9a"/>
</p:tagLst>
</file>

<file path=ppt/tags/tag56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5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652b3ac7b201e87e19932171151b4a173c6c2dc"/>
  <p:tag name="KSO_WM_NEWLAYOUT_GROUP_ID" val="layout_30"/>
  <p:tag name="KSO_WM_NEWLAYOUT_ID" val="slide_3d2465070914cbc5"/>
</p:tagLst>
</file>

<file path=ppt/tags/tag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4641a8daa89333762de2f03c211b475a9c258d0"/>
  <p:tag name="KSO_WM_NEWLAYOUT_GROUP_ID" val="layout_6"/>
  <p:tag name="KSO_WM_NEWLAYOUT_ID" val="slide_db6ecc7827b66e6e"/>
</p:tagLst>
</file>

<file path=ppt/tags/tag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8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</p:tagLst>
</file>

<file path=ppt/tags/tag1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4.xml><?xml version="1.0" encoding="utf-8"?>
<p:tagLst xmlns:p="http://schemas.openxmlformats.org/presentationml/2006/main">
  <p:tag name="KSO_WM_AITEMPLATE_STYLE_ID" val="0"/>
</p:tagLst>
</file>

<file path=ppt/tags/tag325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1"/>
  <p:tag name="KSO_WM_UNIT_LAYERLEVEL" val="1"/>
</p:tagLst>
</file>

<file path=ppt/tags/tag32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4_1*a*1"/>
  <p:tag name="KSO_WM_UNIT_LAYERLEVEL" val="1"/>
  <p:tag name="KSO_WM_TEMPLATE_INDEX" val="4"/>
  <p:tag name="KSO_WM_TEMPLATE_CATEGORY" val="custom"/>
</p:tagLst>
</file>

<file path=ppt/tags/tag32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UNIT_ID" val="custom4_1*f*1"/>
  <p:tag name="KSO_WM_UNIT_LAYERLEVEL" val="1"/>
  <p:tag name="KSO_WM_TEMPLATE_INDEX" val="4"/>
  <p:tag name="KSO_WM_TEMPLATE_CATEGORY" val="custom"/>
</p:tagLst>
</file>

<file path=ppt/tags/tag328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2"/>
  <p:tag name="KSO_WM_UNIT_LAYERLEVEL" val="1"/>
</p:tagLst>
</file>

<file path=ppt/tags/tag329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TEMPLATE_PLACEHOLDER_POS" val="246,146.25,712,386.25"/>
  <p:tag name="KSO_WM_SLIDE_SUBTYPE" val="pureTxt"/>
  <p:tag name="KSO_WM_SLIDE_ITEM_CNT" val="0"/>
  <p:tag name="KSO_WM_TEMPLATE_INDEX" val="4"/>
  <p:tag name="KSO_WM_SLIDE_THEME_ID" val="20232095"/>
  <p:tag name="KSO_WM_SLIDE_INDEX" val="1"/>
  <p:tag name="KSO_WM_BEAUTIFY_FLAG" val="#wm#"/>
  <p:tag name="KSO_WM_TEMPLATE_CATEGORY" val="custom"/>
  <p:tag name="KSO_WM_TEMPLATE_THUMBS_INDEX" val="1、5"/>
  <p:tag name="KSO_WM_SLIDE_ID" val="custom4_1"/>
  <p:tag name="KSO_WM_SLIDE_LAYOUT" val="_a_f_i"/>
  <p:tag name="KSO_WM_SLIDE_LAYOUT_CNT" val="1_1_1_2"/>
</p:tagLst>
</file>

<file path=ppt/tags/tag3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2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5*i*1"/>
  <p:tag name="KSO_WM_UNIT_LAYERLEVEL" val="1"/>
</p:tagLst>
</file>

<file path=ppt/tags/tag36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4_5*a*1"/>
  <p:tag name="KSO_WM_UNIT_LAYERLEVEL" val="1"/>
  <p:tag name="KSO_WM_TEMPLATE_INDEX" val="4"/>
  <p:tag name="KSO_WM_TEMPLATE_CATEGORY" val="custom"/>
</p:tagLst>
</file>

<file path=ppt/tags/tag36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UNIT_ID" val="custom4_5*f*1"/>
  <p:tag name="KSO_WM_UNIT_LAYERLEVEL" val="1"/>
  <p:tag name="KSO_WM_TEMPLATE_INDEX" val="4"/>
  <p:tag name="KSO_WM_TEMPLATE_CATEGORY" val="custom"/>
</p:tagLst>
</file>

<file path=ppt/tags/tag365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5*i*2"/>
  <p:tag name="KSO_WM_UNIT_LAYERLEVEL" val="1"/>
</p:tagLst>
</file>

<file path=ppt/tags/tag366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TEMPLATE_PLACEHOLDER_POS" val="222,146.25,736,459.375"/>
  <p:tag name="KSO_WM_SLIDE_SUBTYPE" val="pureTxt"/>
  <p:tag name="KSO_WM_SLIDE_ITEM_CNT" val="0"/>
  <p:tag name="KSO_WM_TEMPLATE_INDEX" val="4"/>
  <p:tag name="KSO_WM_SLIDE_THEME_ID" val="20232246"/>
  <p:tag name="KSO_WM_SLIDE_INDEX" val="5"/>
  <p:tag name="KSO_WM_BEAUTIFY_FLAG" val="#wm#"/>
  <p:tag name="KSO_WM_TEMPLATE_CATEGORY" val="custom"/>
  <p:tag name="KSO_WM_SLIDE_ID" val="custom4_5"/>
  <p:tag name="KSO_WM_SLIDE_LAYOUT" val="a_f_i"/>
  <p:tag name="KSO_WM_SLIDE_LAYOUT_CNT" val="1_1_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426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5581</Words>
  <Application>WPS 演示</Application>
  <PresentationFormat>宽屏</PresentationFormat>
  <Paragraphs>254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汉仪尚巍手书W</vt:lpstr>
      <vt:lpstr>Lato Regular</vt:lpstr>
      <vt:lpstr>Lato</vt:lpstr>
      <vt:lpstr>Lato Hairline</vt:lpstr>
      <vt:lpstr>Lato Light</vt:lpstr>
      <vt:lpstr>Arial Unicode MS</vt:lpstr>
      <vt:lpstr>Calibri</vt:lpstr>
      <vt:lpstr>Office 主题</vt:lpstr>
      <vt:lpstr>Office 主题​​</vt:lpstr>
      <vt:lpstr>基于Flush+Reload的 AES算法Cache计时攻击</vt:lpstr>
      <vt:lpstr>1.1 AES192算法加密</vt:lpstr>
      <vt:lpstr>1.1 AES192算法加密</vt:lpstr>
      <vt:lpstr>1.1 AES192算法加密</vt:lpstr>
      <vt:lpstr>1.1 AES256算法加密</vt:lpstr>
      <vt:lpstr>1.1 AES256算法加密</vt:lpstr>
      <vt:lpstr>1.1 AES256算法加密</vt:lpstr>
      <vt:lpstr>2.1 攻击阶段一：恢复最后一轮密钥</vt:lpstr>
      <vt:lpstr>2.1 攻击阶段一：恢复最后一轮密钥</vt:lpstr>
      <vt:lpstr>2.2 攻击阶段二：恢复Kd1</vt:lpstr>
      <vt:lpstr>2.2 恢复Kd1：flush and reload+排除法</vt:lpstr>
      <vt:lpstr>2.2 恢复Kd1：flush and reload+排除法</vt:lpstr>
      <vt:lpstr>2.3 进一步分析</vt:lpstr>
      <vt:lpstr>3.1 实验结果</vt:lpstr>
      <vt:lpstr>3.2 其他测试 - 成功率 - 绑定核心</vt:lpstr>
      <vt:lpstr>3.2 绑核对比测试 - 攻击成功率</vt:lpstr>
      <vt:lpstr>4. 下周目标</vt:lpstr>
      <vt:lpstr>   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FLUSH AND RELOAD</dc:title>
  <dc:creator/>
  <cp:lastModifiedBy>杨宇鑫</cp:lastModifiedBy>
  <cp:revision>131</cp:revision>
  <dcterms:created xsi:type="dcterms:W3CDTF">2026-01-21T07:12:00Z</dcterms:created>
  <dcterms:modified xsi:type="dcterms:W3CDTF">2026-03-26T13:21:47Z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B75C98F4C40948689CB49D1002CA5FAC</vt:lpwstr>
  </property>
</Properties>
</file>