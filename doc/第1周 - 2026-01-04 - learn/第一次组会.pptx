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sldIdLst>
    <p:sldId id="260" r:id="rId4"/>
    <p:sldId id="261" r:id="rId6"/>
    <p:sldId id="263" r:id="rId7"/>
    <p:sldId id="264" r:id="rId8"/>
    <p:sldId id="266" r:id="rId9"/>
    <p:sldId id="295" r:id="rId10"/>
    <p:sldId id="296" r:id="rId11"/>
    <p:sldId id="298" r:id="rId12"/>
    <p:sldId id="267" r:id="rId13"/>
    <p:sldId id="290" r:id="rId14"/>
    <p:sldId id="291" r:id="rId15"/>
    <p:sldId id="269" r:id="rId16"/>
    <p:sldId id="274" r:id="rId17"/>
    <p:sldId id="275" r:id="rId18"/>
    <p:sldId id="276" r:id="rId19"/>
    <p:sldId id="297" r:id="rId20"/>
    <p:sldId id="277" r:id="rId21"/>
    <p:sldId id="292" r:id="rId22"/>
    <p:sldId id="299" r:id="rId23"/>
    <p:sldId id="279" r:id="rId24"/>
    <p:sldId id="282" r:id="rId25"/>
    <p:sldId id="285" r:id="rId26"/>
    <p:sldId id="286" r:id="rId27"/>
    <p:sldId id="287" r:id="rId28"/>
    <p:sldId id="293" r:id="rId29"/>
    <p:sldId id="289" r:id="rId3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6.xml"/><Relationship Id="rId7" Type="http://schemas.openxmlformats.org/officeDocument/2006/relationships/image" Target="../media/image1.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image" Target="../media/image3.png"/><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2.xml"/><Relationship Id="rId7" Type="http://schemas.openxmlformats.org/officeDocument/2006/relationships/image" Target="../media/image1.png"/><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2" Type="http://schemas.openxmlformats.org/officeDocument/2006/relationships/tags" Target="../tags/tag34.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7.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image" Target="../media/image3.png"/><Relationship Id="rId10" Type="http://schemas.openxmlformats.org/officeDocument/2006/relationships/tags" Target="../tags/tag2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40.xml"/><Relationship Id="rId7" Type="http://schemas.openxmlformats.org/officeDocument/2006/relationships/image" Target="../media/image1.png"/><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5.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image" Target="../media/image3.png"/><Relationship Id="rId10" Type="http://schemas.openxmlformats.org/officeDocument/2006/relationships/tags" Target="../tags/tag4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59.xml"/><Relationship Id="rId7" Type="http://schemas.openxmlformats.org/officeDocument/2006/relationships/image" Target="../media/image1.png"/><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4.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image" Target="../media/image3.png"/><Relationship Id="rId10" Type="http://schemas.openxmlformats.org/officeDocument/2006/relationships/tags" Target="../tags/tag6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80.xml"/><Relationship Id="rId7" Type="http://schemas.openxmlformats.org/officeDocument/2006/relationships/image" Target="../media/image1.png"/><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5" Type="http://schemas.openxmlformats.org/officeDocument/2006/relationships/tags" Target="../tags/tag95.xml"/><Relationship Id="rId24" Type="http://schemas.openxmlformats.org/officeDocument/2006/relationships/tags" Target="../tags/tag94.xml"/><Relationship Id="rId23" Type="http://schemas.openxmlformats.org/officeDocument/2006/relationships/tags" Target="../tags/tag93.xml"/><Relationship Id="rId22" Type="http://schemas.openxmlformats.org/officeDocument/2006/relationships/tags" Target="../tags/tag92.xml"/><Relationship Id="rId21" Type="http://schemas.openxmlformats.org/officeDocument/2006/relationships/tags" Target="../tags/tag91.xml"/><Relationship Id="rId20" Type="http://schemas.openxmlformats.org/officeDocument/2006/relationships/tags" Target="../tags/tag90.xml"/><Relationship Id="rId2" Type="http://schemas.openxmlformats.org/officeDocument/2006/relationships/tags" Target="../tags/tag75.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image" Target="../media/image3.png"/><Relationship Id="rId10" Type="http://schemas.openxmlformats.org/officeDocument/2006/relationships/tags" Target="../tags/tag8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01.xml"/><Relationship Id="rId7" Type="http://schemas.openxmlformats.org/officeDocument/2006/relationships/image" Target="../media/image1.png"/><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5" Type="http://schemas.openxmlformats.org/officeDocument/2006/relationships/tags" Target="../tags/tag116.xml"/><Relationship Id="rId24" Type="http://schemas.openxmlformats.org/officeDocument/2006/relationships/tags" Target="../tags/tag115.xml"/><Relationship Id="rId23" Type="http://schemas.openxmlformats.org/officeDocument/2006/relationships/tags" Target="../tags/tag114.xml"/><Relationship Id="rId22" Type="http://schemas.openxmlformats.org/officeDocument/2006/relationships/tags" Target="../tags/tag113.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tags" Target="../tags/tag96.xml"/><Relationship Id="rId19" Type="http://schemas.openxmlformats.org/officeDocument/2006/relationships/tags" Target="../tags/tag110.xml"/><Relationship Id="rId18" Type="http://schemas.openxmlformats.org/officeDocument/2006/relationships/tags" Target="../tags/tag109.xml"/><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image" Target="../media/image3.png"/><Relationship Id="rId10" Type="http://schemas.openxmlformats.org/officeDocument/2006/relationships/tags" Target="../tags/tag10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22.xml"/><Relationship Id="rId7" Type="http://schemas.openxmlformats.org/officeDocument/2006/relationships/image" Target="../media/image1.png"/><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0" Type="http://schemas.openxmlformats.org/officeDocument/2006/relationships/tags" Target="../tags/tag132.xml"/><Relationship Id="rId2" Type="http://schemas.openxmlformats.org/officeDocument/2006/relationships/tags" Target="../tags/tag117.xml"/><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image" Target="../media/image3.png"/><Relationship Id="rId10" Type="http://schemas.openxmlformats.org/officeDocument/2006/relationships/tags" Target="../tags/tag12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38.xml"/><Relationship Id="rId7" Type="http://schemas.openxmlformats.org/officeDocument/2006/relationships/image" Target="../media/image1.png"/><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6" Type="http://schemas.openxmlformats.org/officeDocument/2006/relationships/tags" Target="../tags/tag154.xml"/><Relationship Id="rId25" Type="http://schemas.openxmlformats.org/officeDocument/2006/relationships/tags" Target="../tags/tag153.xml"/><Relationship Id="rId24" Type="http://schemas.openxmlformats.org/officeDocument/2006/relationships/tags" Target="../tags/tag152.xml"/><Relationship Id="rId23" Type="http://schemas.openxmlformats.org/officeDocument/2006/relationships/tags" Target="../tags/tag151.xml"/><Relationship Id="rId22" Type="http://schemas.openxmlformats.org/officeDocument/2006/relationships/tags" Target="../tags/tag150.xml"/><Relationship Id="rId21" Type="http://schemas.openxmlformats.org/officeDocument/2006/relationships/tags" Target="../tags/tag149.xml"/><Relationship Id="rId20" Type="http://schemas.openxmlformats.org/officeDocument/2006/relationships/tags" Target="../tags/tag148.xml"/><Relationship Id="rId2" Type="http://schemas.openxmlformats.org/officeDocument/2006/relationships/tags" Target="../tags/tag133.xml"/><Relationship Id="rId19" Type="http://schemas.openxmlformats.org/officeDocument/2006/relationships/tags" Target="../tags/tag147.xml"/><Relationship Id="rId18" Type="http://schemas.openxmlformats.org/officeDocument/2006/relationships/tags" Target="../tags/tag146.xml"/><Relationship Id="rId17" Type="http://schemas.openxmlformats.org/officeDocument/2006/relationships/tags" Target="../tags/tag145.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image" Target="../media/image3.png"/><Relationship Id="rId10" Type="http://schemas.openxmlformats.org/officeDocument/2006/relationships/tags" Target="../tags/tag13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60.xml"/><Relationship Id="rId7" Type="http://schemas.openxmlformats.org/officeDocument/2006/relationships/image" Target="../media/image1.png"/><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1" Type="http://schemas.openxmlformats.org/officeDocument/2006/relationships/tags" Target="../tags/tag171.xml"/><Relationship Id="rId20" Type="http://schemas.openxmlformats.org/officeDocument/2006/relationships/tags" Target="../tags/tag170.xml"/><Relationship Id="rId2" Type="http://schemas.openxmlformats.org/officeDocument/2006/relationships/tags" Target="../tags/tag155.xml"/><Relationship Id="rId19" Type="http://schemas.openxmlformats.org/officeDocument/2006/relationships/tags" Target="../tags/tag169.xml"/><Relationship Id="rId18" Type="http://schemas.openxmlformats.org/officeDocument/2006/relationships/tags" Target="../tags/tag168.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image" Target="../media/image3.png"/><Relationship Id="rId10" Type="http://schemas.openxmlformats.org/officeDocument/2006/relationships/tags" Target="../tags/tag16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77.xml"/><Relationship Id="rId7" Type="http://schemas.openxmlformats.org/officeDocument/2006/relationships/image" Target="../media/image1.png"/><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5" Type="http://schemas.openxmlformats.org/officeDocument/2006/relationships/tags" Target="../tags/tag192.xml"/><Relationship Id="rId24" Type="http://schemas.openxmlformats.org/officeDocument/2006/relationships/tags" Target="../tags/tag191.xml"/><Relationship Id="rId23" Type="http://schemas.openxmlformats.org/officeDocument/2006/relationships/tags" Target="../tags/tag190.xml"/><Relationship Id="rId22" Type="http://schemas.openxmlformats.org/officeDocument/2006/relationships/tags" Target="../tags/tag189.xml"/><Relationship Id="rId21" Type="http://schemas.openxmlformats.org/officeDocument/2006/relationships/tags" Target="../tags/tag188.xml"/><Relationship Id="rId20" Type="http://schemas.openxmlformats.org/officeDocument/2006/relationships/tags" Target="../tags/tag187.xml"/><Relationship Id="rId2" Type="http://schemas.openxmlformats.org/officeDocument/2006/relationships/tags" Target="../tags/tag172.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image" Target="../media/image3.png"/><Relationship Id="rId10" Type="http://schemas.openxmlformats.org/officeDocument/2006/relationships/tags" Target="../tags/tag17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98.xml"/><Relationship Id="rId7" Type="http://schemas.openxmlformats.org/officeDocument/2006/relationships/image" Target="../media/image1.png"/><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5" Type="http://schemas.openxmlformats.org/officeDocument/2006/relationships/tags" Target="../tags/tag213.xml"/><Relationship Id="rId24" Type="http://schemas.openxmlformats.org/officeDocument/2006/relationships/tags" Target="../tags/tag212.xml"/><Relationship Id="rId23" Type="http://schemas.openxmlformats.org/officeDocument/2006/relationships/tags" Target="../tags/tag211.xml"/><Relationship Id="rId22" Type="http://schemas.openxmlformats.org/officeDocument/2006/relationships/tags" Target="../tags/tag210.xml"/><Relationship Id="rId21" Type="http://schemas.openxmlformats.org/officeDocument/2006/relationships/tags" Target="../tags/tag209.xml"/><Relationship Id="rId20" Type="http://schemas.openxmlformats.org/officeDocument/2006/relationships/tags" Target="../tags/tag208.xml"/><Relationship Id="rId2" Type="http://schemas.openxmlformats.org/officeDocument/2006/relationships/tags" Target="../tags/tag193.xml"/><Relationship Id="rId19" Type="http://schemas.openxmlformats.org/officeDocument/2006/relationships/tags" Target="../tags/tag207.xml"/><Relationship Id="rId18" Type="http://schemas.openxmlformats.org/officeDocument/2006/relationships/tags" Target="../tags/tag206.xml"/><Relationship Id="rId17" Type="http://schemas.openxmlformats.org/officeDocument/2006/relationships/tags" Target="../tags/tag205.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image" Target="../media/image3.png"/><Relationship Id="rId10" Type="http://schemas.openxmlformats.org/officeDocument/2006/relationships/tags" Target="../tags/tag19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19.xml"/><Relationship Id="rId7" Type="http://schemas.openxmlformats.org/officeDocument/2006/relationships/image" Target="../media/image1.png"/><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9" Type="http://schemas.openxmlformats.org/officeDocument/2006/relationships/tags" Target="../tags/tag238.xml"/><Relationship Id="rId28" Type="http://schemas.openxmlformats.org/officeDocument/2006/relationships/tags" Target="../tags/tag237.xml"/><Relationship Id="rId27" Type="http://schemas.openxmlformats.org/officeDocument/2006/relationships/tags" Target="../tags/tag236.xml"/><Relationship Id="rId26" Type="http://schemas.openxmlformats.org/officeDocument/2006/relationships/tags" Target="../tags/tag235.xml"/><Relationship Id="rId25" Type="http://schemas.openxmlformats.org/officeDocument/2006/relationships/tags" Target="../tags/tag234.xml"/><Relationship Id="rId24" Type="http://schemas.openxmlformats.org/officeDocument/2006/relationships/tags" Target="../tags/tag233.xml"/><Relationship Id="rId23" Type="http://schemas.openxmlformats.org/officeDocument/2006/relationships/tags" Target="../tags/tag232.xml"/><Relationship Id="rId22" Type="http://schemas.openxmlformats.org/officeDocument/2006/relationships/tags" Target="../tags/tag231.xml"/><Relationship Id="rId21" Type="http://schemas.openxmlformats.org/officeDocument/2006/relationships/tags" Target="../tags/tag230.xml"/><Relationship Id="rId20" Type="http://schemas.openxmlformats.org/officeDocument/2006/relationships/tags" Target="../tags/tag229.xml"/><Relationship Id="rId2" Type="http://schemas.openxmlformats.org/officeDocument/2006/relationships/tags" Target="../tags/tag214.xml"/><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image" Target="../media/image3.png"/><Relationship Id="rId10" Type="http://schemas.openxmlformats.org/officeDocument/2006/relationships/tags" Target="../tags/tag22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44.xml"/><Relationship Id="rId7" Type="http://schemas.openxmlformats.org/officeDocument/2006/relationships/image" Target="../media/image1.png"/><Relationship Id="rId6" Type="http://schemas.openxmlformats.org/officeDocument/2006/relationships/tags" Target="../tags/tag243.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2" Type="http://schemas.openxmlformats.org/officeDocument/2006/relationships/tags" Target="../tags/tag256.xml"/><Relationship Id="rId21" Type="http://schemas.openxmlformats.org/officeDocument/2006/relationships/tags" Target="../tags/tag255.xml"/><Relationship Id="rId20" Type="http://schemas.openxmlformats.org/officeDocument/2006/relationships/tags" Target="../tags/tag254.xml"/><Relationship Id="rId2" Type="http://schemas.openxmlformats.org/officeDocument/2006/relationships/tags" Target="../tags/tag239.xml"/><Relationship Id="rId19" Type="http://schemas.openxmlformats.org/officeDocument/2006/relationships/tags" Target="../tags/tag253.xml"/><Relationship Id="rId18" Type="http://schemas.openxmlformats.org/officeDocument/2006/relationships/tags" Target="../tags/tag252.xml"/><Relationship Id="rId17" Type="http://schemas.openxmlformats.org/officeDocument/2006/relationships/tags" Target="../tags/tag251.xml"/><Relationship Id="rId16" Type="http://schemas.openxmlformats.org/officeDocument/2006/relationships/tags" Target="../tags/tag250.xml"/><Relationship Id="rId15" Type="http://schemas.openxmlformats.org/officeDocument/2006/relationships/tags" Target="../tags/tag249.xml"/><Relationship Id="rId14" Type="http://schemas.openxmlformats.org/officeDocument/2006/relationships/tags" Target="../tags/tag248.xml"/><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image" Target="../media/image3.png"/><Relationship Id="rId10" Type="http://schemas.openxmlformats.org/officeDocument/2006/relationships/tags" Target="../tags/tag24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62.xml"/><Relationship Id="rId7" Type="http://schemas.openxmlformats.org/officeDocument/2006/relationships/image" Target="../media/image1.png"/><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0" Type="http://schemas.openxmlformats.org/officeDocument/2006/relationships/tags" Target="../tags/tag272.xml"/><Relationship Id="rId2" Type="http://schemas.openxmlformats.org/officeDocument/2006/relationships/tags" Target="../tags/tag257.xml"/><Relationship Id="rId19" Type="http://schemas.openxmlformats.org/officeDocument/2006/relationships/tags" Target="../tags/tag271.xml"/><Relationship Id="rId18" Type="http://schemas.openxmlformats.org/officeDocument/2006/relationships/tags" Target="../tags/tag270.xml"/><Relationship Id="rId17" Type="http://schemas.openxmlformats.org/officeDocument/2006/relationships/tags" Target="../tags/tag269.xml"/><Relationship Id="rId16" Type="http://schemas.openxmlformats.org/officeDocument/2006/relationships/tags" Target="../tags/tag268.xml"/><Relationship Id="rId15" Type="http://schemas.openxmlformats.org/officeDocument/2006/relationships/tags" Target="../tags/tag267.xml"/><Relationship Id="rId14" Type="http://schemas.openxmlformats.org/officeDocument/2006/relationships/tags" Target="../tags/tag266.xml"/><Relationship Id="rId13" Type="http://schemas.openxmlformats.org/officeDocument/2006/relationships/tags" Target="../tags/tag265.xml"/><Relationship Id="rId12" Type="http://schemas.openxmlformats.org/officeDocument/2006/relationships/tags" Target="../tags/tag264.xml"/><Relationship Id="rId11" Type="http://schemas.openxmlformats.org/officeDocument/2006/relationships/image" Target="../media/image3.png"/><Relationship Id="rId10" Type="http://schemas.openxmlformats.org/officeDocument/2006/relationships/tags" Target="../tags/tag26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78.xml"/><Relationship Id="rId7" Type="http://schemas.openxmlformats.org/officeDocument/2006/relationships/image" Target="../media/image1.png"/><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2" Type="http://schemas.openxmlformats.org/officeDocument/2006/relationships/tags" Target="../tags/tag290.xml"/><Relationship Id="rId21" Type="http://schemas.openxmlformats.org/officeDocument/2006/relationships/tags" Target="../tags/tag289.xml"/><Relationship Id="rId20" Type="http://schemas.openxmlformats.org/officeDocument/2006/relationships/tags" Target="../tags/tag288.xml"/><Relationship Id="rId2" Type="http://schemas.openxmlformats.org/officeDocument/2006/relationships/tags" Target="../tags/tag273.xml"/><Relationship Id="rId19" Type="http://schemas.openxmlformats.org/officeDocument/2006/relationships/tags" Target="../tags/tag287.xml"/><Relationship Id="rId18" Type="http://schemas.openxmlformats.org/officeDocument/2006/relationships/tags" Target="../tags/tag286.xml"/><Relationship Id="rId17" Type="http://schemas.openxmlformats.org/officeDocument/2006/relationships/tags" Target="../tags/tag285.xml"/><Relationship Id="rId16" Type="http://schemas.openxmlformats.org/officeDocument/2006/relationships/tags" Target="../tags/tag284.xml"/><Relationship Id="rId15" Type="http://schemas.openxmlformats.org/officeDocument/2006/relationships/tags" Target="../tags/tag283.xml"/><Relationship Id="rId14" Type="http://schemas.openxmlformats.org/officeDocument/2006/relationships/tags" Target="../tags/tag282.xml"/><Relationship Id="rId13" Type="http://schemas.openxmlformats.org/officeDocument/2006/relationships/tags" Target="../tags/tag281.xml"/><Relationship Id="rId12" Type="http://schemas.openxmlformats.org/officeDocument/2006/relationships/tags" Target="../tags/tag280.xml"/><Relationship Id="rId11" Type="http://schemas.openxmlformats.org/officeDocument/2006/relationships/image" Target="../media/image3.png"/><Relationship Id="rId10" Type="http://schemas.openxmlformats.org/officeDocument/2006/relationships/tags" Target="../tags/tag27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96.xml"/><Relationship Id="rId7" Type="http://schemas.openxmlformats.org/officeDocument/2006/relationships/image" Target="../media/image1.png"/><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 Id="rId33" Type="http://schemas.openxmlformats.org/officeDocument/2006/relationships/tags" Target="../tags/tag319.xml"/><Relationship Id="rId32" Type="http://schemas.openxmlformats.org/officeDocument/2006/relationships/tags" Target="../tags/tag318.xml"/><Relationship Id="rId31" Type="http://schemas.openxmlformats.org/officeDocument/2006/relationships/tags" Target="../tags/tag317.xml"/><Relationship Id="rId30" Type="http://schemas.openxmlformats.org/officeDocument/2006/relationships/tags" Target="../tags/tag316.xml"/><Relationship Id="rId3" Type="http://schemas.openxmlformats.org/officeDocument/2006/relationships/tags" Target="../tags/tag292.xml"/><Relationship Id="rId29" Type="http://schemas.openxmlformats.org/officeDocument/2006/relationships/tags" Target="../tags/tag315.xml"/><Relationship Id="rId28" Type="http://schemas.openxmlformats.org/officeDocument/2006/relationships/tags" Target="../tags/tag314.xml"/><Relationship Id="rId27" Type="http://schemas.openxmlformats.org/officeDocument/2006/relationships/tags" Target="../tags/tag313.xml"/><Relationship Id="rId26" Type="http://schemas.openxmlformats.org/officeDocument/2006/relationships/tags" Target="../tags/tag312.xml"/><Relationship Id="rId25" Type="http://schemas.openxmlformats.org/officeDocument/2006/relationships/tags" Target="../tags/tag311.xml"/><Relationship Id="rId24" Type="http://schemas.openxmlformats.org/officeDocument/2006/relationships/tags" Target="../tags/tag310.xml"/><Relationship Id="rId23" Type="http://schemas.openxmlformats.org/officeDocument/2006/relationships/tags" Target="../tags/tag309.xml"/><Relationship Id="rId22" Type="http://schemas.openxmlformats.org/officeDocument/2006/relationships/tags" Target="../tags/tag308.xml"/><Relationship Id="rId21" Type="http://schemas.openxmlformats.org/officeDocument/2006/relationships/tags" Target="../tags/tag307.xml"/><Relationship Id="rId20" Type="http://schemas.openxmlformats.org/officeDocument/2006/relationships/tags" Target="../tags/tag306.xml"/><Relationship Id="rId2" Type="http://schemas.openxmlformats.org/officeDocument/2006/relationships/tags" Target="../tags/tag291.xml"/><Relationship Id="rId19" Type="http://schemas.openxmlformats.org/officeDocument/2006/relationships/tags" Target="../tags/tag305.xml"/><Relationship Id="rId18" Type="http://schemas.openxmlformats.org/officeDocument/2006/relationships/tags" Target="../tags/tag304.xml"/><Relationship Id="rId17" Type="http://schemas.openxmlformats.org/officeDocument/2006/relationships/tags" Target="../tags/tag303.xml"/><Relationship Id="rId16" Type="http://schemas.openxmlformats.org/officeDocument/2006/relationships/tags" Target="../tags/tag302.xml"/><Relationship Id="rId15" Type="http://schemas.openxmlformats.org/officeDocument/2006/relationships/tags" Target="../tags/tag301.xml"/><Relationship Id="rId14" Type="http://schemas.openxmlformats.org/officeDocument/2006/relationships/tags" Target="../tags/tag300.xml"/><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image" Target="../media/image3.png"/><Relationship Id="rId10" Type="http://schemas.openxmlformats.org/officeDocument/2006/relationships/tags" Target="../tags/tag297.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25.xml"/><Relationship Id="rId7" Type="http://schemas.openxmlformats.org/officeDocument/2006/relationships/image" Target="../media/image1.png"/><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0" Type="http://schemas.openxmlformats.org/officeDocument/2006/relationships/tags" Target="../tags/tag335.xml"/><Relationship Id="rId2" Type="http://schemas.openxmlformats.org/officeDocument/2006/relationships/tags" Target="../tags/tag320.xml"/><Relationship Id="rId19" Type="http://schemas.openxmlformats.org/officeDocument/2006/relationships/tags" Target="../tags/tag334.xml"/><Relationship Id="rId18" Type="http://schemas.openxmlformats.org/officeDocument/2006/relationships/tags" Target="../tags/tag333.xml"/><Relationship Id="rId17" Type="http://schemas.openxmlformats.org/officeDocument/2006/relationships/tags" Target="../tags/tag332.xml"/><Relationship Id="rId16" Type="http://schemas.openxmlformats.org/officeDocument/2006/relationships/tags" Target="../tags/tag331.xml"/><Relationship Id="rId15" Type="http://schemas.openxmlformats.org/officeDocument/2006/relationships/tags" Target="../tags/tag330.xml"/><Relationship Id="rId14" Type="http://schemas.openxmlformats.org/officeDocument/2006/relationships/tags" Target="../tags/tag329.xml"/><Relationship Id="rId13" Type="http://schemas.openxmlformats.org/officeDocument/2006/relationships/tags" Target="../tags/tag328.xml"/><Relationship Id="rId12" Type="http://schemas.openxmlformats.org/officeDocument/2006/relationships/tags" Target="../tags/tag327.xml"/><Relationship Id="rId11" Type="http://schemas.openxmlformats.org/officeDocument/2006/relationships/image" Target="../media/image3.png"/><Relationship Id="rId10" Type="http://schemas.openxmlformats.org/officeDocument/2006/relationships/tags" Target="../tags/tag32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41.xml"/><Relationship Id="rId7" Type="http://schemas.openxmlformats.org/officeDocument/2006/relationships/image" Target="../media/image1.png"/><Relationship Id="rId6" Type="http://schemas.openxmlformats.org/officeDocument/2006/relationships/tags" Target="../tags/tag340.xml"/><Relationship Id="rId5" Type="http://schemas.openxmlformats.org/officeDocument/2006/relationships/tags" Target="../tags/tag339.xml"/><Relationship Id="rId4" Type="http://schemas.openxmlformats.org/officeDocument/2006/relationships/tags" Target="../tags/tag338.xml"/><Relationship Id="rId3" Type="http://schemas.openxmlformats.org/officeDocument/2006/relationships/tags" Target="../tags/tag337.xml"/><Relationship Id="rId22" Type="http://schemas.openxmlformats.org/officeDocument/2006/relationships/tags" Target="../tags/tag353.xml"/><Relationship Id="rId21" Type="http://schemas.openxmlformats.org/officeDocument/2006/relationships/tags" Target="../tags/tag352.xml"/><Relationship Id="rId20" Type="http://schemas.openxmlformats.org/officeDocument/2006/relationships/tags" Target="../tags/tag351.xml"/><Relationship Id="rId2" Type="http://schemas.openxmlformats.org/officeDocument/2006/relationships/tags" Target="../tags/tag336.xml"/><Relationship Id="rId19" Type="http://schemas.openxmlformats.org/officeDocument/2006/relationships/tags" Target="../tags/tag350.xml"/><Relationship Id="rId18" Type="http://schemas.openxmlformats.org/officeDocument/2006/relationships/tags" Target="../tags/tag349.xml"/><Relationship Id="rId17" Type="http://schemas.openxmlformats.org/officeDocument/2006/relationships/tags" Target="../tags/tag348.xml"/><Relationship Id="rId16" Type="http://schemas.openxmlformats.org/officeDocument/2006/relationships/tags" Target="../tags/tag347.xml"/><Relationship Id="rId15" Type="http://schemas.openxmlformats.org/officeDocument/2006/relationships/tags" Target="../tags/tag346.xml"/><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image" Target="../media/image3.png"/><Relationship Id="rId10" Type="http://schemas.openxmlformats.org/officeDocument/2006/relationships/tags" Target="../tags/tag342.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59.xml"/><Relationship Id="rId7" Type="http://schemas.openxmlformats.org/officeDocument/2006/relationships/image" Target="../media/image1.png"/><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9" Type="http://schemas.openxmlformats.org/officeDocument/2006/relationships/tags" Target="../tags/tag368.xml"/><Relationship Id="rId18" Type="http://schemas.openxmlformats.org/officeDocument/2006/relationships/tags" Target="../tags/tag367.xml"/><Relationship Id="rId17" Type="http://schemas.openxmlformats.org/officeDocument/2006/relationships/tags" Target="../tags/tag366.xml"/><Relationship Id="rId16" Type="http://schemas.openxmlformats.org/officeDocument/2006/relationships/tags" Target="../tags/tag365.xml"/><Relationship Id="rId15" Type="http://schemas.openxmlformats.org/officeDocument/2006/relationships/tags" Target="../tags/tag364.xml"/><Relationship Id="rId14" Type="http://schemas.openxmlformats.org/officeDocument/2006/relationships/tags" Target="../tags/tag363.xml"/><Relationship Id="rId13" Type="http://schemas.openxmlformats.org/officeDocument/2006/relationships/tags" Target="../tags/tag362.xml"/><Relationship Id="rId12" Type="http://schemas.openxmlformats.org/officeDocument/2006/relationships/tags" Target="../tags/tag361.xml"/><Relationship Id="rId11" Type="http://schemas.openxmlformats.org/officeDocument/2006/relationships/image" Target="../media/image3.png"/><Relationship Id="rId10" Type="http://schemas.openxmlformats.org/officeDocument/2006/relationships/tags" Target="../tags/tag360.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74.xml"/><Relationship Id="rId7" Type="http://schemas.openxmlformats.org/officeDocument/2006/relationships/image" Target="../media/image1.png"/><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5" Type="http://schemas.openxmlformats.org/officeDocument/2006/relationships/tags" Target="../tags/tag389.xml"/><Relationship Id="rId24" Type="http://schemas.openxmlformats.org/officeDocument/2006/relationships/tags" Target="../tags/tag388.xml"/><Relationship Id="rId23" Type="http://schemas.openxmlformats.org/officeDocument/2006/relationships/tags" Target="../tags/tag387.xml"/><Relationship Id="rId22" Type="http://schemas.openxmlformats.org/officeDocument/2006/relationships/tags" Target="../tags/tag386.xml"/><Relationship Id="rId21" Type="http://schemas.openxmlformats.org/officeDocument/2006/relationships/tags" Target="../tags/tag385.xml"/><Relationship Id="rId20" Type="http://schemas.openxmlformats.org/officeDocument/2006/relationships/tags" Target="../tags/tag384.xml"/><Relationship Id="rId2" Type="http://schemas.openxmlformats.org/officeDocument/2006/relationships/tags" Target="../tags/tag369.xml"/><Relationship Id="rId19" Type="http://schemas.openxmlformats.org/officeDocument/2006/relationships/tags" Target="../tags/tag383.xml"/><Relationship Id="rId18" Type="http://schemas.openxmlformats.org/officeDocument/2006/relationships/tags" Target="../tags/tag382.xml"/><Relationship Id="rId17" Type="http://schemas.openxmlformats.org/officeDocument/2006/relationships/tags" Target="../tags/tag381.xml"/><Relationship Id="rId16" Type="http://schemas.openxmlformats.org/officeDocument/2006/relationships/tags" Target="../tags/tag380.xml"/><Relationship Id="rId15" Type="http://schemas.openxmlformats.org/officeDocument/2006/relationships/tags" Target="../tags/tag379.xml"/><Relationship Id="rId14" Type="http://schemas.openxmlformats.org/officeDocument/2006/relationships/tags" Target="../tags/tag378.xml"/><Relationship Id="rId13" Type="http://schemas.openxmlformats.org/officeDocument/2006/relationships/tags" Target="../tags/tag377.xml"/><Relationship Id="rId12" Type="http://schemas.openxmlformats.org/officeDocument/2006/relationships/tags" Target="../tags/tag376.xml"/><Relationship Id="rId11" Type="http://schemas.openxmlformats.org/officeDocument/2006/relationships/image" Target="../media/image3.png"/><Relationship Id="rId10" Type="http://schemas.openxmlformats.org/officeDocument/2006/relationships/tags" Target="../tags/tag37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9" Type="http://schemas.openxmlformats.org/officeDocument/2006/relationships/tags" Target="../tags/tag487.xml"/><Relationship Id="rId98" Type="http://schemas.openxmlformats.org/officeDocument/2006/relationships/tags" Target="../tags/tag486.xml"/><Relationship Id="rId97" Type="http://schemas.openxmlformats.org/officeDocument/2006/relationships/tags" Target="../tags/tag485.xml"/><Relationship Id="rId96" Type="http://schemas.openxmlformats.org/officeDocument/2006/relationships/tags" Target="../tags/tag484.xml"/><Relationship Id="rId95" Type="http://schemas.openxmlformats.org/officeDocument/2006/relationships/tags" Target="../tags/tag483.xml"/><Relationship Id="rId94" Type="http://schemas.openxmlformats.org/officeDocument/2006/relationships/tags" Target="../tags/tag482.xml"/><Relationship Id="rId93" Type="http://schemas.openxmlformats.org/officeDocument/2006/relationships/tags" Target="../tags/tag481.xml"/><Relationship Id="rId92" Type="http://schemas.openxmlformats.org/officeDocument/2006/relationships/tags" Target="../tags/tag480.xml"/><Relationship Id="rId91" Type="http://schemas.openxmlformats.org/officeDocument/2006/relationships/tags" Target="../tags/tag479.xml"/><Relationship Id="rId90" Type="http://schemas.openxmlformats.org/officeDocument/2006/relationships/tags" Target="../tags/tag478.xml"/><Relationship Id="rId9" Type="http://schemas.openxmlformats.org/officeDocument/2006/relationships/tags" Target="../tags/tag397.xml"/><Relationship Id="rId89" Type="http://schemas.openxmlformats.org/officeDocument/2006/relationships/tags" Target="../tags/tag477.xml"/><Relationship Id="rId88" Type="http://schemas.openxmlformats.org/officeDocument/2006/relationships/tags" Target="../tags/tag476.xml"/><Relationship Id="rId87" Type="http://schemas.openxmlformats.org/officeDocument/2006/relationships/tags" Target="../tags/tag475.xml"/><Relationship Id="rId86" Type="http://schemas.openxmlformats.org/officeDocument/2006/relationships/tags" Target="../tags/tag474.xml"/><Relationship Id="rId85" Type="http://schemas.openxmlformats.org/officeDocument/2006/relationships/tags" Target="../tags/tag473.xml"/><Relationship Id="rId84" Type="http://schemas.openxmlformats.org/officeDocument/2006/relationships/tags" Target="../tags/tag472.xml"/><Relationship Id="rId83" Type="http://schemas.openxmlformats.org/officeDocument/2006/relationships/tags" Target="../tags/tag471.xml"/><Relationship Id="rId82" Type="http://schemas.openxmlformats.org/officeDocument/2006/relationships/tags" Target="../tags/tag470.xml"/><Relationship Id="rId81" Type="http://schemas.openxmlformats.org/officeDocument/2006/relationships/tags" Target="../tags/tag469.xml"/><Relationship Id="rId80" Type="http://schemas.openxmlformats.org/officeDocument/2006/relationships/tags" Target="../tags/tag468.xml"/><Relationship Id="rId8" Type="http://schemas.openxmlformats.org/officeDocument/2006/relationships/tags" Target="../tags/tag396.xml"/><Relationship Id="rId79" Type="http://schemas.openxmlformats.org/officeDocument/2006/relationships/tags" Target="../tags/tag467.xml"/><Relationship Id="rId78" Type="http://schemas.openxmlformats.org/officeDocument/2006/relationships/tags" Target="../tags/tag466.xml"/><Relationship Id="rId77" Type="http://schemas.openxmlformats.org/officeDocument/2006/relationships/tags" Target="../tags/tag465.xml"/><Relationship Id="rId76" Type="http://schemas.openxmlformats.org/officeDocument/2006/relationships/tags" Target="../tags/tag464.xml"/><Relationship Id="rId75" Type="http://schemas.openxmlformats.org/officeDocument/2006/relationships/tags" Target="../tags/tag463.xml"/><Relationship Id="rId74" Type="http://schemas.openxmlformats.org/officeDocument/2006/relationships/tags" Target="../tags/tag462.xml"/><Relationship Id="rId73" Type="http://schemas.openxmlformats.org/officeDocument/2006/relationships/tags" Target="../tags/tag461.xml"/><Relationship Id="rId72" Type="http://schemas.openxmlformats.org/officeDocument/2006/relationships/tags" Target="../tags/tag460.xml"/><Relationship Id="rId71" Type="http://schemas.openxmlformats.org/officeDocument/2006/relationships/tags" Target="../tags/tag459.xml"/><Relationship Id="rId70" Type="http://schemas.openxmlformats.org/officeDocument/2006/relationships/tags" Target="../tags/tag458.xml"/><Relationship Id="rId7" Type="http://schemas.openxmlformats.org/officeDocument/2006/relationships/tags" Target="../tags/tag395.xml"/><Relationship Id="rId69" Type="http://schemas.openxmlformats.org/officeDocument/2006/relationships/tags" Target="../tags/tag457.xml"/><Relationship Id="rId68" Type="http://schemas.openxmlformats.org/officeDocument/2006/relationships/tags" Target="../tags/tag456.xml"/><Relationship Id="rId67" Type="http://schemas.openxmlformats.org/officeDocument/2006/relationships/tags" Target="../tags/tag455.xml"/><Relationship Id="rId66" Type="http://schemas.openxmlformats.org/officeDocument/2006/relationships/tags" Target="../tags/tag454.xml"/><Relationship Id="rId65" Type="http://schemas.openxmlformats.org/officeDocument/2006/relationships/tags" Target="../tags/tag453.xml"/><Relationship Id="rId64" Type="http://schemas.openxmlformats.org/officeDocument/2006/relationships/tags" Target="../tags/tag452.xml"/><Relationship Id="rId63" Type="http://schemas.openxmlformats.org/officeDocument/2006/relationships/tags" Target="../tags/tag451.xml"/><Relationship Id="rId62" Type="http://schemas.openxmlformats.org/officeDocument/2006/relationships/tags" Target="../tags/tag450.xml"/><Relationship Id="rId61" Type="http://schemas.openxmlformats.org/officeDocument/2006/relationships/tags" Target="../tags/tag449.xml"/><Relationship Id="rId60" Type="http://schemas.openxmlformats.org/officeDocument/2006/relationships/tags" Target="../tags/tag448.xml"/><Relationship Id="rId6" Type="http://schemas.openxmlformats.org/officeDocument/2006/relationships/tags" Target="../tags/tag394.xml"/><Relationship Id="rId59" Type="http://schemas.openxmlformats.org/officeDocument/2006/relationships/tags" Target="../tags/tag447.xml"/><Relationship Id="rId58" Type="http://schemas.openxmlformats.org/officeDocument/2006/relationships/tags" Target="../tags/tag446.xml"/><Relationship Id="rId57" Type="http://schemas.openxmlformats.org/officeDocument/2006/relationships/tags" Target="../tags/tag445.xml"/><Relationship Id="rId56" Type="http://schemas.openxmlformats.org/officeDocument/2006/relationships/tags" Target="../tags/tag444.xml"/><Relationship Id="rId55" Type="http://schemas.openxmlformats.org/officeDocument/2006/relationships/tags" Target="../tags/tag443.xml"/><Relationship Id="rId54" Type="http://schemas.openxmlformats.org/officeDocument/2006/relationships/tags" Target="../tags/tag442.xml"/><Relationship Id="rId53" Type="http://schemas.openxmlformats.org/officeDocument/2006/relationships/tags" Target="../tags/tag441.xml"/><Relationship Id="rId52" Type="http://schemas.openxmlformats.org/officeDocument/2006/relationships/tags" Target="../tags/tag440.xml"/><Relationship Id="rId51" Type="http://schemas.openxmlformats.org/officeDocument/2006/relationships/tags" Target="../tags/tag439.xml"/><Relationship Id="rId50" Type="http://schemas.openxmlformats.org/officeDocument/2006/relationships/tags" Target="../tags/tag438.xml"/><Relationship Id="rId5" Type="http://schemas.openxmlformats.org/officeDocument/2006/relationships/tags" Target="../tags/tag393.xml"/><Relationship Id="rId49" Type="http://schemas.openxmlformats.org/officeDocument/2006/relationships/tags" Target="../tags/tag437.xml"/><Relationship Id="rId48" Type="http://schemas.openxmlformats.org/officeDocument/2006/relationships/tags" Target="../tags/tag436.xml"/><Relationship Id="rId47" Type="http://schemas.openxmlformats.org/officeDocument/2006/relationships/tags" Target="../tags/tag435.xml"/><Relationship Id="rId46" Type="http://schemas.openxmlformats.org/officeDocument/2006/relationships/tags" Target="../tags/tag434.xml"/><Relationship Id="rId45" Type="http://schemas.openxmlformats.org/officeDocument/2006/relationships/tags" Target="../tags/tag433.xml"/><Relationship Id="rId44" Type="http://schemas.openxmlformats.org/officeDocument/2006/relationships/tags" Target="../tags/tag432.xml"/><Relationship Id="rId43" Type="http://schemas.openxmlformats.org/officeDocument/2006/relationships/tags" Target="../tags/tag431.xml"/><Relationship Id="rId42" Type="http://schemas.openxmlformats.org/officeDocument/2006/relationships/tags" Target="../tags/tag430.xml"/><Relationship Id="rId41" Type="http://schemas.openxmlformats.org/officeDocument/2006/relationships/tags" Target="../tags/tag429.xml"/><Relationship Id="rId40" Type="http://schemas.openxmlformats.org/officeDocument/2006/relationships/tags" Target="../tags/tag428.xml"/><Relationship Id="rId4" Type="http://schemas.openxmlformats.org/officeDocument/2006/relationships/tags" Target="../tags/tag392.xml"/><Relationship Id="rId39" Type="http://schemas.openxmlformats.org/officeDocument/2006/relationships/tags" Target="../tags/tag427.xml"/><Relationship Id="rId38" Type="http://schemas.openxmlformats.org/officeDocument/2006/relationships/tags" Target="../tags/tag426.xml"/><Relationship Id="rId37" Type="http://schemas.openxmlformats.org/officeDocument/2006/relationships/tags" Target="../tags/tag425.xml"/><Relationship Id="rId36" Type="http://schemas.openxmlformats.org/officeDocument/2006/relationships/tags" Target="../tags/tag424.xml"/><Relationship Id="rId35" Type="http://schemas.openxmlformats.org/officeDocument/2006/relationships/tags" Target="../tags/tag423.xml"/><Relationship Id="rId34" Type="http://schemas.openxmlformats.org/officeDocument/2006/relationships/tags" Target="../tags/tag422.xml"/><Relationship Id="rId33" Type="http://schemas.openxmlformats.org/officeDocument/2006/relationships/tags" Target="../tags/tag421.xml"/><Relationship Id="rId32" Type="http://schemas.openxmlformats.org/officeDocument/2006/relationships/tags" Target="../tags/tag420.xml"/><Relationship Id="rId31" Type="http://schemas.openxmlformats.org/officeDocument/2006/relationships/tags" Target="../tags/tag419.xml"/><Relationship Id="rId30" Type="http://schemas.openxmlformats.org/officeDocument/2006/relationships/tags" Target="../tags/tag418.xml"/><Relationship Id="rId3" Type="http://schemas.openxmlformats.org/officeDocument/2006/relationships/tags" Target="../tags/tag391.xml"/><Relationship Id="rId29" Type="http://schemas.openxmlformats.org/officeDocument/2006/relationships/tags" Target="../tags/tag417.xml"/><Relationship Id="rId28" Type="http://schemas.openxmlformats.org/officeDocument/2006/relationships/tags" Target="../tags/tag416.xml"/><Relationship Id="rId27" Type="http://schemas.openxmlformats.org/officeDocument/2006/relationships/tags" Target="../tags/tag415.xml"/><Relationship Id="rId26" Type="http://schemas.openxmlformats.org/officeDocument/2006/relationships/tags" Target="../tags/tag414.xml"/><Relationship Id="rId25" Type="http://schemas.openxmlformats.org/officeDocument/2006/relationships/tags" Target="../tags/tag413.xml"/><Relationship Id="rId24" Type="http://schemas.openxmlformats.org/officeDocument/2006/relationships/tags" Target="../tags/tag412.xml"/><Relationship Id="rId23" Type="http://schemas.openxmlformats.org/officeDocument/2006/relationships/tags" Target="../tags/tag411.xml"/><Relationship Id="rId22" Type="http://schemas.openxmlformats.org/officeDocument/2006/relationships/tags" Target="../tags/tag410.xml"/><Relationship Id="rId21" Type="http://schemas.openxmlformats.org/officeDocument/2006/relationships/tags" Target="../tags/tag409.xml"/><Relationship Id="rId20" Type="http://schemas.openxmlformats.org/officeDocument/2006/relationships/tags" Target="../tags/tag408.xml"/><Relationship Id="rId2" Type="http://schemas.openxmlformats.org/officeDocument/2006/relationships/tags" Target="../tags/tag390.xml"/><Relationship Id="rId193" Type="http://schemas.openxmlformats.org/officeDocument/2006/relationships/tags" Target="../tags/tag581.xml"/><Relationship Id="rId192" Type="http://schemas.openxmlformats.org/officeDocument/2006/relationships/tags" Target="../tags/tag580.xml"/><Relationship Id="rId191" Type="http://schemas.openxmlformats.org/officeDocument/2006/relationships/tags" Target="../tags/tag579.xml"/><Relationship Id="rId190" Type="http://schemas.openxmlformats.org/officeDocument/2006/relationships/tags" Target="../tags/tag578.xml"/><Relationship Id="rId19" Type="http://schemas.openxmlformats.org/officeDocument/2006/relationships/tags" Target="../tags/tag407.xml"/><Relationship Id="rId189" Type="http://schemas.openxmlformats.org/officeDocument/2006/relationships/tags" Target="../tags/tag577.xml"/><Relationship Id="rId188" Type="http://schemas.openxmlformats.org/officeDocument/2006/relationships/tags" Target="../tags/tag576.xml"/><Relationship Id="rId187" Type="http://schemas.openxmlformats.org/officeDocument/2006/relationships/tags" Target="../tags/tag575.xml"/><Relationship Id="rId186" Type="http://schemas.openxmlformats.org/officeDocument/2006/relationships/tags" Target="../tags/tag574.xml"/><Relationship Id="rId185" Type="http://schemas.openxmlformats.org/officeDocument/2006/relationships/tags" Target="../tags/tag573.xml"/><Relationship Id="rId184" Type="http://schemas.openxmlformats.org/officeDocument/2006/relationships/tags" Target="../tags/tag572.xml"/><Relationship Id="rId183" Type="http://schemas.openxmlformats.org/officeDocument/2006/relationships/tags" Target="../tags/tag571.xml"/><Relationship Id="rId182" Type="http://schemas.openxmlformats.org/officeDocument/2006/relationships/tags" Target="../tags/tag570.xml"/><Relationship Id="rId181" Type="http://schemas.openxmlformats.org/officeDocument/2006/relationships/tags" Target="../tags/tag569.xml"/><Relationship Id="rId180" Type="http://schemas.openxmlformats.org/officeDocument/2006/relationships/tags" Target="../tags/tag568.xml"/><Relationship Id="rId18" Type="http://schemas.openxmlformats.org/officeDocument/2006/relationships/tags" Target="../tags/tag406.xml"/><Relationship Id="rId179" Type="http://schemas.openxmlformats.org/officeDocument/2006/relationships/tags" Target="../tags/tag567.xml"/><Relationship Id="rId178" Type="http://schemas.openxmlformats.org/officeDocument/2006/relationships/tags" Target="../tags/tag566.xml"/><Relationship Id="rId177" Type="http://schemas.openxmlformats.org/officeDocument/2006/relationships/tags" Target="../tags/tag565.xml"/><Relationship Id="rId176" Type="http://schemas.openxmlformats.org/officeDocument/2006/relationships/tags" Target="../tags/tag564.xml"/><Relationship Id="rId175" Type="http://schemas.openxmlformats.org/officeDocument/2006/relationships/tags" Target="../tags/tag563.xml"/><Relationship Id="rId174" Type="http://schemas.openxmlformats.org/officeDocument/2006/relationships/tags" Target="../tags/tag562.xml"/><Relationship Id="rId173" Type="http://schemas.openxmlformats.org/officeDocument/2006/relationships/tags" Target="../tags/tag561.xml"/><Relationship Id="rId172" Type="http://schemas.openxmlformats.org/officeDocument/2006/relationships/tags" Target="../tags/tag560.xml"/><Relationship Id="rId171" Type="http://schemas.openxmlformats.org/officeDocument/2006/relationships/tags" Target="../tags/tag559.xml"/><Relationship Id="rId170" Type="http://schemas.openxmlformats.org/officeDocument/2006/relationships/tags" Target="../tags/tag558.xml"/><Relationship Id="rId17" Type="http://schemas.openxmlformats.org/officeDocument/2006/relationships/tags" Target="../tags/tag405.xml"/><Relationship Id="rId169" Type="http://schemas.openxmlformats.org/officeDocument/2006/relationships/tags" Target="../tags/tag557.xml"/><Relationship Id="rId168" Type="http://schemas.openxmlformats.org/officeDocument/2006/relationships/tags" Target="../tags/tag556.xml"/><Relationship Id="rId167" Type="http://schemas.openxmlformats.org/officeDocument/2006/relationships/tags" Target="../tags/tag555.xml"/><Relationship Id="rId166" Type="http://schemas.openxmlformats.org/officeDocument/2006/relationships/tags" Target="../tags/tag554.xml"/><Relationship Id="rId165" Type="http://schemas.openxmlformats.org/officeDocument/2006/relationships/tags" Target="../tags/tag553.xml"/><Relationship Id="rId164" Type="http://schemas.openxmlformats.org/officeDocument/2006/relationships/tags" Target="../tags/tag552.xml"/><Relationship Id="rId163" Type="http://schemas.openxmlformats.org/officeDocument/2006/relationships/tags" Target="../tags/tag551.xml"/><Relationship Id="rId162" Type="http://schemas.openxmlformats.org/officeDocument/2006/relationships/tags" Target="../tags/tag550.xml"/><Relationship Id="rId161" Type="http://schemas.openxmlformats.org/officeDocument/2006/relationships/tags" Target="../tags/tag549.xml"/><Relationship Id="rId160" Type="http://schemas.openxmlformats.org/officeDocument/2006/relationships/tags" Target="../tags/tag548.xml"/><Relationship Id="rId16" Type="http://schemas.openxmlformats.org/officeDocument/2006/relationships/tags" Target="../tags/tag404.xml"/><Relationship Id="rId159" Type="http://schemas.openxmlformats.org/officeDocument/2006/relationships/tags" Target="../tags/tag547.xml"/><Relationship Id="rId158" Type="http://schemas.openxmlformats.org/officeDocument/2006/relationships/tags" Target="../tags/tag546.xml"/><Relationship Id="rId157" Type="http://schemas.openxmlformats.org/officeDocument/2006/relationships/tags" Target="../tags/tag545.xml"/><Relationship Id="rId156" Type="http://schemas.openxmlformats.org/officeDocument/2006/relationships/tags" Target="../tags/tag544.xml"/><Relationship Id="rId155" Type="http://schemas.openxmlformats.org/officeDocument/2006/relationships/tags" Target="../tags/tag543.xml"/><Relationship Id="rId154" Type="http://schemas.openxmlformats.org/officeDocument/2006/relationships/tags" Target="../tags/tag542.xml"/><Relationship Id="rId153" Type="http://schemas.openxmlformats.org/officeDocument/2006/relationships/tags" Target="../tags/tag541.xml"/><Relationship Id="rId152" Type="http://schemas.openxmlformats.org/officeDocument/2006/relationships/tags" Target="../tags/tag540.xml"/><Relationship Id="rId151" Type="http://schemas.openxmlformats.org/officeDocument/2006/relationships/tags" Target="../tags/tag539.xml"/><Relationship Id="rId150" Type="http://schemas.openxmlformats.org/officeDocument/2006/relationships/tags" Target="../tags/tag538.xml"/><Relationship Id="rId15" Type="http://schemas.openxmlformats.org/officeDocument/2006/relationships/tags" Target="../tags/tag403.xml"/><Relationship Id="rId149" Type="http://schemas.openxmlformats.org/officeDocument/2006/relationships/tags" Target="../tags/tag537.xml"/><Relationship Id="rId148" Type="http://schemas.openxmlformats.org/officeDocument/2006/relationships/tags" Target="../tags/tag536.xml"/><Relationship Id="rId147" Type="http://schemas.openxmlformats.org/officeDocument/2006/relationships/tags" Target="../tags/tag535.xml"/><Relationship Id="rId146" Type="http://schemas.openxmlformats.org/officeDocument/2006/relationships/tags" Target="../tags/tag534.xml"/><Relationship Id="rId145" Type="http://schemas.openxmlformats.org/officeDocument/2006/relationships/tags" Target="../tags/tag533.xml"/><Relationship Id="rId144" Type="http://schemas.openxmlformats.org/officeDocument/2006/relationships/tags" Target="../tags/tag532.xml"/><Relationship Id="rId143" Type="http://schemas.openxmlformats.org/officeDocument/2006/relationships/tags" Target="../tags/tag531.xml"/><Relationship Id="rId142" Type="http://schemas.openxmlformats.org/officeDocument/2006/relationships/tags" Target="../tags/tag530.xml"/><Relationship Id="rId141" Type="http://schemas.openxmlformats.org/officeDocument/2006/relationships/tags" Target="../tags/tag529.xml"/><Relationship Id="rId140" Type="http://schemas.openxmlformats.org/officeDocument/2006/relationships/tags" Target="../tags/tag528.xml"/><Relationship Id="rId14" Type="http://schemas.openxmlformats.org/officeDocument/2006/relationships/tags" Target="../tags/tag402.xml"/><Relationship Id="rId139" Type="http://schemas.openxmlformats.org/officeDocument/2006/relationships/tags" Target="../tags/tag527.xml"/><Relationship Id="rId138" Type="http://schemas.openxmlformats.org/officeDocument/2006/relationships/tags" Target="../tags/tag526.xml"/><Relationship Id="rId137" Type="http://schemas.openxmlformats.org/officeDocument/2006/relationships/tags" Target="../tags/tag525.xml"/><Relationship Id="rId136" Type="http://schemas.openxmlformats.org/officeDocument/2006/relationships/tags" Target="../tags/tag524.xml"/><Relationship Id="rId135" Type="http://schemas.openxmlformats.org/officeDocument/2006/relationships/tags" Target="../tags/tag523.xml"/><Relationship Id="rId134" Type="http://schemas.openxmlformats.org/officeDocument/2006/relationships/tags" Target="../tags/tag522.xml"/><Relationship Id="rId133" Type="http://schemas.openxmlformats.org/officeDocument/2006/relationships/tags" Target="../tags/tag521.xml"/><Relationship Id="rId132" Type="http://schemas.openxmlformats.org/officeDocument/2006/relationships/tags" Target="../tags/tag520.xml"/><Relationship Id="rId131" Type="http://schemas.openxmlformats.org/officeDocument/2006/relationships/tags" Target="../tags/tag519.xml"/><Relationship Id="rId130" Type="http://schemas.openxmlformats.org/officeDocument/2006/relationships/tags" Target="../tags/tag518.xml"/><Relationship Id="rId13" Type="http://schemas.openxmlformats.org/officeDocument/2006/relationships/tags" Target="../tags/tag401.xml"/><Relationship Id="rId129" Type="http://schemas.openxmlformats.org/officeDocument/2006/relationships/tags" Target="../tags/tag517.xml"/><Relationship Id="rId128" Type="http://schemas.openxmlformats.org/officeDocument/2006/relationships/tags" Target="../tags/tag516.xml"/><Relationship Id="rId127" Type="http://schemas.openxmlformats.org/officeDocument/2006/relationships/tags" Target="../tags/tag515.xml"/><Relationship Id="rId126" Type="http://schemas.openxmlformats.org/officeDocument/2006/relationships/tags" Target="../tags/tag514.xml"/><Relationship Id="rId125" Type="http://schemas.openxmlformats.org/officeDocument/2006/relationships/tags" Target="../tags/tag513.xml"/><Relationship Id="rId124" Type="http://schemas.openxmlformats.org/officeDocument/2006/relationships/tags" Target="../tags/tag512.xml"/><Relationship Id="rId123" Type="http://schemas.openxmlformats.org/officeDocument/2006/relationships/tags" Target="../tags/tag511.xml"/><Relationship Id="rId122" Type="http://schemas.openxmlformats.org/officeDocument/2006/relationships/tags" Target="../tags/tag510.xml"/><Relationship Id="rId121" Type="http://schemas.openxmlformats.org/officeDocument/2006/relationships/tags" Target="../tags/tag509.xml"/><Relationship Id="rId120" Type="http://schemas.openxmlformats.org/officeDocument/2006/relationships/tags" Target="../tags/tag508.xml"/><Relationship Id="rId12" Type="http://schemas.openxmlformats.org/officeDocument/2006/relationships/tags" Target="../tags/tag400.xml"/><Relationship Id="rId119" Type="http://schemas.openxmlformats.org/officeDocument/2006/relationships/tags" Target="../tags/tag507.xml"/><Relationship Id="rId118" Type="http://schemas.openxmlformats.org/officeDocument/2006/relationships/tags" Target="../tags/tag506.xml"/><Relationship Id="rId117" Type="http://schemas.openxmlformats.org/officeDocument/2006/relationships/tags" Target="../tags/tag505.xml"/><Relationship Id="rId116" Type="http://schemas.openxmlformats.org/officeDocument/2006/relationships/tags" Target="../tags/tag504.xml"/><Relationship Id="rId115" Type="http://schemas.openxmlformats.org/officeDocument/2006/relationships/tags" Target="../tags/tag503.xml"/><Relationship Id="rId114" Type="http://schemas.openxmlformats.org/officeDocument/2006/relationships/tags" Target="../tags/tag502.xml"/><Relationship Id="rId113" Type="http://schemas.openxmlformats.org/officeDocument/2006/relationships/tags" Target="../tags/tag501.xml"/><Relationship Id="rId112" Type="http://schemas.openxmlformats.org/officeDocument/2006/relationships/tags" Target="../tags/tag500.xml"/><Relationship Id="rId111" Type="http://schemas.openxmlformats.org/officeDocument/2006/relationships/tags" Target="../tags/tag499.xml"/><Relationship Id="rId110" Type="http://schemas.openxmlformats.org/officeDocument/2006/relationships/tags" Target="../tags/tag498.xml"/><Relationship Id="rId11" Type="http://schemas.openxmlformats.org/officeDocument/2006/relationships/tags" Target="../tags/tag399.xml"/><Relationship Id="rId109" Type="http://schemas.openxmlformats.org/officeDocument/2006/relationships/tags" Target="../tags/tag497.xml"/><Relationship Id="rId108" Type="http://schemas.openxmlformats.org/officeDocument/2006/relationships/tags" Target="../tags/tag496.xml"/><Relationship Id="rId107" Type="http://schemas.openxmlformats.org/officeDocument/2006/relationships/tags" Target="../tags/tag495.xml"/><Relationship Id="rId106" Type="http://schemas.openxmlformats.org/officeDocument/2006/relationships/tags" Target="../tags/tag494.xml"/><Relationship Id="rId105" Type="http://schemas.openxmlformats.org/officeDocument/2006/relationships/tags" Target="../tags/tag493.xml"/><Relationship Id="rId104" Type="http://schemas.openxmlformats.org/officeDocument/2006/relationships/tags" Target="../tags/tag492.xml"/><Relationship Id="rId103" Type="http://schemas.openxmlformats.org/officeDocument/2006/relationships/tags" Target="../tags/tag491.xml"/><Relationship Id="rId102" Type="http://schemas.openxmlformats.org/officeDocument/2006/relationships/tags" Target="../tags/tag490.xml"/><Relationship Id="rId101" Type="http://schemas.openxmlformats.org/officeDocument/2006/relationships/tags" Target="../tags/tag489.xml"/><Relationship Id="rId100" Type="http://schemas.openxmlformats.org/officeDocument/2006/relationships/tags" Target="../tags/tag488.xml"/><Relationship Id="rId10" Type="http://schemas.openxmlformats.org/officeDocument/2006/relationships/tags" Target="../tags/tag398.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4" Type="http://schemas.openxmlformats.org/officeDocument/2006/relationships/tags" Target="../tags/tag584.xml"/><Relationship Id="rId3" Type="http://schemas.openxmlformats.org/officeDocument/2006/relationships/tags" Target="../tags/tag583.xml"/><Relationship Id="rId2" Type="http://schemas.openxmlformats.org/officeDocument/2006/relationships/tags" Target="../tags/tag582.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591.xml"/><Relationship Id="rId8" Type="http://schemas.openxmlformats.org/officeDocument/2006/relationships/image" Target="../media/image1.png"/><Relationship Id="rId7" Type="http://schemas.openxmlformats.org/officeDocument/2006/relationships/tags" Target="../tags/tag590.xml"/><Relationship Id="rId6" Type="http://schemas.openxmlformats.org/officeDocument/2006/relationships/tags" Target="../tags/tag589.xml"/><Relationship Id="rId5" Type="http://schemas.openxmlformats.org/officeDocument/2006/relationships/tags" Target="../tags/tag588.xml"/><Relationship Id="rId4" Type="http://schemas.openxmlformats.org/officeDocument/2006/relationships/tags" Target="../tags/tag587.xml"/><Relationship Id="rId3" Type="http://schemas.openxmlformats.org/officeDocument/2006/relationships/tags" Target="../tags/tag586.xml"/><Relationship Id="rId2" Type="http://schemas.openxmlformats.org/officeDocument/2006/relationships/tags" Target="../tags/tag585.xml"/><Relationship Id="rId13" Type="http://schemas.openxmlformats.org/officeDocument/2006/relationships/tags" Target="../tags/tag593.xml"/><Relationship Id="rId12" Type="http://schemas.openxmlformats.org/officeDocument/2006/relationships/image" Target="../media/image3.png"/><Relationship Id="rId11" Type="http://schemas.openxmlformats.org/officeDocument/2006/relationships/tags" Target="../tags/tag592.xml"/><Relationship Id="rId10"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10012_15">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6553200" y="15240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553200" y="2082800"/>
            <a:ext cx="5029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6553200" y="31496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89" hasCustomPrompt="1"/>
            <p:custDataLst>
              <p:tags r:id="rId18"/>
            </p:custDataLst>
          </p:nvPr>
        </p:nvSpPr>
        <p:spPr>
          <a:xfrm>
            <a:off x="6553200" y="3708400"/>
            <a:ext cx="5029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文本占位符 20"/>
          <p:cNvSpPr>
            <a:spLocks noGrp="1"/>
          </p:cNvSpPr>
          <p:nvPr>
            <p:ph type="body" idx="16390" hasCustomPrompt="1"/>
            <p:custDataLst>
              <p:tags r:id="rId19"/>
            </p:custDataLst>
          </p:nvPr>
        </p:nvSpPr>
        <p:spPr>
          <a:xfrm>
            <a:off x="6553200" y="47752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1" hasCustomPrompt="1"/>
            <p:custDataLst>
              <p:tags r:id="rId20"/>
            </p:custDataLst>
          </p:nvPr>
        </p:nvSpPr>
        <p:spPr>
          <a:xfrm>
            <a:off x="6553200" y="5334000"/>
            <a:ext cx="5029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0008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图片占位符 15"/>
          <p:cNvSpPr>
            <a:spLocks noGrp="1"/>
          </p:cNvSpPr>
          <p:nvPr>
            <p:ph type="pic" idx="16392" hasCustomPrompt="1"/>
            <p:custDataLst>
              <p:tags r:id="rId14"/>
            </p:custDataLst>
          </p:nvPr>
        </p:nvSpPr>
        <p:spPr>
          <a:xfrm>
            <a:off x="1473200" y="1803400"/>
            <a:ext cx="1524000" cy="152400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86" hasCustomPrompt="1"/>
            <p:custDataLst>
              <p:tags r:id="rId15"/>
            </p:custDataLst>
          </p:nvPr>
        </p:nvSpPr>
        <p:spPr>
          <a:xfrm>
            <a:off x="609600" y="35814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09600" y="41402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图片占位符 18"/>
          <p:cNvSpPr>
            <a:spLocks noGrp="1"/>
          </p:cNvSpPr>
          <p:nvPr>
            <p:ph type="pic" idx="16393" hasCustomPrompt="1"/>
            <p:custDataLst>
              <p:tags r:id="rId17"/>
            </p:custDataLst>
          </p:nvPr>
        </p:nvSpPr>
        <p:spPr>
          <a:xfrm>
            <a:off x="5334000" y="1803400"/>
            <a:ext cx="1524000" cy="152400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88" hasCustomPrompt="1"/>
            <p:custDataLst>
              <p:tags r:id="rId18"/>
            </p:custDataLst>
          </p:nvPr>
        </p:nvSpPr>
        <p:spPr>
          <a:xfrm>
            <a:off x="4470400" y="35814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4470400" y="41402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图片占位符 21"/>
          <p:cNvSpPr>
            <a:spLocks noGrp="1"/>
          </p:cNvSpPr>
          <p:nvPr>
            <p:ph type="pic" idx="16394" hasCustomPrompt="1"/>
            <p:custDataLst>
              <p:tags r:id="rId20"/>
            </p:custDataLst>
          </p:nvPr>
        </p:nvSpPr>
        <p:spPr>
          <a:xfrm>
            <a:off x="9194800" y="1803400"/>
            <a:ext cx="1524000" cy="152400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3" name="文本占位符 22"/>
          <p:cNvSpPr>
            <a:spLocks noGrp="1"/>
          </p:cNvSpPr>
          <p:nvPr>
            <p:ph type="body" idx="16390" hasCustomPrompt="1"/>
            <p:custDataLst>
              <p:tags r:id="rId21"/>
            </p:custDataLst>
          </p:nvPr>
        </p:nvSpPr>
        <p:spPr>
          <a:xfrm>
            <a:off x="8331200" y="35814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1" hasCustomPrompt="1"/>
            <p:custDataLst>
              <p:tags r:id="rId22"/>
            </p:custDataLst>
          </p:nvPr>
        </p:nvSpPr>
        <p:spPr>
          <a:xfrm>
            <a:off x="8331200" y="41402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6_29">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73914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3" hasCustomPrompt="1"/>
            <p:custDataLst>
              <p:tags r:id="rId15"/>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2286000"/>
            <a:ext cx="7239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2794000"/>
            <a:ext cx="72390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762000" y="3708400"/>
            <a:ext cx="7239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762000" y="4216400"/>
            <a:ext cx="72390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3" name="装饰  2"/>
          <p:cNvSpPr>
            <a:spLocks noGrp="1"/>
          </p:cNvSpPr>
          <p:nvPr>
            <p:ph type="body" idx="16395" hasCustomPrompt="1"/>
            <p:custDataLst>
              <p:tags r:id="rId21"/>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0" hasCustomPrompt="1"/>
            <p:custDataLst>
              <p:tags r:id="rId22"/>
            </p:custDataLst>
          </p:nvPr>
        </p:nvSpPr>
        <p:spPr>
          <a:xfrm>
            <a:off x="762000" y="5130800"/>
            <a:ext cx="7239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1" hasCustomPrompt="1"/>
            <p:custDataLst>
              <p:tags r:id="rId23"/>
            </p:custDataLst>
          </p:nvPr>
        </p:nvSpPr>
        <p:spPr>
          <a:xfrm>
            <a:off x="762000" y="5638800"/>
            <a:ext cx="72390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38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2" hasCustomPrompt="1"/>
            <p:custDataLst>
              <p:tags r:id="rId14"/>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5"/>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5" hasCustomPrompt="1"/>
            <p:custDataLst>
              <p:tags r:id="rId19"/>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46736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89" hasCustomPrompt="1"/>
            <p:custDataLst>
              <p:tags r:id="rId21"/>
            </p:custDataLst>
          </p:nvPr>
        </p:nvSpPr>
        <p:spPr>
          <a:xfrm>
            <a:off x="46736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6" hasCustomPrompt="1"/>
            <p:custDataLst>
              <p:tags r:id="rId22"/>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7" hasCustomPrompt="1"/>
            <p:custDataLst>
              <p:tags r:id="rId23"/>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24"/>
            </p:custDataLst>
          </p:nvPr>
        </p:nvSpPr>
        <p:spPr>
          <a:xfrm>
            <a:off x="84328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1" hasCustomPrompt="1"/>
            <p:custDataLst>
              <p:tags r:id="rId25"/>
            </p:custDataLst>
          </p:nvPr>
        </p:nvSpPr>
        <p:spPr>
          <a:xfrm>
            <a:off x="84328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53_12">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2" hasCustomPrompt="1"/>
            <p:custDataLst>
              <p:tags r:id="rId14"/>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5"/>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5" hasCustomPrompt="1"/>
            <p:custDataLst>
              <p:tags r:id="rId19"/>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46736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89" hasCustomPrompt="1"/>
            <p:custDataLst>
              <p:tags r:id="rId21"/>
            </p:custDataLst>
          </p:nvPr>
        </p:nvSpPr>
        <p:spPr>
          <a:xfrm>
            <a:off x="46736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6" hasCustomPrompt="1"/>
            <p:custDataLst>
              <p:tags r:id="rId22"/>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7" hasCustomPrompt="1"/>
            <p:custDataLst>
              <p:tags r:id="rId23"/>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24"/>
            </p:custDataLst>
          </p:nvPr>
        </p:nvSpPr>
        <p:spPr>
          <a:xfrm>
            <a:off x="84328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1" hasCustomPrompt="1"/>
            <p:custDataLst>
              <p:tags r:id="rId25"/>
            </p:custDataLst>
          </p:nvPr>
        </p:nvSpPr>
        <p:spPr>
          <a:xfrm>
            <a:off x="84328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49_12">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5" hasCustomPrompt="1"/>
            <p:custDataLst>
              <p:tags r:id="rId14"/>
            </p:custDataLst>
          </p:nvPr>
        </p:nvSpPr>
        <p:spPr>
          <a:xfrm>
            <a:off x="17780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5"/>
            </p:custDataLst>
          </p:nvPr>
        </p:nvSpPr>
        <p:spPr>
          <a:xfrm>
            <a:off x="1962150" y="2362200"/>
            <a:ext cx="546100" cy="4572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01</a:t>
            </a:r>
            <a:endParaRPr lang="zh-CN" altLang="en-US" smtClean="0"/>
          </a:p>
        </p:txBody>
      </p:sp>
      <p:sp>
        <p:nvSpPr>
          <p:cNvPr id="18" name="文本占位符 17"/>
          <p:cNvSpPr>
            <a:spLocks noGrp="1"/>
          </p:cNvSpPr>
          <p:nvPr>
            <p:ph type="body" idx="16386" hasCustomPrompt="1"/>
            <p:custDataLst>
              <p:tags r:id="rId16"/>
            </p:custDataLst>
          </p:nvPr>
        </p:nvSpPr>
        <p:spPr>
          <a:xfrm>
            <a:off x="609600" y="33020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609600" y="38100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8"/>
            </p:custDataLst>
          </p:nvPr>
        </p:nvSpPr>
        <p:spPr>
          <a:xfrm>
            <a:off x="56388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9"/>
            </p:custDataLst>
          </p:nvPr>
        </p:nvSpPr>
        <p:spPr>
          <a:xfrm>
            <a:off x="5822950" y="2362200"/>
            <a:ext cx="546100" cy="4572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02</a:t>
            </a:r>
            <a:endParaRPr lang="zh-CN" altLang="en-US" smtClean="0"/>
          </a:p>
        </p:txBody>
      </p:sp>
      <p:sp>
        <p:nvSpPr>
          <p:cNvPr id="22" name="文本占位符 21"/>
          <p:cNvSpPr>
            <a:spLocks noGrp="1"/>
          </p:cNvSpPr>
          <p:nvPr>
            <p:ph type="body" idx="16389" hasCustomPrompt="1"/>
            <p:custDataLst>
              <p:tags r:id="rId20"/>
            </p:custDataLst>
          </p:nvPr>
        </p:nvSpPr>
        <p:spPr>
          <a:xfrm>
            <a:off x="4470400" y="33020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0" hasCustomPrompt="1"/>
            <p:custDataLst>
              <p:tags r:id="rId21"/>
            </p:custDataLst>
          </p:nvPr>
        </p:nvSpPr>
        <p:spPr>
          <a:xfrm>
            <a:off x="4470400" y="38100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7" hasCustomPrompt="1"/>
            <p:custDataLst>
              <p:tags r:id="rId22"/>
            </p:custDataLst>
          </p:nvPr>
        </p:nvSpPr>
        <p:spPr>
          <a:xfrm>
            <a:off x="94996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文本占位符 24"/>
          <p:cNvSpPr>
            <a:spLocks noGrp="1"/>
          </p:cNvSpPr>
          <p:nvPr>
            <p:ph type="body" idx="16394" hasCustomPrompt="1"/>
            <p:custDataLst>
              <p:tags r:id="rId23"/>
            </p:custDataLst>
          </p:nvPr>
        </p:nvSpPr>
        <p:spPr>
          <a:xfrm>
            <a:off x="9683750" y="2362200"/>
            <a:ext cx="546100" cy="4572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03</a:t>
            </a:r>
            <a:endParaRPr lang="zh-CN" altLang="en-US" smtClean="0"/>
          </a:p>
        </p:txBody>
      </p:sp>
      <p:sp>
        <p:nvSpPr>
          <p:cNvPr id="26" name="文本占位符 25"/>
          <p:cNvSpPr>
            <a:spLocks noGrp="1"/>
          </p:cNvSpPr>
          <p:nvPr>
            <p:ph type="body" idx="16392" hasCustomPrompt="1"/>
            <p:custDataLst>
              <p:tags r:id="rId24"/>
            </p:custDataLst>
          </p:nvPr>
        </p:nvSpPr>
        <p:spPr>
          <a:xfrm>
            <a:off x="8331200" y="33020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5"/>
            </p:custDataLst>
          </p:nvPr>
        </p:nvSpPr>
        <p:spPr>
          <a:xfrm>
            <a:off x="8331200" y="38100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42_1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0" hasCustomPrompt="1"/>
            <p:custDataLst>
              <p:tags r:id="rId14"/>
            </p:custDataLst>
          </p:nvPr>
        </p:nvSpPr>
        <p:spPr>
          <a:xfrm>
            <a:off x="609600" y="15240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1" hasCustomPrompt="1"/>
            <p:custDataLst>
              <p:tags r:id="rId15"/>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64008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65532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65532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30_42">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4191000" y="533400"/>
            <a:ext cx="73914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4" hasCustomPrompt="1"/>
            <p:custDataLst>
              <p:tags r:id="rId14"/>
            </p:custDataLst>
          </p:nvPr>
        </p:nvSpPr>
        <p:spPr>
          <a:xfrm>
            <a:off x="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5" hasCustomPrompt="1"/>
            <p:custDataLst>
              <p:tags r:id="rId15"/>
            </p:custDataLst>
          </p:nvPr>
        </p:nvSpPr>
        <p:spPr>
          <a:xfrm>
            <a:off x="41910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4343400" y="19304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4343400" y="24384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8"/>
            </p:custDataLst>
          </p:nvPr>
        </p:nvSpPr>
        <p:spPr>
          <a:xfrm>
            <a:off x="81153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8267700" y="19304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8267700" y="24384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3" name="装饰  2"/>
          <p:cNvSpPr>
            <a:spLocks noGrp="1"/>
          </p:cNvSpPr>
          <p:nvPr>
            <p:ph type="body" idx="16397" hasCustomPrompt="1"/>
            <p:custDataLst>
              <p:tags r:id="rId21"/>
            </p:custDataLst>
          </p:nvPr>
        </p:nvSpPr>
        <p:spPr>
          <a:xfrm>
            <a:off x="41910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0" hasCustomPrompt="1"/>
            <p:custDataLst>
              <p:tags r:id="rId22"/>
            </p:custDataLst>
          </p:nvPr>
        </p:nvSpPr>
        <p:spPr>
          <a:xfrm>
            <a:off x="4343400" y="41148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1" hasCustomPrompt="1"/>
            <p:custDataLst>
              <p:tags r:id="rId23"/>
            </p:custDataLst>
          </p:nvPr>
        </p:nvSpPr>
        <p:spPr>
          <a:xfrm>
            <a:off x="4343400" y="46228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6" name="装饰  5"/>
          <p:cNvSpPr>
            <a:spLocks noGrp="1"/>
          </p:cNvSpPr>
          <p:nvPr>
            <p:ph type="body" idx="16398" hasCustomPrompt="1"/>
            <p:custDataLst>
              <p:tags r:id="rId24"/>
            </p:custDataLst>
          </p:nvPr>
        </p:nvSpPr>
        <p:spPr>
          <a:xfrm>
            <a:off x="81153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文本占位符 26"/>
          <p:cNvSpPr>
            <a:spLocks noGrp="1"/>
          </p:cNvSpPr>
          <p:nvPr>
            <p:ph type="body" idx="16392" hasCustomPrompt="1"/>
            <p:custDataLst>
              <p:tags r:id="rId25"/>
            </p:custDataLst>
          </p:nvPr>
        </p:nvSpPr>
        <p:spPr>
          <a:xfrm>
            <a:off x="8267700" y="41148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8" name="文本占位符 27"/>
          <p:cNvSpPr>
            <a:spLocks noGrp="1"/>
          </p:cNvSpPr>
          <p:nvPr>
            <p:ph type="body" idx="16393" hasCustomPrompt="1"/>
            <p:custDataLst>
              <p:tags r:id="rId26"/>
            </p:custDataLst>
          </p:nvPr>
        </p:nvSpPr>
        <p:spPr>
          <a:xfrm>
            <a:off x="8267700" y="46228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12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0" hasCustomPrompt="1"/>
            <p:custDataLst>
              <p:tags r:id="rId14"/>
            </p:custDataLst>
          </p:nvPr>
        </p:nvSpPr>
        <p:spPr>
          <a:xfrm>
            <a:off x="609600" y="15240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1" hasCustomPrompt="1"/>
            <p:custDataLst>
              <p:tags r:id="rId15"/>
            </p:custDataLst>
          </p:nvPr>
        </p:nvSpPr>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1892300"/>
            <a:ext cx="7823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2451100"/>
            <a:ext cx="7823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3" hasCustomPrompt="1"/>
            <p:custDataLst>
              <p:tags r:id="rId19"/>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3454400" y="4406900"/>
            <a:ext cx="7823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21"/>
            </p:custDataLst>
          </p:nvPr>
        </p:nvSpPr>
        <p:spPr>
          <a:xfrm>
            <a:off x="3454400" y="4965700"/>
            <a:ext cx="7823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19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3" hasCustomPrompt="1"/>
            <p:custDataLst>
              <p:tags r:id="rId14"/>
            </p:custDataLst>
          </p:nvPr>
        </p:nvSpPr>
        <p:spPr>
          <a:xfrm>
            <a:off x="609600" y="1701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2" hasCustomPrompt="1"/>
            <p:custDataLst>
              <p:tags r:id="rId15"/>
            </p:custDataLst>
          </p:nvPr>
        </p:nvSpPr>
        <p:spPr>
          <a:xfrm>
            <a:off x="822960" y="19151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1778000" y="1600200"/>
            <a:ext cx="980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1778000" y="2108200"/>
            <a:ext cx="980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5" hasCustomPrompt="1"/>
            <p:custDataLst>
              <p:tags r:id="rId18"/>
            </p:custDataLst>
          </p:nvPr>
        </p:nvSpPr>
        <p:spPr>
          <a:xfrm>
            <a:off x="6096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4" hasCustomPrompt="1"/>
            <p:custDataLst>
              <p:tags r:id="rId19"/>
            </p:custDataLst>
          </p:nvPr>
        </p:nvSpPr>
        <p:spPr>
          <a:xfrm>
            <a:off x="822960" y="36423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1778000" y="3327400"/>
            <a:ext cx="980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21"/>
            </p:custDataLst>
          </p:nvPr>
        </p:nvSpPr>
        <p:spPr>
          <a:xfrm>
            <a:off x="1778000" y="3835400"/>
            <a:ext cx="980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7" hasCustomPrompt="1"/>
            <p:custDataLst>
              <p:tags r:id="rId22"/>
            </p:custDataLst>
          </p:nvPr>
        </p:nvSpPr>
        <p:spPr>
          <a:xfrm>
            <a:off x="609600" y="515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6" hasCustomPrompt="1"/>
            <p:custDataLst>
              <p:tags r:id="rId23"/>
            </p:custDataLst>
          </p:nvPr>
        </p:nvSpPr>
        <p:spPr>
          <a:xfrm>
            <a:off x="822960" y="53695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24"/>
            </p:custDataLst>
          </p:nvPr>
        </p:nvSpPr>
        <p:spPr>
          <a:xfrm>
            <a:off x="1778000" y="5054600"/>
            <a:ext cx="980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1" hasCustomPrompt="1"/>
            <p:custDataLst>
              <p:tags r:id="rId25"/>
            </p:custDataLst>
          </p:nvPr>
        </p:nvSpPr>
        <p:spPr>
          <a:xfrm>
            <a:off x="1778000" y="5562600"/>
            <a:ext cx="980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5_35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文本占位符 15"/>
          <p:cNvSpPr>
            <a:spLocks noGrp="1"/>
          </p:cNvSpPr>
          <p:nvPr>
            <p:ph type="body" idx="16388" hasCustomPrompt="1"/>
            <p:custDataLst>
              <p:tags r:id="rId14"/>
            </p:custDataLst>
          </p:nvPr>
        </p:nvSpPr>
        <p:spPr>
          <a:xfrm>
            <a:off x="628650" y="20574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01</a:t>
            </a:r>
            <a:endParaRPr lang="zh-CN" altLang="en-US" smtClean="0"/>
          </a:p>
        </p:txBody>
      </p:sp>
      <p:sp>
        <p:nvSpPr>
          <p:cNvPr id="17" name="文本占位符 16"/>
          <p:cNvSpPr>
            <a:spLocks noGrp="1"/>
          </p:cNvSpPr>
          <p:nvPr>
            <p:ph type="body" idx="16386" hasCustomPrompt="1"/>
            <p:custDataLst>
              <p:tags r:id="rId15"/>
            </p:custDataLst>
          </p:nvPr>
        </p:nvSpPr>
        <p:spPr>
          <a:xfrm>
            <a:off x="1574800" y="19812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1574800" y="24384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91" hasCustomPrompt="1"/>
            <p:custDataLst>
              <p:tags r:id="rId17"/>
            </p:custDataLst>
          </p:nvPr>
        </p:nvSpPr>
        <p:spPr>
          <a:xfrm>
            <a:off x="6343650" y="20574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02</a:t>
            </a:r>
            <a:endParaRPr lang="zh-CN" altLang="en-US" smtClean="0"/>
          </a:p>
        </p:txBody>
      </p:sp>
      <p:sp>
        <p:nvSpPr>
          <p:cNvPr id="20" name="文本占位符 19"/>
          <p:cNvSpPr>
            <a:spLocks noGrp="1"/>
          </p:cNvSpPr>
          <p:nvPr>
            <p:ph type="body" idx="16389" hasCustomPrompt="1"/>
            <p:custDataLst>
              <p:tags r:id="rId18"/>
            </p:custDataLst>
          </p:nvPr>
        </p:nvSpPr>
        <p:spPr>
          <a:xfrm>
            <a:off x="7289800" y="19812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0" hasCustomPrompt="1"/>
            <p:custDataLst>
              <p:tags r:id="rId19"/>
            </p:custDataLst>
          </p:nvPr>
        </p:nvSpPr>
        <p:spPr>
          <a:xfrm>
            <a:off x="7289800" y="24384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文本占位符 21"/>
          <p:cNvSpPr>
            <a:spLocks noGrp="1"/>
          </p:cNvSpPr>
          <p:nvPr>
            <p:ph type="body" idx="16394" hasCustomPrompt="1"/>
            <p:custDataLst>
              <p:tags r:id="rId20"/>
            </p:custDataLst>
          </p:nvPr>
        </p:nvSpPr>
        <p:spPr>
          <a:xfrm>
            <a:off x="628650" y="41910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03</a:t>
            </a:r>
            <a:endParaRPr lang="zh-CN" altLang="en-US" smtClean="0"/>
          </a:p>
        </p:txBody>
      </p:sp>
      <p:sp>
        <p:nvSpPr>
          <p:cNvPr id="23" name="文本占位符 22"/>
          <p:cNvSpPr>
            <a:spLocks noGrp="1"/>
          </p:cNvSpPr>
          <p:nvPr>
            <p:ph type="body" idx="16392" hasCustomPrompt="1"/>
            <p:custDataLst>
              <p:tags r:id="rId21"/>
            </p:custDataLst>
          </p:nvPr>
        </p:nvSpPr>
        <p:spPr>
          <a:xfrm>
            <a:off x="1574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3" hasCustomPrompt="1"/>
            <p:custDataLst>
              <p:tags r:id="rId22"/>
            </p:custDataLst>
          </p:nvPr>
        </p:nvSpPr>
        <p:spPr>
          <a:xfrm>
            <a:off x="1574800" y="45720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5" name="文本占位符 24"/>
          <p:cNvSpPr>
            <a:spLocks noGrp="1"/>
          </p:cNvSpPr>
          <p:nvPr>
            <p:ph type="body" idx="16397" hasCustomPrompt="1"/>
            <p:custDataLst>
              <p:tags r:id="rId23"/>
            </p:custDataLst>
          </p:nvPr>
        </p:nvSpPr>
        <p:spPr>
          <a:xfrm>
            <a:off x="6343650" y="41910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04</a:t>
            </a:r>
            <a:endParaRPr lang="zh-CN" altLang="en-US" smtClean="0"/>
          </a:p>
        </p:txBody>
      </p:sp>
      <p:sp>
        <p:nvSpPr>
          <p:cNvPr id="26" name="文本占位符 25"/>
          <p:cNvSpPr>
            <a:spLocks noGrp="1"/>
          </p:cNvSpPr>
          <p:nvPr>
            <p:ph type="body" idx="16395" hasCustomPrompt="1"/>
            <p:custDataLst>
              <p:tags r:id="rId24"/>
            </p:custDataLst>
          </p:nvPr>
        </p:nvSpPr>
        <p:spPr>
          <a:xfrm>
            <a:off x="7289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6" hasCustomPrompt="1"/>
            <p:custDataLst>
              <p:tags r:id="rId25"/>
            </p:custDataLst>
          </p:nvPr>
        </p:nvSpPr>
        <p:spPr>
          <a:xfrm>
            <a:off x="7289800" y="45720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35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8" hasCustomPrompt="1"/>
            <p:custDataLst>
              <p:tags r:id="rId14"/>
            </p:custDataLst>
          </p:nvPr>
        </p:nvSpPr>
        <p:spPr>
          <a:xfrm>
            <a:off x="609600" y="2286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5"/>
            </p:custDataLst>
          </p:nvPr>
        </p:nvSpPr>
        <p:spPr>
          <a:xfrm>
            <a:off x="781050" y="24892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01</a:t>
            </a:r>
            <a:endParaRPr lang="zh-CN" altLang="en-US" smtClean="0"/>
          </a:p>
        </p:txBody>
      </p:sp>
      <p:sp>
        <p:nvSpPr>
          <p:cNvPr id="18" name="文本占位符 17"/>
          <p:cNvSpPr>
            <a:spLocks noGrp="1"/>
          </p:cNvSpPr>
          <p:nvPr>
            <p:ph type="body" idx="16386" hasCustomPrompt="1"/>
            <p:custDataLst>
              <p:tags r:id="rId16"/>
            </p:custDataLst>
          </p:nvPr>
        </p:nvSpPr>
        <p:spPr>
          <a:xfrm>
            <a:off x="1574800" y="22860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1574800" y="27432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9" hasCustomPrompt="1"/>
            <p:custDataLst>
              <p:tags r:id="rId18"/>
            </p:custDataLst>
          </p:nvPr>
        </p:nvSpPr>
        <p:spPr>
          <a:xfrm>
            <a:off x="6324600" y="2286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9"/>
            </p:custDataLst>
          </p:nvPr>
        </p:nvSpPr>
        <p:spPr>
          <a:xfrm>
            <a:off x="6496050" y="24892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02</a:t>
            </a:r>
            <a:endParaRPr lang="zh-CN" altLang="en-US" smtClean="0"/>
          </a:p>
        </p:txBody>
      </p:sp>
      <p:sp>
        <p:nvSpPr>
          <p:cNvPr id="22" name="文本占位符 21"/>
          <p:cNvSpPr>
            <a:spLocks noGrp="1"/>
          </p:cNvSpPr>
          <p:nvPr>
            <p:ph type="body" idx="16389" hasCustomPrompt="1"/>
            <p:custDataLst>
              <p:tags r:id="rId20"/>
            </p:custDataLst>
          </p:nvPr>
        </p:nvSpPr>
        <p:spPr>
          <a:xfrm>
            <a:off x="7289800" y="22860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0" hasCustomPrompt="1"/>
            <p:custDataLst>
              <p:tags r:id="rId21"/>
            </p:custDataLst>
          </p:nvPr>
        </p:nvSpPr>
        <p:spPr>
          <a:xfrm>
            <a:off x="7289800" y="27432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0" hasCustomPrompt="1"/>
            <p:custDataLst>
              <p:tags r:id="rId22"/>
            </p:custDataLst>
          </p:nvPr>
        </p:nvSpPr>
        <p:spPr>
          <a:xfrm>
            <a:off x="609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文本占位符 24"/>
          <p:cNvSpPr>
            <a:spLocks noGrp="1"/>
          </p:cNvSpPr>
          <p:nvPr>
            <p:ph type="body" idx="16394" hasCustomPrompt="1"/>
            <p:custDataLst>
              <p:tags r:id="rId23"/>
            </p:custDataLst>
          </p:nvPr>
        </p:nvSpPr>
        <p:spPr>
          <a:xfrm>
            <a:off x="781050" y="43180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03</a:t>
            </a:r>
            <a:endParaRPr lang="zh-CN" altLang="en-US" smtClean="0"/>
          </a:p>
        </p:txBody>
      </p:sp>
      <p:sp>
        <p:nvSpPr>
          <p:cNvPr id="26" name="文本占位符 25"/>
          <p:cNvSpPr>
            <a:spLocks noGrp="1"/>
          </p:cNvSpPr>
          <p:nvPr>
            <p:ph type="body" idx="16392" hasCustomPrompt="1"/>
            <p:custDataLst>
              <p:tags r:id="rId24"/>
            </p:custDataLst>
          </p:nvPr>
        </p:nvSpPr>
        <p:spPr>
          <a:xfrm>
            <a:off x="1574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5"/>
            </p:custDataLst>
          </p:nvPr>
        </p:nvSpPr>
        <p:spPr>
          <a:xfrm>
            <a:off x="1574800" y="45720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8" name="装饰  7"/>
          <p:cNvSpPr>
            <a:spLocks noGrp="1"/>
          </p:cNvSpPr>
          <p:nvPr>
            <p:ph type="body" idx="16401" hasCustomPrompt="1"/>
            <p:custDataLst>
              <p:tags r:id="rId26"/>
            </p:custDataLst>
          </p:nvPr>
        </p:nvSpPr>
        <p:spPr>
          <a:xfrm>
            <a:off x="6324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9" name="文本占位符 28"/>
          <p:cNvSpPr>
            <a:spLocks noGrp="1"/>
          </p:cNvSpPr>
          <p:nvPr>
            <p:ph type="body" idx="16397" hasCustomPrompt="1"/>
            <p:custDataLst>
              <p:tags r:id="rId27"/>
            </p:custDataLst>
          </p:nvPr>
        </p:nvSpPr>
        <p:spPr>
          <a:xfrm>
            <a:off x="6496050" y="43180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04</a:t>
            </a:r>
            <a:endParaRPr lang="zh-CN" altLang="en-US" smtClean="0"/>
          </a:p>
        </p:txBody>
      </p:sp>
      <p:sp>
        <p:nvSpPr>
          <p:cNvPr id="30" name="文本占位符 29"/>
          <p:cNvSpPr>
            <a:spLocks noGrp="1"/>
          </p:cNvSpPr>
          <p:nvPr>
            <p:ph type="body" idx="16395" hasCustomPrompt="1"/>
            <p:custDataLst>
              <p:tags r:id="rId28"/>
            </p:custDataLst>
          </p:nvPr>
        </p:nvSpPr>
        <p:spPr>
          <a:xfrm>
            <a:off x="7289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31" name="文本占位符 30"/>
          <p:cNvSpPr>
            <a:spLocks noGrp="1"/>
          </p:cNvSpPr>
          <p:nvPr>
            <p:ph type="body" idx="16396" hasCustomPrompt="1"/>
            <p:custDataLst>
              <p:tags r:id="rId29"/>
            </p:custDataLst>
          </p:nvPr>
        </p:nvSpPr>
        <p:spPr>
          <a:xfrm>
            <a:off x="7289800" y="45720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10009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609600" y="3860800"/>
            <a:ext cx="345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09600" y="4419600"/>
            <a:ext cx="34544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内容占位符 18"/>
          <p:cNvSpPr>
            <a:spLocks noGrp="1"/>
          </p:cNvSpPr>
          <p:nvPr>
            <p:ph idx="16393" hasCustomPrompt="1"/>
            <p:custDataLst>
              <p:tags r:id="rId17"/>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88" hasCustomPrompt="1"/>
            <p:custDataLst>
              <p:tags r:id="rId18"/>
            </p:custDataLst>
          </p:nvPr>
        </p:nvSpPr>
        <p:spPr>
          <a:xfrm>
            <a:off x="4368800" y="3860800"/>
            <a:ext cx="345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4368800" y="4419600"/>
            <a:ext cx="34544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内容占位符 21"/>
          <p:cNvSpPr>
            <a:spLocks noGrp="1"/>
          </p:cNvSpPr>
          <p:nvPr>
            <p:ph idx="16394" hasCustomPrompt="1"/>
            <p:custDataLst>
              <p:tags r:id="rId20"/>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0" hasCustomPrompt="1"/>
            <p:custDataLst>
              <p:tags r:id="rId21"/>
            </p:custDataLst>
          </p:nvPr>
        </p:nvSpPr>
        <p:spPr>
          <a:xfrm>
            <a:off x="8128000" y="3860800"/>
            <a:ext cx="345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1" hasCustomPrompt="1"/>
            <p:custDataLst>
              <p:tags r:id="rId22"/>
            </p:custDataLst>
          </p:nvPr>
        </p:nvSpPr>
        <p:spPr>
          <a:xfrm>
            <a:off x="8128000" y="4419600"/>
            <a:ext cx="34544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上图中标下内-装饰上-默认位置-并列-51_41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32258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0" hasCustomPrompt="1"/>
            <p:custDataLst>
              <p:tags r:id="rId14"/>
            </p:custDataLst>
          </p:nvPr>
        </p:nvSpPr>
        <p:spPr>
          <a:xfrm>
            <a:off x="609600" y="609600"/>
            <a:ext cx="10972800" cy="2082800"/>
          </a:xfrm>
          <a:custGeom>
            <a:avLst/>
            <a:gdLst>
              <a:gd name="connisteX0" fmla="*/ 0 w 10972800"/>
              <a:gd name="connsiteY0" fmla="*/ 203200 h 2082800"/>
              <a:gd name="connisteX1" fmla="*/ 203200 w 10972800"/>
              <a:gd name="connsiteY1" fmla="*/ 0 h 2082800"/>
              <a:gd name="connisteX2" fmla="*/ 10769600 w 10972800"/>
              <a:gd name="connsiteY2" fmla="*/ 0 h 2082800"/>
              <a:gd name="connisteX3" fmla="*/ 10972800 w 10972800"/>
              <a:gd name="connsiteY3" fmla="*/ 203200 h 2082800"/>
              <a:gd name="connisteX4" fmla="*/ 10972800 w 10972800"/>
              <a:gd name="connsiteY4" fmla="*/ 1879600 h 2082800"/>
              <a:gd name="connisteX5" fmla="*/ 10769600 w 10972800"/>
              <a:gd name="connsiteY5" fmla="*/ 2082800 h 2082800"/>
              <a:gd name="connisteX6" fmla="*/ 203200 w 10972800"/>
              <a:gd name="connsiteY6" fmla="*/ 2082800 h 2082800"/>
              <a:gd name="connisteX7" fmla="*/ 0 w 10972800"/>
              <a:gd name="connsiteY7" fmla="*/ 1879600 h 2082800"/>
              <a:gd name="connisteX8" fmla="*/ 0 w 109728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082800">
                <a:moveTo>
                  <a:pt x="0" y="203200"/>
                </a:moveTo>
                <a:cubicBezTo>
                  <a:pt x="0" y="90976"/>
                  <a:pt x="90976" y="0"/>
                  <a:pt x="203200" y="0"/>
                </a:cubicBezTo>
                <a:lnTo>
                  <a:pt x="10769600" y="0"/>
                </a:lnTo>
                <a:cubicBezTo>
                  <a:pt x="10881824" y="0"/>
                  <a:pt x="10972800" y="90976"/>
                  <a:pt x="10972800" y="203200"/>
                </a:cubicBezTo>
                <a:lnTo>
                  <a:pt x="10972800" y="1879600"/>
                </a:lnTo>
                <a:cubicBezTo>
                  <a:pt x="10972800" y="1991824"/>
                  <a:pt x="10881824" y="2082800"/>
                  <a:pt x="10769600" y="2082800"/>
                </a:cubicBezTo>
                <a:lnTo>
                  <a:pt x="203200" y="2082800"/>
                </a:lnTo>
                <a:cubicBezTo>
                  <a:pt x="90976" y="2082800"/>
                  <a:pt x="0" y="1991824"/>
                  <a:pt x="0" y="1879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1" hasCustomPrompt="1"/>
            <p:custDataLst>
              <p:tags r:id="rId15"/>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64008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65532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65532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10003_1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文本占位符 15"/>
          <p:cNvSpPr>
            <a:spLocks noGrp="1"/>
          </p:cNvSpPr>
          <p:nvPr>
            <p:ph type="body" idx="16386" hasCustomPrompt="1"/>
            <p:custDataLst>
              <p:tags r:id="rId14"/>
            </p:custDataLst>
          </p:nvPr>
        </p:nvSpPr>
        <p:spPr>
          <a:xfrm>
            <a:off x="6096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装饰  6"/>
          <p:cNvSpPr>
            <a:spLocks noGrp="1"/>
          </p:cNvSpPr>
          <p:nvPr>
            <p:ph type="body" idx="16392" hasCustomPrompt="1"/>
            <p:custDataLst>
              <p:tags r:id="rId15"/>
            </p:custDataLst>
          </p:nvPr>
        </p:nvSpPr>
        <p:spPr>
          <a:xfrm>
            <a:off x="6096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7" hasCustomPrompt="1"/>
            <p:custDataLst>
              <p:tags r:id="rId16"/>
            </p:custDataLst>
          </p:nvPr>
        </p:nvSpPr>
        <p:spPr>
          <a:xfrm>
            <a:off x="9144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43688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装饰  9"/>
          <p:cNvSpPr>
            <a:spLocks noGrp="1"/>
          </p:cNvSpPr>
          <p:nvPr>
            <p:ph type="body" idx="16393" hasCustomPrompt="1"/>
            <p:custDataLst>
              <p:tags r:id="rId18"/>
            </p:custDataLst>
          </p:nvPr>
        </p:nvSpPr>
        <p:spPr>
          <a:xfrm>
            <a:off x="43688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9" hasCustomPrompt="1"/>
            <p:custDataLst>
              <p:tags r:id="rId19"/>
            </p:custDataLst>
          </p:nvPr>
        </p:nvSpPr>
        <p:spPr>
          <a:xfrm>
            <a:off x="46736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文本占位符 21"/>
          <p:cNvSpPr>
            <a:spLocks noGrp="1"/>
          </p:cNvSpPr>
          <p:nvPr>
            <p:ph type="body" idx="16390" hasCustomPrompt="1"/>
            <p:custDataLst>
              <p:tags r:id="rId20"/>
            </p:custDataLst>
          </p:nvPr>
        </p:nvSpPr>
        <p:spPr>
          <a:xfrm>
            <a:off x="81280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装饰  2"/>
          <p:cNvSpPr>
            <a:spLocks noGrp="1"/>
          </p:cNvSpPr>
          <p:nvPr>
            <p:ph type="body" idx="16394" hasCustomPrompt="1"/>
            <p:custDataLst>
              <p:tags r:id="rId21"/>
            </p:custDataLst>
          </p:nvPr>
        </p:nvSpPr>
        <p:spPr>
          <a:xfrm>
            <a:off x="81280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1" hasCustomPrompt="1"/>
            <p:custDataLst>
              <p:tags r:id="rId22"/>
            </p:custDataLst>
          </p:nvPr>
        </p:nvSpPr>
        <p:spPr>
          <a:xfrm>
            <a:off x="84328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颜色错位-并列-32_34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5" hasCustomPrompt="1"/>
            <p:custDataLst>
              <p:tags r:id="rId14"/>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6" hasCustomPrompt="1"/>
            <p:custDataLst>
              <p:tags r:id="rId15"/>
            </p:custDataLst>
          </p:nvPr>
        </p:nvSpPr>
        <p:spPr>
          <a:xfrm>
            <a:off x="9144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图片占位符 17"/>
          <p:cNvSpPr>
            <a:spLocks noGrp="1"/>
          </p:cNvSpPr>
          <p:nvPr>
            <p:ph type="pic" idx="16394" hasCustomPrompt="1"/>
            <p:custDataLst>
              <p:tags r:id="rId16"/>
            </p:custDataLst>
          </p:nvPr>
        </p:nvSpPr>
        <p:spPr>
          <a:xfrm>
            <a:off x="1127760" y="19786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文本占位符 18"/>
          <p:cNvSpPr>
            <a:spLocks noGrp="1"/>
          </p:cNvSpPr>
          <p:nvPr>
            <p:ph type="body" idx="16386" hasCustomPrompt="1"/>
            <p:custDataLst>
              <p:tags r:id="rId17"/>
            </p:custDataLst>
          </p:nvPr>
        </p:nvSpPr>
        <p:spPr>
          <a:xfrm>
            <a:off x="2082800" y="17653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87" hasCustomPrompt="1"/>
            <p:custDataLst>
              <p:tags r:id="rId18"/>
            </p:custDataLst>
          </p:nvPr>
        </p:nvSpPr>
        <p:spPr>
          <a:xfrm>
            <a:off x="2082800" y="22733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装饰  0"/>
          <p:cNvSpPr>
            <a:spLocks noGrp="1"/>
          </p:cNvSpPr>
          <p:nvPr>
            <p:ph type="body" idx="16398" hasCustomPrompt="1"/>
            <p:custDataLst>
              <p:tags r:id="rId19"/>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装饰  1"/>
          <p:cNvSpPr>
            <a:spLocks noGrp="1"/>
          </p:cNvSpPr>
          <p:nvPr>
            <p:ph type="body" idx="16399" hasCustomPrompt="1"/>
            <p:custDataLst>
              <p:tags r:id="rId20"/>
            </p:custDataLst>
          </p:nvPr>
        </p:nvSpPr>
        <p:spPr>
          <a:xfrm>
            <a:off x="65532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图片占位符 22"/>
          <p:cNvSpPr>
            <a:spLocks noGrp="1"/>
          </p:cNvSpPr>
          <p:nvPr>
            <p:ph type="pic" idx="16397" hasCustomPrompt="1"/>
            <p:custDataLst>
              <p:tags r:id="rId21"/>
            </p:custDataLst>
          </p:nvPr>
        </p:nvSpPr>
        <p:spPr>
          <a:xfrm>
            <a:off x="6766560" y="19786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4" name="文本占位符 23"/>
          <p:cNvSpPr>
            <a:spLocks noGrp="1"/>
          </p:cNvSpPr>
          <p:nvPr>
            <p:ph type="body" idx="16388" hasCustomPrompt="1"/>
            <p:custDataLst>
              <p:tags r:id="rId22"/>
            </p:custDataLst>
          </p:nvPr>
        </p:nvSpPr>
        <p:spPr>
          <a:xfrm>
            <a:off x="7721600" y="17653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89" hasCustomPrompt="1"/>
            <p:custDataLst>
              <p:tags r:id="rId23"/>
            </p:custDataLst>
          </p:nvPr>
        </p:nvSpPr>
        <p:spPr>
          <a:xfrm>
            <a:off x="7721600" y="22733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6" name="装饰  5"/>
          <p:cNvSpPr>
            <a:spLocks noGrp="1"/>
          </p:cNvSpPr>
          <p:nvPr>
            <p:ph type="body" idx="16401" hasCustomPrompt="1"/>
            <p:custDataLst>
              <p:tags r:id="rId24"/>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装饰  6"/>
          <p:cNvSpPr>
            <a:spLocks noGrp="1"/>
          </p:cNvSpPr>
          <p:nvPr>
            <p:ph type="body" idx="16402" hasCustomPrompt="1"/>
            <p:custDataLst>
              <p:tags r:id="rId25"/>
            </p:custDataLst>
          </p:nvPr>
        </p:nvSpPr>
        <p:spPr>
          <a:xfrm>
            <a:off x="9144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8" name="图片占位符 27"/>
          <p:cNvSpPr>
            <a:spLocks noGrp="1"/>
          </p:cNvSpPr>
          <p:nvPr>
            <p:ph type="pic" idx="16400" hasCustomPrompt="1"/>
            <p:custDataLst>
              <p:tags r:id="rId26"/>
            </p:custDataLst>
          </p:nvPr>
        </p:nvSpPr>
        <p:spPr>
          <a:xfrm>
            <a:off x="1127760" y="44932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9" name="文本占位符 28"/>
          <p:cNvSpPr>
            <a:spLocks noGrp="1"/>
          </p:cNvSpPr>
          <p:nvPr>
            <p:ph type="body" idx="16390" hasCustomPrompt="1"/>
            <p:custDataLst>
              <p:tags r:id="rId27"/>
            </p:custDataLst>
          </p:nvPr>
        </p:nvSpPr>
        <p:spPr>
          <a:xfrm>
            <a:off x="2082800" y="42799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30" name="文本占位符 29"/>
          <p:cNvSpPr>
            <a:spLocks noGrp="1"/>
          </p:cNvSpPr>
          <p:nvPr>
            <p:ph type="body" idx="16391" hasCustomPrompt="1"/>
            <p:custDataLst>
              <p:tags r:id="rId28"/>
            </p:custDataLst>
          </p:nvPr>
        </p:nvSpPr>
        <p:spPr>
          <a:xfrm>
            <a:off x="2082800" y="47879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31" name="装饰  0"/>
          <p:cNvSpPr>
            <a:spLocks noGrp="1"/>
          </p:cNvSpPr>
          <p:nvPr>
            <p:ph type="body" idx="16404" hasCustomPrompt="1"/>
            <p:custDataLst>
              <p:tags r:id="rId29"/>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2" name="装饰  1"/>
          <p:cNvSpPr>
            <a:spLocks noGrp="1"/>
          </p:cNvSpPr>
          <p:nvPr>
            <p:ph type="body" idx="16405" hasCustomPrompt="1"/>
            <p:custDataLst>
              <p:tags r:id="rId30"/>
            </p:custDataLst>
          </p:nvPr>
        </p:nvSpPr>
        <p:spPr>
          <a:xfrm>
            <a:off x="65532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3" name="图片占位符 32"/>
          <p:cNvSpPr>
            <a:spLocks noGrp="1"/>
          </p:cNvSpPr>
          <p:nvPr>
            <p:ph type="pic" idx="16403" hasCustomPrompt="1"/>
            <p:custDataLst>
              <p:tags r:id="rId31"/>
            </p:custDataLst>
          </p:nvPr>
        </p:nvSpPr>
        <p:spPr>
          <a:xfrm>
            <a:off x="6766560" y="44932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4" name="文本占位符 33"/>
          <p:cNvSpPr>
            <a:spLocks noGrp="1"/>
          </p:cNvSpPr>
          <p:nvPr>
            <p:ph type="body" idx="16392" hasCustomPrompt="1"/>
            <p:custDataLst>
              <p:tags r:id="rId32"/>
            </p:custDataLst>
          </p:nvPr>
        </p:nvSpPr>
        <p:spPr>
          <a:xfrm>
            <a:off x="7721600" y="42799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35" name="文本占位符 34"/>
          <p:cNvSpPr>
            <a:spLocks noGrp="1"/>
          </p:cNvSpPr>
          <p:nvPr>
            <p:ph type="body" idx="16393" hasCustomPrompt="1"/>
            <p:custDataLst>
              <p:tags r:id="rId33"/>
            </p:custDataLst>
          </p:nvPr>
        </p:nvSpPr>
        <p:spPr>
          <a:xfrm>
            <a:off x="7721600" y="47879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10013_16">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1524000"/>
            <a:ext cx="10972800" cy="2489200"/>
          </a:xfrm>
          <a:custGeom>
            <a:avLst/>
            <a:gdLst>
              <a:gd name="connisteX0" fmla="*/ 0 w 10972800"/>
              <a:gd name="connsiteY0" fmla="*/ 203200 h 2489200"/>
              <a:gd name="connisteX1" fmla="*/ 203200 w 10972800"/>
              <a:gd name="connsiteY1" fmla="*/ 0 h 2489200"/>
              <a:gd name="connisteX2" fmla="*/ 10769600 w 10972800"/>
              <a:gd name="connsiteY2" fmla="*/ 0 h 2489200"/>
              <a:gd name="connisteX3" fmla="*/ 10972800 w 10972800"/>
              <a:gd name="connsiteY3" fmla="*/ 203200 h 2489200"/>
              <a:gd name="connisteX4" fmla="*/ 10972800 w 10972800"/>
              <a:gd name="connsiteY4" fmla="*/ 2286000 h 2489200"/>
              <a:gd name="connisteX5" fmla="*/ 10769600 w 10972800"/>
              <a:gd name="connsiteY5" fmla="*/ 2489200 h 2489200"/>
              <a:gd name="connisteX6" fmla="*/ 203200 w 10972800"/>
              <a:gd name="connsiteY6" fmla="*/ 2489200 h 2489200"/>
              <a:gd name="connisteX7" fmla="*/ 0 w 10972800"/>
              <a:gd name="connsiteY7" fmla="*/ 2286000 h 2489200"/>
              <a:gd name="connisteX8" fmla="*/ 0 w 10972800"/>
              <a:gd name="connsiteY8" fmla="*/ 203200 h 248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489200">
                <a:moveTo>
                  <a:pt x="0" y="203200"/>
                </a:moveTo>
                <a:cubicBezTo>
                  <a:pt x="0" y="90976"/>
                  <a:pt x="90976" y="0"/>
                  <a:pt x="203200" y="0"/>
                </a:cubicBezTo>
                <a:lnTo>
                  <a:pt x="10769600" y="0"/>
                </a:lnTo>
                <a:cubicBezTo>
                  <a:pt x="10881824" y="0"/>
                  <a:pt x="10972800" y="90976"/>
                  <a:pt x="10972800" y="203200"/>
                </a:cubicBezTo>
                <a:lnTo>
                  <a:pt x="10972800" y="2286000"/>
                </a:lnTo>
                <a:cubicBezTo>
                  <a:pt x="10972800" y="2398224"/>
                  <a:pt x="10881824" y="2489200"/>
                  <a:pt x="10769600" y="2489200"/>
                </a:cubicBezTo>
                <a:lnTo>
                  <a:pt x="203200" y="2489200"/>
                </a:lnTo>
                <a:cubicBezTo>
                  <a:pt x="90976" y="2489200"/>
                  <a:pt x="0" y="2398224"/>
                  <a:pt x="0" y="2286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609600" y="44704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09600" y="5029200"/>
            <a:ext cx="32512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4470400" y="44704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89" hasCustomPrompt="1"/>
            <p:custDataLst>
              <p:tags r:id="rId18"/>
            </p:custDataLst>
          </p:nvPr>
        </p:nvSpPr>
        <p:spPr>
          <a:xfrm>
            <a:off x="4470400" y="5029200"/>
            <a:ext cx="32512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文本占位符 20"/>
          <p:cNvSpPr>
            <a:spLocks noGrp="1"/>
          </p:cNvSpPr>
          <p:nvPr>
            <p:ph type="body" idx="16390" hasCustomPrompt="1"/>
            <p:custDataLst>
              <p:tags r:id="rId19"/>
            </p:custDataLst>
          </p:nvPr>
        </p:nvSpPr>
        <p:spPr>
          <a:xfrm>
            <a:off x="8331200" y="44704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1" hasCustomPrompt="1"/>
            <p:custDataLst>
              <p:tags r:id="rId20"/>
            </p:custDataLst>
          </p:nvPr>
        </p:nvSpPr>
        <p:spPr>
          <a:xfrm>
            <a:off x="8331200" y="5029200"/>
            <a:ext cx="32512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10004_1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2" hasCustomPrompt="1"/>
            <p:custDataLst>
              <p:tags r:id="rId14"/>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914400" y="20828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7" hasCustomPrompt="1"/>
            <p:custDataLst>
              <p:tags r:id="rId16"/>
            </p:custDataLst>
          </p:nvPr>
        </p:nvSpPr>
        <p:spPr>
          <a:xfrm>
            <a:off x="9144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3" hasCustomPrompt="1"/>
            <p:custDataLst>
              <p:tags r:id="rId17"/>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88" hasCustomPrompt="1"/>
            <p:custDataLst>
              <p:tags r:id="rId18"/>
            </p:custDataLst>
          </p:nvPr>
        </p:nvSpPr>
        <p:spPr>
          <a:xfrm>
            <a:off x="4673600" y="20828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1" name="文本占位符 20"/>
          <p:cNvSpPr>
            <a:spLocks noGrp="1"/>
          </p:cNvSpPr>
          <p:nvPr>
            <p:ph type="body" idx="16389" hasCustomPrompt="1"/>
            <p:custDataLst>
              <p:tags r:id="rId19"/>
            </p:custDataLst>
          </p:nvPr>
        </p:nvSpPr>
        <p:spPr>
          <a:xfrm>
            <a:off x="46736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装饰  1"/>
          <p:cNvSpPr>
            <a:spLocks noGrp="1"/>
          </p:cNvSpPr>
          <p:nvPr>
            <p:ph type="body" idx="16394" hasCustomPrompt="1"/>
            <p:custDataLst>
              <p:tags r:id="rId20"/>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0" hasCustomPrompt="1"/>
            <p:custDataLst>
              <p:tags r:id="rId21"/>
            </p:custDataLst>
          </p:nvPr>
        </p:nvSpPr>
        <p:spPr>
          <a:xfrm>
            <a:off x="8432800" y="20828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4" name="文本占位符 23"/>
          <p:cNvSpPr>
            <a:spLocks noGrp="1"/>
          </p:cNvSpPr>
          <p:nvPr>
            <p:ph type="body" idx="16391" hasCustomPrompt="1"/>
            <p:custDataLst>
              <p:tags r:id="rId22"/>
            </p:custDataLst>
          </p:nvPr>
        </p:nvSpPr>
        <p:spPr>
          <a:xfrm>
            <a:off x="84328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10007_1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文本占位符 15"/>
          <p:cNvSpPr>
            <a:spLocks noGrp="1"/>
          </p:cNvSpPr>
          <p:nvPr>
            <p:ph type="body" idx="16386" hasCustomPrompt="1"/>
            <p:custDataLst>
              <p:tags r:id="rId14"/>
            </p:custDataLst>
          </p:nvPr>
        </p:nvSpPr>
        <p:spPr>
          <a:xfrm>
            <a:off x="609600" y="20828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7" hasCustomPrompt="1"/>
            <p:custDataLst>
              <p:tags r:id="rId15"/>
            </p:custDataLst>
          </p:nvPr>
        </p:nvSpPr>
        <p:spPr>
          <a:xfrm>
            <a:off x="609600" y="2641600"/>
            <a:ext cx="32512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88" hasCustomPrompt="1"/>
            <p:custDataLst>
              <p:tags r:id="rId16"/>
            </p:custDataLst>
          </p:nvPr>
        </p:nvSpPr>
        <p:spPr>
          <a:xfrm>
            <a:off x="4470400" y="20828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7"/>
            </p:custDataLst>
          </p:nvPr>
        </p:nvSpPr>
        <p:spPr>
          <a:xfrm>
            <a:off x="4470400" y="2641600"/>
            <a:ext cx="32512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文本占位符 19"/>
          <p:cNvSpPr>
            <a:spLocks noGrp="1"/>
          </p:cNvSpPr>
          <p:nvPr>
            <p:ph type="body" idx="16390" hasCustomPrompt="1"/>
            <p:custDataLst>
              <p:tags r:id="rId18"/>
            </p:custDataLst>
          </p:nvPr>
        </p:nvSpPr>
        <p:spPr>
          <a:xfrm>
            <a:off x="8331200" y="20828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9"/>
            </p:custDataLst>
          </p:nvPr>
        </p:nvSpPr>
        <p:spPr>
          <a:xfrm>
            <a:off x="8331200" y="2641600"/>
            <a:ext cx="32512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34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图片占位符 15"/>
          <p:cNvSpPr>
            <a:spLocks noGrp="1"/>
          </p:cNvSpPr>
          <p:nvPr>
            <p:ph type="pic" idx="16394" hasCustomPrompt="1"/>
            <p:custDataLst>
              <p:tags r:id="rId14"/>
            </p:custDataLst>
          </p:nvPr>
        </p:nvSpPr>
        <p:spPr>
          <a:xfrm>
            <a:off x="609600" y="2184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86" hasCustomPrompt="1"/>
            <p:custDataLst>
              <p:tags r:id="rId15"/>
            </p:custDataLst>
          </p:nvPr>
        </p:nvSpPr>
        <p:spPr>
          <a:xfrm>
            <a:off x="2082800" y="19304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2082800" y="24384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图片占位符 18"/>
          <p:cNvSpPr>
            <a:spLocks noGrp="1"/>
          </p:cNvSpPr>
          <p:nvPr>
            <p:ph type="pic" idx="16395" hasCustomPrompt="1"/>
            <p:custDataLst>
              <p:tags r:id="rId17"/>
            </p:custDataLst>
          </p:nvPr>
        </p:nvSpPr>
        <p:spPr>
          <a:xfrm>
            <a:off x="6324600" y="2184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88" hasCustomPrompt="1"/>
            <p:custDataLst>
              <p:tags r:id="rId18"/>
            </p:custDataLst>
          </p:nvPr>
        </p:nvSpPr>
        <p:spPr>
          <a:xfrm>
            <a:off x="7797800" y="19304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7797800" y="24384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图片占位符 21"/>
          <p:cNvSpPr>
            <a:spLocks noGrp="1"/>
          </p:cNvSpPr>
          <p:nvPr>
            <p:ph type="pic" idx="16396" hasCustomPrompt="1"/>
            <p:custDataLst>
              <p:tags r:id="rId20"/>
            </p:custDataLst>
          </p:nvPr>
        </p:nvSpPr>
        <p:spPr>
          <a:xfrm>
            <a:off x="609600" y="4368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3" name="文本占位符 22"/>
          <p:cNvSpPr>
            <a:spLocks noGrp="1"/>
          </p:cNvSpPr>
          <p:nvPr>
            <p:ph type="body" idx="16390" hasCustomPrompt="1"/>
            <p:custDataLst>
              <p:tags r:id="rId21"/>
            </p:custDataLst>
          </p:nvPr>
        </p:nvSpPr>
        <p:spPr>
          <a:xfrm>
            <a:off x="2082800" y="41148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1" hasCustomPrompt="1"/>
            <p:custDataLst>
              <p:tags r:id="rId22"/>
            </p:custDataLst>
          </p:nvPr>
        </p:nvSpPr>
        <p:spPr>
          <a:xfrm>
            <a:off x="2082800" y="46228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5" name="图片占位符 24"/>
          <p:cNvSpPr>
            <a:spLocks noGrp="1"/>
          </p:cNvSpPr>
          <p:nvPr>
            <p:ph type="pic" idx="16397" hasCustomPrompt="1"/>
            <p:custDataLst>
              <p:tags r:id="rId23"/>
            </p:custDataLst>
          </p:nvPr>
        </p:nvSpPr>
        <p:spPr>
          <a:xfrm>
            <a:off x="6324600" y="4368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2" hasCustomPrompt="1"/>
            <p:custDataLst>
              <p:tags r:id="rId24"/>
            </p:custDataLst>
          </p:nvPr>
        </p:nvSpPr>
        <p:spPr>
          <a:xfrm>
            <a:off x="7797800" y="41148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5"/>
            </p:custDataLst>
          </p:nvPr>
        </p:nvSpPr>
        <p:spPr>
          <a:xfrm>
            <a:off x="7797800" y="46228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3"/>
            </p:custDataLst>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custDataLst>
              <p:tags r:id="rId4"/>
            </p:custDataLst>
          </p:nvPr>
        </p:nvSpPr>
        <p:spPr/>
        <p:txBody>
          <a:bodyPr/>
          <a:lstStyle/>
          <a:p>
            <a:fld id="{5C1CEBB3-B506-43A5-8ADF-1F6228832779}"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02129656-F08C-4B6B-81EB-89FE10BFCF81}" type="slidenum">
              <a:rPr lang="zh-CN" altLang="en-US" smtClean="0"/>
            </a:fld>
            <a:endParaRPr lang="zh-CN" altLang="en-US"/>
          </a:p>
        </p:txBody>
      </p:sp>
      <p:grpSp>
        <p:nvGrpSpPr>
          <p:cNvPr id="7" name="组 235"/>
          <p:cNvGrpSpPr/>
          <p:nvPr userDrawn="1"/>
        </p:nvGrpSpPr>
        <p:grpSpPr>
          <a:xfrm>
            <a:off x="-1087482" y="-1169336"/>
            <a:ext cx="14366963" cy="9196672"/>
            <a:chOff x="-1517189" y="-871840"/>
            <a:chExt cx="14366963" cy="9196672"/>
          </a:xfrm>
          <a:solidFill>
            <a:schemeClr val="bg1">
              <a:alpha val="10000"/>
            </a:schemeClr>
          </a:solidFill>
        </p:grpSpPr>
        <p:sp>
          <p:nvSpPr>
            <p:cNvPr id="8" name="Freeform 7"/>
            <p:cNvSpPr>
              <a:spLocks noEditPoints="1"/>
            </p:cNvSpPr>
            <p:nvPr userDrawn="1">
              <p:custDataLst>
                <p:tags r:id="rId7"/>
              </p:custDataLst>
            </p:nvPr>
          </p:nvSpPr>
          <p:spPr bwMode="auto">
            <a:xfrm rot="20132266">
              <a:off x="3204672" y="5259246"/>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9"/>
            <p:cNvSpPr>
              <a:spLocks noEditPoints="1"/>
            </p:cNvSpPr>
            <p:nvPr userDrawn="1">
              <p:custDataLst>
                <p:tags r:id="rId8"/>
              </p:custDataLst>
            </p:nvPr>
          </p:nvSpPr>
          <p:spPr bwMode="auto">
            <a:xfrm>
              <a:off x="3276077" y="3086935"/>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0" name="组 18"/>
            <p:cNvGrpSpPr/>
            <p:nvPr userDrawn="1"/>
          </p:nvGrpSpPr>
          <p:grpSpPr>
            <a:xfrm rot="1396810">
              <a:off x="5439148" y="3364452"/>
              <a:ext cx="337162" cy="1815987"/>
              <a:chOff x="6099175" y="2627313"/>
              <a:chExt cx="411163" cy="2214563"/>
            </a:xfrm>
            <a:grpFill/>
          </p:grpSpPr>
          <p:sp>
            <p:nvSpPr>
              <p:cNvPr id="227" name="Freeform 13"/>
              <p:cNvSpPr>
                <a:spLocks noEditPoints="1"/>
              </p:cNvSpPr>
              <p:nvPr userDrawn="1">
                <p:custDataLst>
                  <p:tags r:id="rId9"/>
                </p:custDataLst>
              </p:nvPr>
            </p:nvSpPr>
            <p:spPr bwMode="auto">
              <a:xfrm>
                <a:off x="6130130"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8" name="Freeform 14"/>
              <p:cNvSpPr/>
              <p:nvPr userDrawn="1">
                <p:custDataLst>
                  <p:tags r:id="rId10"/>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9" name="Freeform 15"/>
              <p:cNvSpPr/>
              <p:nvPr userDrawn="1">
                <p:custDataLst>
                  <p:tags r:id="rId11"/>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0" name="Freeform 17"/>
              <p:cNvSpPr>
                <a:spLocks noEditPoints="1"/>
              </p:cNvSpPr>
              <p:nvPr userDrawn="1">
                <p:custDataLst>
                  <p:tags r:id="rId12"/>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 name="Freeform 19"/>
            <p:cNvSpPr>
              <a:spLocks noEditPoints="1"/>
            </p:cNvSpPr>
            <p:nvPr userDrawn="1">
              <p:custDataLst>
                <p:tags r:id="rId13"/>
              </p:custDataLst>
            </p:nvPr>
          </p:nvSpPr>
          <p:spPr bwMode="auto">
            <a:xfrm rot="1363540">
              <a:off x="8673100" y="723488"/>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20"/>
            <p:cNvSpPr/>
            <p:nvPr userDrawn="1">
              <p:custDataLst>
                <p:tags r:id="rId14"/>
              </p:custDataLst>
            </p:nvPr>
          </p:nvSpPr>
          <p:spPr bwMode="auto">
            <a:xfrm rot="20253209">
              <a:off x="4644944" y="440960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3" name="组合 12"/>
            <p:cNvGrpSpPr/>
            <p:nvPr userDrawn="1"/>
          </p:nvGrpSpPr>
          <p:grpSpPr>
            <a:xfrm rot="2116298">
              <a:off x="5097308" y="5328957"/>
              <a:ext cx="722933" cy="629672"/>
              <a:chOff x="501650" y="3292475"/>
              <a:chExt cx="1735138" cy="1511300"/>
            </a:xfrm>
            <a:grpFill/>
          </p:grpSpPr>
          <p:sp>
            <p:nvSpPr>
              <p:cNvPr id="222" name="Freeform 5"/>
              <p:cNvSpPr/>
              <p:nvPr userDrawn="1">
                <p:custDataLst>
                  <p:tags r:id="rId15"/>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3" name="Freeform 6"/>
              <p:cNvSpPr/>
              <p:nvPr userDrawn="1">
                <p:custDataLst>
                  <p:tags r:id="rId16"/>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4" name="Freeform 7"/>
              <p:cNvSpPr/>
              <p:nvPr userDrawn="1">
                <p:custDataLst>
                  <p:tags r:id="rId17"/>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5" name="Freeform 8"/>
              <p:cNvSpPr/>
              <p:nvPr userDrawn="1">
                <p:custDataLst>
                  <p:tags r:id="rId18"/>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6" name="Freeform 9"/>
              <p:cNvSpPr/>
              <p:nvPr userDrawn="1">
                <p:custDataLst>
                  <p:tags r:id="rId19"/>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 name="组合 13"/>
            <p:cNvGrpSpPr/>
            <p:nvPr userDrawn="1"/>
          </p:nvGrpSpPr>
          <p:grpSpPr>
            <a:xfrm rot="19680185">
              <a:off x="2669841" y="4499503"/>
              <a:ext cx="920458" cy="709092"/>
              <a:chOff x="2486025" y="3619500"/>
              <a:chExt cx="1500188" cy="1155700"/>
            </a:xfrm>
            <a:grpFill/>
          </p:grpSpPr>
          <p:sp>
            <p:nvSpPr>
              <p:cNvPr id="220" name="Freeform 26"/>
              <p:cNvSpPr>
                <a:spLocks noEditPoints="1"/>
              </p:cNvSpPr>
              <p:nvPr userDrawn="1">
                <p:custDataLst>
                  <p:tags r:id="rId20"/>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1" name="Freeform 27"/>
              <p:cNvSpPr/>
              <p:nvPr userDrawn="1">
                <p:custDataLst>
                  <p:tags r:id="rId21"/>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5" name="Freeform 29"/>
            <p:cNvSpPr>
              <a:spLocks noEditPoints="1"/>
            </p:cNvSpPr>
            <p:nvPr userDrawn="1">
              <p:custDataLst>
                <p:tags r:id="rId22"/>
              </p:custDataLst>
            </p:nvPr>
          </p:nvSpPr>
          <p:spPr bwMode="auto">
            <a:xfrm>
              <a:off x="4567724" y="3130391"/>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5"/>
            <p:cNvSpPr>
              <a:spLocks noEditPoints="1"/>
            </p:cNvSpPr>
            <p:nvPr userDrawn="1">
              <p:custDataLst>
                <p:tags r:id="rId23"/>
              </p:custDataLst>
            </p:nvPr>
          </p:nvSpPr>
          <p:spPr bwMode="auto">
            <a:xfrm rot="1264384">
              <a:off x="3800465" y="6382321"/>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7" name="组合 16"/>
            <p:cNvGrpSpPr/>
            <p:nvPr userDrawn="1"/>
          </p:nvGrpSpPr>
          <p:grpSpPr>
            <a:xfrm rot="1013132">
              <a:off x="2506793" y="6413812"/>
              <a:ext cx="794889" cy="623974"/>
              <a:chOff x="3654425" y="5089525"/>
              <a:chExt cx="1860550" cy="1460500"/>
            </a:xfrm>
            <a:grpFill/>
          </p:grpSpPr>
          <p:sp>
            <p:nvSpPr>
              <p:cNvPr id="213" name="Freeform 12"/>
              <p:cNvSpPr>
                <a:spLocks noEditPoints="1"/>
              </p:cNvSpPr>
              <p:nvPr userDrawn="1">
                <p:custDataLst>
                  <p:tags r:id="rId24"/>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4" name="Freeform 13"/>
              <p:cNvSpPr/>
              <p:nvPr userDrawn="1">
                <p:custDataLst>
                  <p:tags r:id="rId25"/>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5" name="Freeform 14"/>
              <p:cNvSpPr/>
              <p:nvPr userDrawn="1">
                <p:custDataLst>
                  <p:tags r:id="rId26"/>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6" name="Freeform 15"/>
              <p:cNvSpPr/>
              <p:nvPr userDrawn="1">
                <p:custDataLst>
                  <p:tags r:id="rId27"/>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7" name="Freeform 16"/>
              <p:cNvSpPr/>
              <p:nvPr userDrawn="1">
                <p:custDataLst>
                  <p:tags r:id="rId28"/>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8" name="Freeform 17"/>
              <p:cNvSpPr/>
              <p:nvPr userDrawn="1">
                <p:custDataLst>
                  <p:tags r:id="rId29"/>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9" name="Freeform 18"/>
              <p:cNvSpPr/>
              <p:nvPr userDrawn="1">
                <p:custDataLst>
                  <p:tags r:id="rId30"/>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 name="组合 17"/>
            <p:cNvGrpSpPr/>
            <p:nvPr userDrawn="1"/>
          </p:nvGrpSpPr>
          <p:grpSpPr>
            <a:xfrm>
              <a:off x="6063218" y="3624642"/>
              <a:ext cx="1301704" cy="1299270"/>
              <a:chOff x="6262690" y="5170488"/>
              <a:chExt cx="1697038" cy="1693863"/>
            </a:xfrm>
            <a:grpFill/>
          </p:grpSpPr>
          <p:sp>
            <p:nvSpPr>
              <p:cNvPr id="211" name="Freeform 19"/>
              <p:cNvSpPr>
                <a:spLocks noEditPoints="1"/>
              </p:cNvSpPr>
              <p:nvPr userDrawn="1">
                <p:custDataLst>
                  <p:tags r:id="rId31"/>
                </p:custDataLst>
              </p:nvPr>
            </p:nvSpPr>
            <p:spPr bwMode="auto">
              <a:xfrm>
                <a:off x="6262690"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2" name="Freeform 20"/>
              <p:cNvSpPr/>
              <p:nvPr userDrawn="1">
                <p:custDataLst>
                  <p:tags r:id="rId32"/>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9" name="Freeform 7"/>
            <p:cNvSpPr>
              <a:spLocks noEditPoints="1"/>
            </p:cNvSpPr>
            <p:nvPr userDrawn="1">
              <p:custDataLst>
                <p:tags r:id="rId33"/>
              </p:custDataLst>
            </p:nvPr>
          </p:nvSpPr>
          <p:spPr bwMode="auto">
            <a:xfrm rot="20132266">
              <a:off x="-1257123" y="4798205"/>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9"/>
            <p:cNvSpPr>
              <a:spLocks noEditPoints="1"/>
            </p:cNvSpPr>
            <p:nvPr userDrawn="1">
              <p:custDataLst>
                <p:tags r:id="rId34"/>
              </p:custDataLst>
            </p:nvPr>
          </p:nvSpPr>
          <p:spPr bwMode="auto">
            <a:xfrm>
              <a:off x="-491355" y="2831662"/>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1" name="组 45"/>
            <p:cNvGrpSpPr/>
            <p:nvPr userDrawn="1"/>
          </p:nvGrpSpPr>
          <p:grpSpPr>
            <a:xfrm rot="1396810">
              <a:off x="998952" y="3722131"/>
              <a:ext cx="337162" cy="1815987"/>
              <a:chOff x="6099175" y="2627313"/>
              <a:chExt cx="411163" cy="2214563"/>
            </a:xfrm>
            <a:grpFill/>
          </p:grpSpPr>
          <p:sp>
            <p:nvSpPr>
              <p:cNvPr id="207" name="Freeform 13"/>
              <p:cNvSpPr>
                <a:spLocks noEditPoints="1"/>
              </p:cNvSpPr>
              <p:nvPr userDrawn="1">
                <p:custDataLst>
                  <p:tags r:id="rId35"/>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8" name="Freeform 14"/>
              <p:cNvSpPr/>
              <p:nvPr userDrawn="1">
                <p:custDataLst>
                  <p:tags r:id="rId36"/>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9" name="Freeform 15"/>
              <p:cNvSpPr/>
              <p:nvPr userDrawn="1">
                <p:custDataLst>
                  <p:tags r:id="rId37"/>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0" name="Freeform 17"/>
              <p:cNvSpPr>
                <a:spLocks noEditPoints="1"/>
              </p:cNvSpPr>
              <p:nvPr userDrawn="1">
                <p:custDataLst>
                  <p:tags r:id="rId38"/>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2" name="Freeform 19"/>
            <p:cNvSpPr>
              <a:spLocks noEditPoints="1"/>
            </p:cNvSpPr>
            <p:nvPr userDrawn="1">
              <p:custDataLst>
                <p:tags r:id="rId39"/>
              </p:custDataLst>
            </p:nvPr>
          </p:nvSpPr>
          <p:spPr bwMode="auto">
            <a:xfrm rot="1363540">
              <a:off x="337564" y="5792830"/>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20"/>
            <p:cNvSpPr/>
            <p:nvPr userDrawn="1">
              <p:custDataLst>
                <p:tags r:id="rId40"/>
              </p:custDataLst>
            </p:nvPr>
          </p:nvSpPr>
          <p:spPr bwMode="auto">
            <a:xfrm rot="20253209">
              <a:off x="158920" y="448561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4" name="组合 23"/>
            <p:cNvGrpSpPr/>
            <p:nvPr userDrawn="1"/>
          </p:nvGrpSpPr>
          <p:grpSpPr>
            <a:xfrm rot="2116298">
              <a:off x="1231243" y="5128617"/>
              <a:ext cx="722933" cy="629672"/>
              <a:chOff x="501650" y="3292475"/>
              <a:chExt cx="1735138" cy="1511300"/>
            </a:xfrm>
            <a:grpFill/>
          </p:grpSpPr>
          <p:sp>
            <p:nvSpPr>
              <p:cNvPr id="202" name="Freeform 5"/>
              <p:cNvSpPr/>
              <p:nvPr userDrawn="1">
                <p:custDataLst>
                  <p:tags r:id="rId41"/>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3" name="Freeform 6"/>
              <p:cNvSpPr/>
              <p:nvPr userDrawn="1">
                <p:custDataLst>
                  <p:tags r:id="rId42"/>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4" name="Freeform 7"/>
              <p:cNvSpPr/>
              <p:nvPr userDrawn="1">
                <p:custDataLst>
                  <p:tags r:id="rId43"/>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5" name="Freeform 8"/>
              <p:cNvSpPr/>
              <p:nvPr userDrawn="1">
                <p:custDataLst>
                  <p:tags r:id="rId44"/>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6" name="Freeform 9"/>
              <p:cNvSpPr/>
              <p:nvPr userDrawn="1">
                <p:custDataLst>
                  <p:tags r:id="rId45"/>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5" name="组合 24"/>
            <p:cNvGrpSpPr/>
            <p:nvPr userDrawn="1"/>
          </p:nvGrpSpPr>
          <p:grpSpPr>
            <a:xfrm rot="19680185">
              <a:off x="-1517189" y="3803033"/>
              <a:ext cx="920458" cy="709092"/>
              <a:chOff x="2486025" y="3619500"/>
              <a:chExt cx="1500188" cy="1155700"/>
            </a:xfrm>
            <a:grpFill/>
          </p:grpSpPr>
          <p:sp>
            <p:nvSpPr>
              <p:cNvPr id="200" name="Freeform 26"/>
              <p:cNvSpPr>
                <a:spLocks noEditPoints="1"/>
              </p:cNvSpPr>
              <p:nvPr userDrawn="1">
                <p:custDataLst>
                  <p:tags r:id="rId46"/>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1" name="Freeform 27"/>
              <p:cNvSpPr/>
              <p:nvPr userDrawn="1">
                <p:custDataLst>
                  <p:tags r:id="rId47"/>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6" name="Freeform 29"/>
            <p:cNvSpPr>
              <a:spLocks noEditPoints="1"/>
            </p:cNvSpPr>
            <p:nvPr userDrawn="1">
              <p:custDataLst>
                <p:tags r:id="rId48"/>
              </p:custDataLst>
            </p:nvPr>
          </p:nvSpPr>
          <p:spPr bwMode="auto">
            <a:xfrm>
              <a:off x="760976" y="2751525"/>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5"/>
            <p:cNvSpPr>
              <a:spLocks noEditPoints="1"/>
            </p:cNvSpPr>
            <p:nvPr userDrawn="1">
              <p:custDataLst>
                <p:tags r:id="rId49"/>
              </p:custDataLst>
            </p:nvPr>
          </p:nvSpPr>
          <p:spPr bwMode="auto">
            <a:xfrm rot="1264384">
              <a:off x="1983280" y="5686214"/>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8" name="组合 27"/>
            <p:cNvGrpSpPr/>
            <p:nvPr userDrawn="1"/>
          </p:nvGrpSpPr>
          <p:grpSpPr>
            <a:xfrm rot="1013132">
              <a:off x="1601368" y="4438604"/>
              <a:ext cx="794889" cy="623974"/>
              <a:chOff x="3654425" y="5089525"/>
              <a:chExt cx="1860550" cy="1460500"/>
            </a:xfrm>
            <a:grpFill/>
          </p:grpSpPr>
          <p:sp>
            <p:nvSpPr>
              <p:cNvPr id="193" name="Freeform 12"/>
              <p:cNvSpPr>
                <a:spLocks noEditPoints="1"/>
              </p:cNvSpPr>
              <p:nvPr userDrawn="1">
                <p:custDataLst>
                  <p:tags r:id="rId50"/>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4" name="Freeform 13"/>
              <p:cNvSpPr/>
              <p:nvPr userDrawn="1">
                <p:custDataLst>
                  <p:tags r:id="rId51"/>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5" name="Freeform 14"/>
              <p:cNvSpPr/>
              <p:nvPr userDrawn="1">
                <p:custDataLst>
                  <p:tags r:id="rId52"/>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6" name="Freeform 15"/>
              <p:cNvSpPr/>
              <p:nvPr userDrawn="1">
                <p:custDataLst>
                  <p:tags r:id="rId53"/>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7" name="Freeform 16"/>
              <p:cNvSpPr/>
              <p:nvPr userDrawn="1">
                <p:custDataLst>
                  <p:tags r:id="rId54"/>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8" name="Freeform 17"/>
              <p:cNvSpPr/>
              <p:nvPr userDrawn="1">
                <p:custDataLst>
                  <p:tags r:id="rId55"/>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9" name="Freeform 18"/>
              <p:cNvSpPr/>
              <p:nvPr userDrawn="1">
                <p:custDataLst>
                  <p:tags r:id="rId56"/>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9" name="组合 28"/>
            <p:cNvGrpSpPr/>
            <p:nvPr userDrawn="1"/>
          </p:nvGrpSpPr>
          <p:grpSpPr>
            <a:xfrm>
              <a:off x="1798258" y="2947826"/>
              <a:ext cx="1301704" cy="1299270"/>
              <a:chOff x="6262688" y="5170488"/>
              <a:chExt cx="1697038" cy="1693863"/>
            </a:xfrm>
            <a:grpFill/>
          </p:grpSpPr>
          <p:sp>
            <p:nvSpPr>
              <p:cNvPr id="191" name="Freeform 19"/>
              <p:cNvSpPr>
                <a:spLocks noEditPoints="1"/>
              </p:cNvSpPr>
              <p:nvPr userDrawn="1">
                <p:custDataLst>
                  <p:tags r:id="rId57"/>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2" name="Freeform 20"/>
              <p:cNvSpPr/>
              <p:nvPr userDrawn="1">
                <p:custDataLst>
                  <p:tags r:id="rId58"/>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0" name="Freeform 7"/>
            <p:cNvSpPr>
              <a:spLocks noEditPoints="1"/>
            </p:cNvSpPr>
            <p:nvPr userDrawn="1">
              <p:custDataLst>
                <p:tags r:id="rId59"/>
              </p:custDataLst>
            </p:nvPr>
          </p:nvSpPr>
          <p:spPr bwMode="auto">
            <a:xfrm rot="21538996">
              <a:off x="7150383" y="5764310"/>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9"/>
            <p:cNvSpPr>
              <a:spLocks noEditPoints="1"/>
            </p:cNvSpPr>
            <p:nvPr userDrawn="1">
              <p:custDataLst>
                <p:tags r:id="rId60"/>
              </p:custDataLst>
            </p:nvPr>
          </p:nvSpPr>
          <p:spPr bwMode="auto">
            <a:xfrm rot="1406730">
              <a:off x="8537771" y="4215104"/>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2" name="组 77"/>
            <p:cNvGrpSpPr/>
            <p:nvPr userDrawn="1"/>
          </p:nvGrpSpPr>
          <p:grpSpPr>
            <a:xfrm rot="2803540">
              <a:off x="9511163" y="5451183"/>
              <a:ext cx="337162" cy="1815987"/>
              <a:chOff x="6099175" y="2627313"/>
              <a:chExt cx="411163" cy="2214563"/>
            </a:xfrm>
            <a:grpFill/>
          </p:grpSpPr>
          <p:sp>
            <p:nvSpPr>
              <p:cNvPr id="187" name="Freeform 13"/>
              <p:cNvSpPr>
                <a:spLocks noEditPoints="1"/>
              </p:cNvSpPr>
              <p:nvPr userDrawn="1">
                <p:custDataLst>
                  <p:tags r:id="rId61"/>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8" name="Freeform 14"/>
              <p:cNvSpPr/>
              <p:nvPr userDrawn="1">
                <p:custDataLst>
                  <p:tags r:id="rId62"/>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9" name="Freeform 15"/>
              <p:cNvSpPr/>
              <p:nvPr userDrawn="1">
                <p:custDataLst>
                  <p:tags r:id="rId63"/>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0" name="Freeform 17"/>
              <p:cNvSpPr>
                <a:spLocks noEditPoints="1"/>
              </p:cNvSpPr>
              <p:nvPr userDrawn="1">
                <p:custDataLst>
                  <p:tags r:id="rId64"/>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3" name="Freeform 19"/>
            <p:cNvSpPr>
              <a:spLocks noEditPoints="1"/>
            </p:cNvSpPr>
            <p:nvPr userDrawn="1">
              <p:custDataLst>
                <p:tags r:id="rId65"/>
              </p:custDataLst>
            </p:nvPr>
          </p:nvSpPr>
          <p:spPr bwMode="auto">
            <a:xfrm rot="2770270">
              <a:off x="8355392" y="7325895"/>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0"/>
            <p:cNvSpPr/>
            <p:nvPr userDrawn="1">
              <p:custDataLst>
                <p:tags r:id="rId66"/>
              </p:custDataLst>
            </p:nvPr>
          </p:nvSpPr>
          <p:spPr bwMode="auto">
            <a:xfrm rot="59939">
              <a:off x="8625447" y="5843013"/>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5" name="组合 34"/>
            <p:cNvGrpSpPr/>
            <p:nvPr userDrawn="1"/>
          </p:nvGrpSpPr>
          <p:grpSpPr>
            <a:xfrm rot="3523028">
              <a:off x="9384746" y="6959689"/>
              <a:ext cx="722933" cy="629672"/>
              <a:chOff x="501650" y="3292475"/>
              <a:chExt cx="1735138" cy="1511300"/>
            </a:xfrm>
            <a:grpFill/>
          </p:grpSpPr>
          <p:sp>
            <p:nvSpPr>
              <p:cNvPr id="182" name="Freeform 5"/>
              <p:cNvSpPr/>
              <p:nvPr userDrawn="1">
                <p:custDataLst>
                  <p:tags r:id="rId67"/>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3" name="Freeform 6"/>
              <p:cNvSpPr/>
              <p:nvPr userDrawn="1">
                <p:custDataLst>
                  <p:tags r:id="rId68"/>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4" name="Freeform 7"/>
              <p:cNvSpPr/>
              <p:nvPr userDrawn="1">
                <p:custDataLst>
                  <p:tags r:id="rId69"/>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5" name="Freeform 8"/>
              <p:cNvSpPr/>
              <p:nvPr userDrawn="1">
                <p:custDataLst>
                  <p:tags r:id="rId70"/>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6" name="Freeform 9"/>
              <p:cNvSpPr/>
              <p:nvPr userDrawn="1">
                <p:custDataLst>
                  <p:tags r:id="rId71"/>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6" name="组合 35"/>
            <p:cNvGrpSpPr/>
            <p:nvPr userDrawn="1"/>
          </p:nvGrpSpPr>
          <p:grpSpPr>
            <a:xfrm rot="21086915">
              <a:off x="7366693" y="4686026"/>
              <a:ext cx="920458" cy="709092"/>
              <a:chOff x="2486025" y="3619500"/>
              <a:chExt cx="1500188" cy="1155700"/>
            </a:xfrm>
            <a:grpFill/>
          </p:grpSpPr>
          <p:sp>
            <p:nvSpPr>
              <p:cNvPr id="180" name="Freeform 26"/>
              <p:cNvSpPr>
                <a:spLocks noEditPoints="1"/>
              </p:cNvSpPr>
              <p:nvPr userDrawn="1">
                <p:custDataLst>
                  <p:tags r:id="rId72"/>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1" name="Freeform 27"/>
              <p:cNvSpPr/>
              <p:nvPr userDrawn="1">
                <p:custDataLst>
                  <p:tags r:id="rId73"/>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7" name="Freeform 29"/>
            <p:cNvSpPr>
              <a:spLocks noEditPoints="1"/>
            </p:cNvSpPr>
            <p:nvPr userDrawn="1">
              <p:custDataLst>
                <p:tags r:id="rId74"/>
              </p:custDataLst>
            </p:nvPr>
          </p:nvSpPr>
          <p:spPr bwMode="auto">
            <a:xfrm rot="1406730">
              <a:off x="9836343" y="4616570"/>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5"/>
            <p:cNvSpPr>
              <a:spLocks noEditPoints="1"/>
            </p:cNvSpPr>
            <p:nvPr userDrawn="1">
              <p:custDataLst>
                <p:tags r:id="rId75"/>
              </p:custDataLst>
            </p:nvPr>
          </p:nvSpPr>
          <p:spPr bwMode="auto">
            <a:xfrm rot="2671114">
              <a:off x="9574736" y="7895511"/>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9" name="组合 38"/>
            <p:cNvGrpSpPr/>
            <p:nvPr userDrawn="1"/>
          </p:nvGrpSpPr>
          <p:grpSpPr>
            <a:xfrm rot="2419862">
              <a:off x="9997017" y="6488458"/>
              <a:ext cx="794889" cy="623974"/>
              <a:chOff x="3654425" y="5089525"/>
              <a:chExt cx="1860550" cy="1460500"/>
            </a:xfrm>
            <a:grpFill/>
          </p:grpSpPr>
          <p:sp>
            <p:nvSpPr>
              <p:cNvPr id="173" name="Freeform 12"/>
              <p:cNvSpPr>
                <a:spLocks noEditPoints="1"/>
              </p:cNvSpPr>
              <p:nvPr userDrawn="1">
                <p:custDataLst>
                  <p:tags r:id="rId76"/>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4" name="Freeform 13"/>
              <p:cNvSpPr/>
              <p:nvPr userDrawn="1">
                <p:custDataLst>
                  <p:tags r:id="rId77"/>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5" name="Freeform 14"/>
              <p:cNvSpPr/>
              <p:nvPr userDrawn="1">
                <p:custDataLst>
                  <p:tags r:id="rId78"/>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Freeform 15"/>
              <p:cNvSpPr/>
              <p:nvPr userDrawn="1">
                <p:custDataLst>
                  <p:tags r:id="rId79"/>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7" name="Freeform 16"/>
              <p:cNvSpPr/>
              <p:nvPr userDrawn="1">
                <p:custDataLst>
                  <p:tags r:id="rId80"/>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8" name="Freeform 17"/>
              <p:cNvSpPr/>
              <p:nvPr userDrawn="1">
                <p:custDataLst>
                  <p:tags r:id="rId81"/>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9" name="Freeform 18"/>
              <p:cNvSpPr/>
              <p:nvPr userDrawn="1">
                <p:custDataLst>
                  <p:tags r:id="rId82"/>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0" name="组合 39"/>
            <p:cNvGrpSpPr/>
            <p:nvPr userDrawn="1"/>
          </p:nvGrpSpPr>
          <p:grpSpPr>
            <a:xfrm rot="1406730">
              <a:off x="11173870" y="-871840"/>
              <a:ext cx="1301704" cy="1299270"/>
              <a:chOff x="6262688" y="5170488"/>
              <a:chExt cx="1697038" cy="1693863"/>
            </a:xfrm>
            <a:grpFill/>
          </p:grpSpPr>
          <p:sp>
            <p:nvSpPr>
              <p:cNvPr id="171" name="Freeform 19"/>
              <p:cNvSpPr>
                <a:spLocks noEditPoints="1"/>
              </p:cNvSpPr>
              <p:nvPr userDrawn="1">
                <p:custDataLst>
                  <p:tags r:id="rId83"/>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2" name="Freeform 20"/>
              <p:cNvSpPr/>
              <p:nvPr userDrawn="1">
                <p:custDataLst>
                  <p:tags r:id="rId84"/>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1" name="Freeform 7"/>
            <p:cNvSpPr>
              <a:spLocks noEditPoints="1"/>
            </p:cNvSpPr>
            <p:nvPr userDrawn="1">
              <p:custDataLst>
                <p:tags r:id="rId85"/>
              </p:custDataLst>
            </p:nvPr>
          </p:nvSpPr>
          <p:spPr bwMode="auto">
            <a:xfrm rot="20132266">
              <a:off x="-3210" y="1374612"/>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9"/>
            <p:cNvSpPr>
              <a:spLocks noEditPoints="1"/>
            </p:cNvSpPr>
            <p:nvPr userDrawn="1">
              <p:custDataLst>
                <p:tags r:id="rId86"/>
              </p:custDataLst>
            </p:nvPr>
          </p:nvSpPr>
          <p:spPr bwMode="auto">
            <a:xfrm>
              <a:off x="762558" y="-591931"/>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43" name="组 109"/>
            <p:cNvGrpSpPr/>
            <p:nvPr userDrawn="1"/>
          </p:nvGrpSpPr>
          <p:grpSpPr>
            <a:xfrm rot="1396810">
              <a:off x="2252833" y="298531"/>
              <a:ext cx="337162" cy="1816149"/>
              <a:chOff x="6099175" y="2627313"/>
              <a:chExt cx="411163" cy="2214761"/>
            </a:xfrm>
            <a:grpFill/>
          </p:grpSpPr>
          <p:sp>
            <p:nvSpPr>
              <p:cNvPr id="165" name="Freeform 13"/>
              <p:cNvSpPr>
                <a:spLocks noEditPoints="1"/>
              </p:cNvSpPr>
              <p:nvPr userDrawn="1">
                <p:custDataLst>
                  <p:tags r:id="rId87"/>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6" name="Freeform 14"/>
              <p:cNvSpPr/>
              <p:nvPr userDrawn="1">
                <p:custDataLst>
                  <p:tags r:id="rId88"/>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7" name="Freeform 15"/>
              <p:cNvSpPr/>
              <p:nvPr userDrawn="1">
                <p:custDataLst>
                  <p:tags r:id="rId89"/>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8" name="Freeform 17"/>
              <p:cNvSpPr>
                <a:spLocks noEditPoints="1"/>
              </p:cNvSpPr>
              <p:nvPr userDrawn="1">
                <p:custDataLst>
                  <p:tags r:id="rId90"/>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9" name="Freeform 13"/>
              <p:cNvSpPr>
                <a:spLocks noEditPoints="1"/>
              </p:cNvSpPr>
              <p:nvPr userDrawn="1">
                <p:custDataLst>
                  <p:tags r:id="rId91"/>
                </p:custDataLst>
              </p:nvPr>
            </p:nvSpPr>
            <p:spPr bwMode="auto">
              <a:xfrm>
                <a:off x="6133588" y="3048199"/>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0" name="Freeform 17"/>
              <p:cNvSpPr>
                <a:spLocks noEditPoints="1"/>
              </p:cNvSpPr>
              <p:nvPr userDrawn="1">
                <p:custDataLst>
                  <p:tags r:id="rId92"/>
                </p:custDataLst>
              </p:nvPr>
            </p:nvSpPr>
            <p:spPr bwMode="auto">
              <a:xfrm>
                <a:off x="6132001" y="4310261"/>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4" name="Freeform 19"/>
            <p:cNvSpPr>
              <a:spLocks noEditPoints="1"/>
            </p:cNvSpPr>
            <p:nvPr userDrawn="1">
              <p:custDataLst>
                <p:tags r:id="rId93"/>
              </p:custDataLst>
            </p:nvPr>
          </p:nvSpPr>
          <p:spPr bwMode="auto">
            <a:xfrm rot="1363540">
              <a:off x="1591477" y="2369237"/>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20"/>
            <p:cNvSpPr/>
            <p:nvPr userDrawn="1">
              <p:custDataLst>
                <p:tags r:id="rId94"/>
              </p:custDataLst>
            </p:nvPr>
          </p:nvSpPr>
          <p:spPr bwMode="auto">
            <a:xfrm rot="20253209">
              <a:off x="1412833" y="1062017"/>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46" name="组合 45"/>
            <p:cNvGrpSpPr/>
            <p:nvPr userDrawn="1"/>
          </p:nvGrpSpPr>
          <p:grpSpPr>
            <a:xfrm rot="2116298">
              <a:off x="2485156" y="1705024"/>
              <a:ext cx="722933" cy="629672"/>
              <a:chOff x="501650" y="3292475"/>
              <a:chExt cx="1735138" cy="1511300"/>
            </a:xfrm>
            <a:grpFill/>
          </p:grpSpPr>
          <p:sp>
            <p:nvSpPr>
              <p:cNvPr id="159" name="Freeform 5"/>
              <p:cNvSpPr/>
              <p:nvPr userDrawn="1">
                <p:custDataLst>
                  <p:tags r:id="rId95"/>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0" name="Freeform 6"/>
              <p:cNvSpPr/>
              <p:nvPr userDrawn="1">
                <p:custDataLst>
                  <p:tags r:id="rId96"/>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1" name="Freeform 7"/>
              <p:cNvSpPr/>
              <p:nvPr userDrawn="1">
                <p:custDataLst>
                  <p:tags r:id="rId97"/>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2" name="Freeform 8"/>
              <p:cNvSpPr/>
              <p:nvPr userDrawn="1">
                <p:custDataLst>
                  <p:tags r:id="rId98"/>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3" name="Freeform 9"/>
              <p:cNvSpPr/>
              <p:nvPr userDrawn="1">
                <p:custDataLst>
                  <p:tags r:id="rId99"/>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4" name="Freeform 6"/>
              <p:cNvSpPr/>
              <p:nvPr userDrawn="1">
                <p:custDataLst>
                  <p:tags r:id="rId100"/>
                </p:custDataLst>
              </p:nvPr>
            </p:nvSpPr>
            <p:spPr bwMode="auto">
              <a:xfrm>
                <a:off x="733276" y="3957829"/>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7" name="组合 46"/>
            <p:cNvGrpSpPr/>
            <p:nvPr userDrawn="1"/>
          </p:nvGrpSpPr>
          <p:grpSpPr>
            <a:xfrm rot="19680185">
              <a:off x="-263276" y="379440"/>
              <a:ext cx="920458" cy="709092"/>
              <a:chOff x="2486025" y="3619500"/>
              <a:chExt cx="1500188" cy="1155700"/>
            </a:xfrm>
            <a:grpFill/>
          </p:grpSpPr>
          <p:sp>
            <p:nvSpPr>
              <p:cNvPr id="157" name="Freeform 26"/>
              <p:cNvSpPr>
                <a:spLocks noEditPoints="1"/>
              </p:cNvSpPr>
              <p:nvPr userDrawn="1">
                <p:custDataLst>
                  <p:tags r:id="rId101"/>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8" name="Freeform 27"/>
              <p:cNvSpPr/>
              <p:nvPr userDrawn="1">
                <p:custDataLst>
                  <p:tags r:id="rId102"/>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8" name="Freeform 29"/>
            <p:cNvSpPr>
              <a:spLocks noEditPoints="1"/>
            </p:cNvSpPr>
            <p:nvPr userDrawn="1">
              <p:custDataLst>
                <p:tags r:id="rId103"/>
              </p:custDataLst>
            </p:nvPr>
          </p:nvSpPr>
          <p:spPr bwMode="auto">
            <a:xfrm>
              <a:off x="2014889" y="-672068"/>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5"/>
            <p:cNvSpPr>
              <a:spLocks noEditPoints="1"/>
            </p:cNvSpPr>
            <p:nvPr userDrawn="1">
              <p:custDataLst>
                <p:tags r:id="rId104"/>
              </p:custDataLst>
            </p:nvPr>
          </p:nvSpPr>
          <p:spPr bwMode="auto">
            <a:xfrm rot="1264384">
              <a:off x="2980490" y="2441065"/>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0" name="组合 49"/>
            <p:cNvGrpSpPr/>
            <p:nvPr userDrawn="1"/>
          </p:nvGrpSpPr>
          <p:grpSpPr>
            <a:xfrm rot="1013132">
              <a:off x="2855281" y="1015011"/>
              <a:ext cx="794889" cy="623974"/>
              <a:chOff x="3654425" y="5089525"/>
              <a:chExt cx="1860550" cy="1460500"/>
            </a:xfrm>
            <a:grpFill/>
          </p:grpSpPr>
          <p:sp>
            <p:nvSpPr>
              <p:cNvPr id="150" name="Freeform 12"/>
              <p:cNvSpPr>
                <a:spLocks noEditPoints="1"/>
              </p:cNvSpPr>
              <p:nvPr userDrawn="1">
                <p:custDataLst>
                  <p:tags r:id="rId105"/>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1" name="Freeform 13"/>
              <p:cNvSpPr/>
              <p:nvPr userDrawn="1">
                <p:custDataLst>
                  <p:tags r:id="rId106"/>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2" name="Freeform 14"/>
              <p:cNvSpPr/>
              <p:nvPr userDrawn="1">
                <p:custDataLst>
                  <p:tags r:id="rId107"/>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3" name="Freeform 15"/>
              <p:cNvSpPr/>
              <p:nvPr userDrawn="1">
                <p:custDataLst>
                  <p:tags r:id="rId108"/>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4" name="Freeform 16"/>
              <p:cNvSpPr/>
              <p:nvPr userDrawn="1">
                <p:custDataLst>
                  <p:tags r:id="rId109"/>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5" name="Freeform 17"/>
              <p:cNvSpPr/>
              <p:nvPr userDrawn="1">
                <p:custDataLst>
                  <p:tags r:id="rId110"/>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6" name="Freeform 18"/>
              <p:cNvSpPr/>
              <p:nvPr userDrawn="1">
                <p:custDataLst>
                  <p:tags r:id="rId111"/>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1" name="组合 50"/>
            <p:cNvGrpSpPr/>
            <p:nvPr userDrawn="1"/>
          </p:nvGrpSpPr>
          <p:grpSpPr>
            <a:xfrm>
              <a:off x="3052171" y="-475767"/>
              <a:ext cx="1301704" cy="1299270"/>
              <a:chOff x="6262688" y="5170488"/>
              <a:chExt cx="1697038" cy="1693863"/>
            </a:xfrm>
            <a:grpFill/>
          </p:grpSpPr>
          <p:sp>
            <p:nvSpPr>
              <p:cNvPr id="148" name="Freeform 19"/>
              <p:cNvSpPr>
                <a:spLocks noEditPoints="1"/>
              </p:cNvSpPr>
              <p:nvPr userDrawn="1">
                <p:custDataLst>
                  <p:tags r:id="rId112"/>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9" name="Freeform 20"/>
              <p:cNvSpPr/>
              <p:nvPr userDrawn="1">
                <p:custDataLst>
                  <p:tags r:id="rId113"/>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2" name="Freeform 7"/>
            <p:cNvSpPr>
              <a:spLocks noEditPoints="1"/>
            </p:cNvSpPr>
            <p:nvPr userDrawn="1">
              <p:custDataLst>
                <p:tags r:id="rId114"/>
              </p:custDataLst>
            </p:nvPr>
          </p:nvSpPr>
          <p:spPr bwMode="auto">
            <a:xfrm rot="20132266">
              <a:off x="4165316" y="1969665"/>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9"/>
            <p:cNvSpPr>
              <a:spLocks noEditPoints="1"/>
            </p:cNvSpPr>
            <p:nvPr userDrawn="1">
              <p:custDataLst>
                <p:tags r:id="rId115"/>
              </p:custDataLst>
            </p:nvPr>
          </p:nvSpPr>
          <p:spPr bwMode="auto">
            <a:xfrm>
              <a:off x="4931084" y="3122"/>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组 141"/>
            <p:cNvGrpSpPr/>
            <p:nvPr userDrawn="1"/>
          </p:nvGrpSpPr>
          <p:grpSpPr>
            <a:xfrm rot="1396810">
              <a:off x="6421391" y="893591"/>
              <a:ext cx="337162" cy="1815987"/>
              <a:chOff x="6099175" y="2627313"/>
              <a:chExt cx="411163" cy="2214563"/>
            </a:xfrm>
            <a:grpFill/>
          </p:grpSpPr>
          <p:sp>
            <p:nvSpPr>
              <p:cNvPr id="144" name="Freeform 13"/>
              <p:cNvSpPr>
                <a:spLocks noEditPoints="1"/>
              </p:cNvSpPr>
              <p:nvPr userDrawn="1">
                <p:custDataLst>
                  <p:tags r:id="rId116"/>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5" name="Freeform 14"/>
              <p:cNvSpPr/>
              <p:nvPr userDrawn="1">
                <p:custDataLst>
                  <p:tags r:id="rId117"/>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6" name="Freeform 15"/>
              <p:cNvSpPr/>
              <p:nvPr userDrawn="1">
                <p:custDataLst>
                  <p:tags r:id="rId118"/>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7" name="Freeform 17"/>
              <p:cNvSpPr>
                <a:spLocks noEditPoints="1"/>
              </p:cNvSpPr>
              <p:nvPr userDrawn="1">
                <p:custDataLst>
                  <p:tags r:id="rId119"/>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5" name="Freeform 19"/>
            <p:cNvSpPr>
              <a:spLocks noEditPoints="1"/>
            </p:cNvSpPr>
            <p:nvPr userDrawn="1">
              <p:custDataLst>
                <p:tags r:id="rId120"/>
              </p:custDataLst>
            </p:nvPr>
          </p:nvSpPr>
          <p:spPr bwMode="auto">
            <a:xfrm rot="1363540">
              <a:off x="5760003" y="2964290"/>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20"/>
            <p:cNvSpPr/>
            <p:nvPr userDrawn="1">
              <p:custDataLst>
                <p:tags r:id="rId121"/>
              </p:custDataLst>
            </p:nvPr>
          </p:nvSpPr>
          <p:spPr bwMode="auto">
            <a:xfrm rot="20253209">
              <a:off x="5581359" y="165707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7" name="组合 56"/>
            <p:cNvGrpSpPr/>
            <p:nvPr userDrawn="1"/>
          </p:nvGrpSpPr>
          <p:grpSpPr>
            <a:xfrm rot="2116298">
              <a:off x="6653682" y="2300077"/>
              <a:ext cx="722933" cy="629672"/>
              <a:chOff x="501650" y="3292475"/>
              <a:chExt cx="1735138" cy="1511300"/>
            </a:xfrm>
            <a:grpFill/>
          </p:grpSpPr>
          <p:sp>
            <p:nvSpPr>
              <p:cNvPr id="139" name="Freeform 5"/>
              <p:cNvSpPr/>
              <p:nvPr userDrawn="1">
                <p:custDataLst>
                  <p:tags r:id="rId122"/>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0" name="Freeform 6"/>
              <p:cNvSpPr/>
              <p:nvPr userDrawn="1">
                <p:custDataLst>
                  <p:tags r:id="rId123"/>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1" name="Freeform 7"/>
              <p:cNvSpPr/>
              <p:nvPr userDrawn="1">
                <p:custDataLst>
                  <p:tags r:id="rId124"/>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2" name="Freeform 8"/>
              <p:cNvSpPr/>
              <p:nvPr userDrawn="1">
                <p:custDataLst>
                  <p:tags r:id="rId125"/>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Freeform 9"/>
              <p:cNvSpPr/>
              <p:nvPr userDrawn="1">
                <p:custDataLst>
                  <p:tags r:id="rId126"/>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8" name="组合 57"/>
            <p:cNvGrpSpPr/>
            <p:nvPr userDrawn="1"/>
          </p:nvGrpSpPr>
          <p:grpSpPr>
            <a:xfrm rot="19680185">
              <a:off x="3905250" y="974493"/>
              <a:ext cx="920458" cy="709092"/>
              <a:chOff x="2486025" y="3619500"/>
              <a:chExt cx="1500188" cy="1155700"/>
            </a:xfrm>
            <a:grpFill/>
          </p:grpSpPr>
          <p:sp>
            <p:nvSpPr>
              <p:cNvPr id="137" name="Freeform 26"/>
              <p:cNvSpPr>
                <a:spLocks noEditPoints="1"/>
              </p:cNvSpPr>
              <p:nvPr userDrawn="1">
                <p:custDataLst>
                  <p:tags r:id="rId127"/>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Freeform 27"/>
              <p:cNvSpPr/>
              <p:nvPr userDrawn="1">
                <p:custDataLst>
                  <p:tags r:id="rId128"/>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9" name="Freeform 29"/>
            <p:cNvSpPr>
              <a:spLocks noEditPoints="1"/>
            </p:cNvSpPr>
            <p:nvPr userDrawn="1">
              <p:custDataLst>
                <p:tags r:id="rId129"/>
              </p:custDataLst>
            </p:nvPr>
          </p:nvSpPr>
          <p:spPr bwMode="auto">
            <a:xfrm>
              <a:off x="6183415" y="-77015"/>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5"/>
            <p:cNvSpPr>
              <a:spLocks noEditPoints="1"/>
            </p:cNvSpPr>
            <p:nvPr userDrawn="1">
              <p:custDataLst>
                <p:tags r:id="rId130"/>
              </p:custDataLst>
            </p:nvPr>
          </p:nvSpPr>
          <p:spPr bwMode="auto">
            <a:xfrm rot="1264384">
              <a:off x="7128415" y="3155329"/>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1" name="组合 60"/>
            <p:cNvGrpSpPr/>
            <p:nvPr userDrawn="1"/>
          </p:nvGrpSpPr>
          <p:grpSpPr>
            <a:xfrm rot="1013132">
              <a:off x="7023807" y="1610064"/>
              <a:ext cx="794889" cy="623974"/>
              <a:chOff x="3654425" y="5089525"/>
              <a:chExt cx="1860550" cy="1460500"/>
            </a:xfrm>
            <a:grpFill/>
          </p:grpSpPr>
          <p:sp>
            <p:nvSpPr>
              <p:cNvPr id="130" name="Freeform 12"/>
              <p:cNvSpPr>
                <a:spLocks noEditPoints="1"/>
              </p:cNvSpPr>
              <p:nvPr userDrawn="1">
                <p:custDataLst>
                  <p:tags r:id="rId131"/>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1" name="Freeform 13"/>
              <p:cNvSpPr/>
              <p:nvPr userDrawn="1">
                <p:custDataLst>
                  <p:tags r:id="rId132"/>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2" name="Freeform 14"/>
              <p:cNvSpPr/>
              <p:nvPr userDrawn="1">
                <p:custDataLst>
                  <p:tags r:id="rId133"/>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3" name="Freeform 15"/>
              <p:cNvSpPr/>
              <p:nvPr userDrawn="1">
                <p:custDataLst>
                  <p:tags r:id="rId134"/>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4" name="Freeform 16"/>
              <p:cNvSpPr/>
              <p:nvPr userDrawn="1">
                <p:custDataLst>
                  <p:tags r:id="rId135"/>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5" name="Freeform 17"/>
              <p:cNvSpPr/>
              <p:nvPr userDrawn="1">
                <p:custDataLst>
                  <p:tags r:id="rId136"/>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6" name="Freeform 18"/>
              <p:cNvSpPr/>
              <p:nvPr userDrawn="1">
                <p:custDataLst>
                  <p:tags r:id="rId137"/>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2" name="组合 61"/>
            <p:cNvGrpSpPr/>
            <p:nvPr userDrawn="1"/>
          </p:nvGrpSpPr>
          <p:grpSpPr>
            <a:xfrm>
              <a:off x="7220697" y="119286"/>
              <a:ext cx="1301704" cy="1299270"/>
              <a:chOff x="6262688" y="5170488"/>
              <a:chExt cx="1697038" cy="1693863"/>
            </a:xfrm>
            <a:grpFill/>
          </p:grpSpPr>
          <p:sp>
            <p:nvSpPr>
              <p:cNvPr id="128" name="Freeform 19"/>
              <p:cNvSpPr>
                <a:spLocks noEditPoints="1"/>
              </p:cNvSpPr>
              <p:nvPr userDrawn="1">
                <p:custDataLst>
                  <p:tags r:id="rId138"/>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9" name="Freeform 20"/>
              <p:cNvSpPr/>
              <p:nvPr userDrawn="1">
                <p:custDataLst>
                  <p:tags r:id="rId139"/>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3" name="Freeform 7"/>
            <p:cNvSpPr>
              <a:spLocks noEditPoints="1"/>
            </p:cNvSpPr>
            <p:nvPr userDrawn="1">
              <p:custDataLst>
                <p:tags r:id="rId140"/>
              </p:custDataLst>
            </p:nvPr>
          </p:nvSpPr>
          <p:spPr bwMode="auto">
            <a:xfrm rot="20132266">
              <a:off x="7996220" y="3333169"/>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9"/>
            <p:cNvSpPr>
              <a:spLocks noEditPoints="1"/>
            </p:cNvSpPr>
            <p:nvPr userDrawn="1">
              <p:custDataLst>
                <p:tags r:id="rId141"/>
              </p:custDataLst>
            </p:nvPr>
          </p:nvSpPr>
          <p:spPr bwMode="auto">
            <a:xfrm>
              <a:off x="8803483" y="1209043"/>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5" name="组 173"/>
            <p:cNvGrpSpPr/>
            <p:nvPr userDrawn="1"/>
          </p:nvGrpSpPr>
          <p:grpSpPr>
            <a:xfrm rot="1396810">
              <a:off x="10293790" y="2099512"/>
              <a:ext cx="337162" cy="1815987"/>
              <a:chOff x="6099175" y="2627313"/>
              <a:chExt cx="411163" cy="2214563"/>
            </a:xfrm>
            <a:grpFill/>
          </p:grpSpPr>
          <p:sp>
            <p:nvSpPr>
              <p:cNvPr id="124" name="Freeform 13"/>
              <p:cNvSpPr>
                <a:spLocks noEditPoints="1"/>
              </p:cNvSpPr>
              <p:nvPr userDrawn="1">
                <p:custDataLst>
                  <p:tags r:id="rId142"/>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5" name="Freeform 14"/>
              <p:cNvSpPr/>
              <p:nvPr userDrawn="1">
                <p:custDataLst>
                  <p:tags r:id="rId143"/>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6" name="Freeform 15"/>
              <p:cNvSpPr/>
              <p:nvPr userDrawn="1">
                <p:custDataLst>
                  <p:tags r:id="rId144"/>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7" name="Freeform 17"/>
              <p:cNvSpPr>
                <a:spLocks noEditPoints="1"/>
              </p:cNvSpPr>
              <p:nvPr userDrawn="1">
                <p:custDataLst>
                  <p:tags r:id="rId145"/>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6" name="Freeform 19"/>
            <p:cNvSpPr>
              <a:spLocks noEditPoints="1"/>
            </p:cNvSpPr>
            <p:nvPr userDrawn="1">
              <p:custDataLst>
                <p:tags r:id="rId146"/>
              </p:custDataLst>
            </p:nvPr>
          </p:nvSpPr>
          <p:spPr bwMode="auto">
            <a:xfrm rot="1363540">
              <a:off x="9632402" y="4170211"/>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20"/>
            <p:cNvSpPr/>
            <p:nvPr userDrawn="1">
              <p:custDataLst>
                <p:tags r:id="rId147"/>
              </p:custDataLst>
            </p:nvPr>
          </p:nvSpPr>
          <p:spPr bwMode="auto">
            <a:xfrm rot="20253209">
              <a:off x="9453758" y="2862991"/>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8" name="组合 67"/>
            <p:cNvGrpSpPr/>
            <p:nvPr userDrawn="1"/>
          </p:nvGrpSpPr>
          <p:grpSpPr>
            <a:xfrm rot="2116298">
              <a:off x="10526081" y="3505998"/>
              <a:ext cx="722933" cy="629672"/>
              <a:chOff x="501650" y="3292475"/>
              <a:chExt cx="1735138" cy="1511300"/>
            </a:xfrm>
            <a:grpFill/>
          </p:grpSpPr>
          <p:sp>
            <p:nvSpPr>
              <p:cNvPr id="119" name="Freeform 5"/>
              <p:cNvSpPr/>
              <p:nvPr userDrawn="1">
                <p:custDataLst>
                  <p:tags r:id="rId148"/>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0" name="Freeform 6"/>
              <p:cNvSpPr/>
              <p:nvPr userDrawn="1">
                <p:custDataLst>
                  <p:tags r:id="rId149"/>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1" name="Freeform 7"/>
              <p:cNvSpPr/>
              <p:nvPr userDrawn="1">
                <p:custDataLst>
                  <p:tags r:id="rId150"/>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2" name="Freeform 8"/>
              <p:cNvSpPr/>
              <p:nvPr userDrawn="1">
                <p:custDataLst>
                  <p:tags r:id="rId151"/>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Freeform 9"/>
              <p:cNvSpPr/>
              <p:nvPr userDrawn="1">
                <p:custDataLst>
                  <p:tags r:id="rId152"/>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9" name="组合 68"/>
            <p:cNvGrpSpPr/>
            <p:nvPr userDrawn="1"/>
          </p:nvGrpSpPr>
          <p:grpSpPr>
            <a:xfrm rot="19680185">
              <a:off x="7879804" y="2119955"/>
              <a:ext cx="920458" cy="709092"/>
              <a:chOff x="2486025" y="3619500"/>
              <a:chExt cx="1500188" cy="1155700"/>
            </a:xfrm>
            <a:grpFill/>
          </p:grpSpPr>
          <p:sp>
            <p:nvSpPr>
              <p:cNvPr id="117" name="Freeform 26"/>
              <p:cNvSpPr>
                <a:spLocks noEditPoints="1"/>
              </p:cNvSpPr>
              <p:nvPr userDrawn="1">
                <p:custDataLst>
                  <p:tags r:id="rId153"/>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8" name="Freeform 27"/>
              <p:cNvSpPr/>
              <p:nvPr userDrawn="1">
                <p:custDataLst>
                  <p:tags r:id="rId154"/>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0" name="Freeform 29"/>
            <p:cNvSpPr>
              <a:spLocks noEditPoints="1"/>
            </p:cNvSpPr>
            <p:nvPr userDrawn="1">
              <p:custDataLst>
                <p:tags r:id="rId155"/>
              </p:custDataLst>
            </p:nvPr>
          </p:nvSpPr>
          <p:spPr bwMode="auto">
            <a:xfrm>
              <a:off x="10055814" y="1128906"/>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5"/>
            <p:cNvSpPr>
              <a:spLocks noEditPoints="1"/>
            </p:cNvSpPr>
            <p:nvPr userDrawn="1">
              <p:custDataLst>
                <p:tags r:id="rId156"/>
              </p:custDataLst>
            </p:nvPr>
          </p:nvSpPr>
          <p:spPr bwMode="auto">
            <a:xfrm rot="1264384">
              <a:off x="11021415" y="4242039"/>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2" name="组合 71"/>
            <p:cNvGrpSpPr/>
            <p:nvPr userDrawn="1"/>
          </p:nvGrpSpPr>
          <p:grpSpPr>
            <a:xfrm rot="1013132">
              <a:off x="10896206" y="2815985"/>
              <a:ext cx="794889" cy="623974"/>
              <a:chOff x="3654425" y="5089525"/>
              <a:chExt cx="1860550" cy="1460500"/>
            </a:xfrm>
            <a:grpFill/>
          </p:grpSpPr>
          <p:sp>
            <p:nvSpPr>
              <p:cNvPr id="110" name="Freeform 12"/>
              <p:cNvSpPr>
                <a:spLocks noEditPoints="1"/>
              </p:cNvSpPr>
              <p:nvPr userDrawn="1">
                <p:custDataLst>
                  <p:tags r:id="rId157"/>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1" name="Freeform 13"/>
              <p:cNvSpPr/>
              <p:nvPr userDrawn="1">
                <p:custDataLst>
                  <p:tags r:id="rId158"/>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2" name="Freeform 14"/>
              <p:cNvSpPr/>
              <p:nvPr userDrawn="1">
                <p:custDataLst>
                  <p:tags r:id="rId159"/>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3" name="Freeform 15"/>
              <p:cNvSpPr/>
              <p:nvPr userDrawn="1">
                <p:custDataLst>
                  <p:tags r:id="rId160"/>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4" name="Freeform 16"/>
              <p:cNvSpPr/>
              <p:nvPr userDrawn="1">
                <p:custDataLst>
                  <p:tags r:id="rId161"/>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5" name="Freeform 17"/>
              <p:cNvSpPr/>
              <p:nvPr userDrawn="1">
                <p:custDataLst>
                  <p:tags r:id="rId162"/>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6" name="Freeform 18"/>
              <p:cNvSpPr/>
              <p:nvPr userDrawn="1">
                <p:custDataLst>
                  <p:tags r:id="rId163"/>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3" name="组合 72"/>
            <p:cNvGrpSpPr/>
            <p:nvPr userDrawn="1"/>
          </p:nvGrpSpPr>
          <p:grpSpPr>
            <a:xfrm>
              <a:off x="11093096" y="1325207"/>
              <a:ext cx="1301704" cy="1299270"/>
              <a:chOff x="6262688" y="5170488"/>
              <a:chExt cx="1697038" cy="1693863"/>
            </a:xfrm>
            <a:grpFill/>
          </p:grpSpPr>
          <p:sp>
            <p:nvSpPr>
              <p:cNvPr id="108" name="Freeform 19"/>
              <p:cNvSpPr>
                <a:spLocks noEditPoints="1"/>
              </p:cNvSpPr>
              <p:nvPr userDrawn="1">
                <p:custDataLst>
                  <p:tags r:id="rId164"/>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9" name="Freeform 20"/>
              <p:cNvSpPr/>
              <p:nvPr userDrawn="1">
                <p:custDataLst>
                  <p:tags r:id="rId165"/>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4" name="组合 73"/>
            <p:cNvGrpSpPr/>
            <p:nvPr userDrawn="1"/>
          </p:nvGrpSpPr>
          <p:grpSpPr>
            <a:xfrm rot="1013132">
              <a:off x="6176564" y="5290989"/>
              <a:ext cx="794889" cy="623974"/>
              <a:chOff x="3654425" y="5089525"/>
              <a:chExt cx="1860550" cy="1460500"/>
            </a:xfrm>
            <a:grpFill/>
          </p:grpSpPr>
          <p:sp>
            <p:nvSpPr>
              <p:cNvPr id="101" name="Freeform 12"/>
              <p:cNvSpPr>
                <a:spLocks noEditPoints="1"/>
              </p:cNvSpPr>
              <p:nvPr userDrawn="1">
                <p:custDataLst>
                  <p:tags r:id="rId166"/>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2" name="Freeform 13"/>
              <p:cNvSpPr/>
              <p:nvPr userDrawn="1">
                <p:custDataLst>
                  <p:tags r:id="rId167"/>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Freeform 14"/>
              <p:cNvSpPr/>
              <p:nvPr userDrawn="1">
                <p:custDataLst>
                  <p:tags r:id="rId168"/>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4" name="Freeform 15"/>
              <p:cNvSpPr/>
              <p:nvPr userDrawn="1">
                <p:custDataLst>
                  <p:tags r:id="rId169"/>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5" name="Freeform 16"/>
              <p:cNvSpPr/>
              <p:nvPr userDrawn="1">
                <p:custDataLst>
                  <p:tags r:id="rId170"/>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6" name="Freeform 17"/>
              <p:cNvSpPr/>
              <p:nvPr userDrawn="1">
                <p:custDataLst>
                  <p:tags r:id="rId171"/>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7" name="Freeform 18"/>
              <p:cNvSpPr/>
              <p:nvPr userDrawn="1">
                <p:custDataLst>
                  <p:tags r:id="rId172"/>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5" name="Freeform 19"/>
            <p:cNvSpPr>
              <a:spLocks noEditPoints="1"/>
            </p:cNvSpPr>
            <p:nvPr userDrawn="1">
              <p:custDataLst>
                <p:tags r:id="rId173"/>
              </p:custDataLst>
            </p:nvPr>
          </p:nvSpPr>
          <p:spPr bwMode="auto">
            <a:xfrm rot="3628785">
              <a:off x="4614671" y="6522288"/>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7"/>
            <p:cNvSpPr>
              <a:spLocks noEditPoints="1"/>
            </p:cNvSpPr>
            <p:nvPr userDrawn="1">
              <p:custDataLst>
                <p:tags r:id="rId174"/>
              </p:custDataLst>
            </p:nvPr>
          </p:nvSpPr>
          <p:spPr bwMode="auto">
            <a:xfrm rot="20132266">
              <a:off x="-807207" y="5977073"/>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7" name="组合 76"/>
            <p:cNvGrpSpPr/>
            <p:nvPr userDrawn="1"/>
          </p:nvGrpSpPr>
          <p:grpSpPr>
            <a:xfrm rot="21086915">
              <a:off x="11056807" y="581802"/>
              <a:ext cx="920458" cy="709092"/>
              <a:chOff x="2486025" y="3619500"/>
              <a:chExt cx="1500188" cy="1155700"/>
            </a:xfrm>
            <a:grpFill/>
          </p:grpSpPr>
          <p:sp>
            <p:nvSpPr>
              <p:cNvPr id="99" name="Freeform 26"/>
              <p:cNvSpPr>
                <a:spLocks noEditPoints="1"/>
              </p:cNvSpPr>
              <p:nvPr userDrawn="1">
                <p:custDataLst>
                  <p:tags r:id="rId175"/>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Freeform 27"/>
              <p:cNvSpPr/>
              <p:nvPr userDrawn="1">
                <p:custDataLst>
                  <p:tags r:id="rId176"/>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8" name="组 215"/>
            <p:cNvGrpSpPr/>
            <p:nvPr userDrawn="1"/>
          </p:nvGrpSpPr>
          <p:grpSpPr>
            <a:xfrm rot="2803540">
              <a:off x="9225928" y="-1135170"/>
              <a:ext cx="337162" cy="1815987"/>
              <a:chOff x="6099175" y="2627313"/>
              <a:chExt cx="411163" cy="2214563"/>
            </a:xfrm>
            <a:grpFill/>
          </p:grpSpPr>
          <p:sp>
            <p:nvSpPr>
              <p:cNvPr id="95" name="Freeform 13"/>
              <p:cNvSpPr>
                <a:spLocks noEditPoints="1"/>
              </p:cNvSpPr>
              <p:nvPr userDrawn="1">
                <p:custDataLst>
                  <p:tags r:id="rId177"/>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Freeform 14"/>
              <p:cNvSpPr/>
              <p:nvPr userDrawn="1">
                <p:custDataLst>
                  <p:tags r:id="rId178"/>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Freeform 15"/>
              <p:cNvSpPr/>
              <p:nvPr userDrawn="1">
                <p:custDataLst>
                  <p:tags r:id="rId179"/>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8" name="Freeform 17"/>
              <p:cNvSpPr>
                <a:spLocks noEditPoints="1"/>
              </p:cNvSpPr>
              <p:nvPr userDrawn="1">
                <p:custDataLst>
                  <p:tags r:id="rId180"/>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9" name="组合 78"/>
            <p:cNvGrpSpPr/>
            <p:nvPr userDrawn="1"/>
          </p:nvGrpSpPr>
          <p:grpSpPr>
            <a:xfrm>
              <a:off x="5624277" y="6060101"/>
              <a:ext cx="1301704" cy="1299270"/>
              <a:chOff x="6262688" y="5170488"/>
              <a:chExt cx="1697038" cy="1693863"/>
            </a:xfrm>
            <a:grpFill/>
          </p:grpSpPr>
          <p:sp>
            <p:nvSpPr>
              <p:cNvPr id="93" name="Freeform 19"/>
              <p:cNvSpPr>
                <a:spLocks noEditPoints="1"/>
              </p:cNvSpPr>
              <p:nvPr userDrawn="1">
                <p:custDataLst>
                  <p:tags r:id="rId181"/>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Freeform 20"/>
              <p:cNvSpPr/>
              <p:nvPr userDrawn="1">
                <p:custDataLst>
                  <p:tags r:id="rId182"/>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0" name="Freeform 9"/>
            <p:cNvSpPr>
              <a:spLocks noEditPoints="1"/>
            </p:cNvSpPr>
            <p:nvPr userDrawn="1">
              <p:custDataLst>
                <p:tags r:id="rId183"/>
              </p:custDataLst>
            </p:nvPr>
          </p:nvSpPr>
          <p:spPr bwMode="auto">
            <a:xfrm>
              <a:off x="11714474" y="3298829"/>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81" name="组合 80"/>
            <p:cNvGrpSpPr/>
            <p:nvPr userDrawn="1"/>
          </p:nvGrpSpPr>
          <p:grpSpPr>
            <a:xfrm rot="2116298">
              <a:off x="718678" y="6474358"/>
              <a:ext cx="1228067" cy="1069643"/>
              <a:chOff x="501650" y="3292475"/>
              <a:chExt cx="1735138" cy="1511300"/>
            </a:xfrm>
            <a:grpFill/>
          </p:grpSpPr>
          <p:sp>
            <p:nvSpPr>
              <p:cNvPr id="88" name="Freeform 5"/>
              <p:cNvSpPr/>
              <p:nvPr userDrawn="1">
                <p:custDataLst>
                  <p:tags r:id="rId184"/>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Freeform 6"/>
              <p:cNvSpPr/>
              <p:nvPr userDrawn="1">
                <p:custDataLst>
                  <p:tags r:id="rId185"/>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Freeform 7"/>
              <p:cNvSpPr/>
              <p:nvPr userDrawn="1">
                <p:custDataLst>
                  <p:tags r:id="rId186"/>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Freeform 8"/>
              <p:cNvSpPr/>
              <p:nvPr userDrawn="1">
                <p:custDataLst>
                  <p:tags r:id="rId187"/>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Freeform 9"/>
              <p:cNvSpPr/>
              <p:nvPr userDrawn="1">
                <p:custDataLst>
                  <p:tags r:id="rId188"/>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2" name="Freeform 7"/>
            <p:cNvSpPr>
              <a:spLocks noEditPoints="1"/>
            </p:cNvSpPr>
            <p:nvPr userDrawn="1">
              <p:custDataLst>
                <p:tags r:id="rId189"/>
              </p:custDataLst>
            </p:nvPr>
          </p:nvSpPr>
          <p:spPr bwMode="auto">
            <a:xfrm rot="20132266">
              <a:off x="9763146" y="-248950"/>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83" name="组合 82"/>
            <p:cNvGrpSpPr/>
            <p:nvPr userDrawn="1"/>
          </p:nvGrpSpPr>
          <p:grpSpPr>
            <a:xfrm rot="1406730">
              <a:off x="10767933" y="5424446"/>
              <a:ext cx="1301704" cy="1299270"/>
              <a:chOff x="6262688" y="5170488"/>
              <a:chExt cx="1697038" cy="1693863"/>
            </a:xfrm>
            <a:grpFill/>
          </p:grpSpPr>
          <p:sp>
            <p:nvSpPr>
              <p:cNvPr id="86" name="Freeform 19"/>
              <p:cNvSpPr>
                <a:spLocks noEditPoints="1"/>
              </p:cNvSpPr>
              <p:nvPr userDrawn="1">
                <p:custDataLst>
                  <p:tags r:id="rId190"/>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Freeform 20"/>
              <p:cNvSpPr/>
              <p:nvPr userDrawn="1">
                <p:custDataLst>
                  <p:tags r:id="rId191"/>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4" name="Freeform 19"/>
            <p:cNvSpPr>
              <a:spLocks noEditPoints="1"/>
            </p:cNvSpPr>
            <p:nvPr userDrawn="1">
              <p:custDataLst>
                <p:tags r:id="rId192"/>
              </p:custDataLst>
            </p:nvPr>
          </p:nvSpPr>
          <p:spPr bwMode="auto">
            <a:xfrm rot="21418795">
              <a:off x="11264443" y="4898673"/>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Freeform 7"/>
            <p:cNvSpPr>
              <a:spLocks noEditPoints="1"/>
            </p:cNvSpPr>
            <p:nvPr userDrawn="1">
              <p:custDataLst>
                <p:tags r:id="rId193"/>
              </p:custDataLst>
            </p:nvPr>
          </p:nvSpPr>
          <p:spPr bwMode="auto">
            <a:xfrm rot="20132266">
              <a:off x="-1305" y="1375882"/>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5C1CEBB3-B506-43A5-8ADF-1F6228832779}"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02129656-F08C-4B6B-81EB-89FE10BFCF81}"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3"/>
            </p:custDataLst>
          </p:nvPr>
        </p:nvSpPr>
        <p:spPr>
          <a:xfrm>
            <a:off x="910386" y="256837"/>
            <a:ext cx="5526505" cy="657559"/>
          </a:xfrm>
          <a:prstGeom prst="rect">
            <a:avLst/>
          </a:prstGeom>
        </p:spPr>
        <p:txBody>
          <a:bodyPr/>
          <a:lstStyle>
            <a:lvl1pPr>
              <a:defRPr sz="3200">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5C1CEBB3-B506-43A5-8ADF-1F6228832779}"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02129656-F08C-4B6B-81EB-89FE10BFCF81}" type="slidenum">
              <a:rPr lang="zh-CN" altLang="en-US" smtClean="0"/>
            </a:fld>
            <a:endParaRPr lang="zh-CN" altLang="en-US"/>
          </a:p>
        </p:txBody>
      </p:sp>
      <p:pic>
        <p:nvPicPr>
          <p:cNvPr id="9" name="图形 8" descr="书籍"/>
          <p:cNvPicPr>
            <a:picLocks noChangeAspect="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0" name="矩形 9"/>
          <p:cNvSpPr/>
          <p:nvPr userDrawn="1">
            <p:custDataLst>
              <p:tags r:id="rId9"/>
            </p:custDataLst>
          </p:nvPr>
        </p:nvSpPr>
        <p:spPr>
          <a:xfrm>
            <a:off x="0" y="0"/>
            <a:ext cx="12192000" cy="926428"/>
          </a:xfrm>
          <a:prstGeom prst="rect">
            <a:avLst/>
          </a:prstGeom>
          <a:blipFill>
            <a:blip r:embed="rId10"/>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logo"/>
          <p:cNvPicPr>
            <a:picLocks noChangeAspect="1"/>
          </p:cNvPicPr>
          <p:nvPr userDrawn="1">
            <p:custDataLst>
              <p:tags r:id="rId11"/>
            </p:custDataLst>
          </p:nvPr>
        </p:nvPicPr>
        <p:blipFill>
          <a:blip r:embed="rId12"/>
          <a:stretch>
            <a:fillRect/>
          </a:stretch>
        </p:blipFill>
        <p:spPr>
          <a:xfrm>
            <a:off x="9090025" y="0"/>
            <a:ext cx="993775" cy="926465"/>
          </a:xfrm>
          <a:prstGeom prst="rect">
            <a:avLst/>
          </a:prstGeom>
        </p:spPr>
      </p:pic>
      <p:sp>
        <p:nvSpPr>
          <p:cNvPr id="13" name="文本框 12"/>
          <p:cNvSpPr txBox="1"/>
          <p:nvPr userDrawn="1">
            <p:custDataLst>
              <p:tags r:id="rId13"/>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custDataLst>
              <p:tags r:id="rId2"/>
            </p:custDataLst>
          </p:nvPr>
        </p:nvSpPr>
        <p:spPr>
          <a:xfrm>
            <a:off x="4064000" y="441961"/>
            <a:ext cx="4368800" cy="3083564"/>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custDataLst>
              <p:tags r:id="rId3"/>
            </p:custDataLst>
          </p:nvPr>
        </p:nvSpPr>
        <p:spPr>
          <a:xfrm>
            <a:off x="3954706" y="3801452"/>
            <a:ext cx="4511964" cy="431780"/>
          </a:xfrm>
          <a:prstGeom prst="rect">
            <a:avLst/>
          </a:prstGeom>
        </p:spPr>
        <p:txBody>
          <a:bodyPr vert="horz" lIns="0" tIns="40504" rIns="0" bIns="40504" anchor="ctr"/>
          <a:lstStyle>
            <a:lvl1pPr marL="0" indent="0" algn="ctr">
              <a:lnSpc>
                <a:spcPct val="100000"/>
              </a:lnSpc>
              <a:spcBef>
                <a:spcPts val="0"/>
              </a:spcBef>
              <a:buNone/>
              <a:defRPr sz="3500" b="1">
                <a:solidFill>
                  <a:schemeClr val="bg1"/>
                </a:solidFill>
                <a:latin typeface="Lato Hairline" panose="020F0202020204030203"/>
                <a:cs typeface="Lato Hairline" panose="020F0202020204030203"/>
              </a:defRPr>
            </a:lvl1pPr>
          </a:lstStyle>
          <a:p>
            <a:pPr lvl="0"/>
            <a:r>
              <a:rPr lang="es-ES_tradnl" dirty="0"/>
              <a:t>TITLE HERE</a:t>
            </a:r>
            <a:endParaRPr lang="es-ES_tradnl" dirty="0"/>
          </a:p>
        </p:txBody>
      </p:sp>
      <p:sp>
        <p:nvSpPr>
          <p:cNvPr id="9" name="Text Placeholder 7"/>
          <p:cNvSpPr>
            <a:spLocks noGrp="1"/>
          </p:cNvSpPr>
          <p:nvPr>
            <p:ph type="body" sz="quarter" idx="11" hasCustomPrompt="1"/>
            <p:custDataLst>
              <p:tags r:id="rId4"/>
            </p:custDataLst>
          </p:nvPr>
        </p:nvSpPr>
        <p:spPr>
          <a:xfrm>
            <a:off x="3954706" y="4385250"/>
            <a:ext cx="4511964" cy="228451"/>
          </a:xfrm>
          <a:prstGeom prst="rect">
            <a:avLst/>
          </a:prstGeom>
        </p:spPr>
        <p:txBody>
          <a:bodyPr vert="horz" lIns="0" tIns="40504" rIns="0" bIns="40504" anchor="ctr"/>
          <a:lstStyle>
            <a:lvl1pPr marL="0" indent="0" algn="ctr">
              <a:lnSpc>
                <a:spcPct val="100000"/>
              </a:lnSpc>
              <a:spcBef>
                <a:spcPts val="0"/>
              </a:spcBef>
              <a:spcAft>
                <a:spcPts val="0"/>
              </a:spcAft>
              <a:buNone/>
              <a:defRPr sz="1500" b="0">
                <a:solidFill>
                  <a:schemeClr val="accent3"/>
                </a:solidFill>
                <a:latin typeface="Lato Light" panose="020F0302020204030203"/>
                <a:cs typeface="Lato Light" panose="020F0302020204030203"/>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custDataLst>
              <p:tags r:id="rId5"/>
            </p:custDataLst>
          </p:nvPr>
        </p:nvSpPr>
        <p:spPr>
          <a:xfrm>
            <a:off x="3975167" y="4817825"/>
            <a:ext cx="4488039" cy="1536868"/>
          </a:xfrm>
          <a:prstGeom prst="rect">
            <a:avLst/>
          </a:prstGeom>
        </p:spPr>
        <p:txBody>
          <a:bodyPr vert="horz" lIns="0" tIns="0" rIns="0" bIns="0"/>
          <a:lstStyle>
            <a:lvl1pPr marL="0" indent="0" algn="ctr">
              <a:lnSpc>
                <a:spcPct val="130000"/>
              </a:lnSpc>
              <a:buNone/>
              <a:defRPr sz="12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9" Type="http://schemas.openxmlformats.org/officeDocument/2006/relationships/theme" Target="../theme/theme2.xml"/><Relationship Id="rId28" Type="http://schemas.openxmlformats.org/officeDocument/2006/relationships/tags" Target="../tags/tag601.xml"/><Relationship Id="rId27" Type="http://schemas.openxmlformats.org/officeDocument/2006/relationships/tags" Target="../tags/tag600.xml"/><Relationship Id="rId26" Type="http://schemas.openxmlformats.org/officeDocument/2006/relationships/tags" Target="../tags/tag599.xml"/><Relationship Id="rId25" Type="http://schemas.openxmlformats.org/officeDocument/2006/relationships/tags" Target="../tags/tag598.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25"/>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CEBB3-B506-43A5-8ADF-1F6228832779}" type="datetimeFigureOut">
              <a:rPr lang="zh-CN" altLang="en-US" smtClean="0"/>
            </a:fld>
            <a:endParaRPr lang="zh-CN" altLang="en-US"/>
          </a:p>
        </p:txBody>
      </p:sp>
      <p:sp>
        <p:nvSpPr>
          <p:cNvPr id="5" name="页脚占位符 4"/>
          <p:cNvSpPr>
            <a:spLocks noGrp="1"/>
          </p:cNvSpPr>
          <p:nvPr>
            <p:ph type="ftr" sz="quarter" idx="3"/>
            <p:custDataLst>
              <p:tags r:id="rId2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27"/>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29656-F08C-4B6B-81EB-89FE10BFCF81}" type="slidenum">
              <a:rPr lang="zh-CN" altLang="en-US" smtClean="0"/>
            </a:fld>
            <a:endParaRPr lang="zh-CN" altLang="en-US"/>
          </a:p>
        </p:txBody>
      </p:sp>
    </p:spTree>
    <p:custDataLst>
      <p:tags r:id="rId28"/>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07.xml"/><Relationship Id="rId8" Type="http://schemas.openxmlformats.org/officeDocument/2006/relationships/image" Target="../media/image4.png"/><Relationship Id="rId7" Type="http://schemas.openxmlformats.org/officeDocument/2006/relationships/tags" Target="../tags/tag606.xml"/><Relationship Id="rId6" Type="http://schemas.microsoft.com/office/2007/relationships/media" Target="../media/media1.mp3"/><Relationship Id="rId5" Type="http://schemas.openxmlformats.org/officeDocument/2006/relationships/audio" Target="../media/media1.mp3"/><Relationship Id="rId4" Type="http://schemas.openxmlformats.org/officeDocument/2006/relationships/tags" Target="../tags/tag605.xml"/><Relationship Id="rId3" Type="http://schemas.openxmlformats.org/officeDocument/2006/relationships/tags" Target="../tags/tag604.xml"/><Relationship Id="rId2" Type="http://schemas.openxmlformats.org/officeDocument/2006/relationships/tags" Target="../tags/tag603.xml"/><Relationship Id="rId11" Type="http://schemas.openxmlformats.org/officeDocument/2006/relationships/notesSlide" Target="../notesSlides/notesSlide1.xml"/><Relationship Id="rId10" Type="http://schemas.openxmlformats.org/officeDocument/2006/relationships/slideLayout" Target="../slideLayouts/slideLayout31.xml"/><Relationship Id="rId1" Type="http://schemas.openxmlformats.org/officeDocument/2006/relationships/tags" Target="../tags/tag602.xml"/></Relationships>
</file>

<file path=ppt/slides/_rels/slide2.xml.rels><?xml version="1.0" encoding="UTF-8" standalone="yes"?>
<Relationships xmlns="http://schemas.openxmlformats.org/package/2006/relationships"><Relationship Id="rId9" Type="http://schemas.openxmlformats.org/officeDocument/2006/relationships/tags" Target="../tags/tag616.xml"/><Relationship Id="rId8" Type="http://schemas.openxmlformats.org/officeDocument/2006/relationships/tags" Target="../tags/tag615.xml"/><Relationship Id="rId7" Type="http://schemas.openxmlformats.org/officeDocument/2006/relationships/tags" Target="../tags/tag614.xml"/><Relationship Id="rId6" Type="http://schemas.openxmlformats.org/officeDocument/2006/relationships/tags" Target="../tags/tag613.xml"/><Relationship Id="rId5" Type="http://schemas.openxmlformats.org/officeDocument/2006/relationships/tags" Target="../tags/tag612.xml"/><Relationship Id="rId4" Type="http://schemas.openxmlformats.org/officeDocument/2006/relationships/tags" Target="../tags/tag611.xml"/><Relationship Id="rId3" Type="http://schemas.openxmlformats.org/officeDocument/2006/relationships/tags" Target="../tags/tag610.xml"/><Relationship Id="rId27" Type="http://schemas.openxmlformats.org/officeDocument/2006/relationships/notesSlide" Target="../notesSlides/notesSlide2.xml"/><Relationship Id="rId26" Type="http://schemas.openxmlformats.org/officeDocument/2006/relationships/slideLayout" Target="../slideLayouts/slideLayout32.xml"/><Relationship Id="rId25" Type="http://schemas.openxmlformats.org/officeDocument/2006/relationships/tags" Target="../tags/tag631.xml"/><Relationship Id="rId24" Type="http://schemas.openxmlformats.org/officeDocument/2006/relationships/tags" Target="../tags/tag630.xml"/><Relationship Id="rId23" Type="http://schemas.openxmlformats.org/officeDocument/2006/relationships/tags" Target="../tags/tag629.xml"/><Relationship Id="rId22" Type="http://schemas.openxmlformats.org/officeDocument/2006/relationships/tags" Target="../tags/tag628.xml"/><Relationship Id="rId21" Type="http://schemas.openxmlformats.org/officeDocument/2006/relationships/tags" Target="../tags/tag627.xml"/><Relationship Id="rId20" Type="http://schemas.openxmlformats.org/officeDocument/2006/relationships/tags" Target="../tags/tag626.xml"/><Relationship Id="rId2" Type="http://schemas.openxmlformats.org/officeDocument/2006/relationships/tags" Target="../tags/tag609.xml"/><Relationship Id="rId19" Type="http://schemas.openxmlformats.org/officeDocument/2006/relationships/image" Target="../media/image5.jpeg"/><Relationship Id="rId18" Type="http://schemas.openxmlformats.org/officeDocument/2006/relationships/tags" Target="../tags/tag625.xml"/><Relationship Id="rId17" Type="http://schemas.openxmlformats.org/officeDocument/2006/relationships/tags" Target="../tags/tag624.xml"/><Relationship Id="rId16" Type="http://schemas.openxmlformats.org/officeDocument/2006/relationships/tags" Target="../tags/tag623.xml"/><Relationship Id="rId15" Type="http://schemas.openxmlformats.org/officeDocument/2006/relationships/tags" Target="../tags/tag622.xml"/><Relationship Id="rId14" Type="http://schemas.openxmlformats.org/officeDocument/2006/relationships/tags" Target="../tags/tag621.xml"/><Relationship Id="rId13" Type="http://schemas.openxmlformats.org/officeDocument/2006/relationships/tags" Target="../tags/tag620.xml"/><Relationship Id="rId12" Type="http://schemas.openxmlformats.org/officeDocument/2006/relationships/tags" Target="../tags/tag619.xml"/><Relationship Id="rId11" Type="http://schemas.openxmlformats.org/officeDocument/2006/relationships/tags" Target="../tags/tag618.xml"/><Relationship Id="rId10" Type="http://schemas.openxmlformats.org/officeDocument/2006/relationships/tags" Target="../tags/tag617.xml"/><Relationship Id="rId1" Type="http://schemas.openxmlformats.org/officeDocument/2006/relationships/tags" Target="../tags/tag608.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637.xml"/><Relationship Id="rId7" Type="http://schemas.openxmlformats.org/officeDocument/2006/relationships/tags" Target="../tags/tag636.xml"/><Relationship Id="rId6" Type="http://schemas.openxmlformats.org/officeDocument/2006/relationships/image" Target="../media/image7.png"/><Relationship Id="rId5" Type="http://schemas.openxmlformats.org/officeDocument/2006/relationships/tags" Target="../tags/tag635.xml"/><Relationship Id="rId4" Type="http://schemas.openxmlformats.org/officeDocument/2006/relationships/tags" Target="../tags/tag634.xml"/><Relationship Id="rId3" Type="http://schemas.openxmlformats.org/officeDocument/2006/relationships/tags" Target="../tags/tag633.xml"/><Relationship Id="rId2" Type="http://schemas.openxmlformats.org/officeDocument/2006/relationships/image" Target="../media/image6.jpeg"/><Relationship Id="rId10" Type="http://schemas.openxmlformats.org/officeDocument/2006/relationships/notesSlide" Target="../notesSlides/notesSlide3.xml"/><Relationship Id="rId1" Type="http://schemas.openxmlformats.org/officeDocument/2006/relationships/tags" Target="../tags/tag632.xml"/></Relationships>
</file>

<file path=ppt/slides/_rels/slide4.xml.rels><?xml version="1.0" encoding="UTF-8" standalone="yes"?>
<Relationships xmlns="http://schemas.openxmlformats.org/package/2006/relationships"><Relationship Id="rId9" Type="http://schemas.openxmlformats.org/officeDocument/2006/relationships/tags" Target="../tags/tag646.xml"/><Relationship Id="rId8" Type="http://schemas.openxmlformats.org/officeDocument/2006/relationships/tags" Target="../tags/tag645.xml"/><Relationship Id="rId7" Type="http://schemas.openxmlformats.org/officeDocument/2006/relationships/tags" Target="../tags/tag644.xml"/><Relationship Id="rId6" Type="http://schemas.openxmlformats.org/officeDocument/2006/relationships/tags" Target="../tags/tag643.xml"/><Relationship Id="rId5" Type="http://schemas.openxmlformats.org/officeDocument/2006/relationships/tags" Target="../tags/tag642.xml"/><Relationship Id="rId4" Type="http://schemas.openxmlformats.org/officeDocument/2006/relationships/tags" Target="../tags/tag641.xml"/><Relationship Id="rId3" Type="http://schemas.openxmlformats.org/officeDocument/2006/relationships/tags" Target="../tags/tag640.xml"/><Relationship Id="rId2" Type="http://schemas.openxmlformats.org/officeDocument/2006/relationships/tags" Target="../tags/tag639.xml"/><Relationship Id="rId11" Type="http://schemas.openxmlformats.org/officeDocument/2006/relationships/slideLayout" Target="../slideLayouts/slideLayout30.xml"/><Relationship Id="rId10" Type="http://schemas.openxmlformats.org/officeDocument/2006/relationships/tags" Target="../tags/tag647.xml"/><Relationship Id="rId1" Type="http://schemas.openxmlformats.org/officeDocument/2006/relationships/tags" Target="../tags/tag638.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653.xml"/><Relationship Id="rId7" Type="http://schemas.openxmlformats.org/officeDocument/2006/relationships/tags" Target="../tags/tag652.xml"/><Relationship Id="rId6" Type="http://schemas.openxmlformats.org/officeDocument/2006/relationships/image" Target="../media/image7.png"/><Relationship Id="rId5" Type="http://schemas.openxmlformats.org/officeDocument/2006/relationships/tags" Target="../tags/tag651.xml"/><Relationship Id="rId4" Type="http://schemas.openxmlformats.org/officeDocument/2006/relationships/tags" Target="../tags/tag650.xml"/><Relationship Id="rId3" Type="http://schemas.openxmlformats.org/officeDocument/2006/relationships/tags" Target="../tags/tag649.xml"/><Relationship Id="rId2" Type="http://schemas.openxmlformats.org/officeDocument/2006/relationships/image" Target="../media/image6.jpeg"/><Relationship Id="rId10" Type="http://schemas.openxmlformats.org/officeDocument/2006/relationships/notesSlide" Target="../notesSlides/notesSlide4.xml"/><Relationship Id="rId1" Type="http://schemas.openxmlformats.org/officeDocument/2006/relationships/tags" Target="../tags/tag648.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8.xml"/><Relationship Id="rId4" Type="http://schemas.openxmlformats.org/officeDocument/2006/relationships/tags" Target="../tags/tag655.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65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tags" Target="../tags/tag664.xml"/><Relationship Id="rId8" Type="http://schemas.openxmlformats.org/officeDocument/2006/relationships/tags" Target="../tags/tag663.xml"/><Relationship Id="rId7" Type="http://schemas.openxmlformats.org/officeDocument/2006/relationships/tags" Target="../tags/tag662.xml"/><Relationship Id="rId6" Type="http://schemas.openxmlformats.org/officeDocument/2006/relationships/tags" Target="../tags/tag661.xml"/><Relationship Id="rId5" Type="http://schemas.openxmlformats.org/officeDocument/2006/relationships/tags" Target="../tags/tag660.xml"/><Relationship Id="rId4" Type="http://schemas.openxmlformats.org/officeDocument/2006/relationships/tags" Target="../tags/tag659.xml"/><Relationship Id="rId3" Type="http://schemas.openxmlformats.org/officeDocument/2006/relationships/tags" Target="../tags/tag658.xml"/><Relationship Id="rId2" Type="http://schemas.openxmlformats.org/officeDocument/2006/relationships/tags" Target="../tags/tag657.xml"/><Relationship Id="rId12" Type="http://schemas.openxmlformats.org/officeDocument/2006/relationships/slideLayout" Target="../slideLayouts/slideLayout28.xml"/><Relationship Id="rId11" Type="http://schemas.openxmlformats.org/officeDocument/2006/relationships/tags" Target="../tags/tag666.xml"/><Relationship Id="rId10" Type="http://schemas.openxmlformats.org/officeDocument/2006/relationships/tags" Target="../tags/tag665.xml"/><Relationship Id="rId1" Type="http://schemas.openxmlformats.org/officeDocument/2006/relationships/tags" Target="../tags/tag65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8.xml"/><Relationship Id="rId3" Type="http://schemas.openxmlformats.org/officeDocument/2006/relationships/tags" Target="../tags/tag668.xml"/><Relationship Id="rId2" Type="http://schemas.openxmlformats.org/officeDocument/2006/relationships/image" Target="../media/image14.png"/><Relationship Id="rId1" Type="http://schemas.openxmlformats.org/officeDocument/2006/relationships/tags" Target="../tags/tag667.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8.xml"/><Relationship Id="rId4" Type="http://schemas.openxmlformats.org/officeDocument/2006/relationships/tags" Target="../tags/tag670.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669.xml"/></Relationships>
</file>

<file path=ppt/slides/_rels/slide12.xml.rels><?xml version="1.0" encoding="UTF-8" standalone="yes"?>
<Relationships xmlns="http://schemas.openxmlformats.org/package/2006/relationships"><Relationship Id="rId9" Type="http://schemas.openxmlformats.org/officeDocument/2006/relationships/tags" Target="../tags/tag677.xml"/><Relationship Id="rId8" Type="http://schemas.openxmlformats.org/officeDocument/2006/relationships/tags" Target="../tags/tag676.xml"/><Relationship Id="rId7" Type="http://schemas.openxmlformats.org/officeDocument/2006/relationships/tags" Target="../tags/tag67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tags" Target="../tags/tag674.xml"/><Relationship Id="rId31" Type="http://schemas.openxmlformats.org/officeDocument/2006/relationships/slideLayout" Target="../slideLayouts/slideLayout26.xml"/><Relationship Id="rId30" Type="http://schemas.openxmlformats.org/officeDocument/2006/relationships/tags" Target="../tags/tag692.xml"/><Relationship Id="rId3" Type="http://schemas.openxmlformats.org/officeDocument/2006/relationships/tags" Target="../tags/tag673.xml"/><Relationship Id="rId29" Type="http://schemas.openxmlformats.org/officeDocument/2006/relationships/tags" Target="../tags/tag691.xml"/><Relationship Id="rId28" Type="http://schemas.openxmlformats.org/officeDocument/2006/relationships/tags" Target="../tags/tag690.xml"/><Relationship Id="rId27" Type="http://schemas.openxmlformats.org/officeDocument/2006/relationships/image" Target="../media/image24.svg"/><Relationship Id="rId26" Type="http://schemas.openxmlformats.org/officeDocument/2006/relationships/image" Target="../media/image23.png"/><Relationship Id="rId25" Type="http://schemas.openxmlformats.org/officeDocument/2006/relationships/tags" Target="../tags/tag689.xml"/><Relationship Id="rId24" Type="http://schemas.openxmlformats.org/officeDocument/2006/relationships/tags" Target="../tags/tag688.xml"/><Relationship Id="rId23" Type="http://schemas.openxmlformats.org/officeDocument/2006/relationships/tags" Target="../tags/tag687.xml"/><Relationship Id="rId22" Type="http://schemas.openxmlformats.org/officeDocument/2006/relationships/tags" Target="../tags/tag686.xml"/><Relationship Id="rId21" Type="http://schemas.openxmlformats.org/officeDocument/2006/relationships/tags" Target="../tags/tag685.xml"/><Relationship Id="rId20" Type="http://schemas.openxmlformats.org/officeDocument/2006/relationships/image" Target="../media/image22.svg"/><Relationship Id="rId2" Type="http://schemas.openxmlformats.org/officeDocument/2006/relationships/tags" Target="../tags/tag672.xml"/><Relationship Id="rId19" Type="http://schemas.openxmlformats.org/officeDocument/2006/relationships/image" Target="../media/image21.png"/><Relationship Id="rId18" Type="http://schemas.openxmlformats.org/officeDocument/2006/relationships/tags" Target="../tags/tag684.xml"/><Relationship Id="rId17" Type="http://schemas.openxmlformats.org/officeDocument/2006/relationships/tags" Target="../tags/tag683.xml"/><Relationship Id="rId16" Type="http://schemas.openxmlformats.org/officeDocument/2006/relationships/tags" Target="../tags/tag682.xml"/><Relationship Id="rId15" Type="http://schemas.openxmlformats.org/officeDocument/2006/relationships/tags" Target="../tags/tag681.xml"/><Relationship Id="rId14" Type="http://schemas.openxmlformats.org/officeDocument/2006/relationships/tags" Target="../tags/tag680.xml"/><Relationship Id="rId13" Type="http://schemas.openxmlformats.org/officeDocument/2006/relationships/image" Target="../media/image20.svg"/><Relationship Id="rId12" Type="http://schemas.openxmlformats.org/officeDocument/2006/relationships/image" Target="../media/image19.png"/><Relationship Id="rId11" Type="http://schemas.openxmlformats.org/officeDocument/2006/relationships/tags" Target="../tags/tag679.xml"/><Relationship Id="rId10" Type="http://schemas.openxmlformats.org/officeDocument/2006/relationships/tags" Target="../tags/tag678.xml"/><Relationship Id="rId1" Type="http://schemas.openxmlformats.org/officeDocument/2006/relationships/tags" Target="../tags/tag671.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698.xml"/><Relationship Id="rId7" Type="http://schemas.openxmlformats.org/officeDocument/2006/relationships/tags" Target="../tags/tag697.xml"/><Relationship Id="rId6" Type="http://schemas.openxmlformats.org/officeDocument/2006/relationships/image" Target="../media/image7.png"/><Relationship Id="rId5" Type="http://schemas.openxmlformats.org/officeDocument/2006/relationships/tags" Target="../tags/tag696.xml"/><Relationship Id="rId4" Type="http://schemas.openxmlformats.org/officeDocument/2006/relationships/tags" Target="../tags/tag695.xml"/><Relationship Id="rId3" Type="http://schemas.openxmlformats.org/officeDocument/2006/relationships/tags" Target="../tags/tag694.xml"/><Relationship Id="rId2" Type="http://schemas.openxmlformats.org/officeDocument/2006/relationships/image" Target="../media/image6.jpeg"/><Relationship Id="rId10" Type="http://schemas.openxmlformats.org/officeDocument/2006/relationships/notesSlide" Target="../notesSlides/notesSlide5.xml"/><Relationship Id="rId1" Type="http://schemas.openxmlformats.org/officeDocument/2006/relationships/tags" Target="../tags/tag693.xml"/></Relationships>
</file>

<file path=ppt/slides/_rels/slide14.xml.rels><?xml version="1.0" encoding="UTF-8" standalone="yes"?>
<Relationships xmlns="http://schemas.openxmlformats.org/package/2006/relationships"><Relationship Id="rId9" Type="http://schemas.openxmlformats.org/officeDocument/2006/relationships/tags" Target="../tags/tag707.xml"/><Relationship Id="rId8" Type="http://schemas.openxmlformats.org/officeDocument/2006/relationships/tags" Target="../tags/tag706.xml"/><Relationship Id="rId7" Type="http://schemas.openxmlformats.org/officeDocument/2006/relationships/tags" Target="../tags/tag705.xml"/><Relationship Id="rId6" Type="http://schemas.openxmlformats.org/officeDocument/2006/relationships/tags" Target="../tags/tag704.xml"/><Relationship Id="rId5" Type="http://schemas.openxmlformats.org/officeDocument/2006/relationships/tags" Target="../tags/tag703.xml"/><Relationship Id="rId4" Type="http://schemas.openxmlformats.org/officeDocument/2006/relationships/tags" Target="../tags/tag702.xml"/><Relationship Id="rId3" Type="http://schemas.openxmlformats.org/officeDocument/2006/relationships/tags" Target="../tags/tag701.xml"/><Relationship Id="rId2" Type="http://schemas.openxmlformats.org/officeDocument/2006/relationships/tags" Target="../tags/tag700.xml"/><Relationship Id="rId16" Type="http://schemas.openxmlformats.org/officeDocument/2006/relationships/slideLayout" Target="../slideLayouts/slideLayout22.xml"/><Relationship Id="rId15" Type="http://schemas.openxmlformats.org/officeDocument/2006/relationships/tags" Target="../tags/tag713.xml"/><Relationship Id="rId14" Type="http://schemas.openxmlformats.org/officeDocument/2006/relationships/tags" Target="../tags/tag712.xml"/><Relationship Id="rId13" Type="http://schemas.openxmlformats.org/officeDocument/2006/relationships/tags" Target="../tags/tag711.xml"/><Relationship Id="rId12" Type="http://schemas.openxmlformats.org/officeDocument/2006/relationships/tags" Target="../tags/tag710.xml"/><Relationship Id="rId11" Type="http://schemas.openxmlformats.org/officeDocument/2006/relationships/tags" Target="../tags/tag709.xml"/><Relationship Id="rId10" Type="http://schemas.openxmlformats.org/officeDocument/2006/relationships/tags" Target="../tags/tag708.xml"/><Relationship Id="rId1" Type="http://schemas.openxmlformats.org/officeDocument/2006/relationships/tags" Target="../tags/tag699.xml"/></Relationships>
</file>

<file path=ppt/slides/_rels/slide15.xml.rels><?xml version="1.0" encoding="UTF-8" standalone="yes"?>
<Relationships xmlns="http://schemas.openxmlformats.org/package/2006/relationships"><Relationship Id="rId9" Type="http://schemas.openxmlformats.org/officeDocument/2006/relationships/tags" Target="../tags/tag722.xml"/><Relationship Id="rId8" Type="http://schemas.openxmlformats.org/officeDocument/2006/relationships/tags" Target="../tags/tag721.xml"/><Relationship Id="rId7" Type="http://schemas.openxmlformats.org/officeDocument/2006/relationships/tags" Target="../tags/tag720.xml"/><Relationship Id="rId6" Type="http://schemas.openxmlformats.org/officeDocument/2006/relationships/tags" Target="../tags/tag719.xml"/><Relationship Id="rId5" Type="http://schemas.openxmlformats.org/officeDocument/2006/relationships/tags" Target="../tags/tag718.xml"/><Relationship Id="rId4" Type="http://schemas.openxmlformats.org/officeDocument/2006/relationships/tags" Target="../tags/tag717.xml"/><Relationship Id="rId3" Type="http://schemas.openxmlformats.org/officeDocument/2006/relationships/tags" Target="../tags/tag716.xml"/><Relationship Id="rId2" Type="http://schemas.openxmlformats.org/officeDocument/2006/relationships/tags" Target="../tags/tag715.xml"/><Relationship Id="rId12" Type="http://schemas.openxmlformats.org/officeDocument/2006/relationships/slideLayout" Target="../slideLayouts/slideLayout21.xml"/><Relationship Id="rId11" Type="http://schemas.openxmlformats.org/officeDocument/2006/relationships/tags" Target="../tags/tag724.xml"/><Relationship Id="rId10" Type="http://schemas.openxmlformats.org/officeDocument/2006/relationships/tags" Target="../tags/tag723.xml"/><Relationship Id="rId1" Type="http://schemas.openxmlformats.org/officeDocument/2006/relationships/tags" Target="../tags/tag714.xml"/></Relationships>
</file>

<file path=ppt/slides/_rels/slide16.xml.rels><?xml version="1.0" encoding="UTF-8" standalone="yes"?>
<Relationships xmlns="http://schemas.openxmlformats.org/package/2006/relationships"><Relationship Id="rId9" Type="http://schemas.openxmlformats.org/officeDocument/2006/relationships/tags" Target="../tags/tag733.xml"/><Relationship Id="rId8" Type="http://schemas.openxmlformats.org/officeDocument/2006/relationships/tags" Target="../tags/tag732.xml"/><Relationship Id="rId7" Type="http://schemas.openxmlformats.org/officeDocument/2006/relationships/tags" Target="../tags/tag731.xml"/><Relationship Id="rId6" Type="http://schemas.openxmlformats.org/officeDocument/2006/relationships/tags" Target="../tags/tag730.xml"/><Relationship Id="rId5" Type="http://schemas.openxmlformats.org/officeDocument/2006/relationships/tags" Target="../tags/tag729.xml"/><Relationship Id="rId4" Type="http://schemas.openxmlformats.org/officeDocument/2006/relationships/tags" Target="../tags/tag728.xml"/><Relationship Id="rId3" Type="http://schemas.openxmlformats.org/officeDocument/2006/relationships/tags" Target="../tags/tag727.xml"/><Relationship Id="rId2" Type="http://schemas.openxmlformats.org/officeDocument/2006/relationships/tags" Target="../tags/tag726.xml"/><Relationship Id="rId12" Type="http://schemas.openxmlformats.org/officeDocument/2006/relationships/slideLayout" Target="../slideLayouts/slideLayout14.xml"/><Relationship Id="rId11" Type="http://schemas.openxmlformats.org/officeDocument/2006/relationships/tags" Target="../tags/tag735.xml"/><Relationship Id="rId10" Type="http://schemas.openxmlformats.org/officeDocument/2006/relationships/tags" Target="../tags/tag734.xml"/><Relationship Id="rId1" Type="http://schemas.openxmlformats.org/officeDocument/2006/relationships/tags" Target="../tags/tag725.xml"/></Relationships>
</file>

<file path=ppt/slides/_rels/slide17.xml.rels><?xml version="1.0" encoding="UTF-8" standalone="yes"?>
<Relationships xmlns="http://schemas.openxmlformats.org/package/2006/relationships"><Relationship Id="rId9" Type="http://schemas.openxmlformats.org/officeDocument/2006/relationships/tags" Target="../tags/tag742.xml"/><Relationship Id="rId8" Type="http://schemas.openxmlformats.org/officeDocument/2006/relationships/tags" Target="../tags/tag741.xml"/><Relationship Id="rId7" Type="http://schemas.openxmlformats.org/officeDocument/2006/relationships/tags" Target="../tags/tag740.xml"/><Relationship Id="rId6" Type="http://schemas.openxmlformats.org/officeDocument/2006/relationships/tags" Target="../tags/tag739.xml"/><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tags" Target="../tags/tag738.xml"/><Relationship Id="rId21" Type="http://schemas.openxmlformats.org/officeDocument/2006/relationships/slideLayout" Target="../slideLayouts/slideLayout20.xml"/><Relationship Id="rId20" Type="http://schemas.openxmlformats.org/officeDocument/2006/relationships/tags" Target="../tags/tag749.xml"/><Relationship Id="rId2" Type="http://schemas.openxmlformats.org/officeDocument/2006/relationships/tags" Target="../tags/tag737.xml"/><Relationship Id="rId19" Type="http://schemas.openxmlformats.org/officeDocument/2006/relationships/tags" Target="../tags/tag748.xml"/><Relationship Id="rId18" Type="http://schemas.openxmlformats.org/officeDocument/2006/relationships/tags" Target="../tags/tag747.xml"/><Relationship Id="rId17" Type="http://schemas.openxmlformats.org/officeDocument/2006/relationships/image" Target="../media/image28.svg"/><Relationship Id="rId16" Type="http://schemas.openxmlformats.org/officeDocument/2006/relationships/image" Target="../media/image27.png"/><Relationship Id="rId15" Type="http://schemas.openxmlformats.org/officeDocument/2006/relationships/tags" Target="../tags/tag746.xml"/><Relationship Id="rId14" Type="http://schemas.openxmlformats.org/officeDocument/2006/relationships/tags" Target="../tags/tag745.xml"/><Relationship Id="rId13" Type="http://schemas.openxmlformats.org/officeDocument/2006/relationships/tags" Target="../tags/tag744.xml"/><Relationship Id="rId12" Type="http://schemas.openxmlformats.org/officeDocument/2006/relationships/tags" Target="../tags/tag743.xml"/><Relationship Id="rId11" Type="http://schemas.openxmlformats.org/officeDocument/2006/relationships/image" Target="../media/image26.svg"/><Relationship Id="rId10" Type="http://schemas.openxmlformats.org/officeDocument/2006/relationships/image" Target="../media/image25.png"/><Relationship Id="rId1" Type="http://schemas.openxmlformats.org/officeDocument/2006/relationships/tags" Target="../tags/tag736.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756.xml"/><Relationship Id="rId6" Type="http://schemas.openxmlformats.org/officeDocument/2006/relationships/tags" Target="../tags/tag755.xml"/><Relationship Id="rId5" Type="http://schemas.openxmlformats.org/officeDocument/2006/relationships/tags" Target="../tags/tag754.xml"/><Relationship Id="rId4" Type="http://schemas.openxmlformats.org/officeDocument/2006/relationships/tags" Target="../tags/tag753.xml"/><Relationship Id="rId3" Type="http://schemas.openxmlformats.org/officeDocument/2006/relationships/tags" Target="../tags/tag752.xml"/><Relationship Id="rId2" Type="http://schemas.openxmlformats.org/officeDocument/2006/relationships/tags" Target="../tags/tag751.xml"/><Relationship Id="rId1" Type="http://schemas.openxmlformats.org/officeDocument/2006/relationships/tags" Target="../tags/tag750.xml"/></Relationships>
</file>

<file path=ppt/slides/_rels/slide21.xml.rels><?xml version="1.0" encoding="UTF-8" standalone="yes"?>
<Relationships xmlns="http://schemas.openxmlformats.org/package/2006/relationships"><Relationship Id="rId9" Type="http://schemas.openxmlformats.org/officeDocument/2006/relationships/tags" Target="../tags/tag765.xml"/><Relationship Id="rId8" Type="http://schemas.openxmlformats.org/officeDocument/2006/relationships/tags" Target="../tags/tag764.xml"/><Relationship Id="rId7" Type="http://schemas.openxmlformats.org/officeDocument/2006/relationships/tags" Target="../tags/tag763.xml"/><Relationship Id="rId6" Type="http://schemas.openxmlformats.org/officeDocument/2006/relationships/tags" Target="../tags/tag762.xml"/><Relationship Id="rId5" Type="http://schemas.openxmlformats.org/officeDocument/2006/relationships/tags" Target="../tags/tag761.xml"/><Relationship Id="rId4" Type="http://schemas.openxmlformats.org/officeDocument/2006/relationships/tags" Target="../tags/tag760.xml"/><Relationship Id="rId3" Type="http://schemas.openxmlformats.org/officeDocument/2006/relationships/tags" Target="../tags/tag759.xml"/><Relationship Id="rId2" Type="http://schemas.openxmlformats.org/officeDocument/2006/relationships/tags" Target="../tags/tag758.xml"/><Relationship Id="rId15" Type="http://schemas.openxmlformats.org/officeDocument/2006/relationships/slideLayout" Target="../slideLayouts/slideLayout16.xml"/><Relationship Id="rId14" Type="http://schemas.openxmlformats.org/officeDocument/2006/relationships/tags" Target="../tags/tag770.xml"/><Relationship Id="rId13" Type="http://schemas.openxmlformats.org/officeDocument/2006/relationships/tags" Target="../tags/tag769.xml"/><Relationship Id="rId12" Type="http://schemas.openxmlformats.org/officeDocument/2006/relationships/tags" Target="../tags/tag768.xml"/><Relationship Id="rId11" Type="http://schemas.openxmlformats.org/officeDocument/2006/relationships/tags" Target="../tags/tag767.xml"/><Relationship Id="rId10" Type="http://schemas.openxmlformats.org/officeDocument/2006/relationships/tags" Target="../tags/tag766.xml"/><Relationship Id="rId1" Type="http://schemas.openxmlformats.org/officeDocument/2006/relationships/tags" Target="../tags/tag757.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776.xml"/><Relationship Id="rId7" Type="http://schemas.openxmlformats.org/officeDocument/2006/relationships/tags" Target="../tags/tag775.xml"/><Relationship Id="rId6" Type="http://schemas.openxmlformats.org/officeDocument/2006/relationships/image" Target="../media/image7.png"/><Relationship Id="rId5" Type="http://schemas.openxmlformats.org/officeDocument/2006/relationships/tags" Target="../tags/tag774.xml"/><Relationship Id="rId4" Type="http://schemas.openxmlformats.org/officeDocument/2006/relationships/tags" Target="../tags/tag773.xml"/><Relationship Id="rId3" Type="http://schemas.openxmlformats.org/officeDocument/2006/relationships/tags" Target="../tags/tag772.xml"/><Relationship Id="rId2" Type="http://schemas.openxmlformats.org/officeDocument/2006/relationships/image" Target="../media/image6.jpeg"/><Relationship Id="rId10" Type="http://schemas.openxmlformats.org/officeDocument/2006/relationships/notesSlide" Target="../notesSlides/notesSlide6.xml"/><Relationship Id="rId1" Type="http://schemas.openxmlformats.org/officeDocument/2006/relationships/tags" Target="../tags/tag771.xml"/></Relationships>
</file>

<file path=ppt/slides/_rels/slide23.xml.rels><?xml version="1.0" encoding="UTF-8" standalone="yes"?>
<Relationships xmlns="http://schemas.openxmlformats.org/package/2006/relationships"><Relationship Id="rId9" Type="http://schemas.openxmlformats.org/officeDocument/2006/relationships/tags" Target="../tags/tag785.xml"/><Relationship Id="rId8" Type="http://schemas.openxmlformats.org/officeDocument/2006/relationships/tags" Target="../tags/tag784.xml"/><Relationship Id="rId7" Type="http://schemas.openxmlformats.org/officeDocument/2006/relationships/tags" Target="../tags/tag783.xml"/><Relationship Id="rId6" Type="http://schemas.openxmlformats.org/officeDocument/2006/relationships/tags" Target="../tags/tag782.xml"/><Relationship Id="rId5" Type="http://schemas.openxmlformats.org/officeDocument/2006/relationships/tags" Target="../tags/tag781.xml"/><Relationship Id="rId4" Type="http://schemas.openxmlformats.org/officeDocument/2006/relationships/tags" Target="../tags/tag780.xml"/><Relationship Id="rId3" Type="http://schemas.openxmlformats.org/officeDocument/2006/relationships/tags" Target="../tags/tag779.xml"/><Relationship Id="rId2" Type="http://schemas.openxmlformats.org/officeDocument/2006/relationships/tags" Target="../tags/tag778.xml"/><Relationship Id="rId12" Type="http://schemas.openxmlformats.org/officeDocument/2006/relationships/slideLayout" Target="../slideLayouts/slideLayout13.xml"/><Relationship Id="rId11" Type="http://schemas.openxmlformats.org/officeDocument/2006/relationships/tags" Target="../tags/tag787.xml"/><Relationship Id="rId10" Type="http://schemas.openxmlformats.org/officeDocument/2006/relationships/tags" Target="../tags/tag786.xml"/><Relationship Id="rId1" Type="http://schemas.openxmlformats.org/officeDocument/2006/relationships/tags" Target="../tags/tag777.xml"/></Relationships>
</file>

<file path=ppt/slides/_rels/slide24.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tags" Target="../tags/tag792.xml"/><Relationship Id="rId6" Type="http://schemas.openxmlformats.org/officeDocument/2006/relationships/tags" Target="../tags/tag791.xml"/><Relationship Id="rId5" Type="http://schemas.openxmlformats.org/officeDocument/2006/relationships/tags" Target="../tags/tag790.xml"/><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tags" Target="../tags/tag789.xml"/><Relationship Id="rId18" Type="http://schemas.openxmlformats.org/officeDocument/2006/relationships/slideLayout" Target="../slideLayouts/slideLayout12.xml"/><Relationship Id="rId17" Type="http://schemas.openxmlformats.org/officeDocument/2006/relationships/tags" Target="../tags/tag798.xml"/><Relationship Id="rId16" Type="http://schemas.openxmlformats.org/officeDocument/2006/relationships/tags" Target="../tags/tag797.xml"/><Relationship Id="rId15" Type="http://schemas.openxmlformats.org/officeDocument/2006/relationships/tags" Target="../tags/tag796.xml"/><Relationship Id="rId14" Type="http://schemas.openxmlformats.org/officeDocument/2006/relationships/image" Target="../media/image22.svg"/><Relationship Id="rId13" Type="http://schemas.openxmlformats.org/officeDocument/2006/relationships/image" Target="../media/image21.png"/><Relationship Id="rId12" Type="http://schemas.openxmlformats.org/officeDocument/2006/relationships/tags" Target="../tags/tag795.xml"/><Relationship Id="rId11" Type="http://schemas.openxmlformats.org/officeDocument/2006/relationships/tags" Target="../tags/tag794.xml"/><Relationship Id="rId10" Type="http://schemas.openxmlformats.org/officeDocument/2006/relationships/tags" Target="../tags/tag793.xml"/><Relationship Id="rId1" Type="http://schemas.openxmlformats.org/officeDocument/2006/relationships/tags" Target="../tags/tag78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1.xml"/><Relationship Id="rId5" Type="http://schemas.openxmlformats.org/officeDocument/2006/relationships/tags" Target="../tags/tag803.xml"/><Relationship Id="rId4" Type="http://schemas.openxmlformats.org/officeDocument/2006/relationships/tags" Target="../tags/tag802.xml"/><Relationship Id="rId3" Type="http://schemas.openxmlformats.org/officeDocument/2006/relationships/tags" Target="../tags/tag801.xml"/><Relationship Id="rId2" Type="http://schemas.openxmlformats.org/officeDocument/2006/relationships/tags" Target="../tags/tag800.xml"/><Relationship Id="rId1" Type="http://schemas.openxmlformats.org/officeDocument/2006/relationships/tags" Target="../tags/tag79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3950964"/>
            <a:ext cx="12192000" cy="29070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2"/>
            </p:custDataLst>
          </p:nvPr>
        </p:nvSpPr>
        <p:spPr>
          <a:xfrm>
            <a:off x="1524000" y="1612241"/>
            <a:ext cx="9144000" cy="1260058"/>
          </a:xfrm>
        </p:spPr>
        <p:txBody>
          <a:bodyPr>
            <a:normAutofit fontScale="90000"/>
          </a:bodyPr>
          <a:lstStyle/>
          <a:p>
            <a:r>
              <a:rPr lang="zh-CN" altLang="en-US" sz="4200" dirty="0">
                <a:solidFill>
                  <a:schemeClr val="bg1"/>
                </a:solidFill>
              </a:rPr>
              <a:t>VMSCAPE：云环境中分支预测器</a:t>
            </a:r>
            <a:r>
              <a:rPr lang="zh-CN" altLang="en-US" sz="4200" dirty="0">
                <a:solidFill>
                  <a:schemeClr val="bg1"/>
                </a:solidFill>
                <a:sym typeface="+mn-ea"/>
              </a:rPr>
              <a:t>不完全</a:t>
            </a:r>
            <a:r>
              <a:rPr lang="zh-CN" altLang="en-US" sz="4200" dirty="0">
                <a:solidFill>
                  <a:schemeClr val="bg1"/>
                </a:solidFill>
              </a:rPr>
              <a:t>隔离的暴露与</a:t>
            </a:r>
            <a:r>
              <a:rPr lang="zh-CN" altLang="en-US" sz="4200" dirty="0">
                <a:solidFill>
                  <a:schemeClr val="bg1"/>
                </a:solidFill>
              </a:rPr>
              <a:t>利用</a:t>
            </a:r>
            <a:endParaRPr lang="zh-CN" altLang="en-US" sz="4200" dirty="0">
              <a:solidFill>
                <a:schemeClr val="bg1"/>
              </a:solidFill>
            </a:endParaRPr>
          </a:p>
        </p:txBody>
      </p:sp>
      <p:sp>
        <p:nvSpPr>
          <p:cNvPr id="3" name="副标题 2"/>
          <p:cNvSpPr>
            <a:spLocks noGrp="1"/>
          </p:cNvSpPr>
          <p:nvPr>
            <p:ph type="subTitle" idx="1"/>
            <p:custDataLst>
              <p:tags r:id="rId3"/>
            </p:custDataLst>
          </p:nvPr>
        </p:nvSpPr>
        <p:spPr>
          <a:xfrm>
            <a:off x="1524000" y="4552548"/>
            <a:ext cx="9144000" cy="1655762"/>
          </a:xfrm>
        </p:spPr>
        <p:txBody>
          <a:bodyPr/>
          <a:lstStyle/>
          <a:p>
            <a:r>
              <a:rPr lang="zh-CN" altLang="en-US" dirty="0">
                <a:solidFill>
                  <a:schemeClr val="accent1"/>
                </a:solidFill>
                <a:latin typeface="+mj-lt"/>
              </a:rPr>
              <a:t>杨宇鑫</a:t>
            </a:r>
            <a:endParaRPr lang="en-US" altLang="zh-CN" dirty="0">
              <a:solidFill>
                <a:schemeClr val="accent1"/>
              </a:solidFill>
              <a:latin typeface="+mj-lt"/>
            </a:endParaRPr>
          </a:p>
          <a:p>
            <a:r>
              <a:rPr lang="zh-CN" altLang="en-US" dirty="0">
                <a:solidFill>
                  <a:schemeClr val="accent1"/>
                </a:solidFill>
                <a:latin typeface="+mj-lt"/>
              </a:rPr>
              <a:t>第一次组会</a:t>
            </a:r>
            <a:endParaRPr lang="en-US" altLang="zh-CN" dirty="0">
              <a:solidFill>
                <a:schemeClr val="accent1"/>
              </a:solidFill>
              <a:latin typeface="+mj-lt"/>
            </a:endParaRPr>
          </a:p>
          <a:p>
            <a:r>
              <a:rPr lang="en-US" altLang="zh-CN" dirty="0">
                <a:solidFill>
                  <a:schemeClr val="accent1"/>
                </a:solidFill>
                <a:latin typeface="+mj-lt"/>
              </a:rPr>
              <a:t>2026.01.14</a:t>
            </a:r>
            <a:endParaRPr lang="en-US" altLang="zh-CN" dirty="0">
              <a:solidFill>
                <a:schemeClr val="accent1"/>
              </a:solidFill>
              <a:latin typeface="+mj-lt"/>
            </a:endParaRPr>
          </a:p>
        </p:txBody>
      </p:sp>
      <p:sp>
        <p:nvSpPr>
          <p:cNvPr id="6" name="矩形 5"/>
          <p:cNvSpPr/>
          <p:nvPr>
            <p:custDataLst>
              <p:tags r:id="rId4"/>
            </p:custDataLst>
          </p:nvPr>
        </p:nvSpPr>
        <p:spPr>
          <a:xfrm>
            <a:off x="1524000" y="1612241"/>
            <a:ext cx="9144000" cy="1507191"/>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班得瑞乐团 - childhood memory - bandari 童年">
            <a:hlinkClick r:id="" action="ppaction://media"/>
          </p:cNvPr>
          <p:cNvPicPr>
            <a:picLocks noChangeAspect="1"/>
          </p:cNvPicPr>
          <p:nvPr>
            <a:audioFile r:link="rId5"/>
            <p:extLst>
              <p:ext uri="{DAA4B4D4-6D71-4841-9C94-3DE7FCFB9230}">
                <p14:media xmlns:p14="http://schemas.microsoft.com/office/powerpoint/2010/main" r:embed="rId6">
                  <p14:fade in="500.000000" out="500.000000"/>
                </p14:media>
              </p:ext>
            </p:extLst>
            <p:custDataLst>
              <p:tags r:id="rId7"/>
            </p:custDataLst>
          </p:nvPr>
        </p:nvPicPr>
        <p:blipFill>
          <a:blip r:embed="rId8"/>
          <a:stretch>
            <a:fillRect/>
          </a:stretch>
        </p:blipFill>
        <p:spPr>
          <a:xfrm>
            <a:off x="13025855" y="0"/>
            <a:ext cx="609600" cy="60960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audio>
              <p:cMediaNode vol="80000" numSld="999" showWhenStopped="0">
                <p:cTn id="2" repeatCount="indefinite"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5826049" y="990150"/>
            <a:ext cx="4486275" cy="657225"/>
            <a:chOff x="5681662" y="1235075"/>
            <a:chExt cx="4486275" cy="657225"/>
          </a:xfrm>
        </p:grpSpPr>
        <p:grpSp>
          <p:nvGrpSpPr>
            <p:cNvPr id="77" name="组合 76"/>
            <p:cNvGrpSpPr/>
            <p:nvPr/>
          </p:nvGrpSpPr>
          <p:grpSpPr>
            <a:xfrm>
              <a:off x="5681662" y="1235075"/>
              <a:ext cx="4486275" cy="657225"/>
              <a:chOff x="5681662" y="1235075"/>
              <a:chExt cx="4486275" cy="657225"/>
            </a:xfrm>
          </p:grpSpPr>
          <p:sp>
            <p:nvSpPr>
              <p:cNvPr id="80" name="矩形: 圆角 79"/>
              <p:cNvSpPr/>
              <p:nvPr>
                <p:custDataLst>
                  <p:tags r:id="rId2"/>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81" name="直接连接符 80"/>
              <p:cNvCxnSpPr/>
              <p:nvPr>
                <p:custDataLst>
                  <p:tags r:id="rId3"/>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8" name="文本框 4"/>
            <p:cNvSpPr txBox="1"/>
            <p:nvPr>
              <p:custDataLst>
                <p:tags r:id="rId4"/>
              </p:custDataLst>
            </p:nvPr>
          </p:nvSpPr>
          <p:spPr>
            <a:xfrm>
              <a:off x="5986462" y="1302077"/>
              <a:ext cx="8858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1</a:t>
              </a:r>
              <a:endParaRPr lang="en-US" altLang="zh-CN" sz="2800" dirty="0">
                <a:solidFill>
                  <a:schemeClr val="bg1"/>
                </a:solidFill>
                <a:latin typeface="+mn-ea"/>
              </a:endParaRPr>
            </a:p>
          </p:txBody>
        </p:sp>
        <p:sp>
          <p:nvSpPr>
            <p:cNvPr id="79" name="文本框 5"/>
            <p:cNvSpPr txBox="1"/>
            <p:nvPr>
              <p:custDataLst>
                <p:tags r:id="rId5"/>
              </p:custDataLst>
            </p:nvPr>
          </p:nvSpPr>
          <p:spPr>
            <a:xfrm>
              <a:off x="6648450" y="1302077"/>
              <a:ext cx="2781300" cy="521970"/>
            </a:xfrm>
            <a:prstGeom prst="rect">
              <a:avLst/>
            </a:prstGeom>
            <a:noFill/>
          </p:spPr>
          <p:txBody>
            <a:bodyPr wrap="square" rtlCol="0">
              <a:normAutofit fontScale="6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bg1"/>
                  </a:solidFill>
                  <a:latin typeface="+mn-ea"/>
                </a:rPr>
                <a:t>课题背景与侧信道漏洞概述</a:t>
              </a:r>
              <a:endParaRPr lang="zh-CN" altLang="en-US" sz="2800" dirty="0">
                <a:solidFill>
                  <a:schemeClr val="bg1"/>
                </a:solidFill>
                <a:latin typeface="+mn-ea"/>
              </a:endParaRPr>
            </a:p>
          </p:txBody>
        </p:sp>
      </p:grpSp>
      <p:grpSp>
        <p:nvGrpSpPr>
          <p:cNvPr id="53" name="组合 52"/>
          <p:cNvGrpSpPr/>
          <p:nvPr>
            <p:custDataLst>
              <p:tags r:id="rId6"/>
            </p:custDataLst>
          </p:nvPr>
        </p:nvGrpSpPr>
        <p:grpSpPr>
          <a:xfrm>
            <a:off x="5826049" y="2420805"/>
            <a:ext cx="4486275" cy="657225"/>
            <a:chOff x="5681662" y="1235075"/>
            <a:chExt cx="4486275" cy="657225"/>
          </a:xfrm>
        </p:grpSpPr>
        <p:grpSp>
          <p:nvGrpSpPr>
            <p:cNvPr id="72" name="组合 71"/>
            <p:cNvGrpSpPr/>
            <p:nvPr/>
          </p:nvGrpSpPr>
          <p:grpSpPr>
            <a:xfrm>
              <a:off x="5681662" y="1235075"/>
              <a:ext cx="4486275" cy="657225"/>
              <a:chOff x="5681662" y="1235075"/>
              <a:chExt cx="4486275" cy="657225"/>
            </a:xfrm>
          </p:grpSpPr>
          <p:sp>
            <p:nvSpPr>
              <p:cNvPr id="75" name="矩形: 圆角 74"/>
              <p:cNvSpPr/>
              <p:nvPr>
                <p:custDataLst>
                  <p:tags r:id="rId7"/>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76" name="直接连接符 75"/>
              <p:cNvCxnSpPr/>
              <p:nvPr>
                <p:custDataLst>
                  <p:tags r:id="rId8"/>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3" name="文本框 9"/>
            <p:cNvSpPr txBox="1"/>
            <p:nvPr>
              <p:custDataLst>
                <p:tags r:id="rId9"/>
              </p:custDataLst>
            </p:nvPr>
          </p:nvSpPr>
          <p:spPr>
            <a:xfrm>
              <a:off x="5986462" y="1302077"/>
              <a:ext cx="8858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2</a:t>
              </a:r>
              <a:endParaRPr lang="en-US" altLang="zh-CN" sz="2800" dirty="0">
                <a:solidFill>
                  <a:schemeClr val="bg1"/>
                </a:solidFill>
                <a:latin typeface="+mn-ea"/>
              </a:endParaRPr>
            </a:p>
          </p:txBody>
        </p:sp>
        <p:sp>
          <p:nvSpPr>
            <p:cNvPr id="74" name="文本框 10"/>
            <p:cNvSpPr txBox="1"/>
            <p:nvPr>
              <p:custDataLst>
                <p:tags r:id="rId10"/>
              </p:custDataLst>
            </p:nvPr>
          </p:nvSpPr>
          <p:spPr>
            <a:xfrm>
              <a:off x="6648450" y="1302077"/>
              <a:ext cx="2781300" cy="521970"/>
            </a:xfrm>
            <a:prstGeom prst="rect">
              <a:avLst/>
            </a:prstGeom>
            <a:noFill/>
          </p:spPr>
          <p:txBody>
            <a:bodyPr wrap="square" rtlCol="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bg1"/>
                  </a:solidFill>
                  <a:latin typeface="+mn-ea"/>
                </a:rPr>
                <a:t>VMSCAPE漏洞</a:t>
              </a:r>
              <a:endParaRPr lang="zh-CN" altLang="en-US" sz="2800" dirty="0">
                <a:solidFill>
                  <a:schemeClr val="bg1"/>
                </a:solidFill>
                <a:latin typeface="+mn-ea"/>
              </a:endParaRPr>
            </a:p>
          </p:txBody>
        </p:sp>
      </p:grpSp>
      <p:grpSp>
        <p:nvGrpSpPr>
          <p:cNvPr id="54" name="组合 53"/>
          <p:cNvGrpSpPr/>
          <p:nvPr>
            <p:custDataLst>
              <p:tags r:id="rId11"/>
            </p:custDataLst>
          </p:nvPr>
        </p:nvGrpSpPr>
        <p:grpSpPr>
          <a:xfrm>
            <a:off x="5826049" y="3784785"/>
            <a:ext cx="4486275" cy="657225"/>
            <a:chOff x="5681662" y="1235075"/>
            <a:chExt cx="4486275" cy="657225"/>
          </a:xfrm>
        </p:grpSpPr>
        <p:grpSp>
          <p:nvGrpSpPr>
            <p:cNvPr id="67" name="组合 66"/>
            <p:cNvGrpSpPr/>
            <p:nvPr/>
          </p:nvGrpSpPr>
          <p:grpSpPr>
            <a:xfrm>
              <a:off x="5681662" y="1235075"/>
              <a:ext cx="4486275" cy="657225"/>
              <a:chOff x="5681662" y="1235075"/>
              <a:chExt cx="4486275" cy="657225"/>
            </a:xfrm>
          </p:grpSpPr>
          <p:sp>
            <p:nvSpPr>
              <p:cNvPr id="70" name="矩形: 圆角 69"/>
              <p:cNvSpPr/>
              <p:nvPr>
                <p:custDataLst>
                  <p:tags r:id="rId12"/>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71" name="直接连接符 70"/>
              <p:cNvCxnSpPr/>
              <p:nvPr>
                <p:custDataLst>
                  <p:tags r:id="rId13"/>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8" name="文本框 15"/>
            <p:cNvSpPr txBox="1"/>
            <p:nvPr>
              <p:custDataLst>
                <p:tags r:id="rId14"/>
              </p:custDataLst>
            </p:nvPr>
          </p:nvSpPr>
          <p:spPr>
            <a:xfrm>
              <a:off x="5986462" y="1302077"/>
              <a:ext cx="8858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3</a:t>
              </a:r>
              <a:endParaRPr lang="en-US" altLang="zh-CN" sz="2800" dirty="0">
                <a:solidFill>
                  <a:schemeClr val="bg1"/>
                </a:solidFill>
                <a:latin typeface="+mn-ea"/>
              </a:endParaRPr>
            </a:p>
          </p:txBody>
        </p:sp>
        <p:sp>
          <p:nvSpPr>
            <p:cNvPr id="69" name="文本框 16"/>
            <p:cNvSpPr txBox="1"/>
            <p:nvPr>
              <p:custDataLst>
                <p:tags r:id="rId15"/>
              </p:custDataLst>
            </p:nvPr>
          </p:nvSpPr>
          <p:spPr>
            <a:xfrm>
              <a:off x="6648450" y="1302077"/>
              <a:ext cx="2781300" cy="521970"/>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700" dirty="0">
                  <a:solidFill>
                    <a:schemeClr val="bg1"/>
                  </a:solidFill>
                  <a:latin typeface="+mn-ea"/>
                </a:rPr>
                <a:t>VMSCAPE</a:t>
              </a:r>
              <a:r>
                <a:rPr lang="zh-CN" altLang="en-US" sz="1700" dirty="0">
                  <a:solidFill>
                    <a:schemeClr val="bg1"/>
                  </a:solidFill>
                  <a:latin typeface="+mn-ea"/>
                </a:rPr>
                <a:t>攻击流程</a:t>
              </a:r>
              <a:endParaRPr lang="zh-CN" altLang="en-US" sz="1700" dirty="0">
                <a:solidFill>
                  <a:schemeClr val="bg1"/>
                </a:solidFill>
                <a:latin typeface="+mn-ea"/>
              </a:endParaRPr>
            </a:p>
          </p:txBody>
        </p:sp>
      </p:grpSp>
      <p:cxnSp>
        <p:nvCxnSpPr>
          <p:cNvPr id="85" name="直接连接符 84"/>
          <p:cNvCxnSpPr/>
          <p:nvPr>
            <p:custDataLst>
              <p:tags r:id="rId16"/>
            </p:custDataLst>
          </p:nvPr>
        </p:nvCxnSpPr>
        <p:spPr>
          <a:xfrm>
            <a:off x="4126831" y="0"/>
            <a:ext cx="0" cy="6858000"/>
          </a:xfrm>
          <a:prstGeom prst="line">
            <a:avLst/>
          </a:prstGeom>
          <a:ln w="200025" cmpd="thickThin"/>
        </p:spPr>
        <p:style>
          <a:lnRef idx="1">
            <a:schemeClr val="accent1"/>
          </a:lnRef>
          <a:fillRef idx="0">
            <a:schemeClr val="accent1"/>
          </a:fillRef>
          <a:effectRef idx="0">
            <a:schemeClr val="accent1"/>
          </a:effectRef>
          <a:fontRef idx="minor">
            <a:schemeClr val="tx1"/>
          </a:fontRef>
        </p:style>
      </p:cxnSp>
      <p:sp useBgFill="1">
        <p:nvSpPr>
          <p:cNvPr id="83" name="文本框 82"/>
          <p:cNvSpPr txBox="1"/>
          <p:nvPr>
            <p:custDataLst>
              <p:tags r:id="rId17"/>
            </p:custDataLst>
          </p:nvPr>
        </p:nvSpPr>
        <p:spPr>
          <a:xfrm>
            <a:off x="3891785" y="505326"/>
            <a:ext cx="492443" cy="2489406"/>
          </a:xfrm>
          <a:prstGeom prst="rect">
            <a:avLst/>
          </a:prstGeom>
        </p:spPr>
        <p:txBody>
          <a:bodyPr vert="eaVert" wrap="square" lIns="0" tIns="0" rIns="0" bIns="0" rtlCol="0">
            <a:normAutofit fontScale="90000"/>
          </a:bodyPr>
          <a:lstStyle/>
          <a:p>
            <a:pPr algn="ctr"/>
            <a:r>
              <a:rPr lang="zh-CN" altLang="en-US" sz="3200" dirty="0">
                <a:solidFill>
                  <a:schemeClr val="accent1"/>
                </a:solidFill>
                <a:sym typeface="Arial" panose="020B0604020202020204" pitchFamily="34" charset="0"/>
              </a:rPr>
              <a:t>目录</a:t>
            </a:r>
            <a:endParaRPr lang="zh-CN" altLang="en-US" sz="3200" dirty="0">
              <a:solidFill>
                <a:schemeClr val="accent1"/>
              </a:solidFill>
              <a:sym typeface="Arial" panose="020B0604020202020204" pitchFamily="34" charset="0"/>
            </a:endParaRPr>
          </a:p>
        </p:txBody>
      </p:sp>
      <p:sp>
        <p:nvSpPr>
          <p:cNvPr id="86" name="矩形 85"/>
          <p:cNvSpPr/>
          <p:nvPr>
            <p:custDataLst>
              <p:tags r:id="rId18"/>
            </p:custDataLst>
          </p:nvPr>
        </p:nvSpPr>
        <p:spPr>
          <a:xfrm>
            <a:off x="-8774" y="-17294"/>
            <a:ext cx="3862133" cy="6858000"/>
          </a:xfrm>
          <a:prstGeom prst="rect">
            <a:avLst/>
          </a:prstGeom>
          <a:blipFill dpi="0" rotWithShape="1">
            <a:blip r:embed="rId19"/>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grpSp>
        <p:nvGrpSpPr>
          <p:cNvPr id="2" name="组合 1"/>
          <p:cNvGrpSpPr/>
          <p:nvPr>
            <p:custDataLst>
              <p:tags r:id="rId20"/>
            </p:custDataLst>
          </p:nvPr>
        </p:nvGrpSpPr>
        <p:grpSpPr>
          <a:xfrm>
            <a:off x="5826068" y="5147634"/>
            <a:ext cx="4486275" cy="657225"/>
            <a:chOff x="5681662" y="1235075"/>
            <a:chExt cx="4486275" cy="657225"/>
          </a:xfrm>
        </p:grpSpPr>
        <p:grpSp>
          <p:nvGrpSpPr>
            <p:cNvPr id="3" name="组合 2"/>
            <p:cNvGrpSpPr/>
            <p:nvPr/>
          </p:nvGrpSpPr>
          <p:grpSpPr>
            <a:xfrm>
              <a:off x="5681662" y="1235075"/>
              <a:ext cx="4486275" cy="657225"/>
              <a:chOff x="5681662" y="1235075"/>
              <a:chExt cx="4486275" cy="657225"/>
            </a:xfrm>
          </p:grpSpPr>
          <p:sp>
            <p:nvSpPr>
              <p:cNvPr id="4" name="矩形: 圆角 79"/>
              <p:cNvSpPr/>
              <p:nvPr>
                <p:custDataLst>
                  <p:tags r:id="rId21"/>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5" name="直接连接符 4"/>
              <p:cNvCxnSpPr/>
              <p:nvPr>
                <p:custDataLst>
                  <p:tags r:id="rId22"/>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 name="文本框 4"/>
            <p:cNvSpPr txBox="1"/>
            <p:nvPr>
              <p:custDataLst>
                <p:tags r:id="rId23"/>
              </p:custDataLst>
            </p:nvPr>
          </p:nvSpPr>
          <p:spPr>
            <a:xfrm>
              <a:off x="5986462" y="1302077"/>
              <a:ext cx="885825" cy="52197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4</a:t>
              </a:r>
              <a:endParaRPr lang="en-US" altLang="zh-CN" sz="2800" dirty="0">
                <a:solidFill>
                  <a:schemeClr val="bg1"/>
                </a:solidFill>
                <a:latin typeface="+mn-ea"/>
              </a:endParaRPr>
            </a:p>
          </p:txBody>
        </p:sp>
        <p:sp>
          <p:nvSpPr>
            <p:cNvPr id="7" name="文本框 5"/>
            <p:cNvSpPr txBox="1"/>
            <p:nvPr>
              <p:custDataLst>
                <p:tags r:id="rId24"/>
              </p:custDataLst>
            </p:nvPr>
          </p:nvSpPr>
          <p:spPr>
            <a:xfrm>
              <a:off x="6648450" y="1302077"/>
              <a:ext cx="2781300" cy="521970"/>
            </a:xfrm>
            <a:prstGeom prst="rect">
              <a:avLst/>
            </a:prstGeom>
            <a:noFill/>
          </p:spPr>
          <p:txBody>
            <a:bodyPr wrap="square" rtlCol="0">
              <a:normAutofit fontScale="6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dirty="0">
                  <a:solidFill>
                    <a:schemeClr val="bg1"/>
                  </a:solidFill>
                  <a:latin typeface="+mn-ea"/>
                </a:rPr>
                <a:t>VMSCAPE</a:t>
              </a:r>
              <a:r>
                <a:rPr lang="zh-CN" altLang="en-US" sz="2800" dirty="0">
                  <a:solidFill>
                    <a:schemeClr val="bg1"/>
                  </a:solidFill>
                  <a:latin typeface="+mn-ea"/>
                </a:rPr>
                <a:t>漏洞防护措施</a:t>
              </a:r>
              <a:endParaRPr lang="zh-CN" altLang="en-US" sz="2800" dirty="0">
                <a:solidFill>
                  <a:schemeClr val="bg1"/>
                </a:solidFill>
                <a:latin typeface="+mn-ea"/>
              </a:endParaRPr>
            </a:p>
          </p:txBody>
        </p:sp>
      </p:grpSp>
    </p:spTree>
    <p:custDataLst>
      <p:tags r:id="rId25"/>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01 课题背景与侧信道漏洞概述</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45243" y="179614"/>
            <a:ext cx="10972800" cy="609600"/>
          </a:xfrm>
        </p:spPr>
        <p:txBody>
          <a:bodyPr>
            <a:normAutofit/>
          </a:bodyPr>
          <a:p>
            <a:r>
              <a:rPr lang="zh-CN" altLang="en-US">
                <a:solidFill>
                  <a:schemeClr val="bg1"/>
                </a:solidFill>
              </a:rPr>
              <a:t>侧信道漏洞定义与典型攻击案例</a:t>
            </a:r>
            <a:endParaRPr lang="zh-CN" altLang="en-US">
              <a:solidFill>
                <a:schemeClr val="bg1"/>
              </a:solidFill>
            </a:endParaRPr>
          </a:p>
        </p:txBody>
      </p:sp>
      <p:sp>
        <p:nvSpPr>
          <p:cNvPr id="4" name="文本占位符 3"/>
          <p:cNvSpPr>
            <a:spLocks noGrp="1"/>
          </p:cNvSpPr>
          <p:nvPr>
            <p:ph type="body" idx="16386"/>
            <p:custDataLst>
              <p:tags r:id="rId2"/>
            </p:custDataLst>
          </p:nvPr>
        </p:nvSpPr>
        <p:spPr/>
        <p:txBody>
          <a:bodyPr>
            <a:normAutofit/>
          </a:bodyPr>
          <a:p>
            <a:r>
              <a:rPr lang="zh-CN" altLang="en-US">
                <a:solidFill>
                  <a:schemeClr val="tx1"/>
                </a:solidFill>
              </a:rPr>
              <a:t>侧信道漏洞定义</a:t>
            </a:r>
            <a:endParaRPr lang="zh-CN" altLang="en-US">
              <a:solidFill>
                <a:schemeClr val="tx1"/>
              </a:solidFill>
            </a:endParaRPr>
          </a:p>
        </p:txBody>
      </p:sp>
      <p:sp>
        <p:nvSpPr>
          <p:cNvPr id="5" name="文本占位符 4"/>
          <p:cNvSpPr>
            <a:spLocks noGrp="1"/>
          </p:cNvSpPr>
          <p:nvPr>
            <p:ph type="body" idx="16387"/>
            <p:custDataLst>
              <p:tags r:id="rId3"/>
            </p:custDataLst>
          </p:nvPr>
        </p:nvSpPr>
        <p:spPr/>
        <p:txBody>
          <a:bodyPr>
            <a:normAutofit/>
          </a:bodyPr>
          <a:p>
            <a:r>
              <a:rPr lang="zh-CN" altLang="en-US">
                <a:solidFill>
                  <a:schemeClr val="tx1"/>
                </a:solidFill>
              </a:rPr>
              <a:t>侧信道漏洞是一种通过分析系统执行计算时产生的物理现象（如电磁辐射、功耗、时间延迟等）来窃取敏感信息的攻击方式。</a:t>
            </a:r>
            <a:endParaRPr lang="zh-CN" altLang="en-US">
              <a:solidFill>
                <a:schemeClr val="tx1"/>
              </a:solidFill>
            </a:endParaRPr>
          </a:p>
        </p:txBody>
      </p:sp>
      <p:sp>
        <p:nvSpPr>
          <p:cNvPr id="7" name="文本占位符 6"/>
          <p:cNvSpPr>
            <a:spLocks noGrp="1"/>
          </p:cNvSpPr>
          <p:nvPr>
            <p:ph type="body" idx="16388"/>
            <p:custDataLst>
              <p:tags r:id="rId4"/>
            </p:custDataLst>
          </p:nvPr>
        </p:nvSpPr>
        <p:spPr/>
        <p:txBody>
          <a:bodyPr>
            <a:normAutofit/>
          </a:bodyPr>
          <a:p>
            <a:r>
              <a:rPr lang="zh-CN" altLang="en-US">
                <a:solidFill>
                  <a:schemeClr val="tx1"/>
                </a:solidFill>
              </a:rPr>
              <a:t>缓存攻击典型案例</a:t>
            </a:r>
            <a:endParaRPr lang="zh-CN" altLang="en-US">
              <a:solidFill>
                <a:schemeClr val="tx1"/>
              </a:solidFill>
            </a:endParaRPr>
          </a:p>
        </p:txBody>
      </p:sp>
      <p:sp>
        <p:nvSpPr>
          <p:cNvPr id="8" name="文本占位符 7"/>
          <p:cNvSpPr>
            <a:spLocks noGrp="1"/>
          </p:cNvSpPr>
          <p:nvPr>
            <p:ph type="body" idx="16389"/>
            <p:custDataLst>
              <p:tags r:id="rId5"/>
            </p:custDataLst>
          </p:nvPr>
        </p:nvSpPr>
        <p:spPr/>
        <p:txBody>
          <a:bodyPr>
            <a:normAutofit/>
          </a:bodyPr>
          <a:p>
            <a:r>
              <a:rPr lang="zh-CN" altLang="en-US">
                <a:solidFill>
                  <a:schemeClr val="tx1"/>
                </a:solidFill>
              </a:rPr>
              <a:t>包括Flush+Reload（跨进程监控）和Prime+Probe（跨核监控），利用缓存访问时间差异泄露信息。</a:t>
            </a:r>
            <a:endParaRPr lang="zh-CN" altLang="en-US">
              <a:solidFill>
                <a:schemeClr val="tx1"/>
              </a:solidFill>
            </a:endParaRPr>
          </a:p>
        </p:txBody>
      </p:sp>
      <p:sp>
        <p:nvSpPr>
          <p:cNvPr id="10" name="文本占位符 9"/>
          <p:cNvSpPr>
            <a:spLocks noGrp="1"/>
          </p:cNvSpPr>
          <p:nvPr>
            <p:ph type="body" idx="16390"/>
            <p:custDataLst>
              <p:tags r:id="rId6"/>
            </p:custDataLst>
          </p:nvPr>
        </p:nvSpPr>
        <p:spPr/>
        <p:txBody>
          <a:bodyPr>
            <a:normAutofit/>
          </a:bodyPr>
          <a:p>
            <a:r>
              <a:rPr lang="zh-CN" altLang="en-US">
                <a:solidFill>
                  <a:schemeClr val="tx1"/>
                </a:solidFill>
              </a:rPr>
              <a:t>推测执行攻击典型案例</a:t>
            </a:r>
            <a:endParaRPr lang="zh-CN" altLang="en-US">
              <a:solidFill>
                <a:schemeClr val="tx1"/>
              </a:solidFill>
            </a:endParaRPr>
          </a:p>
        </p:txBody>
      </p:sp>
      <p:sp>
        <p:nvSpPr>
          <p:cNvPr id="11" name="文本占位符 10"/>
          <p:cNvSpPr>
            <a:spLocks noGrp="1"/>
          </p:cNvSpPr>
          <p:nvPr>
            <p:ph type="body" idx="16391"/>
            <p:custDataLst>
              <p:tags r:id="rId7"/>
            </p:custDataLst>
          </p:nvPr>
        </p:nvSpPr>
        <p:spPr/>
        <p:txBody>
          <a:bodyPr>
            <a:normAutofit/>
          </a:bodyPr>
          <a:p>
            <a:r>
              <a:rPr lang="zh-CN" altLang="en-US">
                <a:solidFill>
                  <a:schemeClr val="tx1"/>
                </a:solidFill>
              </a:rPr>
              <a:t>Spectre V1/V2（分支预测）和Meltdown（乱序执行），通过CPU推测执行机制获取未授权数据。</a:t>
            </a:r>
            <a:endParaRPr lang="zh-CN" altLang="en-US">
              <a:solidFill>
                <a:schemeClr val="tx1"/>
              </a:solidFill>
            </a:endParaRPr>
          </a:p>
        </p:txBody>
      </p:sp>
      <p:sp>
        <p:nvSpPr>
          <p:cNvPr id="13" name="文本占位符 12"/>
          <p:cNvSpPr>
            <a:spLocks noGrp="1"/>
          </p:cNvSpPr>
          <p:nvPr>
            <p:ph type="body" idx="16392"/>
            <p:custDataLst>
              <p:tags r:id="rId8"/>
            </p:custDataLst>
          </p:nvPr>
        </p:nvSpPr>
        <p:spPr/>
        <p:txBody>
          <a:bodyPr>
            <a:normAutofit/>
          </a:bodyPr>
          <a:p>
            <a:r>
              <a:rPr lang="zh-CN" altLang="en-US">
                <a:solidFill>
                  <a:schemeClr val="tx1"/>
                </a:solidFill>
              </a:rPr>
              <a:t>端口争用攻击典型案例</a:t>
            </a:r>
            <a:endParaRPr lang="zh-CN" altLang="en-US">
              <a:solidFill>
                <a:schemeClr val="tx1"/>
              </a:solidFill>
            </a:endParaRPr>
          </a:p>
        </p:txBody>
      </p:sp>
      <p:sp>
        <p:nvSpPr>
          <p:cNvPr id="14" name="文本占位符 13"/>
          <p:cNvSpPr>
            <a:spLocks noGrp="1"/>
          </p:cNvSpPr>
          <p:nvPr>
            <p:ph type="body" idx="16393"/>
            <p:custDataLst>
              <p:tags r:id="rId9"/>
            </p:custDataLst>
          </p:nvPr>
        </p:nvSpPr>
        <p:spPr/>
        <p:txBody>
          <a:bodyPr>
            <a:normAutofit/>
          </a:bodyPr>
          <a:p>
            <a:r>
              <a:rPr lang="zh-CN" altLang="en-US">
                <a:solidFill>
                  <a:schemeClr val="tx1"/>
                </a:solidFill>
              </a:rPr>
              <a:t>利用CPU执行单元竞争，通过监控端口使用情况推断敏感信息。</a:t>
            </a:r>
            <a:endParaRPr lang="zh-CN" altLang="en-US">
              <a:solidFill>
                <a:schemeClr val="tx1"/>
              </a:solidFill>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02 VMSCAPE漏洞</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90600" y="152400"/>
            <a:ext cx="10972800" cy="609600"/>
          </a:xfrm>
        </p:spPr>
        <p:txBody>
          <a:bodyPr>
            <a:normAutofit/>
          </a:bodyPr>
          <a:p>
            <a:r>
              <a:rPr lang="zh-CN" altLang="en-US">
                <a:solidFill>
                  <a:schemeClr val="bg1"/>
                </a:solidFill>
              </a:rPr>
              <a:t>漏洞</a:t>
            </a:r>
            <a:r>
              <a:rPr lang="zh-CN" altLang="en-US">
                <a:solidFill>
                  <a:schemeClr val="bg1"/>
                </a:solidFill>
                <a:cs typeface="Arial" panose="020B0604020202020204" pitchFamily="34" charset="0"/>
              </a:rPr>
              <a:t>来源</a:t>
            </a:r>
            <a:endParaRPr lang="zh-CN" altLang="en-US">
              <a:solidFill>
                <a:schemeClr val="bg1"/>
              </a:solidFill>
            </a:endParaRPr>
          </a:p>
        </p:txBody>
      </p:sp>
      <p:pic>
        <p:nvPicPr>
          <p:cNvPr id="21" name="图片 20" descr="post_object_image_87584836"/>
          <p:cNvPicPr>
            <a:picLocks noChangeAspect="1"/>
          </p:cNvPicPr>
          <p:nvPr/>
        </p:nvPicPr>
        <p:blipFill>
          <a:blip r:embed="rId2"/>
          <a:stretch>
            <a:fillRect/>
          </a:stretch>
        </p:blipFill>
        <p:spPr>
          <a:xfrm>
            <a:off x="0" y="2249593"/>
            <a:ext cx="4972050" cy="2476500"/>
          </a:xfrm>
          <a:prstGeom prst="rect">
            <a:avLst/>
          </a:prstGeom>
        </p:spPr>
      </p:pic>
      <p:sp>
        <p:nvSpPr>
          <p:cNvPr id="22" name="文本框 21"/>
          <p:cNvSpPr txBox="1"/>
          <p:nvPr/>
        </p:nvSpPr>
        <p:spPr>
          <a:xfrm>
            <a:off x="5048250" y="1788583"/>
            <a:ext cx="7042150" cy="1476375"/>
          </a:xfrm>
          <a:prstGeom prst="rect">
            <a:avLst/>
          </a:prstGeom>
          <a:noFill/>
        </p:spPr>
        <p:txBody>
          <a:bodyPr wrap="square" rtlCol="0" anchor="t">
            <a:noAutofit/>
          </a:bodyPr>
          <a:p>
            <a:r>
              <a:rPr lang="zh-CN" altLang="en-US"/>
              <a:t>为确保机密性和完整性，计算系统必须强制隔离不同保护域中的实体。在多数场景中，重点在于区分用户域与管理员域（即环</a:t>
            </a:r>
            <a:r>
              <a:rPr lang="en-US" altLang="zh-CN"/>
              <a:t>0</a:t>
            </a:r>
            <a:r>
              <a:rPr lang="zh-CN" altLang="en-US"/>
              <a:t>与环</a:t>
            </a:r>
            <a:r>
              <a:rPr lang="en-US" altLang="zh-CN"/>
              <a:t>3</a:t>
            </a:r>
            <a:r>
              <a:rPr lang="zh-CN" altLang="en-US"/>
              <a:t>）。然而在考虑虚拟化环境时，必须扩展这一抽象概念以涵盖客户机执行。</a:t>
            </a:r>
            <a:endParaRPr lang="zh-CN" altLang="en-US"/>
          </a:p>
          <a:p>
            <a:r>
              <a:rPr lang="zh-CN" altLang="en-US"/>
              <a:t>用户域包含主机用户</a:t>
            </a:r>
            <a:r>
              <a:rPr lang="en-US" altLang="zh-CN"/>
              <a:t> </a:t>
            </a:r>
            <a:r>
              <a:rPr lang="zh-CN" altLang="en-US"/>
              <a:t>（</a:t>
            </a:r>
            <a:r>
              <a:rPr lang="en-US" altLang="zh-CN"/>
              <a:t>HU</a:t>
            </a:r>
            <a:r>
              <a:rPr lang="zh-CN" altLang="en-US"/>
              <a:t>）和访客用户（</a:t>
            </a:r>
            <a:r>
              <a:rPr lang="en-US" altLang="zh-CN"/>
              <a:t>GU</a:t>
            </a:r>
            <a:r>
              <a:rPr lang="zh-CN" altLang="en-US"/>
              <a:t>）域，而管理员域则包含主机管理员（</a:t>
            </a:r>
            <a:r>
              <a:rPr lang="en-US" altLang="zh-CN"/>
              <a:t>HS</a:t>
            </a:r>
            <a:r>
              <a:rPr lang="zh-CN" altLang="en-US"/>
              <a:t>）和访客管理员（</a:t>
            </a:r>
            <a:r>
              <a:rPr lang="en-US" altLang="zh-CN"/>
              <a:t>GS</a:t>
            </a:r>
            <a:r>
              <a:rPr lang="zh-CN" altLang="en-US"/>
              <a:t>）域。</a:t>
            </a:r>
            <a:endParaRPr lang="zh-CN" altLang="en-US"/>
          </a:p>
        </p:txBody>
      </p:sp>
      <p:sp>
        <p:nvSpPr>
          <p:cNvPr id="23" name="文本框 22"/>
          <p:cNvSpPr txBox="1"/>
          <p:nvPr/>
        </p:nvSpPr>
        <p:spPr>
          <a:xfrm>
            <a:off x="5048250" y="3577167"/>
            <a:ext cx="7042150" cy="922020"/>
          </a:xfrm>
          <a:prstGeom prst="rect">
            <a:avLst/>
          </a:prstGeom>
          <a:noFill/>
        </p:spPr>
        <p:txBody>
          <a:bodyPr wrap="square" rtlCol="0" anchor="t">
            <a:noAutofit/>
          </a:bodyPr>
          <a:p>
            <a:r>
              <a:rPr lang="zh-CN" altLang="en-US"/>
              <a:t>但现有的分支预测隔离机制过于粗粒度</a:t>
            </a:r>
            <a:r>
              <a:rPr lang="en-US" altLang="zh-CN"/>
              <a:t>——</a:t>
            </a:r>
            <a:r>
              <a:rPr lang="zh-CN" altLang="en-US"/>
              <a:t>它们将虚拟机管理程序和虚拟机视为整体实体，</a:t>
            </a:r>
            <a:endParaRPr lang="zh-CN" altLang="en-US"/>
          </a:p>
          <a:p>
            <a:endParaRPr lang="zh-CN" altLang="en-US"/>
          </a:p>
          <a:p>
            <a:endParaRPr lang="zh-CN" altLang="en-US"/>
          </a:p>
          <a:p>
            <a:endParaRPr lang="zh-CN" altLang="en-US"/>
          </a:p>
          <a:p>
            <a:endParaRPr lang="zh-CN" altLang="en-US"/>
          </a:p>
          <a:p>
            <a:r>
              <a:rPr lang="en-US" altLang="zh-CN"/>
              <a:t>BPU </a:t>
            </a:r>
            <a:r>
              <a:rPr lang="zh-CN" altLang="en-US"/>
              <a:t>中缺乏完善的主机</a:t>
            </a:r>
            <a:r>
              <a:rPr lang="en-US" altLang="zh-CN"/>
              <a:t>-</a:t>
            </a:r>
            <a:r>
              <a:rPr lang="zh-CN" altLang="en-US"/>
              <a:t>客户机隔离机制。</a:t>
            </a:r>
            <a:endParaRPr lang="zh-CN" altLang="en-US"/>
          </a:p>
        </p:txBody>
      </p:sp>
      <p:pic>
        <p:nvPicPr>
          <p:cNvPr id="24" name="图片 23" descr="post_object_image_1033600282"/>
          <p:cNvPicPr>
            <a:picLocks noChangeAspect="1"/>
          </p:cNvPicPr>
          <p:nvPr/>
        </p:nvPicPr>
        <p:blipFill>
          <a:blip r:embed="rId3"/>
          <a:stretch>
            <a:fillRect/>
          </a:stretch>
        </p:blipFill>
        <p:spPr>
          <a:xfrm>
            <a:off x="5048250" y="4291753"/>
            <a:ext cx="4705350" cy="876300"/>
          </a:xfrm>
          <a:prstGeom prst="rect">
            <a:avLst/>
          </a:prstGeom>
        </p:spPr>
      </p:pic>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56453" y="1043214"/>
            <a:ext cx="7278914" cy="2330904"/>
          </a:xfrm>
          <a:prstGeom prst="rect">
            <a:avLst/>
          </a:prstGeom>
          <a:noFill/>
        </p:spPr>
        <p:txBody>
          <a:bodyPr wrap="square" rtlCol="0" anchor="t">
            <a:noAutofit/>
          </a:bodyPr>
          <a:p>
            <a:r>
              <a:rPr lang="zh-CN" altLang="en-US"/>
              <a:t>现代处理器使用分支预测系统提高处理器效率。</a:t>
            </a:r>
            <a:endParaRPr lang="zh-CN" altLang="en-US"/>
          </a:p>
          <a:p>
            <a:r>
              <a:rPr lang="zh-CN" altLang="en-US"/>
              <a:t>分支预测系统：</a:t>
            </a:r>
            <a:r>
              <a:rPr lang="en-US" altLang="zh-CN"/>
              <a:t>BTB</a:t>
            </a:r>
            <a:r>
              <a:rPr lang="zh-CN" altLang="en-US"/>
              <a:t>（目标地址预测）、</a:t>
            </a:r>
            <a:r>
              <a:rPr lang="en-US" altLang="zh-CN"/>
              <a:t>IBP</a:t>
            </a:r>
            <a:r>
              <a:rPr lang="zh-CN" altLang="en-US"/>
              <a:t>（跳转方向预测）和</a:t>
            </a:r>
            <a:r>
              <a:rPr lang="en-US" altLang="zh-CN"/>
              <a:t>BHB</a:t>
            </a:r>
            <a:r>
              <a:rPr lang="zh-CN" altLang="en-US"/>
              <a:t>（记录全局历史模式）</a:t>
            </a:r>
            <a:endParaRPr lang="zh-CN" altLang="en-US"/>
          </a:p>
          <a:p>
            <a:r>
              <a:rPr lang="zh-CN" altLang="en-US"/>
              <a:t>恶意用户提前训练预测轨迹来诱导</a:t>
            </a:r>
            <a:r>
              <a:rPr lang="en-US" altLang="zh-CN"/>
              <a:t>BPU</a:t>
            </a:r>
            <a:r>
              <a:rPr lang="zh-CN" altLang="en-US"/>
              <a:t>（分支预测单元），在用户进程切换之后，由于虚拟化切换（</a:t>
            </a:r>
            <a:r>
              <a:rPr lang="en-US" altLang="zh-CN"/>
              <a:t>VMExit</a:t>
            </a:r>
            <a:r>
              <a:rPr lang="zh-CN" altLang="en-US"/>
              <a:t>）未清空</a:t>
            </a:r>
            <a:r>
              <a:rPr lang="en-US" altLang="zh-CN"/>
              <a:t>BPU</a:t>
            </a:r>
            <a:r>
              <a:rPr lang="zh-CN" altLang="en-US"/>
              <a:t>状态（不完全隔离），</a:t>
            </a:r>
            <a:r>
              <a:rPr lang="zh-CN" altLang="en-US"/>
              <a:t>造成分支预测跨域污染。</a:t>
            </a:r>
            <a:endParaRPr lang="zh-CN" altLang="en-US"/>
          </a:p>
          <a:p>
            <a:r>
              <a:rPr lang="zh-CN" altLang="en-US"/>
              <a:t>最终通过</a:t>
            </a:r>
            <a:r>
              <a:rPr lang="en-US" altLang="zh-CN"/>
              <a:t>flush</a:t>
            </a:r>
            <a:r>
              <a:rPr lang="zh-CN" altLang="en-US"/>
              <a:t>+</a:t>
            </a:r>
            <a:r>
              <a:rPr lang="en-US" altLang="zh-CN"/>
              <a:t>reload</a:t>
            </a:r>
            <a:r>
              <a:rPr lang="zh-CN" altLang="en-US"/>
              <a:t>缓存攻击来泄露敏感数据。</a:t>
            </a:r>
            <a:endParaRPr lang="zh-CN" altLang="en-US"/>
          </a:p>
        </p:txBody>
      </p:sp>
      <p:sp>
        <p:nvSpPr>
          <p:cNvPr id="3" name="文本框 2"/>
          <p:cNvSpPr txBox="1"/>
          <p:nvPr/>
        </p:nvSpPr>
        <p:spPr>
          <a:xfrm>
            <a:off x="963083" y="158750"/>
            <a:ext cx="7315200" cy="645160"/>
          </a:xfrm>
          <a:prstGeom prst="rect">
            <a:avLst/>
          </a:prstGeom>
          <a:noFill/>
        </p:spPr>
        <p:txBody>
          <a:bodyPr wrap="square" rtlCol="0" anchor="t">
            <a:spAutoFit/>
          </a:bodyPr>
          <a:p>
            <a:r>
              <a:rPr lang="zh-CN" altLang="en-US" sz="3600">
                <a:solidFill>
                  <a:srgbClr val="FFFFFF"/>
                </a:solidFill>
              </a:rPr>
              <a:t>漏洞来源</a:t>
            </a:r>
            <a:endParaRPr lang="zh-CN" altLang="en-US" sz="3600">
              <a:solidFill>
                <a:srgbClr val="FFFFFF"/>
              </a:solidFill>
            </a:endParaRPr>
          </a:p>
        </p:txBody>
      </p:sp>
      <p:pic>
        <p:nvPicPr>
          <p:cNvPr id="4" name="图片 3" descr="post_object_image_1698833701"/>
          <p:cNvPicPr>
            <a:picLocks noChangeAspect="1"/>
          </p:cNvPicPr>
          <p:nvPr/>
        </p:nvPicPr>
        <p:blipFill>
          <a:blip r:embed="rId1"/>
          <a:stretch>
            <a:fillRect/>
          </a:stretch>
        </p:blipFill>
        <p:spPr>
          <a:xfrm>
            <a:off x="0" y="919843"/>
            <a:ext cx="4552950" cy="4800600"/>
          </a:xfrm>
          <a:prstGeom prst="rect">
            <a:avLst/>
          </a:prstGeom>
        </p:spPr>
      </p:pic>
      <p:pic>
        <p:nvPicPr>
          <p:cNvPr id="5" name="图片 4" descr="post_object_image_658321649"/>
          <p:cNvPicPr>
            <a:picLocks noChangeAspect="1"/>
          </p:cNvPicPr>
          <p:nvPr/>
        </p:nvPicPr>
        <p:blipFill>
          <a:blip r:embed="rId2"/>
          <a:stretch>
            <a:fillRect/>
          </a:stretch>
        </p:blipFill>
        <p:spPr>
          <a:xfrm>
            <a:off x="5733642" y="3228975"/>
            <a:ext cx="5324475" cy="32480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4033431742"/>
          <p:cNvPicPr>
            <a:picLocks noChangeAspect="1"/>
          </p:cNvPicPr>
          <p:nvPr/>
        </p:nvPicPr>
        <p:blipFill>
          <a:blip r:embed="rId1"/>
          <a:stretch>
            <a:fillRect/>
          </a:stretch>
        </p:blipFill>
        <p:spPr>
          <a:xfrm>
            <a:off x="0" y="914400"/>
            <a:ext cx="6077041" cy="4125051"/>
          </a:xfrm>
          <a:prstGeom prst="rect">
            <a:avLst/>
          </a:prstGeom>
        </p:spPr>
      </p:pic>
      <p:pic>
        <p:nvPicPr>
          <p:cNvPr id="3" name="图片 2" descr="post_object_image_574509348"/>
          <p:cNvPicPr>
            <a:picLocks noChangeAspect="1"/>
          </p:cNvPicPr>
          <p:nvPr/>
        </p:nvPicPr>
        <p:blipFill>
          <a:blip r:embed="rId2"/>
          <a:stretch>
            <a:fillRect/>
          </a:stretch>
        </p:blipFill>
        <p:spPr>
          <a:xfrm>
            <a:off x="6222184" y="914400"/>
            <a:ext cx="5969816" cy="4125017"/>
          </a:xfrm>
          <a:prstGeom prst="rect">
            <a:avLst/>
          </a:prstGeom>
        </p:spPr>
      </p:pic>
      <p:sp>
        <p:nvSpPr>
          <p:cNvPr id="4" name="文本框 3"/>
          <p:cNvSpPr txBox="1"/>
          <p:nvPr/>
        </p:nvSpPr>
        <p:spPr>
          <a:xfrm>
            <a:off x="955040" y="294640"/>
            <a:ext cx="8051165" cy="368300"/>
          </a:xfrm>
          <a:prstGeom prst="rect">
            <a:avLst/>
          </a:prstGeom>
          <a:noFill/>
        </p:spPr>
        <p:txBody>
          <a:bodyPr wrap="square" rtlCol="0">
            <a:spAutoFit/>
          </a:bodyPr>
          <a:p>
            <a:r>
              <a:rPr lang="zh-CN" altLang="en-US">
                <a:solidFill>
                  <a:schemeClr val="bg1"/>
                </a:solidFill>
              </a:rPr>
              <a:t>针对不同微架构，不同的隔离级别与威胁模型受幽灵</a:t>
            </a:r>
            <a:r>
              <a:rPr lang="en-US" altLang="zh-CN">
                <a:solidFill>
                  <a:schemeClr val="bg1"/>
                </a:solidFill>
              </a:rPr>
              <a:t>-BTI</a:t>
            </a:r>
            <a:r>
              <a:rPr lang="zh-CN" altLang="en-US">
                <a:solidFill>
                  <a:schemeClr val="bg1"/>
                </a:solidFill>
              </a:rPr>
              <a:t>的攻击情况</a:t>
            </a:r>
            <a:endParaRPr lang="zh-CN" altLang="en-US">
              <a:solidFill>
                <a:schemeClr val="bg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90600" y="152400"/>
            <a:ext cx="10972800" cy="609600"/>
          </a:xfrm>
        </p:spPr>
        <p:txBody>
          <a:bodyPr>
            <a:normAutofit/>
          </a:bodyPr>
          <a:p>
            <a:r>
              <a:rPr lang="zh-CN" altLang="en-US">
                <a:solidFill>
                  <a:schemeClr val="bg1"/>
                </a:solidFill>
              </a:rPr>
              <a:t>漏洞概述与分类</a:t>
            </a:r>
            <a:endParaRPr lang="zh-CN" altLang="en-US">
              <a:solidFill>
                <a:schemeClr val="bg1"/>
              </a:solidFill>
            </a:endParaRPr>
          </a:p>
        </p:txBody>
      </p:sp>
      <p:sp>
        <p:nvSpPr>
          <p:cNvPr id="3" name="装饰  5"/>
          <p:cNvSpPr>
            <a:spLocks noGrp="1"/>
          </p:cNvSpPr>
          <p:nvPr>
            <p:ph type="body" idx="16392"/>
            <p:custDataLst>
              <p:tags r:id="rId2"/>
            </p:custDataLst>
          </p:nvPr>
        </p:nvSpPr>
        <p:spPr/>
        <p:txBody>
          <a:bodyPr/>
          <a:p>
            <a:r>
              <a:rPr lang="zh-CN" altLang="en-US">
                <a:solidFill>
                  <a:schemeClr val="tx1"/>
                </a:solidFill>
              </a:rPr>
              <a:t> </a:t>
            </a:r>
            <a:endParaRPr lang="zh-CN" altLang="en-US">
              <a:solidFill>
                <a:schemeClr val="tx1"/>
              </a:solidFill>
            </a:endParaRPr>
          </a:p>
        </p:txBody>
      </p:sp>
      <p:sp>
        <p:nvSpPr>
          <p:cNvPr id="4" name="文本占位符 3"/>
          <p:cNvSpPr>
            <a:spLocks noGrp="1"/>
          </p:cNvSpPr>
          <p:nvPr>
            <p:ph type="body" idx="16386"/>
            <p:custDataLst>
              <p:tags r:id="rId3"/>
            </p:custDataLst>
          </p:nvPr>
        </p:nvSpPr>
        <p:spPr/>
        <p:txBody>
          <a:bodyPr>
            <a:normAutofit fontScale="80000"/>
          </a:bodyPr>
          <a:p>
            <a:r>
              <a:rPr lang="zh-CN" altLang="en-US">
                <a:solidFill>
                  <a:schemeClr val="tx1"/>
                </a:solidFill>
              </a:rPr>
              <a:t>VMSCAPE漏洞基本信息</a:t>
            </a:r>
            <a:endParaRPr lang="zh-CN" altLang="en-US">
              <a:solidFill>
                <a:schemeClr val="tx1"/>
              </a:solidFill>
            </a:endParaRPr>
          </a:p>
        </p:txBody>
      </p:sp>
      <p:sp>
        <p:nvSpPr>
          <p:cNvPr id="5" name="文本占位符 4"/>
          <p:cNvSpPr>
            <a:spLocks noGrp="1"/>
          </p:cNvSpPr>
          <p:nvPr>
            <p:ph type="body" idx="16387"/>
            <p:custDataLst>
              <p:tags r:id="rId4"/>
            </p:custDataLst>
          </p:nvPr>
        </p:nvSpPr>
        <p:spPr/>
        <p:txBody>
          <a:bodyPr>
            <a:normAutofit/>
          </a:bodyPr>
          <a:p>
            <a:r>
              <a:rPr lang="zh-CN" altLang="en-US">
                <a:solidFill>
                  <a:schemeClr val="tx1"/>
                </a:solidFill>
              </a:rPr>
              <a:t>VMSCAPE（CVE-2025-40300）是针对AMD Zen 1-5处理器分支预测器隔离不完整的Spectre-BTI漏洞，允许恶意虚拟机通过虚拟分支目标注入（vBTI）原语从主机QEMU进程泄漏任意内存。</a:t>
            </a:r>
            <a:endParaRPr lang="zh-CN" altLang="en-US">
              <a:solidFill>
                <a:schemeClr val="tx1"/>
              </a:solidFill>
            </a:endParaRPr>
          </a:p>
        </p:txBody>
      </p:sp>
      <p:sp>
        <p:nvSpPr>
          <p:cNvPr id="6" name="装饰  8"/>
          <p:cNvSpPr>
            <a:spLocks noGrp="1"/>
          </p:cNvSpPr>
          <p:nvPr>
            <p:ph type="body" idx="16393"/>
            <p:custDataLst>
              <p:tags r:id="rId5"/>
            </p:custDataLst>
          </p:nvPr>
        </p:nvSpPr>
        <p:spPr/>
        <p:txBody>
          <a:bodyPr/>
          <a:p>
            <a:r>
              <a:rPr lang="zh-CN" altLang="en-US">
                <a:solidFill>
                  <a:schemeClr val="tx1"/>
                </a:solidFill>
              </a:rPr>
              <a:t> </a:t>
            </a:r>
            <a:endParaRPr lang="zh-CN" altLang="en-US">
              <a:solidFill>
                <a:schemeClr val="tx1"/>
              </a:solidFill>
            </a:endParaRPr>
          </a:p>
        </p:txBody>
      </p:sp>
      <p:sp>
        <p:nvSpPr>
          <p:cNvPr id="7" name="文本占位符 6"/>
          <p:cNvSpPr>
            <a:spLocks noGrp="1"/>
          </p:cNvSpPr>
          <p:nvPr>
            <p:ph type="body" idx="16388"/>
            <p:custDataLst>
              <p:tags r:id="rId6"/>
            </p:custDataLst>
          </p:nvPr>
        </p:nvSpPr>
        <p:spPr/>
        <p:txBody>
          <a:bodyPr>
            <a:normAutofit/>
          </a:bodyPr>
          <a:p>
            <a:r>
              <a:rPr lang="zh-CN" altLang="en-US" sz="1900">
                <a:solidFill>
                  <a:schemeClr val="tx1"/>
                </a:solidFill>
              </a:rPr>
              <a:t>三种威胁模型</a:t>
            </a:r>
            <a:endParaRPr lang="zh-CN" altLang="en-US" sz="1900">
              <a:solidFill>
                <a:schemeClr val="tx1"/>
              </a:solidFill>
            </a:endParaRPr>
          </a:p>
        </p:txBody>
      </p:sp>
      <p:sp>
        <p:nvSpPr>
          <p:cNvPr id="8" name="文本占位符 7"/>
          <p:cNvSpPr>
            <a:spLocks noGrp="1"/>
          </p:cNvSpPr>
          <p:nvPr>
            <p:ph type="body" idx="16389"/>
            <p:custDataLst>
              <p:tags r:id="rId7"/>
            </p:custDataLst>
          </p:nvPr>
        </p:nvSpPr>
        <p:spPr/>
        <p:txBody>
          <a:bodyPr>
            <a:normAutofit/>
          </a:bodyPr>
          <a:p>
            <a:r>
              <a:rPr lang="zh-CN" altLang="en-US">
                <a:solidFill>
                  <a:schemeClr val="tx1"/>
                </a:solidFill>
              </a:rPr>
              <a:t>TMG→H：攻击者控制客户机虚拟机针对主机系统；TMH→G：恶意主机针对客户机攻击；</a:t>
            </a:r>
            <a:endParaRPr lang="zh-CN" altLang="en-US">
              <a:solidFill>
                <a:schemeClr val="tx1"/>
              </a:solidFill>
            </a:endParaRPr>
          </a:p>
          <a:p>
            <a:r>
              <a:rPr lang="zh-CN" altLang="en-US">
                <a:solidFill>
                  <a:schemeClr val="tx1"/>
                </a:solidFill>
              </a:rPr>
              <a:t>TMG1→G2：恶意VM攻击同一主机上的其他VM。</a:t>
            </a:r>
            <a:endParaRPr lang="zh-CN" altLang="en-US">
              <a:solidFill>
                <a:schemeClr val="tx1"/>
              </a:solidFill>
            </a:endParaRPr>
          </a:p>
        </p:txBody>
      </p:sp>
      <p:sp>
        <p:nvSpPr>
          <p:cNvPr id="9" name="装饰  1"/>
          <p:cNvSpPr>
            <a:spLocks noGrp="1"/>
          </p:cNvSpPr>
          <p:nvPr>
            <p:ph type="body" idx="16394"/>
            <p:custDataLst>
              <p:tags r:id="rId8"/>
            </p:custDataLst>
          </p:nvPr>
        </p:nvSpPr>
        <p:spPr/>
        <p:txBody>
          <a:bodyPr/>
          <a:p>
            <a:r>
              <a:rPr lang="zh-CN" altLang="en-US">
                <a:solidFill>
                  <a:schemeClr val="tx1"/>
                </a:solidFill>
              </a:rPr>
              <a:t> </a:t>
            </a:r>
            <a:endParaRPr lang="zh-CN" altLang="en-US">
              <a:solidFill>
                <a:schemeClr val="tx1"/>
              </a:solidFill>
            </a:endParaRPr>
          </a:p>
        </p:txBody>
      </p:sp>
      <p:sp>
        <p:nvSpPr>
          <p:cNvPr id="10" name="文本占位符 9"/>
          <p:cNvSpPr>
            <a:spLocks noGrp="1"/>
          </p:cNvSpPr>
          <p:nvPr>
            <p:ph type="body" idx="16390"/>
            <p:custDataLst>
              <p:tags r:id="rId9"/>
            </p:custDataLst>
          </p:nvPr>
        </p:nvSpPr>
        <p:spPr/>
        <p:txBody>
          <a:bodyPr>
            <a:normAutofit/>
          </a:bodyPr>
          <a:p>
            <a:r>
              <a:rPr lang="zh-CN" altLang="en-US" sz="1900">
                <a:solidFill>
                  <a:schemeClr val="tx1"/>
                </a:solidFill>
              </a:rPr>
              <a:t>五种攻击场景</a:t>
            </a:r>
            <a:endParaRPr lang="zh-CN" altLang="en-US" sz="1900">
              <a:solidFill>
                <a:schemeClr val="tx1"/>
              </a:solidFill>
            </a:endParaRPr>
          </a:p>
        </p:txBody>
      </p:sp>
      <p:sp>
        <p:nvSpPr>
          <p:cNvPr id="11" name="文本占位符 10"/>
          <p:cNvSpPr>
            <a:spLocks noGrp="1"/>
          </p:cNvSpPr>
          <p:nvPr>
            <p:ph type="body" idx="16391"/>
            <p:custDataLst>
              <p:tags r:id="rId10"/>
            </p:custDataLst>
          </p:nvPr>
        </p:nvSpPr>
        <p:spPr/>
        <p:txBody>
          <a:bodyPr>
            <a:normAutofit/>
          </a:bodyPr>
          <a:p>
            <a:r>
              <a:rPr lang="zh-CN" altLang="en-US">
                <a:solidFill>
                  <a:schemeClr val="tx1"/>
                </a:solidFill>
              </a:rPr>
              <a:t>包括TMG→H |主机进程、TMG→H | Hypervisor_user、TMG→H | Guest_Kernel、TMH→G | SEV-SNP过程、TMG1→G2 |客户进程，分别对应不同攻击对象与前提条件。</a:t>
            </a:r>
            <a:endParaRPr lang="zh-CN" altLang="en-US">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45243" y="107043"/>
            <a:ext cx="10972800" cy="609600"/>
          </a:xfrm>
        </p:spPr>
        <p:txBody>
          <a:bodyPr>
            <a:normAutofit/>
          </a:bodyPr>
          <a:p>
            <a:r>
              <a:rPr lang="zh-CN" altLang="en-US">
                <a:solidFill>
                  <a:schemeClr val="bg1"/>
                </a:solidFill>
              </a:rPr>
              <a:t>五种攻击场景及攻击</a:t>
            </a:r>
            <a:r>
              <a:rPr lang="zh-CN" altLang="en-US">
                <a:solidFill>
                  <a:schemeClr val="bg1"/>
                </a:solidFill>
              </a:rPr>
              <a:t>前提</a:t>
            </a:r>
            <a:endParaRPr lang="zh-CN" altLang="en-US">
              <a:solidFill>
                <a:schemeClr val="bg1"/>
              </a:solidFill>
            </a:endParaRPr>
          </a:p>
        </p:txBody>
      </p:sp>
      <p:pic>
        <p:nvPicPr>
          <p:cNvPr id="21" name="图片 20" descr="post_object_image_652340178"/>
          <p:cNvPicPr>
            <a:picLocks noChangeAspect="1"/>
          </p:cNvPicPr>
          <p:nvPr/>
        </p:nvPicPr>
        <p:blipFill>
          <a:blip r:embed="rId2"/>
          <a:stretch>
            <a:fillRect/>
          </a:stretch>
        </p:blipFill>
        <p:spPr>
          <a:xfrm>
            <a:off x="0" y="907596"/>
            <a:ext cx="12192000" cy="5950404"/>
          </a:xfrm>
          <a:prstGeom prst="rect">
            <a:avLst/>
          </a:prstGeom>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45243" y="107043"/>
            <a:ext cx="10972800" cy="609600"/>
          </a:xfrm>
        </p:spPr>
        <p:txBody>
          <a:bodyPr>
            <a:normAutofit/>
          </a:bodyPr>
          <a:p>
            <a:r>
              <a:rPr lang="en-US" altLang="zh-CN">
                <a:solidFill>
                  <a:schemeClr val="bg1"/>
                </a:solidFill>
              </a:rPr>
              <a:t>vmscape</a:t>
            </a:r>
            <a:endParaRPr lang="zh-CN" altLang="en-US">
              <a:solidFill>
                <a:schemeClr val="bg1"/>
              </a:solidFill>
            </a:endParaRPr>
          </a:p>
        </p:txBody>
      </p:sp>
      <p:pic>
        <p:nvPicPr>
          <p:cNvPr id="5" name="图片 4" descr="post_object_image_1596168206"/>
          <p:cNvPicPr>
            <a:picLocks noChangeAspect="1"/>
          </p:cNvPicPr>
          <p:nvPr/>
        </p:nvPicPr>
        <p:blipFill>
          <a:blip r:embed="rId2"/>
          <a:stretch>
            <a:fillRect/>
          </a:stretch>
        </p:blipFill>
        <p:spPr>
          <a:xfrm>
            <a:off x="0" y="4645206"/>
            <a:ext cx="8718187" cy="2066925"/>
          </a:xfrm>
          <a:prstGeom prst="rect">
            <a:avLst/>
          </a:prstGeom>
        </p:spPr>
      </p:pic>
      <p:pic>
        <p:nvPicPr>
          <p:cNvPr id="3" name="图片 2" descr="post_object_image_2607485826"/>
          <p:cNvPicPr>
            <a:picLocks noChangeAspect="1"/>
          </p:cNvPicPr>
          <p:nvPr/>
        </p:nvPicPr>
        <p:blipFill>
          <a:blip r:embed="rId3"/>
          <a:stretch>
            <a:fillRect/>
          </a:stretch>
        </p:blipFill>
        <p:spPr>
          <a:xfrm>
            <a:off x="0" y="918708"/>
            <a:ext cx="8718217" cy="3590427"/>
          </a:xfrm>
          <a:prstGeom prst="rect">
            <a:avLst/>
          </a:prstGeom>
        </p:spPr>
      </p:pic>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14400" y="152400"/>
            <a:ext cx="10972800" cy="609600"/>
          </a:xfrm>
        </p:spPr>
        <p:txBody>
          <a:bodyPr>
            <a:normAutofit/>
          </a:bodyPr>
          <a:p>
            <a:r>
              <a:rPr lang="en-US" altLang="zh-CN">
                <a:solidFill>
                  <a:schemeClr val="bg1"/>
                </a:solidFill>
              </a:rPr>
              <a:t>vmscape</a:t>
            </a:r>
            <a:r>
              <a:rPr lang="zh-CN" altLang="en-US">
                <a:solidFill>
                  <a:schemeClr val="bg1"/>
                </a:solidFill>
              </a:rPr>
              <a:t>的</a:t>
            </a:r>
            <a:r>
              <a:rPr lang="en-US" altLang="zh-CN">
                <a:solidFill>
                  <a:schemeClr val="bg1"/>
                </a:solidFill>
              </a:rPr>
              <a:t>3</a:t>
            </a:r>
            <a:r>
              <a:rPr lang="zh-CN" altLang="en-US">
                <a:solidFill>
                  <a:schemeClr val="bg1"/>
                </a:solidFill>
              </a:rPr>
              <a:t>大</a:t>
            </a:r>
            <a:r>
              <a:rPr lang="zh-CN" altLang="en-US">
                <a:solidFill>
                  <a:schemeClr val="bg1"/>
                </a:solidFill>
              </a:rPr>
              <a:t>挑战</a:t>
            </a:r>
            <a:endParaRPr lang="zh-CN" altLang="en-US">
              <a:solidFill>
                <a:schemeClr val="bg1"/>
              </a:solidFill>
            </a:endParaRPr>
          </a:p>
        </p:txBody>
      </p:sp>
      <p:sp>
        <p:nvSpPr>
          <p:cNvPr id="3" name="装饰  5"/>
          <p:cNvSpPr>
            <a:spLocks noGrp="1"/>
          </p:cNvSpPr>
          <p:nvPr>
            <p:ph type="body" idx="16395"/>
            <p:custDataLst>
              <p:tags r:id="rId2"/>
            </p:custDataLst>
          </p:nvPr>
        </p:nvSpPr>
        <p:spPr/>
        <p:txBody>
          <a:bodyPr/>
          <a:p>
            <a:r>
              <a:rPr lang="zh-CN" altLang="en-US">
                <a:solidFill>
                  <a:schemeClr val="tx1"/>
                </a:solidFill>
              </a:rPr>
              <a:t> </a:t>
            </a:r>
            <a:endParaRPr lang="zh-CN" altLang="en-US">
              <a:solidFill>
                <a:schemeClr val="tx1"/>
              </a:solidFill>
            </a:endParaRPr>
          </a:p>
        </p:txBody>
      </p:sp>
      <p:sp>
        <p:nvSpPr>
          <p:cNvPr id="4" name="装饰  6"/>
          <p:cNvSpPr>
            <a:spLocks noGrp="1"/>
          </p:cNvSpPr>
          <p:nvPr>
            <p:ph type="body" idx="16396"/>
            <p:custDataLst>
              <p:tags r:id="rId3"/>
            </p:custDataLst>
          </p:nvPr>
        </p:nvSpPr>
        <p:spPr/>
        <p:txBody>
          <a:bodyPr/>
          <a:p>
            <a:r>
              <a:rPr lang="zh-CN" altLang="en-US">
                <a:solidFill>
                  <a:schemeClr val="bg1"/>
                </a:solidFill>
              </a:rPr>
              <a:t> </a:t>
            </a:r>
            <a:endParaRPr lang="zh-CN" altLang="en-US">
              <a:solidFill>
                <a:schemeClr val="bg1"/>
              </a:solidFill>
            </a:endParaRPr>
          </a:p>
        </p:txBody>
      </p:sp>
      <p:pic>
        <p:nvPicPr>
          <p:cNvPr id="25" name="图片占位符 24"/>
          <p:cNvPicPr/>
          <p:nvPr>
            <p:ph type="pic" idx="16394"/>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1127760" y="1978660"/>
            <a:ext cx="487680" cy="487680"/>
          </a:xfrm>
          <a:prstGeom prst="rect">
            <a:avLst/>
          </a:prstGeom>
        </p:spPr>
      </p:pic>
      <p:sp>
        <p:nvSpPr>
          <p:cNvPr id="6" name="文本占位符 5"/>
          <p:cNvSpPr>
            <a:spLocks noGrp="1"/>
          </p:cNvSpPr>
          <p:nvPr>
            <p:ph type="body" idx="16386"/>
            <p:custDataLst>
              <p:tags r:id="rId7"/>
            </p:custDataLst>
          </p:nvPr>
        </p:nvSpPr>
        <p:spPr/>
        <p:txBody>
          <a:bodyPr>
            <a:normAutofit/>
          </a:bodyPr>
          <a:p>
            <a:r>
              <a:rPr lang="zh-CN" altLang="en-US">
                <a:solidFill>
                  <a:schemeClr val="tx1"/>
                </a:solidFill>
              </a:rPr>
              <a:t>技术条件</a:t>
            </a:r>
            <a:endParaRPr lang="zh-CN" altLang="en-US">
              <a:solidFill>
                <a:schemeClr val="tx1"/>
              </a:solidFill>
            </a:endParaRPr>
          </a:p>
        </p:txBody>
      </p:sp>
      <p:sp>
        <p:nvSpPr>
          <p:cNvPr id="7" name="文本占位符 6"/>
          <p:cNvSpPr>
            <a:spLocks noGrp="1"/>
          </p:cNvSpPr>
          <p:nvPr>
            <p:ph type="body" idx="16387"/>
            <p:custDataLst>
              <p:tags r:id="rId8"/>
            </p:custDataLst>
          </p:nvPr>
        </p:nvSpPr>
        <p:spPr/>
        <p:txBody>
          <a:bodyPr>
            <a:normAutofit/>
          </a:bodyPr>
          <a:p>
            <a:r>
              <a:rPr lang="zh-CN" altLang="en-US">
                <a:solidFill>
                  <a:schemeClr val="tx1"/>
                </a:solidFill>
              </a:rPr>
              <a:t>需在VMEXIT和KVM退出操作中存在不充分的BTB消毒，且在同一线程场景下缺乏客户机与主机之间的BTB状态隔离。</a:t>
            </a:r>
            <a:endParaRPr lang="zh-CN" altLang="en-US">
              <a:solidFill>
                <a:schemeClr val="tx1"/>
              </a:solidFill>
            </a:endParaRPr>
          </a:p>
        </p:txBody>
      </p:sp>
      <p:sp>
        <p:nvSpPr>
          <p:cNvPr id="8" name="装饰  0"/>
          <p:cNvSpPr>
            <a:spLocks noGrp="1"/>
          </p:cNvSpPr>
          <p:nvPr>
            <p:ph type="body" idx="16398"/>
            <p:custDataLst>
              <p:tags r:id="rId9"/>
            </p:custDataLst>
          </p:nvPr>
        </p:nvSpPr>
        <p:spPr/>
        <p:txBody>
          <a:bodyPr/>
          <a:p>
            <a:r>
              <a:rPr lang="zh-CN" altLang="en-US">
                <a:solidFill>
                  <a:schemeClr val="bg1"/>
                </a:solidFill>
              </a:rPr>
              <a:t> </a:t>
            </a:r>
            <a:endParaRPr lang="zh-CN" altLang="en-US">
              <a:solidFill>
                <a:schemeClr val="bg1"/>
              </a:solidFill>
            </a:endParaRPr>
          </a:p>
        </p:txBody>
      </p:sp>
      <p:sp>
        <p:nvSpPr>
          <p:cNvPr id="9" name="装饰  1"/>
          <p:cNvSpPr>
            <a:spLocks noGrp="1"/>
          </p:cNvSpPr>
          <p:nvPr>
            <p:ph type="body" idx="16399"/>
            <p:custDataLst>
              <p:tags r:id="rId10"/>
            </p:custDataLst>
          </p:nvPr>
        </p:nvSpPr>
        <p:spPr/>
        <p:txBody>
          <a:bodyPr/>
          <a:p>
            <a:r>
              <a:rPr lang="zh-CN" altLang="en-US">
                <a:solidFill>
                  <a:schemeClr val="tx1"/>
                </a:solidFill>
              </a:rPr>
              <a:t> </a:t>
            </a:r>
            <a:endParaRPr lang="zh-CN" altLang="en-US">
              <a:solidFill>
                <a:schemeClr val="tx1"/>
              </a:solidFill>
            </a:endParaRPr>
          </a:p>
        </p:txBody>
      </p:sp>
      <p:pic>
        <p:nvPicPr>
          <p:cNvPr id="24" name="图片占位符 23"/>
          <p:cNvPicPr/>
          <p:nvPr>
            <p:ph type="pic" idx="16397"/>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766560" y="1978660"/>
            <a:ext cx="487680" cy="487680"/>
          </a:xfrm>
          <a:prstGeom prst="rect">
            <a:avLst/>
          </a:prstGeom>
        </p:spPr>
      </p:pic>
      <p:sp>
        <p:nvSpPr>
          <p:cNvPr id="11" name="文本占位符 10"/>
          <p:cNvSpPr>
            <a:spLocks noGrp="1"/>
          </p:cNvSpPr>
          <p:nvPr>
            <p:ph type="body" idx="16388"/>
            <p:custDataLst>
              <p:tags r:id="rId14"/>
            </p:custDataLst>
          </p:nvPr>
        </p:nvSpPr>
        <p:spPr/>
        <p:txBody>
          <a:bodyPr>
            <a:normAutofit/>
          </a:bodyPr>
          <a:p>
            <a:r>
              <a:rPr lang="zh-CN" altLang="en-US">
                <a:solidFill>
                  <a:schemeClr val="bg1"/>
                </a:solidFill>
              </a:rPr>
              <a:t>推测窗口挑战</a:t>
            </a:r>
            <a:endParaRPr lang="zh-CN" altLang="en-US">
              <a:solidFill>
                <a:schemeClr val="bg1"/>
              </a:solidFill>
            </a:endParaRPr>
          </a:p>
        </p:txBody>
      </p:sp>
      <p:sp>
        <p:nvSpPr>
          <p:cNvPr id="12" name="文本占位符 11"/>
          <p:cNvSpPr>
            <a:spLocks noGrp="1"/>
          </p:cNvSpPr>
          <p:nvPr>
            <p:ph type="body" idx="16389"/>
            <p:custDataLst>
              <p:tags r:id="rId15"/>
            </p:custDataLst>
          </p:nvPr>
        </p:nvSpPr>
        <p:spPr/>
        <p:txBody>
          <a:bodyPr>
            <a:normAutofit/>
          </a:bodyPr>
          <a:p>
            <a:r>
              <a:rPr lang="zh-CN" altLang="en-US">
                <a:solidFill>
                  <a:schemeClr val="bg1"/>
                </a:solidFill>
              </a:rPr>
              <a:t>受害者分支的推测窗口过短，当目标地址位于L1缓存时，仅允许执行单个依赖加载，不足以支持FLUSH+RELOAD侧信道攻击。</a:t>
            </a:r>
            <a:endParaRPr lang="zh-CN" altLang="en-US">
              <a:solidFill>
                <a:schemeClr val="bg1"/>
              </a:solidFill>
            </a:endParaRPr>
          </a:p>
        </p:txBody>
      </p:sp>
      <p:sp>
        <p:nvSpPr>
          <p:cNvPr id="13" name="装饰  5"/>
          <p:cNvSpPr>
            <a:spLocks noGrp="1"/>
          </p:cNvSpPr>
          <p:nvPr>
            <p:ph type="body" idx="16401"/>
            <p:custDataLst>
              <p:tags r:id="rId16"/>
            </p:custDataLst>
          </p:nvPr>
        </p:nvSpPr>
        <p:spPr/>
        <p:txBody>
          <a:bodyPr/>
          <a:p>
            <a:r>
              <a:rPr lang="zh-CN" altLang="en-US">
                <a:solidFill>
                  <a:schemeClr val="bg1"/>
                </a:solidFill>
              </a:rPr>
              <a:t> </a:t>
            </a:r>
            <a:endParaRPr lang="zh-CN" altLang="en-US">
              <a:solidFill>
                <a:schemeClr val="bg1"/>
              </a:solidFill>
            </a:endParaRPr>
          </a:p>
        </p:txBody>
      </p:sp>
      <p:sp>
        <p:nvSpPr>
          <p:cNvPr id="14" name="装饰  6"/>
          <p:cNvSpPr>
            <a:spLocks noGrp="1"/>
          </p:cNvSpPr>
          <p:nvPr>
            <p:ph type="body" idx="16402"/>
            <p:custDataLst>
              <p:tags r:id="rId17"/>
            </p:custDataLst>
          </p:nvPr>
        </p:nvSpPr>
        <p:spPr/>
        <p:txBody>
          <a:bodyPr/>
          <a:p>
            <a:r>
              <a:rPr lang="zh-CN" altLang="en-US">
                <a:solidFill>
                  <a:schemeClr val="tx1"/>
                </a:solidFill>
              </a:rPr>
              <a:t> </a:t>
            </a:r>
            <a:endParaRPr lang="zh-CN" altLang="en-US">
              <a:solidFill>
                <a:schemeClr val="tx1"/>
              </a:solidFill>
            </a:endParaRPr>
          </a:p>
        </p:txBody>
      </p:sp>
      <p:pic>
        <p:nvPicPr>
          <p:cNvPr id="23" name="图片占位符 22"/>
          <p:cNvPicPr/>
          <p:nvPr>
            <p:ph type="pic" idx="16400"/>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127760" y="4493260"/>
            <a:ext cx="487680" cy="487680"/>
          </a:xfrm>
          <a:prstGeom prst="rect">
            <a:avLst/>
          </a:prstGeom>
        </p:spPr>
      </p:pic>
      <p:sp>
        <p:nvSpPr>
          <p:cNvPr id="16" name="文本占位符 15"/>
          <p:cNvSpPr>
            <a:spLocks noGrp="1"/>
          </p:cNvSpPr>
          <p:nvPr>
            <p:ph type="body" idx="16390"/>
            <p:custDataLst>
              <p:tags r:id="rId21"/>
            </p:custDataLst>
          </p:nvPr>
        </p:nvSpPr>
        <p:spPr/>
        <p:txBody>
          <a:bodyPr>
            <a:normAutofit/>
          </a:bodyPr>
          <a:p>
            <a:r>
              <a:rPr lang="zh-CN" altLang="en-US">
                <a:solidFill>
                  <a:schemeClr val="bg1"/>
                </a:solidFill>
              </a:rPr>
              <a:t>漏洞利用链构建挑战</a:t>
            </a:r>
            <a:endParaRPr lang="zh-CN" altLang="en-US">
              <a:solidFill>
                <a:schemeClr val="bg1"/>
              </a:solidFill>
            </a:endParaRPr>
          </a:p>
        </p:txBody>
      </p:sp>
      <p:sp>
        <p:nvSpPr>
          <p:cNvPr id="17" name="文本占位符 16"/>
          <p:cNvSpPr>
            <a:spLocks noGrp="1"/>
          </p:cNvSpPr>
          <p:nvPr>
            <p:ph type="body" idx="16391"/>
            <p:custDataLst>
              <p:tags r:id="rId22"/>
            </p:custDataLst>
          </p:nvPr>
        </p:nvSpPr>
        <p:spPr/>
        <p:txBody>
          <a:bodyPr>
            <a:normAutofit/>
          </a:bodyPr>
          <a:p>
            <a:r>
              <a:rPr lang="zh-CN" altLang="en-US">
                <a:solidFill>
                  <a:schemeClr val="bg1"/>
                </a:solidFill>
              </a:rPr>
              <a:t>需确定由侧信道、推测装置和披露装置组成的合适漏洞利用链。</a:t>
            </a:r>
            <a:endParaRPr lang="zh-CN" altLang="en-US">
              <a:solidFill>
                <a:schemeClr val="bg1"/>
              </a:solidFill>
            </a:endParaRPr>
          </a:p>
        </p:txBody>
      </p:sp>
      <p:sp>
        <p:nvSpPr>
          <p:cNvPr id="18" name="装饰  0"/>
          <p:cNvSpPr>
            <a:spLocks noGrp="1"/>
          </p:cNvSpPr>
          <p:nvPr>
            <p:ph type="body" idx="16404"/>
            <p:custDataLst>
              <p:tags r:id="rId23"/>
            </p:custDataLst>
          </p:nvPr>
        </p:nvSpPr>
        <p:spPr/>
        <p:txBody>
          <a:bodyPr/>
          <a:p>
            <a:r>
              <a:rPr lang="zh-CN" altLang="en-US">
                <a:solidFill>
                  <a:schemeClr val="tx1"/>
                </a:solidFill>
              </a:rPr>
              <a:t> </a:t>
            </a:r>
            <a:endParaRPr lang="zh-CN" altLang="en-US">
              <a:solidFill>
                <a:schemeClr val="tx1"/>
              </a:solidFill>
            </a:endParaRPr>
          </a:p>
        </p:txBody>
      </p:sp>
      <p:sp>
        <p:nvSpPr>
          <p:cNvPr id="19" name="装饰  1"/>
          <p:cNvSpPr>
            <a:spLocks noGrp="1"/>
          </p:cNvSpPr>
          <p:nvPr>
            <p:ph type="body" idx="16405"/>
            <p:custDataLst>
              <p:tags r:id="rId24"/>
            </p:custDataLst>
          </p:nvPr>
        </p:nvSpPr>
        <p:spPr/>
        <p:txBody>
          <a:bodyPr/>
          <a:p>
            <a:r>
              <a:rPr lang="zh-CN" altLang="en-US">
                <a:solidFill>
                  <a:schemeClr val="bg1"/>
                </a:solidFill>
              </a:rPr>
              <a:t> </a:t>
            </a:r>
            <a:endParaRPr lang="zh-CN" altLang="en-US">
              <a:solidFill>
                <a:schemeClr val="bg1"/>
              </a:solidFill>
            </a:endParaRPr>
          </a:p>
        </p:txBody>
      </p:sp>
      <p:pic>
        <p:nvPicPr>
          <p:cNvPr id="26" name="图片占位符 25"/>
          <p:cNvPicPr/>
          <p:nvPr>
            <p:ph type="pic" idx="16403"/>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6766560" y="4493260"/>
            <a:ext cx="487680" cy="487680"/>
          </a:xfrm>
          <a:prstGeom prst="rect">
            <a:avLst/>
          </a:prstGeom>
        </p:spPr>
      </p:pic>
      <p:sp>
        <p:nvSpPr>
          <p:cNvPr id="21" name="文本占位符 20"/>
          <p:cNvSpPr>
            <a:spLocks noGrp="1"/>
          </p:cNvSpPr>
          <p:nvPr>
            <p:ph type="body" idx="16392"/>
            <p:custDataLst>
              <p:tags r:id="rId28"/>
            </p:custDataLst>
          </p:nvPr>
        </p:nvSpPr>
        <p:spPr/>
        <p:txBody>
          <a:bodyPr>
            <a:normAutofit/>
          </a:bodyPr>
          <a:p>
            <a:r>
              <a:rPr lang="zh-CN" altLang="en-US">
                <a:solidFill>
                  <a:schemeClr val="tx1"/>
                </a:solidFill>
              </a:rPr>
              <a:t>ASLR去随机化挑战</a:t>
            </a:r>
            <a:endParaRPr lang="zh-CN" altLang="en-US">
              <a:solidFill>
                <a:schemeClr val="tx1"/>
              </a:solidFill>
            </a:endParaRPr>
          </a:p>
        </p:txBody>
      </p:sp>
      <p:sp>
        <p:nvSpPr>
          <p:cNvPr id="22" name="文本占位符 21"/>
          <p:cNvSpPr>
            <a:spLocks noGrp="1"/>
          </p:cNvSpPr>
          <p:nvPr>
            <p:ph type="body" idx="16393"/>
            <p:custDataLst>
              <p:tags r:id="rId29"/>
            </p:custDataLst>
          </p:nvPr>
        </p:nvSpPr>
        <p:spPr/>
        <p:txBody>
          <a:bodyPr>
            <a:normAutofit/>
          </a:bodyPr>
          <a:p>
            <a:r>
              <a:rPr lang="zh-CN" altLang="en-US">
                <a:solidFill>
                  <a:schemeClr val="tx1"/>
                </a:solidFill>
              </a:rPr>
              <a:t>ASLR技术随机化程序内存加载地址，攻击者需通过特定技术绕过以定位目标地址。</a:t>
            </a:r>
            <a:endParaRPr lang="zh-CN" altLang="en-US">
              <a:solidFill>
                <a:schemeClr val="tx1"/>
              </a:solidFill>
            </a:endParaRPr>
          </a:p>
        </p:txBody>
      </p:sp>
    </p:spTree>
    <p:custDataLst>
      <p:tags r:id="rId3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04 VMSCAPE攻击流程</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80017" y="184150"/>
            <a:ext cx="10972800" cy="609600"/>
          </a:xfrm>
        </p:spPr>
        <p:txBody>
          <a:bodyPr>
            <a:normAutofit/>
          </a:bodyPr>
          <a:p>
            <a:r>
              <a:rPr lang="zh-CN" altLang="en-US" sz="2800">
                <a:solidFill>
                  <a:schemeClr val="bg1"/>
                </a:solidFill>
              </a:rPr>
              <a:t>步骤1：使用ASLR绕过技术 定位受害者分支（挑战</a:t>
            </a:r>
            <a:r>
              <a:rPr lang="en-US" altLang="zh-CN" sz="2800">
                <a:solidFill>
                  <a:schemeClr val="bg1"/>
                </a:solidFill>
              </a:rPr>
              <a:t>1</a:t>
            </a:r>
            <a:r>
              <a:rPr lang="zh-CN" altLang="en-US" sz="2800">
                <a:solidFill>
                  <a:schemeClr val="bg1"/>
                </a:solidFill>
              </a:rPr>
              <a:t>）</a:t>
            </a:r>
            <a:endParaRPr lang="zh-CN" altLang="en-US" sz="2800">
              <a:solidFill>
                <a:schemeClr val="bg1"/>
              </a:solidFill>
            </a:endParaRPr>
          </a:p>
        </p:txBody>
      </p:sp>
      <p:sp>
        <p:nvSpPr>
          <p:cNvPr id="3" name="装饰  5"/>
          <p:cNvSpPr>
            <a:spLocks noGrp="1"/>
          </p:cNvSpPr>
          <p:nvPr>
            <p:ph type="body" idx="16398"/>
            <p:custDataLst>
              <p:tags r:id="rId2"/>
            </p:custDataLst>
          </p:nvPr>
        </p:nvSpPr>
        <p:spPr/>
        <p:txBody>
          <a:bodyPr/>
          <a:p>
            <a:r>
              <a:rPr lang="zh-CN" altLang="en-US">
                <a:solidFill>
                  <a:schemeClr val="bg1"/>
                </a:solidFill>
              </a:rPr>
              <a:t> </a:t>
            </a:r>
            <a:endParaRPr lang="zh-CN" altLang="en-US">
              <a:solidFill>
                <a:schemeClr val="bg1"/>
              </a:solidFill>
            </a:endParaRPr>
          </a:p>
        </p:txBody>
      </p:sp>
      <p:sp>
        <p:nvSpPr>
          <p:cNvPr id="4" name="文本占位符 3"/>
          <p:cNvSpPr>
            <a:spLocks noGrp="1"/>
          </p:cNvSpPr>
          <p:nvPr>
            <p:ph type="body" idx="16388"/>
            <p:custDataLst>
              <p:tags r:id="rId3"/>
            </p:custDataLst>
          </p:nvPr>
        </p:nvSpPr>
        <p:spPr/>
        <p:txBody>
          <a:bodyPr/>
          <a:p>
            <a:r>
              <a:rPr lang="zh-CN" altLang="en-US">
                <a:solidFill>
                  <a:schemeClr val="bg1"/>
                </a:solidFill>
              </a:rPr>
              <a:t>01</a:t>
            </a:r>
            <a:endParaRPr lang="zh-CN" altLang="en-US">
              <a:solidFill>
                <a:schemeClr val="bg1"/>
              </a:solidFill>
            </a:endParaRPr>
          </a:p>
        </p:txBody>
      </p:sp>
      <p:sp>
        <p:nvSpPr>
          <p:cNvPr id="5" name="文本占位符 4"/>
          <p:cNvSpPr>
            <a:spLocks noGrp="1"/>
          </p:cNvSpPr>
          <p:nvPr>
            <p:ph type="body" idx="16386"/>
            <p:custDataLst>
              <p:tags r:id="rId4"/>
            </p:custDataLst>
          </p:nvPr>
        </p:nvSpPr>
        <p:spPr/>
        <p:txBody>
          <a:bodyPr>
            <a:normAutofit/>
          </a:bodyPr>
          <a:p>
            <a:r>
              <a:rPr lang="zh-CN" altLang="en-US" sz="1700">
                <a:solidFill>
                  <a:schemeClr val="tx1"/>
                </a:solidFill>
              </a:rPr>
              <a:t>为什么？</a:t>
            </a:r>
            <a:endParaRPr lang="zh-CN" altLang="en-US" sz="1700">
              <a:solidFill>
                <a:schemeClr val="tx1"/>
              </a:solidFill>
            </a:endParaRPr>
          </a:p>
        </p:txBody>
      </p:sp>
      <p:sp>
        <p:nvSpPr>
          <p:cNvPr id="6" name="文本占位符 5"/>
          <p:cNvSpPr>
            <a:spLocks noGrp="1"/>
          </p:cNvSpPr>
          <p:nvPr>
            <p:ph type="body" idx="16387"/>
            <p:custDataLst>
              <p:tags r:id="rId5"/>
            </p:custDataLst>
          </p:nvPr>
        </p:nvSpPr>
        <p:spPr/>
        <p:txBody>
          <a:bodyPr>
            <a:normAutofit/>
          </a:bodyPr>
          <a:p>
            <a:r>
              <a:rPr lang="zh-CN" altLang="en-US">
                <a:solidFill>
                  <a:schemeClr val="tx1"/>
                </a:solidFill>
              </a:rPr>
              <a:t>QEMU采用ASLR技术随机化自身内存布局，导致攻击者无法直接确定攻击代码位置，需通过技术手段实现内存布局去随机化。</a:t>
            </a:r>
            <a:endParaRPr lang="zh-CN" altLang="en-US">
              <a:solidFill>
                <a:schemeClr val="tx1"/>
              </a:solidFill>
            </a:endParaRPr>
          </a:p>
        </p:txBody>
      </p:sp>
      <p:sp>
        <p:nvSpPr>
          <p:cNvPr id="7" name="装饰  9"/>
          <p:cNvSpPr>
            <a:spLocks noGrp="1"/>
          </p:cNvSpPr>
          <p:nvPr>
            <p:ph type="body" idx="16399"/>
            <p:custDataLst>
              <p:tags r:id="rId6"/>
            </p:custDataLst>
          </p:nvPr>
        </p:nvSpPr>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91"/>
            <p:custDataLst>
              <p:tags r:id="rId7"/>
            </p:custDataLst>
          </p:nvPr>
        </p:nvSpPr>
        <p:spPr/>
        <p:txBody>
          <a:bodyPr/>
          <a:p>
            <a:r>
              <a:rPr lang="zh-CN" altLang="en-US">
                <a:solidFill>
                  <a:schemeClr val="bg1"/>
                </a:solidFill>
              </a:rPr>
              <a:t>02</a:t>
            </a:r>
            <a:endParaRPr lang="zh-CN" altLang="en-US">
              <a:solidFill>
                <a:schemeClr val="bg1"/>
              </a:solidFill>
            </a:endParaRPr>
          </a:p>
        </p:txBody>
      </p:sp>
      <p:sp>
        <p:nvSpPr>
          <p:cNvPr id="10" name="文本占位符 9"/>
          <p:cNvSpPr>
            <a:spLocks noGrp="1"/>
          </p:cNvSpPr>
          <p:nvPr>
            <p:ph type="body" idx="16390"/>
            <p:custDataLst>
              <p:tags r:id="rId8"/>
            </p:custDataLst>
          </p:nvPr>
        </p:nvSpPr>
        <p:spPr>
          <a:xfrm>
            <a:off x="7289864" y="2286000"/>
            <a:ext cx="4292600" cy="914400"/>
          </a:xfrm>
        </p:spPr>
        <p:txBody>
          <a:bodyPr>
            <a:normAutofit/>
          </a:bodyPr>
          <a:p>
            <a:r>
              <a:rPr lang="zh-CN" altLang="en-US">
                <a:solidFill>
                  <a:schemeClr val="tx1"/>
                </a:solidFill>
              </a:rPr>
              <a:t>通过反转攻击者和受害者角色进行</a:t>
            </a:r>
            <a:r>
              <a:rPr lang="en-US" altLang="zh-CN">
                <a:solidFill>
                  <a:schemeClr val="tx1"/>
                </a:solidFill>
              </a:rPr>
              <a:t>BTB</a:t>
            </a:r>
            <a:r>
              <a:rPr lang="zh-CN" altLang="en-US">
                <a:solidFill>
                  <a:schemeClr val="tx1"/>
                </a:solidFill>
              </a:rPr>
              <a:t>碰撞检测，实现部分代码</a:t>
            </a:r>
            <a:r>
              <a:rPr lang="en-US" altLang="zh-CN">
                <a:solidFill>
                  <a:schemeClr val="tx1"/>
                </a:solidFill>
              </a:rPr>
              <a:t>ASLR</a:t>
            </a:r>
            <a:r>
              <a:rPr lang="zh-CN" altLang="en-US">
                <a:solidFill>
                  <a:schemeClr val="tx1"/>
                </a:solidFill>
              </a:rPr>
              <a:t>去随机化。</a:t>
            </a:r>
            <a:endParaRPr lang="zh-CN" altLang="en-US">
              <a:solidFill>
                <a:schemeClr val="tx1"/>
              </a:solidFill>
            </a:endParaRPr>
          </a:p>
        </p:txBody>
      </p:sp>
      <p:sp>
        <p:nvSpPr>
          <p:cNvPr id="11" name="装饰  3"/>
          <p:cNvSpPr>
            <a:spLocks noGrp="1"/>
          </p:cNvSpPr>
          <p:nvPr>
            <p:ph type="body" idx="16400"/>
            <p:custDataLst>
              <p:tags r:id="rId9"/>
            </p:custDataLst>
          </p:nvPr>
        </p:nvSpPr>
        <p:spPr/>
        <p:txBody>
          <a:bodyPr/>
          <a:p>
            <a:r>
              <a:rPr lang="zh-CN" altLang="en-US">
                <a:solidFill>
                  <a:schemeClr val="bg1"/>
                </a:solidFill>
              </a:rPr>
              <a:t> </a:t>
            </a:r>
            <a:endParaRPr lang="zh-CN" altLang="en-US">
              <a:solidFill>
                <a:schemeClr val="bg1"/>
              </a:solidFill>
            </a:endParaRPr>
          </a:p>
        </p:txBody>
      </p:sp>
      <p:sp>
        <p:nvSpPr>
          <p:cNvPr id="12" name="文本占位符 11"/>
          <p:cNvSpPr>
            <a:spLocks noGrp="1"/>
          </p:cNvSpPr>
          <p:nvPr>
            <p:ph type="body" idx="16394"/>
            <p:custDataLst>
              <p:tags r:id="rId10"/>
            </p:custDataLst>
          </p:nvPr>
        </p:nvSpPr>
        <p:spPr/>
        <p:txBody>
          <a:bodyPr/>
          <a:p>
            <a:r>
              <a:rPr lang="zh-CN" altLang="en-US">
                <a:solidFill>
                  <a:schemeClr val="bg1"/>
                </a:solidFill>
              </a:rPr>
              <a:t>03</a:t>
            </a:r>
            <a:endParaRPr lang="zh-CN" altLang="en-US">
              <a:solidFill>
                <a:schemeClr val="bg1"/>
              </a:solidFill>
            </a:endParaRPr>
          </a:p>
        </p:txBody>
      </p:sp>
      <p:sp>
        <p:nvSpPr>
          <p:cNvPr id="14" name="文本占位符 13"/>
          <p:cNvSpPr>
            <a:spLocks noGrp="1"/>
          </p:cNvSpPr>
          <p:nvPr>
            <p:ph type="body" idx="16393"/>
            <p:custDataLst>
              <p:tags r:id="rId11"/>
            </p:custDataLst>
          </p:nvPr>
        </p:nvSpPr>
        <p:spPr>
          <a:xfrm>
            <a:off x="1574864" y="4114800"/>
            <a:ext cx="4292600" cy="914400"/>
          </a:xfrm>
        </p:spPr>
        <p:txBody>
          <a:bodyPr>
            <a:normAutofit/>
          </a:bodyPr>
          <a:p>
            <a:r>
              <a:rPr lang="zh-CN" altLang="en-US">
                <a:solidFill>
                  <a:schemeClr val="tx1"/>
                </a:solidFill>
              </a:rPr>
              <a:t>通过利用</a:t>
            </a:r>
            <a:r>
              <a:rPr lang="en-US" altLang="zh-CN">
                <a:solidFill>
                  <a:schemeClr val="tx1"/>
                </a:solidFill>
              </a:rPr>
              <a:t>2MB</a:t>
            </a:r>
            <a:r>
              <a:rPr lang="zh-CN" altLang="en-US">
                <a:solidFill>
                  <a:schemeClr val="tx1"/>
                </a:solidFill>
              </a:rPr>
              <a:t>大页特性暴力破解</a:t>
            </a:r>
            <a:r>
              <a:rPr lang="en-US" altLang="zh-CN">
                <a:solidFill>
                  <a:schemeClr val="tx1"/>
                </a:solidFill>
              </a:rPr>
              <a:t>VM</a:t>
            </a:r>
            <a:r>
              <a:rPr lang="zh-CN" altLang="en-US">
                <a:solidFill>
                  <a:schemeClr val="tx1"/>
                </a:solidFill>
              </a:rPr>
              <a:t>内存映射位置，定位重装缓冲区。</a:t>
            </a:r>
            <a:endParaRPr lang="zh-CN" altLang="en-US">
              <a:solidFill>
                <a:schemeClr val="tx1"/>
              </a:solidFill>
            </a:endParaRPr>
          </a:p>
        </p:txBody>
      </p:sp>
      <p:sp>
        <p:nvSpPr>
          <p:cNvPr id="15" name="装饰  7"/>
          <p:cNvSpPr>
            <a:spLocks noGrp="1"/>
          </p:cNvSpPr>
          <p:nvPr>
            <p:ph type="body" idx="16401"/>
            <p:custDataLst>
              <p:tags r:id="rId12"/>
            </p:custDataLst>
          </p:nvPr>
        </p:nvSpPr>
        <p:spPr/>
        <p:txBody>
          <a:bodyPr/>
          <a:p>
            <a:r>
              <a:rPr lang="zh-CN" altLang="en-US">
                <a:solidFill>
                  <a:schemeClr val="bg1"/>
                </a:solidFill>
              </a:rPr>
              <a:t> </a:t>
            </a:r>
            <a:endParaRPr lang="zh-CN" altLang="en-US">
              <a:solidFill>
                <a:schemeClr val="bg1"/>
              </a:solidFill>
            </a:endParaRPr>
          </a:p>
        </p:txBody>
      </p:sp>
      <p:sp>
        <p:nvSpPr>
          <p:cNvPr id="16" name="文本占位符 15"/>
          <p:cNvSpPr>
            <a:spLocks noGrp="1"/>
          </p:cNvSpPr>
          <p:nvPr>
            <p:ph type="body" idx="16397"/>
            <p:custDataLst>
              <p:tags r:id="rId13"/>
            </p:custDataLst>
          </p:nvPr>
        </p:nvSpPr>
        <p:spPr/>
        <p:txBody>
          <a:bodyPr/>
          <a:p>
            <a:r>
              <a:rPr lang="zh-CN" altLang="en-US">
                <a:solidFill>
                  <a:schemeClr val="bg1"/>
                </a:solidFill>
              </a:rPr>
              <a:t>04</a:t>
            </a:r>
            <a:endParaRPr lang="zh-CN" altLang="en-US">
              <a:solidFill>
                <a:schemeClr val="bg1"/>
              </a:solidFill>
            </a:endParaRPr>
          </a:p>
        </p:txBody>
      </p:sp>
      <p:sp>
        <p:nvSpPr>
          <p:cNvPr id="18" name="文本占位符 17"/>
          <p:cNvSpPr>
            <a:spLocks noGrp="1"/>
          </p:cNvSpPr>
          <p:nvPr>
            <p:ph type="body" idx="16396"/>
            <p:custDataLst>
              <p:tags r:id="rId14"/>
            </p:custDataLst>
          </p:nvPr>
        </p:nvSpPr>
        <p:spPr>
          <a:xfrm>
            <a:off x="7289864" y="4114800"/>
            <a:ext cx="4292600" cy="914400"/>
          </a:xfrm>
        </p:spPr>
        <p:txBody>
          <a:bodyPr>
            <a:normAutofit/>
          </a:bodyPr>
          <a:p>
            <a:r>
              <a:rPr lang="zh-CN" altLang="en-US">
                <a:solidFill>
                  <a:schemeClr val="tx1"/>
                </a:solidFill>
              </a:rPr>
              <a:t>通过泄露受害者分支处</a:t>
            </a:r>
            <a:r>
              <a:rPr lang="en-US" altLang="zh-CN">
                <a:solidFill>
                  <a:schemeClr val="tx1"/>
                </a:solidFill>
              </a:rPr>
              <a:t>RAX</a:t>
            </a:r>
            <a:r>
              <a:rPr lang="zh-CN" altLang="en-US">
                <a:solidFill>
                  <a:schemeClr val="tx1"/>
                </a:solidFill>
              </a:rPr>
              <a:t>寄存器包含的代码指针并计算完整位置，完全破解代码</a:t>
            </a:r>
            <a:r>
              <a:rPr lang="en-US" altLang="zh-CN">
                <a:solidFill>
                  <a:schemeClr val="tx1"/>
                </a:solidFill>
              </a:rPr>
              <a:t>ASLR</a:t>
            </a:r>
            <a:r>
              <a:rPr lang="zh-CN" altLang="en-US">
                <a:solidFill>
                  <a:schemeClr val="tx1"/>
                </a:solidFill>
              </a:rPr>
              <a:t>。</a:t>
            </a:r>
            <a:endParaRPr lang="zh-CN" altLang="en-US">
              <a:solidFill>
                <a:schemeClr val="tx1"/>
              </a:solidFill>
            </a:endParaRPr>
          </a:p>
        </p:txBody>
      </p:sp>
    </p:spTree>
    <p:custDataLst>
      <p:tags r:id="rId1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14400" y="284480"/>
            <a:ext cx="8265160" cy="609600"/>
          </a:xfrm>
        </p:spPr>
        <p:txBody>
          <a:bodyPr>
            <a:noAutofit/>
          </a:bodyPr>
          <a:p>
            <a:r>
              <a:rPr lang="zh-CN" altLang="en-US" sz="2000">
                <a:solidFill>
                  <a:schemeClr val="bg1"/>
                </a:solidFill>
              </a:rPr>
              <a:t>步骤2：</a:t>
            </a:r>
            <a:r>
              <a:rPr lang="zh-CN" altLang="en-US" sz="2000">
                <a:solidFill>
                  <a:schemeClr val="bg1"/>
                </a:solidFill>
                <a:sym typeface="+mn-ea"/>
              </a:rPr>
              <a:t>确定reload buffer address并</a:t>
            </a:r>
            <a:r>
              <a:rPr lang="zh-CN" altLang="en-US" sz="2000">
                <a:solidFill>
                  <a:schemeClr val="bg1"/>
                </a:solidFill>
              </a:rPr>
              <a:t>使用gadgets工具集（挑战</a:t>
            </a:r>
            <a:r>
              <a:rPr lang="en-US" altLang="zh-CN" sz="2000">
                <a:solidFill>
                  <a:schemeClr val="bg1"/>
                </a:solidFill>
              </a:rPr>
              <a:t>2</a:t>
            </a:r>
            <a:r>
              <a:rPr lang="zh-CN" altLang="en-US" sz="2000">
                <a:solidFill>
                  <a:schemeClr val="bg1"/>
                </a:solidFill>
              </a:rPr>
              <a:t>）</a:t>
            </a:r>
            <a:endParaRPr lang="zh-CN" altLang="en-US" sz="2000">
              <a:solidFill>
                <a:schemeClr val="bg1"/>
              </a:solidFill>
            </a:endParaRPr>
          </a:p>
        </p:txBody>
      </p:sp>
      <p:sp>
        <p:nvSpPr>
          <p:cNvPr id="3" name="文本占位符 2"/>
          <p:cNvSpPr>
            <a:spLocks noGrp="1"/>
          </p:cNvSpPr>
          <p:nvPr>
            <p:ph type="body" idx="16388"/>
            <p:custDataLst>
              <p:tags r:id="rId2"/>
            </p:custDataLst>
          </p:nvPr>
        </p:nvSpPr>
        <p:spPr/>
        <p:txBody>
          <a:bodyPr/>
          <a:p>
            <a:r>
              <a:rPr lang="zh-CN" altLang="en-US">
                <a:solidFill>
                  <a:schemeClr val="accent1"/>
                </a:solidFill>
              </a:rPr>
              <a:t>01</a:t>
            </a:r>
            <a:endParaRPr lang="zh-CN" altLang="en-US">
              <a:solidFill>
                <a:schemeClr val="accent1"/>
              </a:solidFill>
            </a:endParaRPr>
          </a:p>
        </p:txBody>
      </p:sp>
      <p:sp>
        <p:nvSpPr>
          <p:cNvPr id="4" name="文本占位符 3"/>
          <p:cNvSpPr>
            <a:spLocks noGrp="1"/>
          </p:cNvSpPr>
          <p:nvPr>
            <p:ph type="body" idx="16386"/>
            <p:custDataLst>
              <p:tags r:id="rId3"/>
            </p:custDataLst>
          </p:nvPr>
        </p:nvSpPr>
        <p:spPr/>
        <p:txBody>
          <a:bodyPr>
            <a:normAutofit/>
          </a:bodyPr>
          <a:p>
            <a:r>
              <a:rPr lang="zh-CN" altLang="en-US" sz="2200">
                <a:solidFill>
                  <a:schemeClr val="tx1"/>
                </a:solidFill>
              </a:rPr>
              <a:t>gadgets工具集</a:t>
            </a:r>
            <a:endParaRPr lang="zh-CN" altLang="en-US" sz="2200">
              <a:solidFill>
                <a:schemeClr val="tx1"/>
              </a:solidFill>
            </a:endParaRPr>
          </a:p>
        </p:txBody>
      </p:sp>
      <p:sp>
        <p:nvSpPr>
          <p:cNvPr id="5" name="文本占位符 4"/>
          <p:cNvSpPr>
            <a:spLocks noGrp="1"/>
          </p:cNvSpPr>
          <p:nvPr>
            <p:ph type="body" idx="16387"/>
            <p:custDataLst>
              <p:tags r:id="rId4"/>
            </p:custDataLst>
          </p:nvPr>
        </p:nvSpPr>
        <p:spPr/>
        <p:txBody>
          <a:bodyPr>
            <a:normAutofit/>
          </a:bodyPr>
          <a:p>
            <a:r>
              <a:rPr lang="zh-CN" altLang="en-US">
                <a:solidFill>
                  <a:schemeClr val="tx1"/>
                </a:solidFill>
              </a:rPr>
              <a:t>通过分析</a:t>
            </a:r>
            <a:r>
              <a:rPr lang="en-US" altLang="zh-CN">
                <a:solidFill>
                  <a:schemeClr val="tx1"/>
                </a:solidFill>
              </a:rPr>
              <a:t>QEMU</a:t>
            </a:r>
            <a:r>
              <a:rPr lang="zh-CN" altLang="en-US">
                <a:solidFill>
                  <a:schemeClr val="tx1"/>
                </a:solidFill>
              </a:rPr>
              <a:t>进程内存布局及指令序列特征，筛选可用于推测执行的代码片段，构建攻击所需的</a:t>
            </a:r>
            <a:r>
              <a:rPr lang="en-US" altLang="zh-CN">
                <a:solidFill>
                  <a:schemeClr val="tx1"/>
                </a:solidFill>
              </a:rPr>
              <a:t>gadgets</a:t>
            </a:r>
            <a:r>
              <a:rPr lang="zh-CN" altLang="en-US">
                <a:solidFill>
                  <a:schemeClr val="tx1"/>
                </a:solidFill>
              </a:rPr>
              <a:t>工具集。</a:t>
            </a:r>
            <a:endParaRPr lang="zh-CN" altLang="en-US">
              <a:solidFill>
                <a:schemeClr val="tx1"/>
              </a:solidFill>
            </a:endParaRPr>
          </a:p>
        </p:txBody>
      </p:sp>
      <p:sp>
        <p:nvSpPr>
          <p:cNvPr id="6" name="文本占位符 5"/>
          <p:cNvSpPr>
            <a:spLocks noGrp="1"/>
          </p:cNvSpPr>
          <p:nvPr>
            <p:ph type="body" idx="16391"/>
            <p:custDataLst>
              <p:tags r:id="rId5"/>
            </p:custDataLst>
          </p:nvPr>
        </p:nvSpPr>
        <p:spPr/>
        <p:txBody>
          <a:bodyPr/>
          <a:p>
            <a:r>
              <a:rPr lang="zh-CN" altLang="en-US">
                <a:solidFill>
                  <a:schemeClr val="accent1"/>
                </a:solidFill>
              </a:rPr>
              <a:t>02</a:t>
            </a:r>
            <a:endParaRPr lang="zh-CN" altLang="en-US">
              <a:solidFill>
                <a:schemeClr val="accent1"/>
              </a:solidFill>
            </a:endParaRPr>
          </a:p>
        </p:txBody>
      </p:sp>
      <p:sp>
        <p:nvSpPr>
          <p:cNvPr id="7" name="文本占位符 6"/>
          <p:cNvSpPr>
            <a:spLocks noGrp="1"/>
          </p:cNvSpPr>
          <p:nvPr>
            <p:ph type="body" idx="16389"/>
            <p:custDataLst>
              <p:tags r:id="rId6"/>
            </p:custDataLst>
          </p:nvPr>
        </p:nvSpPr>
        <p:spPr/>
        <p:txBody>
          <a:bodyPr>
            <a:normAutofit/>
          </a:bodyPr>
          <a:p>
            <a:r>
              <a:rPr lang="zh-CN" altLang="en-US" sz="2200">
                <a:solidFill>
                  <a:schemeClr val="tx1"/>
                </a:solidFill>
              </a:rPr>
              <a:t>Reload Buffer的关键概念</a:t>
            </a:r>
            <a:endParaRPr lang="zh-CN" altLang="en-US" sz="2200">
              <a:solidFill>
                <a:schemeClr val="tx1"/>
              </a:solidFill>
            </a:endParaRPr>
          </a:p>
        </p:txBody>
      </p:sp>
      <p:sp>
        <p:nvSpPr>
          <p:cNvPr id="8" name="文本占位符 7"/>
          <p:cNvSpPr>
            <a:spLocks noGrp="1"/>
          </p:cNvSpPr>
          <p:nvPr>
            <p:ph type="body" idx="16390"/>
            <p:custDataLst>
              <p:tags r:id="rId7"/>
            </p:custDataLst>
          </p:nvPr>
        </p:nvSpPr>
        <p:spPr/>
        <p:txBody>
          <a:bodyPr>
            <a:normAutofit/>
          </a:bodyPr>
          <a:p>
            <a:r>
              <a:rPr lang="zh-CN" altLang="en-US">
                <a:solidFill>
                  <a:schemeClr val="tx1"/>
                </a:solidFill>
              </a:rPr>
              <a:t>用于执行FLUSH+RELOAD缓存攻击的内存区域，通过检测该区域的访问时间差异，可判断目标内存是否被访问。</a:t>
            </a:r>
            <a:endParaRPr lang="zh-CN" altLang="en-US">
              <a:solidFill>
                <a:schemeClr val="tx1"/>
              </a:solidFill>
            </a:endParaRPr>
          </a:p>
        </p:txBody>
      </p:sp>
      <p:sp>
        <p:nvSpPr>
          <p:cNvPr id="12" name="文本占位符 11"/>
          <p:cNvSpPr>
            <a:spLocks noGrp="1"/>
          </p:cNvSpPr>
          <p:nvPr>
            <p:ph type="body" idx="16397"/>
            <p:custDataLst>
              <p:tags r:id="rId8"/>
            </p:custDataLst>
          </p:nvPr>
        </p:nvSpPr>
        <p:spPr>
          <a:xfrm>
            <a:off x="628650" y="4082143"/>
            <a:ext cx="723900" cy="609600"/>
          </a:xfrm>
        </p:spPr>
        <p:txBody>
          <a:bodyPr/>
          <a:p>
            <a:r>
              <a:rPr lang="zh-CN" altLang="en-US">
                <a:solidFill>
                  <a:schemeClr val="accent1"/>
                </a:solidFill>
              </a:rPr>
              <a:t>0</a:t>
            </a:r>
            <a:r>
              <a:rPr lang="en-US" altLang="zh-CN">
                <a:solidFill>
                  <a:schemeClr val="accent1"/>
                </a:solidFill>
                <a:cs typeface="Arial" panose="020B0604020202020204" pitchFamily="34" charset="0"/>
              </a:rPr>
              <a:t>3</a:t>
            </a:r>
            <a:endParaRPr lang="zh-CN" altLang="en-US">
              <a:solidFill>
                <a:schemeClr val="accent1"/>
              </a:solidFill>
            </a:endParaRPr>
          </a:p>
        </p:txBody>
      </p:sp>
      <p:sp>
        <p:nvSpPr>
          <p:cNvPr id="13" name="文本占位符 12"/>
          <p:cNvSpPr>
            <a:spLocks noGrp="1"/>
          </p:cNvSpPr>
          <p:nvPr>
            <p:ph type="body" idx="16395"/>
            <p:custDataLst>
              <p:tags r:id="rId9"/>
            </p:custDataLst>
          </p:nvPr>
        </p:nvSpPr>
        <p:spPr>
          <a:xfrm>
            <a:off x="1574800" y="4005943"/>
            <a:ext cx="4292600" cy="406400"/>
          </a:xfrm>
        </p:spPr>
        <p:txBody>
          <a:bodyPr>
            <a:normAutofit/>
          </a:bodyPr>
          <a:p>
            <a:r>
              <a:rPr lang="zh-CN" altLang="en-US">
                <a:solidFill>
                  <a:schemeClr val="tx1"/>
                </a:solidFill>
              </a:rPr>
              <a:t>reload buffer address</a:t>
            </a:r>
            <a:endParaRPr lang="zh-CN" altLang="en-US">
              <a:solidFill>
                <a:schemeClr val="tx1"/>
              </a:solidFill>
            </a:endParaRPr>
          </a:p>
        </p:txBody>
      </p:sp>
      <p:sp>
        <p:nvSpPr>
          <p:cNvPr id="14" name="文本占位符 13"/>
          <p:cNvSpPr>
            <a:spLocks noGrp="1"/>
          </p:cNvSpPr>
          <p:nvPr>
            <p:ph type="body" idx="16396"/>
            <p:custDataLst>
              <p:tags r:id="rId10"/>
            </p:custDataLst>
          </p:nvPr>
        </p:nvSpPr>
        <p:spPr>
          <a:xfrm>
            <a:off x="1574800" y="4463143"/>
            <a:ext cx="4292600" cy="1219200"/>
          </a:xfrm>
        </p:spPr>
        <p:txBody>
          <a:bodyPr>
            <a:normAutofit/>
          </a:bodyPr>
          <a:p>
            <a:r>
              <a:rPr lang="zh-CN" altLang="en-US">
                <a:solidFill>
                  <a:schemeClr val="tx1"/>
                </a:solidFill>
              </a:rPr>
              <a:t>找到</a:t>
            </a:r>
            <a:r>
              <a:rPr lang="en-US" altLang="zh-CN">
                <a:solidFill>
                  <a:schemeClr val="tx1"/>
                </a:solidFill>
              </a:rPr>
              <a:t>QEMU</a:t>
            </a:r>
            <a:r>
              <a:rPr lang="zh-CN" altLang="en-US">
                <a:solidFill>
                  <a:schemeClr val="tx1"/>
                </a:solidFill>
              </a:rPr>
              <a:t>进程映射</a:t>
            </a:r>
            <a:r>
              <a:rPr lang="en-US" altLang="zh-CN">
                <a:solidFill>
                  <a:schemeClr val="tx1"/>
                </a:solidFill>
              </a:rPr>
              <a:t>VM</a:t>
            </a:r>
            <a:r>
              <a:rPr lang="zh-CN" altLang="en-US">
                <a:solidFill>
                  <a:schemeClr val="tx1"/>
                </a:solidFill>
              </a:rPr>
              <a:t>内存的虚拟地址，该内存区域与</a:t>
            </a:r>
            <a:r>
              <a:rPr lang="en-US" altLang="zh-CN">
                <a:solidFill>
                  <a:schemeClr val="tx1"/>
                </a:solidFill>
              </a:rPr>
              <a:t>guest</a:t>
            </a:r>
            <a:r>
              <a:rPr lang="zh-CN" altLang="en-US">
                <a:solidFill>
                  <a:schemeClr val="tx1"/>
                </a:solidFill>
              </a:rPr>
              <a:t>共享。功能：提供</a:t>
            </a:r>
            <a:r>
              <a:rPr lang="en-US" altLang="zh-CN">
                <a:solidFill>
                  <a:schemeClr val="tx1"/>
                </a:solidFill>
              </a:rPr>
              <a:t>FLUSH+RELOAD</a:t>
            </a:r>
            <a:r>
              <a:rPr lang="zh-CN" altLang="en-US">
                <a:solidFill>
                  <a:schemeClr val="tx1"/>
                </a:solidFill>
              </a:rPr>
              <a:t>侧信道所需的探测内存，通过检测缓存命中</a:t>
            </a:r>
            <a:r>
              <a:rPr lang="en-US" altLang="zh-CN">
                <a:solidFill>
                  <a:schemeClr val="tx1"/>
                </a:solidFill>
              </a:rPr>
              <a:t>/</a:t>
            </a:r>
            <a:r>
              <a:rPr lang="zh-CN" altLang="en-US">
                <a:solidFill>
                  <a:schemeClr val="tx1"/>
                </a:solidFill>
              </a:rPr>
              <a:t>未命中推断秘密值。</a:t>
            </a:r>
            <a:endParaRPr lang="zh-CN" altLang="en-US">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14400" y="248497"/>
            <a:ext cx="10972800" cy="609600"/>
          </a:xfrm>
        </p:spPr>
        <p:txBody>
          <a:bodyPr>
            <a:normAutofit/>
          </a:bodyPr>
          <a:p>
            <a:r>
              <a:rPr lang="zh-CN" altLang="en-US" sz="2800">
                <a:solidFill>
                  <a:schemeClr val="bg1"/>
                </a:solidFill>
              </a:rPr>
              <a:t>步骤</a:t>
            </a:r>
            <a:r>
              <a:rPr lang="en-US" altLang="zh-CN" sz="2800">
                <a:solidFill>
                  <a:schemeClr val="bg1"/>
                </a:solidFill>
              </a:rPr>
              <a:t>3</a:t>
            </a:r>
            <a:r>
              <a:rPr lang="zh-CN" altLang="en-US" sz="2800">
                <a:solidFill>
                  <a:schemeClr val="bg1"/>
                </a:solidFill>
              </a:rPr>
              <a:t>：构建</a:t>
            </a:r>
            <a:r>
              <a:rPr lang="en-US" altLang="zh-CN" sz="2800">
                <a:solidFill>
                  <a:schemeClr val="bg1"/>
                </a:solidFill>
              </a:rPr>
              <a:t>LLC</a:t>
            </a:r>
            <a:r>
              <a:rPr lang="zh-CN" altLang="en-US" sz="2800">
                <a:solidFill>
                  <a:schemeClr val="bg1"/>
                </a:solidFill>
              </a:rPr>
              <a:t>驱逐集并测试有效性（挑战</a:t>
            </a:r>
            <a:r>
              <a:rPr lang="en-US" altLang="zh-CN" sz="2800">
                <a:solidFill>
                  <a:schemeClr val="bg1"/>
                </a:solidFill>
              </a:rPr>
              <a:t>3</a:t>
            </a:r>
            <a:r>
              <a:rPr lang="zh-CN" altLang="en-US" sz="2800">
                <a:solidFill>
                  <a:schemeClr val="bg1"/>
                </a:solidFill>
              </a:rPr>
              <a:t>）</a:t>
            </a:r>
            <a:endParaRPr lang="zh-CN" altLang="en-US" sz="2800">
              <a:solidFill>
                <a:schemeClr val="bg1"/>
              </a:solidFill>
            </a:endParaRPr>
          </a:p>
        </p:txBody>
      </p:sp>
      <p:sp>
        <p:nvSpPr>
          <p:cNvPr id="3" name="装饰  5"/>
          <p:cNvSpPr>
            <a:spLocks noGrp="1"/>
          </p:cNvSpPr>
          <p:nvPr>
            <p:ph type="body" idx="16392"/>
            <p:custDataLst>
              <p:tags r:id="rId2"/>
            </p:custDataLst>
          </p:nvPr>
        </p:nvSpPr>
        <p:spPr>
          <a:xfrm>
            <a:off x="493183" y="1672167"/>
            <a:ext cx="3454400" cy="2692400"/>
          </a:xfrm>
        </p:spPr>
        <p:txBody>
          <a:bodyPr/>
          <a:p>
            <a:r>
              <a:rPr lang="zh-CN" altLang="en-US">
                <a:solidFill>
                  <a:schemeClr val="tx1"/>
                </a:solidFill>
              </a:rPr>
              <a:t> </a:t>
            </a:r>
            <a:endParaRPr lang="zh-CN" altLang="en-US">
              <a:solidFill>
                <a:schemeClr val="tx1"/>
              </a:solidFill>
            </a:endParaRPr>
          </a:p>
        </p:txBody>
      </p:sp>
      <p:sp>
        <p:nvSpPr>
          <p:cNvPr id="5" name="文本占位符 4"/>
          <p:cNvSpPr>
            <a:spLocks noGrp="1"/>
          </p:cNvSpPr>
          <p:nvPr>
            <p:ph type="body" idx="16386"/>
            <p:custDataLst>
              <p:tags r:id="rId3"/>
            </p:custDataLst>
          </p:nvPr>
        </p:nvSpPr>
        <p:spPr>
          <a:xfrm>
            <a:off x="797983" y="1875367"/>
            <a:ext cx="2844800" cy="406400"/>
          </a:xfrm>
        </p:spPr>
        <p:txBody>
          <a:bodyPr>
            <a:normAutofit/>
          </a:bodyPr>
          <a:p>
            <a:r>
              <a:rPr lang="zh-CN" altLang="en-US">
                <a:solidFill>
                  <a:schemeClr val="tx1"/>
                </a:solidFill>
              </a:rPr>
              <a:t>推测窗口定义</a:t>
            </a:r>
            <a:endParaRPr lang="zh-CN" altLang="en-US">
              <a:solidFill>
                <a:schemeClr val="tx1"/>
              </a:solidFill>
            </a:endParaRPr>
          </a:p>
        </p:txBody>
      </p:sp>
      <p:sp>
        <p:nvSpPr>
          <p:cNvPr id="6" name="文本占位符 5"/>
          <p:cNvSpPr>
            <a:spLocks noGrp="1"/>
          </p:cNvSpPr>
          <p:nvPr>
            <p:ph type="body" idx="16387"/>
            <p:custDataLst>
              <p:tags r:id="rId4"/>
            </p:custDataLst>
          </p:nvPr>
        </p:nvSpPr>
        <p:spPr>
          <a:xfrm>
            <a:off x="797983" y="2332567"/>
            <a:ext cx="2844800" cy="1828800"/>
          </a:xfrm>
        </p:spPr>
        <p:txBody>
          <a:bodyPr>
            <a:normAutofit lnSpcReduction="10000"/>
          </a:bodyPr>
          <a:p>
            <a:r>
              <a:rPr lang="zh-CN" altLang="en-US" sz="1100">
                <a:solidFill>
                  <a:schemeClr val="tx1"/>
                </a:solidFill>
              </a:rPr>
              <a:t>指CPU在错误推测执行指令后，从开始执行到发现错误并撤销架构状态的时间窗口，期间微架构状态（如缓存）的变更未被完全清除，成为侧信道攻击可利用的痕迹窗口。</a:t>
            </a:r>
            <a:endParaRPr lang="zh-CN" altLang="en-US" sz="1100">
              <a:solidFill>
                <a:schemeClr val="tx1"/>
              </a:solidFill>
            </a:endParaRPr>
          </a:p>
        </p:txBody>
      </p:sp>
      <p:sp>
        <p:nvSpPr>
          <p:cNvPr id="7" name="装饰  9"/>
          <p:cNvSpPr>
            <a:spLocks noGrp="1"/>
          </p:cNvSpPr>
          <p:nvPr>
            <p:ph type="body" idx="16394"/>
            <p:custDataLst>
              <p:tags r:id="rId5"/>
            </p:custDataLst>
          </p:nvPr>
        </p:nvSpPr>
        <p:spPr>
          <a:xfrm>
            <a:off x="4252383" y="1672167"/>
            <a:ext cx="3454400" cy="2692400"/>
          </a:xfrm>
        </p:spPr>
        <p:txBody>
          <a:bodyPr/>
          <a:p>
            <a:r>
              <a:rPr lang="zh-CN" altLang="en-US">
                <a:solidFill>
                  <a:schemeClr val="tx1"/>
                </a:solidFill>
              </a:rPr>
              <a:t> </a:t>
            </a:r>
            <a:endParaRPr lang="zh-CN" altLang="en-US">
              <a:solidFill>
                <a:schemeClr val="tx1"/>
              </a:solidFill>
            </a:endParaRPr>
          </a:p>
        </p:txBody>
      </p:sp>
      <p:sp>
        <p:nvSpPr>
          <p:cNvPr id="9" name="文本占位符 8"/>
          <p:cNvSpPr>
            <a:spLocks noGrp="1"/>
          </p:cNvSpPr>
          <p:nvPr>
            <p:ph type="body" idx="16388"/>
            <p:custDataLst>
              <p:tags r:id="rId6"/>
            </p:custDataLst>
          </p:nvPr>
        </p:nvSpPr>
        <p:spPr>
          <a:xfrm>
            <a:off x="4557183" y="1875367"/>
            <a:ext cx="2844800" cy="406400"/>
          </a:xfrm>
        </p:spPr>
        <p:txBody>
          <a:bodyPr>
            <a:normAutofit/>
          </a:bodyPr>
          <a:p>
            <a:r>
              <a:rPr lang="zh-CN" altLang="en-US">
                <a:solidFill>
                  <a:schemeClr val="tx1"/>
                </a:solidFill>
              </a:rPr>
              <a:t>推测执行流程节点</a:t>
            </a:r>
            <a:endParaRPr lang="zh-CN" altLang="en-US">
              <a:solidFill>
                <a:schemeClr val="tx1"/>
              </a:solidFill>
            </a:endParaRPr>
          </a:p>
        </p:txBody>
      </p:sp>
      <p:sp>
        <p:nvSpPr>
          <p:cNvPr id="10" name="文本占位符 9"/>
          <p:cNvSpPr>
            <a:spLocks noGrp="1"/>
          </p:cNvSpPr>
          <p:nvPr>
            <p:ph type="body" idx="16389"/>
            <p:custDataLst>
              <p:tags r:id="rId7"/>
            </p:custDataLst>
          </p:nvPr>
        </p:nvSpPr>
        <p:spPr>
          <a:xfrm>
            <a:off x="4557183" y="2332567"/>
            <a:ext cx="2844800" cy="1828800"/>
          </a:xfrm>
        </p:spPr>
        <p:txBody>
          <a:bodyPr>
            <a:normAutofit fontScale="70000"/>
          </a:bodyPr>
          <a:p>
            <a:r>
              <a:rPr lang="zh-CN" altLang="en-US">
                <a:solidFill>
                  <a:schemeClr val="tx1"/>
                </a:solidFill>
              </a:rPr>
              <a:t>1. 取指解码：CPU获取并解码指令；2. 分支预测：遇到条件分支时，分支预测器给出预测方向；3. 推测执行：基于预测进入推测域执行后续指令，访问数据并加载到缓存；4. 结果校验：实际条件结果计算完成，判断预测是否正确；5. 结果提交/回滚：预测正确则提交结果，错误则回滚架构状态，但微架构状态变更残留。</a:t>
            </a:r>
            <a:endParaRPr lang="zh-CN" altLang="en-US">
              <a:solidFill>
                <a:schemeClr val="tx1"/>
              </a:solidFill>
            </a:endParaRPr>
          </a:p>
        </p:txBody>
      </p:sp>
      <p:sp>
        <p:nvSpPr>
          <p:cNvPr id="11" name="装饰  3"/>
          <p:cNvSpPr>
            <a:spLocks noGrp="1"/>
          </p:cNvSpPr>
          <p:nvPr>
            <p:ph type="body" idx="16396"/>
            <p:custDataLst>
              <p:tags r:id="rId8"/>
            </p:custDataLst>
          </p:nvPr>
        </p:nvSpPr>
        <p:spPr>
          <a:xfrm>
            <a:off x="8011583" y="1672167"/>
            <a:ext cx="3454400" cy="2692400"/>
          </a:xfrm>
        </p:spPr>
        <p:txBody>
          <a:bodyPr/>
          <a:p>
            <a:r>
              <a:rPr lang="zh-CN" altLang="en-US">
                <a:solidFill>
                  <a:schemeClr val="tx1"/>
                </a:solidFill>
              </a:rPr>
              <a:t> </a:t>
            </a:r>
            <a:endParaRPr lang="zh-CN" altLang="en-US">
              <a:solidFill>
                <a:schemeClr val="tx1"/>
              </a:solidFill>
            </a:endParaRPr>
          </a:p>
        </p:txBody>
      </p:sp>
      <p:sp>
        <p:nvSpPr>
          <p:cNvPr id="13" name="文本占位符 12"/>
          <p:cNvSpPr>
            <a:spLocks noGrp="1"/>
          </p:cNvSpPr>
          <p:nvPr>
            <p:ph type="body" idx="16390"/>
            <p:custDataLst>
              <p:tags r:id="rId9"/>
            </p:custDataLst>
          </p:nvPr>
        </p:nvSpPr>
        <p:spPr>
          <a:xfrm>
            <a:off x="8316383" y="1875367"/>
            <a:ext cx="2844800" cy="406400"/>
          </a:xfrm>
        </p:spPr>
        <p:txBody>
          <a:bodyPr>
            <a:normAutofit/>
          </a:bodyPr>
          <a:p>
            <a:r>
              <a:rPr lang="zh-CN" altLang="en-US">
                <a:solidFill>
                  <a:schemeClr val="tx1"/>
                </a:solidFill>
              </a:rPr>
              <a:t>关键风险点</a:t>
            </a:r>
            <a:endParaRPr lang="zh-CN" altLang="en-US">
              <a:solidFill>
                <a:schemeClr val="tx1"/>
              </a:solidFill>
            </a:endParaRPr>
          </a:p>
        </p:txBody>
      </p:sp>
      <p:sp>
        <p:nvSpPr>
          <p:cNvPr id="14" name="文本占位符 13"/>
          <p:cNvSpPr>
            <a:spLocks noGrp="1"/>
          </p:cNvSpPr>
          <p:nvPr>
            <p:ph type="body" idx="16391"/>
            <p:custDataLst>
              <p:tags r:id="rId10"/>
            </p:custDataLst>
          </p:nvPr>
        </p:nvSpPr>
        <p:spPr>
          <a:xfrm>
            <a:off x="8316383" y="2332567"/>
            <a:ext cx="2844800" cy="1828800"/>
          </a:xfrm>
        </p:spPr>
        <p:txBody>
          <a:bodyPr>
            <a:normAutofit/>
          </a:bodyPr>
          <a:p>
            <a:r>
              <a:rPr lang="zh-CN" altLang="en-US" sz="1100">
                <a:solidFill>
                  <a:schemeClr val="tx1"/>
                </a:solidFill>
              </a:rPr>
              <a:t>推测窗口关闭时，CPU仅恢复架构状态，微架构状态（如缓存内容）的变更未被清除，攻击者可通过侧信道技术（如FLUSH+RELOAD）检测这些残留痕迹，实现敏感信息泄露。</a:t>
            </a:r>
            <a:endParaRPr lang="zh-CN" altLang="en-US" sz="1100">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822960" y="171450"/>
            <a:ext cx="10972800" cy="609600"/>
          </a:xfrm>
        </p:spPr>
        <p:txBody>
          <a:bodyPr>
            <a:normAutofit/>
          </a:bodyPr>
          <a:p>
            <a:r>
              <a:rPr lang="zh-CN" altLang="en-US">
                <a:solidFill>
                  <a:schemeClr val="bg1"/>
                </a:solidFill>
              </a:rPr>
              <a:t>步骤3：构建LLC驱逐集并测试有效性</a:t>
            </a:r>
            <a:endParaRPr lang="zh-CN" altLang="en-US">
              <a:solidFill>
                <a:schemeClr val="bg1"/>
              </a:solidFill>
            </a:endParaRPr>
          </a:p>
        </p:txBody>
      </p:sp>
      <p:sp>
        <p:nvSpPr>
          <p:cNvPr id="3" name="装饰  5"/>
          <p:cNvSpPr>
            <a:spLocks noGrp="1"/>
          </p:cNvSpPr>
          <p:nvPr>
            <p:ph type="body" idx="16393"/>
            <p:custDataLst>
              <p:tags r:id="rId2"/>
            </p:custDataLst>
          </p:nvPr>
        </p:nvSpPr>
        <p:spPr/>
        <p:txBody>
          <a:bodyPr/>
          <a:p>
            <a:r>
              <a:rPr lang="zh-CN" altLang="en-US">
                <a:solidFill>
                  <a:schemeClr val="bg1"/>
                </a:solidFill>
              </a:rPr>
              <a:t> </a:t>
            </a:r>
            <a:endParaRPr lang="zh-CN" altLang="en-US">
              <a:solidFill>
                <a:schemeClr val="bg1"/>
              </a:solidFill>
            </a:endParaRPr>
          </a:p>
        </p:txBody>
      </p:sp>
      <p:pic>
        <p:nvPicPr>
          <p:cNvPr id="16" name="图片占位符 15"/>
          <p:cNvPicPr/>
          <p:nvPr>
            <p:ph type="pic" idx="16392"/>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22960" y="1915160"/>
            <a:ext cx="487680" cy="487680"/>
          </a:xfrm>
          <a:prstGeom prst="rect">
            <a:avLst/>
          </a:prstGeom>
        </p:spPr>
      </p:pic>
      <p:sp>
        <p:nvSpPr>
          <p:cNvPr id="5" name="文本占位符 4"/>
          <p:cNvSpPr>
            <a:spLocks noGrp="1"/>
          </p:cNvSpPr>
          <p:nvPr>
            <p:ph type="body" idx="16386"/>
            <p:custDataLst>
              <p:tags r:id="rId6"/>
            </p:custDataLst>
          </p:nvPr>
        </p:nvSpPr>
        <p:spPr>
          <a:xfrm>
            <a:off x="1777937" y="933450"/>
            <a:ext cx="9804400" cy="406400"/>
          </a:xfrm>
        </p:spPr>
        <p:txBody>
          <a:bodyPr>
            <a:normAutofit/>
          </a:bodyPr>
          <a:p>
            <a:r>
              <a:rPr lang="zh-CN" altLang="en-US">
                <a:solidFill>
                  <a:schemeClr val="tx1"/>
                </a:solidFill>
              </a:rPr>
              <a:t>为什么需要扩大推测窗口？</a:t>
            </a:r>
            <a:endParaRPr lang="zh-CN" altLang="en-US">
              <a:solidFill>
                <a:schemeClr val="tx1"/>
              </a:solidFill>
            </a:endParaRPr>
          </a:p>
        </p:txBody>
      </p:sp>
      <p:sp>
        <p:nvSpPr>
          <p:cNvPr id="6" name="文本占位符 5"/>
          <p:cNvSpPr>
            <a:spLocks noGrp="1"/>
          </p:cNvSpPr>
          <p:nvPr>
            <p:ph type="body" idx="16387"/>
            <p:custDataLst>
              <p:tags r:id="rId7"/>
            </p:custDataLst>
          </p:nvPr>
        </p:nvSpPr>
        <p:spPr>
          <a:xfrm>
            <a:off x="1777937" y="1339787"/>
            <a:ext cx="10204450" cy="1987677"/>
          </a:xfrm>
        </p:spPr>
        <p:txBody>
          <a:bodyPr>
            <a:normAutofit fontScale="90000"/>
          </a:bodyPr>
          <a:p>
            <a:r>
              <a:rPr lang="zh-CN" altLang="en-US">
                <a:solidFill>
                  <a:schemeClr val="tx1"/>
                </a:solidFill>
              </a:rPr>
              <a:t>在构建端到端的内存泄漏漏洞利用时，受害者分支的推测窗口过短。</a:t>
            </a:r>
            <a:endParaRPr lang="zh-CN" altLang="en-US">
              <a:solidFill>
                <a:schemeClr val="tx1"/>
              </a:solidFill>
            </a:endParaRPr>
          </a:p>
          <a:p>
            <a:r>
              <a:rPr lang="en-US" altLang="zh-CN">
                <a:solidFill>
                  <a:schemeClr val="tx1"/>
                </a:solidFill>
              </a:rPr>
              <a:t>- </a:t>
            </a:r>
            <a:r>
              <a:rPr lang="zh-CN" altLang="en-US">
                <a:solidFill>
                  <a:schemeClr val="tx1"/>
                </a:solidFill>
              </a:rPr>
              <a:t>当目标地址位于</a:t>
            </a:r>
            <a:r>
              <a:rPr lang="en-US" altLang="zh-CN">
                <a:solidFill>
                  <a:schemeClr val="tx1"/>
                </a:solidFill>
              </a:rPr>
              <a:t>L1</a:t>
            </a:r>
            <a:r>
              <a:rPr lang="zh-CN" altLang="en-US">
                <a:solidFill>
                  <a:schemeClr val="tx1"/>
                </a:solidFill>
              </a:rPr>
              <a:t>缓存时，推测窗口仅允许执行单个依赖加载，这不足以支持</a:t>
            </a:r>
            <a:r>
              <a:rPr lang="en-US" altLang="zh-CN">
                <a:solidFill>
                  <a:schemeClr val="tx1"/>
                </a:solidFill>
              </a:rPr>
              <a:t>FLUSH+RELOAD</a:t>
            </a:r>
            <a:r>
              <a:rPr lang="zh-CN" altLang="en-US">
                <a:solidFill>
                  <a:schemeClr val="tx1"/>
                </a:solidFill>
              </a:rPr>
              <a:t>侧信道攻击（至少需要两个依赖加载）。</a:t>
            </a:r>
            <a:endParaRPr lang="zh-CN" altLang="en-US">
              <a:solidFill>
                <a:schemeClr val="tx1"/>
              </a:solidFill>
            </a:endParaRPr>
          </a:p>
          <a:p>
            <a:r>
              <a:rPr lang="en-US" altLang="zh-CN">
                <a:solidFill>
                  <a:schemeClr val="tx1"/>
                </a:solidFill>
              </a:rPr>
              <a:t>- </a:t>
            </a:r>
            <a:r>
              <a:rPr lang="zh-CN" altLang="en-US">
                <a:solidFill>
                  <a:schemeClr val="tx1"/>
                </a:solidFill>
              </a:rPr>
              <a:t>攻击有时需要更大的推测窗口，原因包括：来自先前指令的额外争用会降低披露小工具的速度，或受害者软件可能更早地在指令流中开始加载目标地址（例如检查其是否为有效指针）。这些效应减少了披露小工具可用的推测时间，要求攻击者延长整体推测窗口大小。</a:t>
            </a:r>
            <a:endParaRPr lang="zh-CN" altLang="en-US">
              <a:solidFill>
                <a:schemeClr val="tx1"/>
              </a:solidFill>
            </a:endParaRPr>
          </a:p>
          <a:p>
            <a:r>
              <a:rPr lang="zh-CN" altLang="en-US">
                <a:solidFill>
                  <a:schemeClr val="tx1"/>
                </a:solidFill>
              </a:rPr>
              <a:t>推测窗口可以通过将间接分支目标地址的内存从缓存中驱逐出来来延长，从而减缓受害者分支的解析速度。</a:t>
            </a:r>
            <a:endParaRPr lang="zh-CN" altLang="en-US">
              <a:solidFill>
                <a:schemeClr val="tx1"/>
              </a:solidFill>
            </a:endParaRPr>
          </a:p>
        </p:txBody>
      </p:sp>
      <p:sp>
        <p:nvSpPr>
          <p:cNvPr id="7" name="装饰  9"/>
          <p:cNvSpPr>
            <a:spLocks noGrp="1"/>
          </p:cNvSpPr>
          <p:nvPr>
            <p:ph type="body" idx="16395"/>
            <p:custDataLst>
              <p:tags r:id="rId8"/>
            </p:custDataLst>
          </p:nvPr>
        </p:nvSpPr>
        <p:spPr/>
        <p:txBody>
          <a:bodyPr/>
          <a:p>
            <a:r>
              <a:rPr lang="zh-CN" altLang="en-US">
                <a:solidFill>
                  <a:schemeClr val="bg1"/>
                </a:solidFill>
              </a:rPr>
              <a:t> </a:t>
            </a:r>
            <a:endParaRPr lang="zh-CN" altLang="en-US">
              <a:solidFill>
                <a:schemeClr val="bg1"/>
              </a:solidFill>
            </a:endParaRPr>
          </a:p>
        </p:txBody>
      </p:sp>
      <p:pic>
        <p:nvPicPr>
          <p:cNvPr id="15" name="图片占位符 14"/>
          <p:cNvPicPr/>
          <p:nvPr>
            <p:ph type="pic" idx="16394"/>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822960" y="3642360"/>
            <a:ext cx="487680" cy="487680"/>
          </a:xfrm>
          <a:prstGeom prst="rect">
            <a:avLst/>
          </a:prstGeom>
        </p:spPr>
      </p:pic>
      <p:sp>
        <p:nvSpPr>
          <p:cNvPr id="9" name="文本占位符 8"/>
          <p:cNvSpPr>
            <a:spLocks noGrp="1"/>
          </p:cNvSpPr>
          <p:nvPr>
            <p:ph type="body" idx="16388"/>
            <p:custDataLst>
              <p:tags r:id="rId12"/>
            </p:custDataLst>
          </p:nvPr>
        </p:nvSpPr>
        <p:spPr/>
        <p:txBody>
          <a:bodyPr>
            <a:normAutofit/>
          </a:bodyPr>
          <a:p>
            <a:r>
              <a:rPr lang="zh-CN" altLang="en-US">
                <a:solidFill>
                  <a:schemeClr val="tx1"/>
                </a:solidFill>
              </a:rPr>
              <a:t>推测窗口大小测量方法</a:t>
            </a:r>
            <a:endParaRPr lang="zh-CN" altLang="en-US">
              <a:solidFill>
                <a:schemeClr val="tx1"/>
              </a:solidFill>
            </a:endParaRPr>
          </a:p>
        </p:txBody>
      </p:sp>
      <p:sp>
        <p:nvSpPr>
          <p:cNvPr id="10" name="文本占位符 9"/>
          <p:cNvSpPr>
            <a:spLocks noGrp="1"/>
          </p:cNvSpPr>
          <p:nvPr>
            <p:ph type="body" idx="16389"/>
            <p:custDataLst>
              <p:tags r:id="rId13"/>
            </p:custDataLst>
          </p:nvPr>
        </p:nvSpPr>
        <p:spPr/>
        <p:txBody>
          <a:bodyPr>
            <a:normAutofit/>
          </a:bodyPr>
          <a:p>
            <a:r>
              <a:rPr lang="zh-CN" altLang="en-US">
                <a:solidFill>
                  <a:schemeClr val="tx1"/>
                </a:solidFill>
              </a:rPr>
              <a:t>设计实验使用间接分支，在L1、L2、LLC、RAM等不同缓存级别执行1-127个依赖加载，通过检测最后一次加载的缓存命中情况，确定不同场景下的推测窗口大小。</a:t>
            </a:r>
            <a:endParaRPr lang="zh-CN" altLang="en-US">
              <a:solidFill>
                <a:schemeClr val="tx1"/>
              </a:solidFill>
            </a:endParaRPr>
          </a:p>
        </p:txBody>
      </p:sp>
      <p:sp>
        <p:nvSpPr>
          <p:cNvPr id="11" name="装饰  3"/>
          <p:cNvSpPr>
            <a:spLocks noGrp="1"/>
          </p:cNvSpPr>
          <p:nvPr>
            <p:ph type="body" idx="16397"/>
            <p:custDataLst>
              <p:tags r:id="rId14"/>
            </p:custDataLst>
          </p:nvPr>
        </p:nvSpPr>
        <p:spPr/>
        <p:txBody>
          <a:bodyPr/>
          <a:p>
            <a:r>
              <a:rPr lang="zh-CN" altLang="en-US">
                <a:solidFill>
                  <a:schemeClr val="bg1"/>
                </a:solidFill>
              </a:rPr>
              <a:t> </a:t>
            </a:r>
            <a:endParaRPr lang="zh-CN" altLang="en-US">
              <a:solidFill>
                <a:schemeClr val="bg1"/>
              </a:solidFill>
            </a:endParaRPr>
          </a:p>
        </p:txBody>
      </p:sp>
      <p:pic>
        <p:nvPicPr>
          <p:cNvPr id="17" name="图片占位符 16"/>
          <p:cNvPicPr/>
          <p:nvPr>
            <p:ph type="pic" idx="16396"/>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822960" y="5369560"/>
            <a:ext cx="487680" cy="487680"/>
          </a:xfrm>
          <a:prstGeom prst="rect">
            <a:avLst/>
          </a:prstGeom>
        </p:spPr>
      </p:pic>
      <p:sp>
        <p:nvSpPr>
          <p:cNvPr id="13" name="文本占位符 12"/>
          <p:cNvSpPr>
            <a:spLocks noGrp="1"/>
          </p:cNvSpPr>
          <p:nvPr>
            <p:ph type="body" idx="16390"/>
            <p:custDataLst>
              <p:tags r:id="rId18"/>
            </p:custDataLst>
          </p:nvPr>
        </p:nvSpPr>
        <p:spPr/>
        <p:txBody>
          <a:bodyPr>
            <a:normAutofit/>
          </a:bodyPr>
          <a:p>
            <a:r>
              <a:rPr lang="zh-CN" altLang="en-US">
                <a:solidFill>
                  <a:schemeClr val="tx1"/>
                </a:solidFill>
              </a:rPr>
              <a:t>AMD Zen 4的LLC驱逐方法</a:t>
            </a:r>
            <a:endParaRPr lang="zh-CN" altLang="en-US">
              <a:solidFill>
                <a:schemeClr val="tx1"/>
              </a:solidFill>
            </a:endParaRPr>
          </a:p>
        </p:txBody>
      </p:sp>
      <p:sp>
        <p:nvSpPr>
          <p:cNvPr id="14" name="文本占位符 13"/>
          <p:cNvSpPr>
            <a:spLocks noGrp="1"/>
          </p:cNvSpPr>
          <p:nvPr>
            <p:ph type="body" idx="16391"/>
            <p:custDataLst>
              <p:tags r:id="rId19"/>
            </p:custDataLst>
          </p:nvPr>
        </p:nvSpPr>
        <p:spPr/>
        <p:txBody>
          <a:bodyPr>
            <a:normAutofit lnSpcReduction="10000"/>
          </a:bodyPr>
          <a:p>
            <a:r>
              <a:rPr lang="zh-CN" altLang="en-US">
                <a:solidFill>
                  <a:schemeClr val="tx1"/>
                </a:solidFill>
              </a:rPr>
              <a:t>Zen 4 LLC为非包含式受害者缓存，基于L2驱逐集识别1GB大页内映射地址，前512个地址即可实现可靠驱逐；L1驱逐需8个共享特定地址位的缓存行，L2驱逐需至少12个地址应对复杂替换策略。</a:t>
            </a:r>
            <a:endParaRPr lang="zh-CN" altLang="en-US">
              <a:solidFill>
                <a:schemeClr val="tx1"/>
              </a:solidFill>
            </a:endParaRPr>
          </a:p>
        </p:txBody>
      </p:sp>
    </p:spTree>
    <p:custDataLst>
      <p:tags r:id="rId2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3051079366"/>
          <p:cNvPicPr>
            <a:picLocks noChangeAspect="1"/>
          </p:cNvPicPr>
          <p:nvPr/>
        </p:nvPicPr>
        <p:blipFill>
          <a:blip r:embed="rId1"/>
          <a:srcRect l="9028" r="10054"/>
          <a:stretch>
            <a:fillRect/>
          </a:stretch>
        </p:blipFill>
        <p:spPr>
          <a:xfrm>
            <a:off x="0" y="922867"/>
            <a:ext cx="8347327" cy="5935133"/>
          </a:xfrm>
          <a:prstGeom prst="rect">
            <a:avLst/>
          </a:prstGeom>
        </p:spPr>
      </p:pic>
      <p:sp>
        <p:nvSpPr>
          <p:cNvPr id="3" name="文本框 2"/>
          <p:cNvSpPr txBox="1"/>
          <p:nvPr userDrawn="1"/>
        </p:nvSpPr>
        <p:spPr>
          <a:xfrm>
            <a:off x="904875" y="254000"/>
            <a:ext cx="1605280" cy="521970"/>
          </a:xfrm>
          <a:prstGeom prst="rect">
            <a:avLst/>
          </a:prstGeom>
        </p:spPr>
        <p:txBody>
          <a:bodyPr wrap="none" rtlCol="0">
            <a:spAutoFit/>
          </a:bodyPr>
          <a:p>
            <a:r>
              <a:rPr lang="zh-CN" altLang="en-US" sz="2800">
                <a:solidFill>
                  <a:schemeClr val="bg1"/>
                </a:solidFill>
              </a:rPr>
              <a:t>缓存</a:t>
            </a:r>
            <a:r>
              <a:rPr lang="zh-CN" altLang="en-US" sz="2800">
                <a:solidFill>
                  <a:schemeClr val="bg1"/>
                </a:solidFill>
                <a:cs typeface="Arial" panose="020B0604020202020204" pitchFamily="34" charset="0"/>
              </a:rPr>
              <a:t>驱逐</a:t>
            </a:r>
            <a:endParaRPr lang="zh-CN" altLang="en-US" sz="2800">
              <a:solidFill>
                <a:schemeClr val="bg1"/>
              </a:solidFill>
            </a:endParaRPr>
          </a:p>
        </p:txBody>
      </p:sp>
      <p:pic>
        <p:nvPicPr>
          <p:cNvPr id="4" name="图片 3" descr="post_object_image_3088044629"/>
          <p:cNvPicPr>
            <a:picLocks noChangeAspect="1"/>
          </p:cNvPicPr>
          <p:nvPr/>
        </p:nvPicPr>
        <p:blipFill>
          <a:blip r:embed="rId2"/>
          <a:stretch>
            <a:fillRect/>
          </a:stretch>
        </p:blipFill>
        <p:spPr>
          <a:xfrm>
            <a:off x="8243358" y="922867"/>
            <a:ext cx="3948642" cy="2879904"/>
          </a:xfrm>
          <a:prstGeom prst="rect">
            <a:avLst/>
          </a:prstGeom>
        </p:spPr>
      </p:pic>
      <p:pic>
        <p:nvPicPr>
          <p:cNvPr id="5" name="图片 4" descr="post_object_image_2907262327"/>
          <p:cNvPicPr>
            <a:picLocks noChangeAspect="1"/>
          </p:cNvPicPr>
          <p:nvPr/>
        </p:nvPicPr>
        <p:blipFill>
          <a:blip r:embed="rId3"/>
          <a:stretch>
            <a:fillRect/>
          </a:stretch>
        </p:blipFill>
        <p:spPr>
          <a:xfrm>
            <a:off x="8243358" y="3802803"/>
            <a:ext cx="3948642" cy="305519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975712431"/>
          <p:cNvPicPr>
            <a:picLocks noChangeAspect="1"/>
          </p:cNvPicPr>
          <p:nvPr/>
        </p:nvPicPr>
        <p:blipFill>
          <a:blip r:embed="rId1"/>
          <a:stretch>
            <a:fillRect/>
          </a:stretch>
        </p:blipFill>
        <p:spPr>
          <a:xfrm>
            <a:off x="2485571" y="1867580"/>
            <a:ext cx="6535734" cy="3698328"/>
          </a:xfrm>
          <a:prstGeom prst="rect">
            <a:avLst/>
          </a:prstGeom>
        </p:spPr>
      </p:pic>
      <p:sp>
        <p:nvSpPr>
          <p:cNvPr id="3" name="文本框 2"/>
          <p:cNvSpPr txBox="1"/>
          <p:nvPr userDrawn="1"/>
        </p:nvSpPr>
        <p:spPr>
          <a:xfrm>
            <a:off x="947511" y="253909"/>
            <a:ext cx="5930628" cy="645160"/>
          </a:xfrm>
          <a:prstGeom prst="rect">
            <a:avLst/>
          </a:prstGeom>
        </p:spPr>
        <p:txBody>
          <a:bodyPr wrap="square" rtlCol="0">
            <a:noAutofit/>
          </a:bodyPr>
          <a:p>
            <a:r>
              <a:rPr lang="zh-CN" altLang="en-US" sz="2400">
                <a:solidFill>
                  <a:srgbClr val="FFFFFF"/>
                </a:solidFill>
              </a:rPr>
              <a:t>针对</a:t>
            </a:r>
            <a:r>
              <a:rPr lang="zh-CN" altLang="en-US" sz="2400">
                <a:solidFill>
                  <a:srgbClr val="FFFFFF"/>
                </a:solidFill>
                <a:cs typeface="Arial" panose="020B0604020202020204" pitchFamily="34" charset="0"/>
              </a:rPr>
              <a:t>不同缓存的推测窗口的大小实验数据</a:t>
            </a:r>
            <a:endParaRPr lang="zh-CN" altLang="en-US" sz="2400">
              <a:solidFill>
                <a:srgbClr val="FFFFFF"/>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52500" y="194733"/>
            <a:ext cx="8925983" cy="577850"/>
          </a:xfrm>
        </p:spPr>
        <p:txBody>
          <a:bodyPr>
            <a:noAutofit/>
          </a:bodyPr>
          <a:p>
            <a:r>
              <a:rPr lang="zh-CN" altLang="en-US" sz="2800">
                <a:solidFill>
                  <a:schemeClr val="bg1"/>
                </a:solidFill>
              </a:rPr>
              <a:t>步骤4：通过长推测窗口与gadgets实现攻击</a:t>
            </a:r>
            <a:endParaRPr lang="zh-CN" altLang="en-US" sz="2800">
              <a:solidFill>
                <a:schemeClr val="bg1"/>
              </a:solidFill>
            </a:endParaRPr>
          </a:p>
        </p:txBody>
      </p:sp>
      <p:sp>
        <p:nvSpPr>
          <p:cNvPr id="10" name="装饰  2"/>
          <p:cNvSpPr>
            <a:spLocks noGrp="1"/>
          </p:cNvSpPr>
          <p:nvPr>
            <p:ph type="body" idx="16397"/>
            <p:custDataLst>
              <p:tags r:id="rId2"/>
            </p:custDataLst>
          </p:nvPr>
        </p:nvSpPr>
        <p:spPr>
          <a:xfrm>
            <a:off x="1499810" y="1237524"/>
            <a:ext cx="59871" cy="2144123"/>
          </a:xfrm>
        </p:spPr>
        <p:txBody>
          <a:bodyPr/>
          <a:p>
            <a:r>
              <a:rPr lang="zh-CN" altLang="en-US">
                <a:solidFill>
                  <a:schemeClr val="bg1"/>
                </a:solidFill>
              </a:rPr>
              <a:t> </a:t>
            </a:r>
            <a:endParaRPr lang="zh-CN" altLang="en-US">
              <a:solidFill>
                <a:schemeClr val="bg1"/>
              </a:solidFill>
            </a:endParaRPr>
          </a:p>
        </p:txBody>
      </p:sp>
      <p:sp>
        <p:nvSpPr>
          <p:cNvPr id="11" name="文本占位符 10"/>
          <p:cNvSpPr>
            <a:spLocks noGrp="1"/>
          </p:cNvSpPr>
          <p:nvPr>
            <p:ph type="body" idx="16390"/>
            <p:custDataLst>
              <p:tags r:id="rId3"/>
            </p:custDataLst>
          </p:nvPr>
        </p:nvSpPr>
        <p:spPr>
          <a:xfrm>
            <a:off x="1624996" y="1237524"/>
            <a:ext cx="3314700" cy="406400"/>
          </a:xfrm>
        </p:spPr>
        <p:txBody>
          <a:bodyPr>
            <a:normAutofit fontScale="90000"/>
          </a:bodyPr>
          <a:p>
            <a:r>
              <a:rPr lang="zh-CN" altLang="en-US">
                <a:solidFill>
                  <a:schemeClr val="tx1"/>
                </a:solidFill>
              </a:rPr>
              <a:t>泄漏秘密数据的执行流程</a:t>
            </a:r>
            <a:endParaRPr lang="zh-CN" altLang="en-US">
              <a:solidFill>
                <a:schemeClr val="tx1"/>
              </a:solidFill>
            </a:endParaRPr>
          </a:p>
        </p:txBody>
      </p:sp>
      <p:sp>
        <p:nvSpPr>
          <p:cNvPr id="13" name="装饰  5"/>
          <p:cNvSpPr>
            <a:spLocks noGrp="1"/>
          </p:cNvSpPr>
          <p:nvPr>
            <p:ph type="body" idx="16398"/>
            <p:custDataLst>
              <p:tags r:id="rId4"/>
            </p:custDataLst>
          </p:nvPr>
        </p:nvSpPr>
        <p:spPr>
          <a:xfrm>
            <a:off x="1499779" y="3844290"/>
            <a:ext cx="50800" cy="1727200"/>
          </a:xfrm>
        </p:spPr>
        <p:txBody>
          <a:bodyPr/>
          <a:p>
            <a:r>
              <a:rPr lang="zh-CN" altLang="en-US">
                <a:solidFill>
                  <a:schemeClr val="bg1"/>
                </a:solidFill>
              </a:rPr>
              <a:t> </a:t>
            </a:r>
            <a:endParaRPr lang="zh-CN" altLang="en-US">
              <a:solidFill>
                <a:schemeClr val="bg1"/>
              </a:solidFill>
            </a:endParaRPr>
          </a:p>
        </p:txBody>
      </p:sp>
      <p:sp>
        <p:nvSpPr>
          <p:cNvPr id="14" name="文本占位符 13"/>
          <p:cNvSpPr>
            <a:spLocks noGrp="1"/>
          </p:cNvSpPr>
          <p:nvPr>
            <p:ph type="body" idx="16392"/>
            <p:custDataLst>
              <p:tags r:id="rId5"/>
            </p:custDataLst>
          </p:nvPr>
        </p:nvSpPr>
        <p:spPr>
          <a:xfrm>
            <a:off x="1652179" y="3844290"/>
            <a:ext cx="3314700" cy="406400"/>
          </a:xfrm>
        </p:spPr>
        <p:txBody>
          <a:bodyPr>
            <a:normAutofit/>
          </a:bodyPr>
          <a:p>
            <a:r>
              <a:rPr lang="zh-CN" altLang="en-US" sz="2200">
                <a:solidFill>
                  <a:schemeClr val="tx1"/>
                </a:solidFill>
              </a:rPr>
              <a:t>攻击效果关键指标</a:t>
            </a:r>
            <a:endParaRPr lang="zh-CN" altLang="en-US" sz="2200">
              <a:solidFill>
                <a:schemeClr val="tx1"/>
              </a:solidFill>
            </a:endParaRPr>
          </a:p>
        </p:txBody>
      </p:sp>
      <p:sp>
        <p:nvSpPr>
          <p:cNvPr id="15" name="文本占位符 14"/>
          <p:cNvSpPr>
            <a:spLocks noGrp="1"/>
          </p:cNvSpPr>
          <p:nvPr>
            <p:ph type="body" idx="16393"/>
            <p:custDataLst>
              <p:tags r:id="rId6"/>
            </p:custDataLst>
          </p:nvPr>
        </p:nvSpPr>
        <p:spPr>
          <a:xfrm>
            <a:off x="1652179" y="4352290"/>
            <a:ext cx="3314700" cy="1219200"/>
          </a:xfrm>
        </p:spPr>
        <p:txBody>
          <a:bodyPr>
            <a:normAutofit fontScale="90000"/>
          </a:bodyPr>
          <a:p>
            <a:r>
              <a:rPr lang="zh-CN" altLang="en-US">
                <a:solidFill>
                  <a:schemeClr val="tx1"/>
                </a:solidFill>
              </a:rPr>
              <a:t>端到端攻击在Zen 5上中位数耗时102秒，其中58秒用于定位受害者分支和重装缓冲区；数据泄漏速率达154 B/s，字节准确率99.85%，整体攻击成功率68%。</a:t>
            </a:r>
            <a:endParaRPr lang="zh-CN" altLang="en-US">
              <a:solidFill>
                <a:schemeClr val="tx1"/>
              </a:solidFill>
            </a:endParaRPr>
          </a:p>
        </p:txBody>
      </p:sp>
      <p:sp>
        <p:nvSpPr>
          <p:cNvPr id="3" name="文本框 2"/>
          <p:cNvSpPr txBox="1"/>
          <p:nvPr userDrawn="1"/>
        </p:nvSpPr>
        <p:spPr>
          <a:xfrm>
            <a:off x="1559651" y="1337764"/>
            <a:ext cx="7315200" cy="2306955"/>
          </a:xfrm>
          <a:prstGeom prst="rect">
            <a:avLst/>
          </a:prstGeom>
        </p:spPr>
        <p:txBody>
          <a:bodyPr rtlCol="0" anchor="t">
            <a:spAutoFit/>
          </a:bodyPr>
          <a:p>
            <a:endParaRPr lang="zh-CN" altLang="en-US"/>
          </a:p>
          <a:p>
            <a:r>
              <a:rPr lang="zh-CN" altLang="en-US"/>
              <a:t>结合</a:t>
            </a:r>
            <a:r>
              <a:rPr lang="en-US" altLang="zh-CN"/>
              <a:t>LLC</a:t>
            </a:r>
            <a:r>
              <a:rPr lang="zh-CN" altLang="en-US"/>
              <a:t>驱逐集延长推测窗口，触发</a:t>
            </a:r>
            <a:r>
              <a:rPr lang="en-US" altLang="zh-CN"/>
              <a:t>Gadgets</a:t>
            </a:r>
            <a:r>
              <a:rPr lang="zh-CN" altLang="en-US"/>
              <a:t>工具集推测执行，</a:t>
            </a:r>
            <a:r>
              <a:rPr lang="en-US" altLang="zh-CN"/>
              <a:t>Gadgets</a:t>
            </a:r>
            <a:r>
              <a:rPr lang="zh-CN" altLang="en-US"/>
              <a:t>是泄露执行体，负责将秘密数据加载并编码到</a:t>
            </a:r>
            <a:r>
              <a:rPr lang="en-US" altLang="zh-CN"/>
              <a:t>reload buffer</a:t>
            </a:r>
            <a:r>
              <a:rPr lang="zh-CN" altLang="en-US"/>
              <a:t>的缓存状态中。</a:t>
            </a:r>
            <a:r>
              <a:rPr lang="en-US" altLang="zh-CN"/>
              <a:t>Reload buffer</a:t>
            </a:r>
            <a:r>
              <a:rPr lang="zh-CN" altLang="en-US"/>
              <a:t>是侧信道媒介（共享内存地址），需通过暴力破解单独定位。</a:t>
            </a:r>
            <a:r>
              <a:rPr lang="en-US" altLang="zh-CN"/>
              <a:t>Gadgets</a:t>
            </a:r>
            <a:r>
              <a:rPr lang="zh-CN" altLang="en-US"/>
              <a:t>的第二条指令访问已定位的</a:t>
            </a:r>
            <a:r>
              <a:rPr lang="en-US" altLang="zh-CN"/>
              <a:t>reload buffer</a:t>
            </a:r>
            <a:r>
              <a:rPr lang="zh-CN" altLang="en-US"/>
              <a:t>，完成</a:t>
            </a:r>
            <a:r>
              <a:rPr lang="en-US" altLang="zh-CN"/>
              <a:t>"</a:t>
            </a:r>
            <a:r>
              <a:rPr lang="zh-CN" altLang="en-US"/>
              <a:t>秘密→缓存状态</a:t>
            </a:r>
            <a:r>
              <a:rPr lang="en-US" altLang="zh-CN"/>
              <a:t>"</a:t>
            </a:r>
            <a:r>
              <a:rPr lang="zh-CN" altLang="en-US"/>
              <a:t>的转换，供侧信道检测。通过</a:t>
            </a:r>
            <a:r>
              <a:rPr lang="en-US" altLang="zh-CN"/>
              <a:t>FLUSH+RELOAD</a:t>
            </a:r>
            <a:r>
              <a:rPr lang="zh-CN" altLang="en-US"/>
              <a:t>技术检测内存，将秘密数据从</a:t>
            </a:r>
            <a:r>
              <a:rPr lang="en-US" altLang="zh-CN"/>
              <a:t>QEMU</a:t>
            </a:r>
            <a:r>
              <a:rPr lang="zh-CN" altLang="en-US"/>
              <a:t>进程内存中持续泄漏出来。</a:t>
            </a:r>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27100" y="162983"/>
            <a:ext cx="10972800" cy="609600"/>
          </a:xfrm>
        </p:spPr>
        <p:txBody>
          <a:bodyPr>
            <a:normAutofit/>
          </a:bodyPr>
          <a:p>
            <a:r>
              <a:rPr lang="zh-CN" altLang="en-US">
                <a:solidFill>
                  <a:schemeClr val="bg1"/>
                </a:solidFill>
              </a:rPr>
              <a:t>FLUSH+RELOAD缓存攻击原理</a:t>
            </a:r>
            <a:endParaRPr lang="zh-CN" altLang="en-US">
              <a:solidFill>
                <a:schemeClr val="bg1"/>
              </a:solidFill>
            </a:endParaRPr>
          </a:p>
        </p:txBody>
      </p:sp>
      <p:sp>
        <p:nvSpPr>
          <p:cNvPr id="3" name="装饰  5"/>
          <p:cNvSpPr>
            <a:spLocks noGrp="1"/>
          </p:cNvSpPr>
          <p:nvPr>
            <p:ph type="body" idx="16395"/>
            <p:custDataLst>
              <p:tags r:id="rId2"/>
            </p:custDataLst>
          </p:nvPr>
        </p:nvSpPr>
        <p:spPr/>
        <p:txBody>
          <a:bodyPr/>
          <a:p>
            <a:r>
              <a:rPr lang="zh-CN" altLang="en-US">
                <a:solidFill>
                  <a:schemeClr val="bg1"/>
                </a:solidFill>
              </a:rPr>
              <a:t> </a:t>
            </a:r>
            <a:endParaRPr lang="zh-CN" altLang="en-US">
              <a:solidFill>
                <a:schemeClr val="bg1"/>
              </a:solidFill>
            </a:endParaRPr>
          </a:p>
        </p:txBody>
      </p:sp>
      <p:sp>
        <p:nvSpPr>
          <p:cNvPr id="4" name="文本占位符 3"/>
          <p:cNvSpPr>
            <a:spLocks noGrp="1"/>
          </p:cNvSpPr>
          <p:nvPr>
            <p:ph type="body" idx="16388"/>
            <p:custDataLst>
              <p:tags r:id="rId3"/>
            </p:custDataLst>
          </p:nvPr>
        </p:nvSpPr>
        <p:spPr/>
        <p:txBody>
          <a:bodyPr/>
          <a:p>
            <a:r>
              <a:rPr lang="zh-CN" altLang="en-US">
                <a:solidFill>
                  <a:schemeClr val="bg1"/>
                </a:solidFill>
              </a:rPr>
              <a:t>01</a:t>
            </a:r>
            <a:endParaRPr lang="zh-CN" altLang="en-US">
              <a:solidFill>
                <a:schemeClr val="bg1"/>
              </a:solidFill>
            </a:endParaRPr>
          </a:p>
        </p:txBody>
      </p:sp>
      <p:sp>
        <p:nvSpPr>
          <p:cNvPr id="5" name="文本占位符 4"/>
          <p:cNvSpPr>
            <a:spLocks noGrp="1"/>
          </p:cNvSpPr>
          <p:nvPr>
            <p:ph type="body" idx="16386"/>
            <p:custDataLst>
              <p:tags r:id="rId4"/>
            </p:custDataLst>
          </p:nvPr>
        </p:nvSpPr>
        <p:spPr/>
        <p:txBody>
          <a:bodyPr>
            <a:normAutofit/>
          </a:bodyPr>
          <a:p>
            <a:r>
              <a:rPr lang="zh-CN" altLang="en-US">
                <a:solidFill>
                  <a:schemeClr val="tx1"/>
                </a:solidFill>
              </a:rPr>
              <a:t>攻击核心原理</a:t>
            </a:r>
            <a:endParaRPr lang="zh-CN" altLang="en-US">
              <a:solidFill>
                <a:schemeClr val="tx1"/>
              </a:solidFill>
            </a:endParaRPr>
          </a:p>
        </p:txBody>
      </p:sp>
      <p:sp>
        <p:nvSpPr>
          <p:cNvPr id="6" name="文本占位符 5"/>
          <p:cNvSpPr>
            <a:spLocks noGrp="1"/>
          </p:cNvSpPr>
          <p:nvPr>
            <p:ph type="body" idx="16387"/>
            <p:custDataLst>
              <p:tags r:id="rId5"/>
            </p:custDataLst>
          </p:nvPr>
        </p:nvSpPr>
        <p:spPr/>
        <p:txBody>
          <a:bodyPr>
            <a:normAutofit lnSpcReduction="20000"/>
          </a:bodyPr>
          <a:p>
            <a:r>
              <a:rPr lang="zh-CN" altLang="en-US">
                <a:solidFill>
                  <a:schemeClr val="tx1"/>
                </a:solidFill>
              </a:rPr>
              <a:t>通过"FLUSH-触发推测执行-RELOAD"三步操作，利用缓存访问时间差异判断目标内存是否被访问。FLUSH阶段用clflush指令清除目标内存缓存，RELOAD阶段测量访问时间，命中则说明推测执行访问过该内存。</a:t>
            </a:r>
            <a:endParaRPr lang="zh-CN" altLang="en-US">
              <a:solidFill>
                <a:schemeClr val="tx1"/>
              </a:solidFill>
            </a:endParaRPr>
          </a:p>
        </p:txBody>
      </p:sp>
      <p:sp>
        <p:nvSpPr>
          <p:cNvPr id="7" name="装饰  9"/>
          <p:cNvSpPr>
            <a:spLocks noGrp="1"/>
          </p:cNvSpPr>
          <p:nvPr>
            <p:ph type="body" idx="16396"/>
            <p:custDataLst>
              <p:tags r:id="rId6"/>
            </p:custDataLst>
          </p:nvPr>
        </p:nvSpPr>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91"/>
            <p:custDataLst>
              <p:tags r:id="rId7"/>
            </p:custDataLst>
          </p:nvPr>
        </p:nvSpPr>
        <p:spPr/>
        <p:txBody>
          <a:bodyPr/>
          <a:p>
            <a:r>
              <a:rPr lang="zh-CN" altLang="en-US">
                <a:solidFill>
                  <a:schemeClr val="bg1"/>
                </a:solidFill>
              </a:rPr>
              <a:t>02</a:t>
            </a:r>
            <a:endParaRPr lang="zh-CN" altLang="en-US">
              <a:solidFill>
                <a:schemeClr val="bg1"/>
              </a:solidFill>
            </a:endParaRPr>
          </a:p>
        </p:txBody>
      </p:sp>
      <p:sp>
        <p:nvSpPr>
          <p:cNvPr id="9" name="文本占位符 8"/>
          <p:cNvSpPr>
            <a:spLocks noGrp="1"/>
          </p:cNvSpPr>
          <p:nvPr>
            <p:ph type="body" idx="16389"/>
            <p:custDataLst>
              <p:tags r:id="rId8"/>
            </p:custDataLst>
          </p:nvPr>
        </p:nvSpPr>
        <p:spPr/>
        <p:txBody>
          <a:bodyPr>
            <a:normAutofit/>
          </a:bodyPr>
          <a:p>
            <a:r>
              <a:rPr lang="zh-CN" altLang="en-US">
                <a:solidFill>
                  <a:schemeClr val="tx1"/>
                </a:solidFill>
              </a:rPr>
              <a:t>操作流程详解</a:t>
            </a:r>
            <a:endParaRPr lang="zh-CN" altLang="en-US">
              <a:solidFill>
                <a:schemeClr val="tx1"/>
              </a:solidFill>
            </a:endParaRPr>
          </a:p>
        </p:txBody>
      </p:sp>
      <p:sp>
        <p:nvSpPr>
          <p:cNvPr id="10" name="文本占位符 9"/>
          <p:cNvSpPr>
            <a:spLocks noGrp="1"/>
          </p:cNvSpPr>
          <p:nvPr>
            <p:ph type="body" idx="16390"/>
            <p:custDataLst>
              <p:tags r:id="rId9"/>
            </p:custDataLst>
          </p:nvPr>
        </p:nvSpPr>
        <p:spPr/>
        <p:txBody>
          <a:bodyPr>
            <a:normAutofit/>
          </a:bodyPr>
          <a:p>
            <a:r>
              <a:rPr lang="zh-CN" altLang="en-US">
                <a:solidFill>
                  <a:schemeClr val="tx1"/>
                </a:solidFill>
              </a:rPr>
              <a:t>1. FLUSH：使用clflush指令将目标内存区域从所有缓存中清除；2. 触发推测执行：诱导受害者执行推测代码；3. RELOAD：重新访问内存并测量时间；4. 分析结果：根据访问时间判断内存是否被推测执行访问。</a:t>
            </a:r>
            <a:endParaRPr lang="zh-CN" altLang="en-US">
              <a:solidFill>
                <a:schemeClr val="tx1"/>
              </a:solidFill>
            </a:endParaRPr>
          </a:p>
        </p:txBody>
      </p:sp>
      <p:sp>
        <p:nvSpPr>
          <p:cNvPr id="11" name="装饰  3"/>
          <p:cNvSpPr>
            <a:spLocks noGrp="1"/>
          </p:cNvSpPr>
          <p:nvPr>
            <p:ph type="body" idx="16397"/>
            <p:custDataLst>
              <p:tags r:id="rId10"/>
            </p:custDataLst>
          </p:nvPr>
        </p:nvSpPr>
        <p:spPr/>
        <p:txBody>
          <a:bodyPr/>
          <a:p>
            <a:r>
              <a:rPr lang="zh-CN" altLang="en-US">
                <a:solidFill>
                  <a:schemeClr val="bg1"/>
                </a:solidFill>
              </a:rPr>
              <a:t> </a:t>
            </a:r>
            <a:endParaRPr lang="zh-CN" altLang="en-US">
              <a:solidFill>
                <a:schemeClr val="bg1"/>
              </a:solidFill>
            </a:endParaRPr>
          </a:p>
        </p:txBody>
      </p:sp>
      <p:sp>
        <p:nvSpPr>
          <p:cNvPr id="12" name="文本占位符 11"/>
          <p:cNvSpPr>
            <a:spLocks noGrp="1"/>
          </p:cNvSpPr>
          <p:nvPr>
            <p:ph type="body" idx="16394"/>
            <p:custDataLst>
              <p:tags r:id="rId11"/>
            </p:custDataLst>
          </p:nvPr>
        </p:nvSpPr>
        <p:spPr/>
        <p:txBody>
          <a:bodyPr/>
          <a:p>
            <a:r>
              <a:rPr lang="zh-CN" altLang="en-US">
                <a:solidFill>
                  <a:schemeClr val="bg1"/>
                </a:solidFill>
              </a:rPr>
              <a:t>03</a:t>
            </a:r>
            <a:endParaRPr lang="zh-CN" altLang="en-US">
              <a:solidFill>
                <a:schemeClr val="bg1"/>
              </a:solidFill>
            </a:endParaRPr>
          </a:p>
        </p:txBody>
      </p:sp>
      <p:sp>
        <p:nvSpPr>
          <p:cNvPr id="13" name="文本占位符 12"/>
          <p:cNvSpPr>
            <a:spLocks noGrp="1"/>
          </p:cNvSpPr>
          <p:nvPr>
            <p:ph type="body" idx="16392"/>
            <p:custDataLst>
              <p:tags r:id="rId12"/>
            </p:custDataLst>
          </p:nvPr>
        </p:nvSpPr>
        <p:spPr/>
        <p:txBody>
          <a:bodyPr>
            <a:normAutofit/>
          </a:bodyPr>
          <a:p>
            <a:r>
              <a:rPr lang="zh-CN" altLang="en-US">
                <a:solidFill>
                  <a:schemeClr val="tx1"/>
                </a:solidFill>
              </a:rPr>
              <a:t>在数据泄露中的作用</a:t>
            </a:r>
            <a:endParaRPr lang="zh-CN" altLang="en-US">
              <a:solidFill>
                <a:schemeClr val="tx1"/>
              </a:solidFill>
            </a:endParaRPr>
          </a:p>
        </p:txBody>
      </p:sp>
      <p:sp>
        <p:nvSpPr>
          <p:cNvPr id="14" name="文本占位符 13"/>
          <p:cNvSpPr>
            <a:spLocks noGrp="1"/>
          </p:cNvSpPr>
          <p:nvPr>
            <p:ph type="body" idx="16393"/>
            <p:custDataLst>
              <p:tags r:id="rId13"/>
            </p:custDataLst>
          </p:nvPr>
        </p:nvSpPr>
        <p:spPr/>
        <p:txBody>
          <a:bodyPr>
            <a:normAutofit/>
          </a:bodyPr>
          <a:p>
            <a:r>
              <a:rPr lang="zh-CN" altLang="en-US">
                <a:solidFill>
                  <a:schemeClr val="tx1"/>
                </a:solidFill>
              </a:rPr>
              <a:t>作为关键侧信道技术，用于检测推测执行过程中对敏感内存的访问痕迹，是VMSCAPE攻击中泄露QEMU进程内存数据的核心手段，尤其在RELOAD BUFFER中实现任意数据泄露。</a:t>
            </a:r>
            <a:endParaRPr lang="zh-CN" altLang="en-US">
              <a:solidFill>
                <a:schemeClr val="tx1"/>
              </a:solidFill>
            </a:endParaRPr>
          </a:p>
        </p:txBody>
      </p:sp>
    </p:spTree>
    <p:custDataLst>
      <p:tags r:id="rId1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06 VMSCAPE漏洞防护措施</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80017" y="152400"/>
            <a:ext cx="7391400" cy="609600"/>
          </a:xfrm>
        </p:spPr>
        <p:txBody>
          <a:bodyPr>
            <a:normAutofit/>
          </a:bodyPr>
          <a:p>
            <a:r>
              <a:rPr lang="zh-CN" altLang="en-US">
                <a:solidFill>
                  <a:schemeClr val="bg1"/>
                </a:solidFill>
              </a:rPr>
              <a:t>基于软件的防护策略</a:t>
            </a:r>
            <a:endParaRPr lang="zh-CN" altLang="en-US">
              <a:solidFill>
                <a:schemeClr val="bg1"/>
              </a:solidFill>
            </a:endParaRPr>
          </a:p>
        </p:txBody>
      </p:sp>
      <p:sp>
        <p:nvSpPr>
          <p:cNvPr id="4" name="装饰  6"/>
          <p:cNvSpPr>
            <a:spLocks noGrp="1"/>
          </p:cNvSpPr>
          <p:nvPr>
            <p:ph type="body" idx="16393"/>
            <p:custDataLst>
              <p:tags r:id="rId2"/>
            </p:custDataLst>
          </p:nvPr>
        </p:nvSpPr>
        <p:spPr/>
        <p:txBody>
          <a:bodyPr/>
          <a:p>
            <a:r>
              <a:rPr lang="zh-CN" altLang="en-US">
                <a:solidFill>
                  <a:schemeClr val="bg1"/>
                </a:solidFill>
              </a:rPr>
              <a:t> </a:t>
            </a:r>
            <a:endParaRPr lang="zh-CN" altLang="en-US">
              <a:solidFill>
                <a:schemeClr val="bg1"/>
              </a:solidFill>
            </a:endParaRPr>
          </a:p>
        </p:txBody>
      </p:sp>
      <p:sp>
        <p:nvSpPr>
          <p:cNvPr id="5" name="文本占位符 4"/>
          <p:cNvSpPr>
            <a:spLocks noGrp="1"/>
          </p:cNvSpPr>
          <p:nvPr>
            <p:ph type="body" idx="16386"/>
            <p:custDataLst>
              <p:tags r:id="rId3"/>
            </p:custDataLst>
          </p:nvPr>
        </p:nvSpPr>
        <p:spPr/>
        <p:txBody>
          <a:bodyPr>
            <a:normAutofit/>
          </a:bodyPr>
          <a:p>
            <a:r>
              <a:rPr lang="zh-CN" altLang="en-US">
                <a:solidFill>
                  <a:schemeClr val="tx1"/>
                </a:solidFill>
              </a:rPr>
              <a:t>IBPB-on-VMEXIT缓解措施</a:t>
            </a:r>
            <a:endParaRPr lang="zh-CN" altLang="en-US">
              <a:solidFill>
                <a:schemeClr val="tx1"/>
              </a:solidFill>
            </a:endParaRPr>
          </a:p>
        </p:txBody>
      </p:sp>
      <p:sp>
        <p:nvSpPr>
          <p:cNvPr id="6" name="文本占位符 5"/>
          <p:cNvSpPr>
            <a:spLocks noGrp="1"/>
          </p:cNvSpPr>
          <p:nvPr>
            <p:ph type="body" idx="16387"/>
            <p:custDataLst>
              <p:tags r:id="rId4"/>
            </p:custDataLst>
          </p:nvPr>
        </p:nvSpPr>
        <p:spPr/>
        <p:txBody>
          <a:bodyPr>
            <a:normAutofit/>
          </a:bodyPr>
          <a:p>
            <a:r>
              <a:rPr lang="zh-CN" altLang="en-US">
                <a:solidFill>
                  <a:schemeClr val="tx1"/>
                </a:solidFill>
              </a:rPr>
              <a:t>原理：在每次VMEXIT时使用IBPB（间接分支预测屏障）刷新BPU状态，强制客户机与主机之间的BTB隔离，保护主机系统。</a:t>
            </a:r>
            <a:endParaRPr lang="zh-CN" altLang="en-US">
              <a:solidFill>
                <a:schemeClr val="tx1"/>
              </a:solidFill>
            </a:endParaRPr>
          </a:p>
        </p:txBody>
      </p:sp>
      <p:sp>
        <p:nvSpPr>
          <p:cNvPr id="7" name="装饰  9"/>
          <p:cNvSpPr>
            <a:spLocks noGrp="1"/>
          </p:cNvSpPr>
          <p:nvPr>
            <p:ph type="body" idx="16394"/>
            <p:custDataLst>
              <p:tags r:id="rId5"/>
            </p:custDataLst>
          </p:nvPr>
        </p:nvSpPr>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88"/>
            <p:custDataLst>
              <p:tags r:id="rId6"/>
            </p:custDataLst>
          </p:nvPr>
        </p:nvSpPr>
        <p:spPr/>
        <p:txBody>
          <a:bodyPr>
            <a:normAutofit/>
          </a:bodyPr>
          <a:p>
            <a:r>
              <a:rPr lang="zh-CN" altLang="en-US">
                <a:solidFill>
                  <a:schemeClr val="tx1"/>
                </a:solidFill>
              </a:rPr>
              <a:t>Retpoline缓解方案</a:t>
            </a:r>
            <a:endParaRPr lang="zh-CN" altLang="en-US">
              <a:solidFill>
                <a:schemeClr val="tx1"/>
              </a:solidFill>
            </a:endParaRPr>
          </a:p>
        </p:txBody>
      </p:sp>
      <p:sp>
        <p:nvSpPr>
          <p:cNvPr id="9" name="文本占位符 8"/>
          <p:cNvSpPr>
            <a:spLocks noGrp="1"/>
          </p:cNvSpPr>
          <p:nvPr>
            <p:ph type="body" idx="16389"/>
            <p:custDataLst>
              <p:tags r:id="rId7"/>
            </p:custDataLst>
          </p:nvPr>
        </p:nvSpPr>
        <p:spPr/>
        <p:txBody>
          <a:bodyPr>
            <a:normAutofit/>
          </a:bodyPr>
          <a:p>
            <a:r>
              <a:rPr lang="zh-CN" altLang="en-US">
                <a:solidFill>
                  <a:schemeClr val="tx1"/>
                </a:solidFill>
              </a:rPr>
              <a:t>原理：经典的基于软件的Spectre-BTI缓解技术，通过使用不同预测器预测jmp/call等间接分支为ret指令，避免恶意分支目标注入。</a:t>
            </a:r>
            <a:endParaRPr lang="zh-CN" altLang="en-US">
              <a:solidFill>
                <a:schemeClr val="tx1"/>
              </a:solidFill>
            </a:endParaRPr>
          </a:p>
        </p:txBody>
      </p:sp>
      <p:sp>
        <p:nvSpPr>
          <p:cNvPr id="10" name="装饰  2"/>
          <p:cNvSpPr>
            <a:spLocks noGrp="1"/>
          </p:cNvSpPr>
          <p:nvPr>
            <p:ph type="body" idx="16395"/>
            <p:custDataLst>
              <p:tags r:id="rId8"/>
            </p:custDataLst>
          </p:nvPr>
        </p:nvSpPr>
        <p:spPr/>
        <p:txBody>
          <a:bodyPr/>
          <a:p>
            <a:r>
              <a:rPr lang="zh-CN" altLang="en-US">
                <a:solidFill>
                  <a:schemeClr val="bg1"/>
                </a:solidFill>
              </a:rPr>
              <a:t> </a:t>
            </a:r>
            <a:endParaRPr lang="zh-CN" altLang="en-US">
              <a:solidFill>
                <a:schemeClr val="bg1"/>
              </a:solidFill>
            </a:endParaRPr>
          </a:p>
        </p:txBody>
      </p:sp>
      <p:sp>
        <p:nvSpPr>
          <p:cNvPr id="11" name="文本占位符 10"/>
          <p:cNvSpPr>
            <a:spLocks noGrp="1"/>
          </p:cNvSpPr>
          <p:nvPr>
            <p:ph type="body" idx="16390"/>
            <p:custDataLst>
              <p:tags r:id="rId9"/>
            </p:custDataLst>
          </p:nvPr>
        </p:nvSpPr>
        <p:spPr/>
        <p:txBody>
          <a:bodyPr>
            <a:normAutofit/>
          </a:bodyPr>
          <a:p>
            <a:r>
              <a:rPr lang="zh-CN" altLang="en-US">
                <a:solidFill>
                  <a:schemeClr val="tx1"/>
                </a:solidFill>
              </a:rPr>
              <a:t>软件防护的性能开销</a:t>
            </a:r>
            <a:endParaRPr lang="zh-CN" altLang="en-US">
              <a:solidFill>
                <a:schemeClr val="tx1"/>
              </a:solidFill>
            </a:endParaRPr>
          </a:p>
        </p:txBody>
      </p:sp>
      <p:sp>
        <p:nvSpPr>
          <p:cNvPr id="12" name="文本占位符 11"/>
          <p:cNvSpPr>
            <a:spLocks noGrp="1"/>
          </p:cNvSpPr>
          <p:nvPr>
            <p:ph type="body" idx="16391"/>
            <p:custDataLst>
              <p:tags r:id="rId10"/>
            </p:custDataLst>
          </p:nvPr>
        </p:nvSpPr>
        <p:spPr/>
        <p:txBody>
          <a:bodyPr>
            <a:normAutofit/>
          </a:bodyPr>
          <a:p>
            <a:r>
              <a:rPr lang="zh-CN" altLang="en-US">
                <a:solidFill>
                  <a:schemeClr val="tx1"/>
                </a:solidFill>
              </a:rPr>
              <a:t>基于IBPB的缓解措施通常会带来显著的性能开销，需在安全性与系统性能间权衡。</a:t>
            </a:r>
            <a:endParaRPr lang="zh-CN" altLang="en-US">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1032933" y="162983"/>
            <a:ext cx="10972800" cy="609600"/>
          </a:xfrm>
        </p:spPr>
        <p:txBody>
          <a:bodyPr>
            <a:normAutofit/>
          </a:bodyPr>
          <a:p>
            <a:r>
              <a:rPr lang="zh-CN" altLang="en-US">
                <a:solidFill>
                  <a:schemeClr val="bg1"/>
                </a:solidFill>
              </a:rPr>
              <a:t>基于硬件的隔离与保护机制</a:t>
            </a:r>
            <a:endParaRPr lang="zh-CN" altLang="en-US">
              <a:solidFill>
                <a:schemeClr val="bg1"/>
              </a:solidFill>
            </a:endParaRPr>
          </a:p>
        </p:txBody>
      </p:sp>
      <p:pic>
        <p:nvPicPr>
          <p:cNvPr id="12" name="图片占位符 11"/>
          <p:cNvPicPr/>
          <p:nvPr>
            <p:ph type="pic" idx="16392"/>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473200" y="1803400"/>
            <a:ext cx="1524000" cy="1524000"/>
          </a:xfrm>
          <a:prstGeom prst="rect">
            <a:avLst/>
          </a:prstGeom>
        </p:spPr>
      </p:pic>
      <p:sp>
        <p:nvSpPr>
          <p:cNvPr id="4" name="文本占位符 3"/>
          <p:cNvSpPr>
            <a:spLocks noGrp="1"/>
          </p:cNvSpPr>
          <p:nvPr>
            <p:ph type="body" idx="16386"/>
            <p:custDataLst>
              <p:tags r:id="rId5"/>
            </p:custDataLst>
          </p:nvPr>
        </p:nvSpPr>
        <p:spPr/>
        <p:txBody>
          <a:bodyPr>
            <a:normAutofit/>
          </a:bodyPr>
          <a:p>
            <a:r>
              <a:rPr lang="zh-CN" altLang="en-US">
                <a:solidFill>
                  <a:schemeClr val="tx1"/>
                </a:solidFill>
              </a:rPr>
              <a:t>保护SEV-SNP客户机</a:t>
            </a:r>
            <a:endParaRPr lang="zh-CN" altLang="en-US">
              <a:solidFill>
                <a:schemeClr val="tx1"/>
              </a:solidFill>
            </a:endParaRPr>
          </a:p>
        </p:txBody>
      </p:sp>
      <p:sp>
        <p:nvSpPr>
          <p:cNvPr id="5" name="文本占位符 4"/>
          <p:cNvSpPr>
            <a:spLocks noGrp="1"/>
          </p:cNvSpPr>
          <p:nvPr>
            <p:ph type="body" idx="16387"/>
            <p:custDataLst>
              <p:tags r:id="rId6"/>
            </p:custDataLst>
          </p:nvPr>
        </p:nvSpPr>
        <p:spPr/>
        <p:txBody>
          <a:bodyPr>
            <a:normAutofit/>
          </a:bodyPr>
          <a:p>
            <a:r>
              <a:rPr lang="zh-CN" altLang="en-US">
                <a:solidFill>
                  <a:schemeClr val="tx1"/>
                </a:solidFill>
              </a:rPr>
              <a:t>Zen3至Zen5的SVM为SEV-SNP启用的客户机提供多重保护：分支目标缓冲隔离机制防止域外执行影响域内分支；入口间接分支预测屏障在每次VMRUN时执行IBPB；SMT保护要求兄弟线程空闲。</a:t>
            </a:r>
            <a:endParaRPr lang="zh-CN" altLang="en-US">
              <a:solidFill>
                <a:schemeClr val="tx1"/>
              </a:solidFill>
            </a:endParaRPr>
          </a:p>
        </p:txBody>
      </p:sp>
      <p:pic>
        <p:nvPicPr>
          <p:cNvPr id="14" name="图片占位符 13"/>
          <p:cNvPicPr/>
          <p:nvPr>
            <p:ph type="pic" idx="16393"/>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334000" y="1803400"/>
            <a:ext cx="1524000" cy="1524000"/>
          </a:xfrm>
          <a:prstGeom prst="rect">
            <a:avLst/>
          </a:prstGeom>
        </p:spPr>
      </p:pic>
      <p:sp>
        <p:nvSpPr>
          <p:cNvPr id="7" name="文本占位符 6"/>
          <p:cNvSpPr>
            <a:spLocks noGrp="1"/>
          </p:cNvSpPr>
          <p:nvPr>
            <p:ph type="body" idx="16388"/>
            <p:custDataLst>
              <p:tags r:id="rId10"/>
            </p:custDataLst>
          </p:nvPr>
        </p:nvSpPr>
        <p:spPr/>
        <p:txBody>
          <a:bodyPr>
            <a:normAutofit/>
          </a:bodyPr>
          <a:p>
            <a:r>
              <a:rPr lang="zh-CN" altLang="en-US" sz="2200">
                <a:solidFill>
                  <a:schemeClr val="tx1"/>
                </a:solidFill>
              </a:rPr>
              <a:t>保护SMT</a:t>
            </a:r>
            <a:endParaRPr lang="zh-CN" altLang="en-US" sz="2200">
              <a:solidFill>
                <a:schemeClr val="tx1"/>
              </a:solidFill>
            </a:endParaRPr>
          </a:p>
        </p:txBody>
      </p:sp>
      <p:sp>
        <p:nvSpPr>
          <p:cNvPr id="8" name="文本占位符 7"/>
          <p:cNvSpPr>
            <a:spLocks noGrp="1"/>
          </p:cNvSpPr>
          <p:nvPr>
            <p:ph type="body" idx="16389"/>
            <p:custDataLst>
              <p:tags r:id="rId11"/>
            </p:custDataLst>
          </p:nvPr>
        </p:nvSpPr>
        <p:spPr/>
        <p:txBody>
          <a:bodyPr>
            <a:normAutofit/>
          </a:bodyPr>
          <a:p>
            <a:r>
              <a:rPr lang="zh-CN" altLang="en-US">
                <a:solidFill>
                  <a:schemeClr val="tx1"/>
                </a:solidFill>
              </a:rPr>
              <a:t>启用STIBP（单线程间接分支预测器）硬件缓解措施；</a:t>
            </a:r>
            <a:endParaRPr lang="zh-CN" altLang="en-US">
              <a:solidFill>
                <a:schemeClr val="tx1"/>
              </a:solidFill>
            </a:endParaRPr>
          </a:p>
          <a:p>
            <a:r>
              <a:rPr lang="zh-CN" altLang="en-US">
                <a:solidFill>
                  <a:schemeClr val="tx1"/>
                </a:solidFill>
              </a:rPr>
              <a:t>不支持STIBP的系统需完全禁用SMT以阻断跨SMT核心攻击。</a:t>
            </a:r>
            <a:endParaRPr lang="zh-CN" altLang="en-US">
              <a:solidFill>
                <a:schemeClr val="tx1"/>
              </a:solidFill>
            </a:endParaRPr>
          </a:p>
        </p:txBody>
      </p:sp>
      <p:pic>
        <p:nvPicPr>
          <p:cNvPr id="13" name="图片占位符 12"/>
          <p:cNvPicPr/>
          <p:nvPr>
            <p:ph type="pic" idx="16394"/>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9194800" y="1803400"/>
            <a:ext cx="1524000" cy="1524000"/>
          </a:xfrm>
          <a:prstGeom prst="rect">
            <a:avLst/>
          </a:prstGeom>
        </p:spPr>
      </p:pic>
      <p:sp>
        <p:nvSpPr>
          <p:cNvPr id="10" name="文本占位符 9"/>
          <p:cNvSpPr>
            <a:spLocks noGrp="1"/>
          </p:cNvSpPr>
          <p:nvPr>
            <p:ph type="body" idx="16390"/>
            <p:custDataLst>
              <p:tags r:id="rId15"/>
            </p:custDataLst>
          </p:nvPr>
        </p:nvSpPr>
        <p:spPr/>
        <p:txBody>
          <a:bodyPr>
            <a:normAutofit/>
          </a:bodyPr>
          <a:p>
            <a:r>
              <a:rPr lang="zh-CN" altLang="en-US" sz="2200">
                <a:solidFill>
                  <a:schemeClr val="tx1"/>
                </a:solidFill>
              </a:rPr>
              <a:t>基于硬件的隔离</a:t>
            </a:r>
            <a:endParaRPr lang="zh-CN" altLang="en-US" sz="2200">
              <a:solidFill>
                <a:schemeClr val="tx1"/>
              </a:solidFill>
            </a:endParaRPr>
          </a:p>
        </p:txBody>
      </p:sp>
      <p:sp>
        <p:nvSpPr>
          <p:cNvPr id="11" name="文本占位符 10"/>
          <p:cNvSpPr>
            <a:spLocks noGrp="1"/>
          </p:cNvSpPr>
          <p:nvPr>
            <p:ph type="body" idx="16391"/>
            <p:custDataLst>
              <p:tags r:id="rId16"/>
            </p:custDataLst>
          </p:nvPr>
        </p:nvSpPr>
        <p:spPr>
          <a:xfrm>
            <a:off x="8331200" y="4140200"/>
            <a:ext cx="3589867" cy="1828800"/>
          </a:xfrm>
        </p:spPr>
        <p:txBody>
          <a:bodyPr>
            <a:noAutofit/>
          </a:bodyPr>
          <a:p>
            <a:r>
              <a:rPr lang="zh-CN" altLang="en-US" sz="1400">
                <a:solidFill>
                  <a:schemeClr val="tx1"/>
                </a:solidFill>
              </a:rPr>
              <a:t>归根结底，</a:t>
            </a:r>
            <a:r>
              <a:rPr lang="en-US" altLang="zh-CN" sz="1400">
                <a:solidFill>
                  <a:schemeClr val="tx1"/>
                </a:solidFill>
              </a:rPr>
              <a:t>vBTI</a:t>
            </a:r>
            <a:r>
              <a:rPr lang="zh-CN" altLang="en-US" sz="1400">
                <a:solidFill>
                  <a:schemeClr val="tx1"/>
                </a:solidFill>
              </a:rPr>
              <a:t>原语的根本原因在于</a:t>
            </a:r>
            <a:endParaRPr lang="zh-CN" altLang="en-US" sz="1400">
              <a:solidFill>
                <a:schemeClr val="tx1"/>
              </a:solidFill>
            </a:endParaRPr>
          </a:p>
          <a:p>
            <a:r>
              <a:rPr lang="zh-CN" altLang="en-US" sz="1400">
                <a:solidFill>
                  <a:schemeClr val="tx1"/>
                </a:solidFill>
              </a:rPr>
              <a:t>主机域与客户域之间缺乏</a:t>
            </a:r>
            <a:r>
              <a:rPr lang="en-US" altLang="zh-CN" sz="1400">
                <a:solidFill>
                  <a:schemeClr val="tx1"/>
                </a:solidFill>
              </a:rPr>
              <a:t> BPU </a:t>
            </a:r>
            <a:r>
              <a:rPr lang="zh-CN" altLang="en-US" sz="1400">
                <a:solidFill>
                  <a:schemeClr val="tx1"/>
                </a:solidFill>
              </a:rPr>
              <a:t>状态隔离。</a:t>
            </a:r>
            <a:r>
              <a:rPr lang="en-US" altLang="zh-CN" sz="1400">
                <a:solidFill>
                  <a:schemeClr val="tx1"/>
                </a:solidFill>
              </a:rPr>
              <a:t>Zen5CPU</a:t>
            </a:r>
            <a:r>
              <a:rPr lang="zh-CN" altLang="en-US" sz="1400">
                <a:solidFill>
                  <a:schemeClr val="tx1"/>
                </a:solidFill>
              </a:rPr>
              <a:t>引入特权域标签技术以区分用户和管理员域。类似地，通过标签区分主机域与户域可防止</a:t>
            </a:r>
            <a:r>
              <a:rPr lang="en-US" altLang="zh-CN" sz="1400">
                <a:solidFill>
                  <a:schemeClr val="tx1"/>
                </a:solidFill>
              </a:rPr>
              <a:t>vBTI</a:t>
            </a:r>
            <a:r>
              <a:rPr lang="zh-CN" altLang="en-US" sz="1400">
                <a:solidFill>
                  <a:schemeClr val="tx1"/>
                </a:solidFill>
              </a:rPr>
              <a:t>原语的产生，这一机制应被纳</a:t>
            </a:r>
            <a:r>
              <a:rPr lang="en-US" altLang="zh-CN" sz="1400">
                <a:solidFill>
                  <a:schemeClr val="tx1"/>
                </a:solidFill>
              </a:rPr>
              <a:t>Zen</a:t>
            </a:r>
            <a:r>
              <a:rPr lang="zh-CN" altLang="en-US" sz="1400">
                <a:solidFill>
                  <a:schemeClr val="tx1"/>
                </a:solidFill>
              </a:rPr>
              <a:t>微架构的后续版本设计中。</a:t>
            </a:r>
            <a:endParaRPr lang="zh-CN" altLang="en-US" sz="1400">
              <a:solidFill>
                <a:schemeClr val="tx1"/>
              </a:solidFill>
            </a:endParaRPr>
          </a:p>
        </p:txBody>
      </p:sp>
    </p:spTree>
    <p:custDataLst>
      <p:tags r:id="rId1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userDrawn="1"/>
        </p:nvSpPr>
        <p:spPr>
          <a:xfrm>
            <a:off x="947208" y="264583"/>
            <a:ext cx="1605280" cy="521970"/>
          </a:xfrm>
          <a:prstGeom prst="rect">
            <a:avLst/>
          </a:prstGeom>
        </p:spPr>
        <p:txBody>
          <a:bodyPr wrap="none" rtlCol="0">
            <a:spAutoFit/>
          </a:bodyPr>
          <a:p>
            <a:r>
              <a:rPr lang="zh-CN" altLang="en-US" sz="2800">
                <a:solidFill>
                  <a:srgbClr val="FFFFFF"/>
                </a:solidFill>
              </a:rPr>
              <a:t>下周</a:t>
            </a:r>
            <a:r>
              <a:rPr lang="zh-CN" altLang="en-US" sz="2800">
                <a:solidFill>
                  <a:srgbClr val="FFFFFF"/>
                </a:solidFill>
                <a:cs typeface="Arial" panose="020B0604020202020204" pitchFamily="34" charset="0"/>
              </a:rPr>
              <a:t>目标</a:t>
            </a:r>
            <a:endParaRPr lang="zh-CN" altLang="en-US" sz="2800">
              <a:solidFill>
                <a:srgbClr val="FFFFFF"/>
              </a:solidFill>
            </a:endParaRPr>
          </a:p>
        </p:txBody>
      </p:sp>
      <p:sp>
        <p:nvSpPr>
          <p:cNvPr id="3" name="文本框 2"/>
          <p:cNvSpPr txBox="1"/>
          <p:nvPr userDrawn="1"/>
        </p:nvSpPr>
        <p:spPr>
          <a:xfrm>
            <a:off x="608118" y="1216660"/>
            <a:ext cx="5583555" cy="521970"/>
          </a:xfrm>
          <a:prstGeom prst="rect">
            <a:avLst/>
          </a:prstGeom>
        </p:spPr>
        <p:txBody>
          <a:bodyPr wrap="none" rtlCol="0">
            <a:spAutoFit/>
          </a:bodyPr>
          <a:p>
            <a:r>
              <a:rPr lang="zh-CN" altLang="en-US" sz="2800">
                <a:cs typeface="Arial" panose="020B0604020202020204" pitchFamily="34" charset="0"/>
              </a:rPr>
              <a:t>分析</a:t>
            </a:r>
            <a:r>
              <a:rPr lang="en-US" altLang="zh-CN" sz="2800">
                <a:cs typeface="Arial" panose="020B0604020202020204" pitchFamily="34" charset="0"/>
              </a:rPr>
              <a:t>vmscape</a:t>
            </a:r>
            <a:r>
              <a:rPr lang="zh-CN" altLang="en-US" sz="2800">
                <a:cs typeface="Arial" panose="020B0604020202020204" pitchFamily="34" charset="0"/>
              </a:rPr>
              <a:t>代码，认识技术细节</a:t>
            </a:r>
            <a:endParaRPr lang="zh-CN" altLang="en-US" sz="28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3950964"/>
            <a:ext cx="12192000" cy="29070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2"/>
            </p:custDataLst>
          </p:nvPr>
        </p:nvSpPr>
        <p:spPr>
          <a:xfrm>
            <a:off x="1524000" y="1612241"/>
            <a:ext cx="9144000" cy="1260058"/>
          </a:xfrm>
        </p:spPr>
        <p:txBody>
          <a:bodyPr/>
          <a:lstStyle/>
          <a:p>
            <a:r>
              <a:rPr lang="zh-CN" altLang="en-US" dirty="0">
                <a:solidFill>
                  <a:schemeClr val="bg1"/>
                </a:solidFill>
              </a:rPr>
              <a:t>谢谢</a:t>
            </a:r>
            <a:r>
              <a:rPr lang="zh-CN" altLang="en-US" dirty="0">
                <a:solidFill>
                  <a:schemeClr val="bg1"/>
                </a:solidFill>
              </a:rPr>
              <a:t>大家！</a:t>
            </a:r>
            <a:endParaRPr lang="zh-CN" altLang="en-US" dirty="0">
              <a:solidFill>
                <a:schemeClr val="bg1"/>
              </a:solidFill>
            </a:endParaRPr>
          </a:p>
        </p:txBody>
      </p:sp>
      <p:sp>
        <p:nvSpPr>
          <p:cNvPr id="3" name="副标题 2"/>
          <p:cNvSpPr>
            <a:spLocks noGrp="1"/>
          </p:cNvSpPr>
          <p:nvPr>
            <p:ph type="subTitle" idx="1"/>
            <p:custDataLst>
              <p:tags r:id="rId3"/>
            </p:custDataLst>
          </p:nvPr>
        </p:nvSpPr>
        <p:spPr>
          <a:xfrm>
            <a:off x="1524000" y="4552548"/>
            <a:ext cx="9144000" cy="1655762"/>
          </a:xfrm>
        </p:spPr>
        <p:txBody>
          <a:bodyPr/>
          <a:lstStyle/>
          <a:p>
            <a:r>
              <a:rPr lang="zh-CN" altLang="en-US" dirty="0">
                <a:solidFill>
                  <a:schemeClr val="accent1"/>
                </a:solidFill>
                <a:latin typeface="+mj-lt"/>
              </a:rPr>
              <a:t>杨宇鑫    </a:t>
            </a:r>
            <a:endParaRPr lang="zh-CN" altLang="en-US" dirty="0">
              <a:solidFill>
                <a:schemeClr val="accent1"/>
              </a:solidFill>
              <a:latin typeface="+mj-lt"/>
            </a:endParaRPr>
          </a:p>
          <a:p>
            <a:r>
              <a:rPr lang="zh-CN" altLang="en-US" dirty="0">
                <a:solidFill>
                  <a:schemeClr val="accent1"/>
                </a:solidFill>
                <a:latin typeface="+mj-lt"/>
              </a:rPr>
              <a:t>第一次组会  </a:t>
            </a:r>
            <a:endParaRPr lang="en-US" altLang="zh-CN" dirty="0">
              <a:solidFill>
                <a:schemeClr val="accent1"/>
              </a:solidFill>
              <a:latin typeface="+mj-lt"/>
            </a:endParaRPr>
          </a:p>
          <a:p>
            <a:r>
              <a:rPr lang="zh-CN" altLang="en-US" dirty="0">
                <a:solidFill>
                  <a:schemeClr val="accent1"/>
                </a:solidFill>
                <a:latin typeface="+mj-lt"/>
              </a:rPr>
              <a:t>2</a:t>
            </a:r>
            <a:r>
              <a:rPr lang="en-US" altLang="zh-CN" dirty="0">
                <a:solidFill>
                  <a:schemeClr val="accent1"/>
                </a:solidFill>
                <a:latin typeface="+mj-lt"/>
              </a:rPr>
              <a:t>026.01.</a:t>
            </a:r>
            <a:r>
              <a:rPr lang="en-US" altLang="zh-CN">
                <a:latin typeface="+mj-lt"/>
              </a:rPr>
              <a:t>14</a:t>
            </a:r>
            <a:endParaRPr lang="en-US" altLang="zh-CN">
              <a:latin typeface="+mj-lt"/>
            </a:endParaRPr>
          </a:p>
        </p:txBody>
      </p:sp>
      <p:sp>
        <p:nvSpPr>
          <p:cNvPr id="6" name="矩形 5"/>
          <p:cNvSpPr/>
          <p:nvPr>
            <p:custDataLst>
              <p:tags r:id="rId4"/>
            </p:custDataLst>
          </p:nvPr>
        </p:nvSpPr>
        <p:spPr>
          <a:xfrm>
            <a:off x="1524000" y="1612241"/>
            <a:ext cx="9144000" cy="1507191"/>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tags/tag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xml><?xml version="1.0" encoding="utf-8"?>
<p:tagLst xmlns:p="http://schemas.openxmlformats.org/presentationml/2006/main">
  <p:tag name="KSO_WM_BEAUTIFY_FLAG" val="#fgm#"/>
  <p:tag name="KSO_WM_FIGMA_FLAG" val="#fgm#"/>
  <p:tag name="KSO_WM_UNIT_INDEX" val="1"/>
  <p:tag name="KSO_WM_UNIT_TYPE" val="a"/>
  <p:tag name="KSO_WM_LAYOUT_CHECK_HASH" val="4f97ca7bbc655c6d42058bf675072d0d0b06a8a6"/>
  <p:tag name="KSO_WM_NEWLAYOUT_GROUP_ID" val="layout_10012"/>
  <p:tag name="KSO_WM_NEWLAYOUT_ID" val="slide_ed19c0db6ed585c4"/>
</p:tagLst>
</file>

<file path=ppt/tags/tag10.xml><?xml version="1.0" encoding="utf-8"?>
<p:tagLst xmlns:p="http://schemas.openxmlformats.org/presentationml/2006/main">
  <p:tag name="KSO_WM_BEAUTIFY_FLAG" val="#fgm#"/>
  <p:tag name="KSO_WM_FIGMA_FLAG" val="#fgm#"/>
  <p:tag name="KSO_WM_UNIT_INDEX" val="1"/>
  <p:tag name="KSO_WM_UNIT_TYPE" val="d"/>
</p:tagLst>
</file>

<file path=ppt/tags/tag1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5.xml><?xml version="1.0" encoding="utf-8"?>
<p:tagLst xmlns:p="http://schemas.openxmlformats.org/presentationml/2006/main">
  <p:tag name="KSO_WM_BEAUTIFY_FLAG" val="#fgm#"/>
  <p:tag name="KSO_WM_FIGMA_FLAG" val="#fgm#"/>
  <p:tag name="KSO_WM_UNIT_INDEX" val="1"/>
  <p:tag name="KSO_WM_UNIT_TYPE" val="a"/>
  <p:tag name="KSO_WM_LAYOUT_CHECK_HASH" val="bc3cdaec29b97946474c1fa5ad214e7445721c35"/>
  <p:tag name="KSO_WM_NEWLAYOUT_GROUP_ID" val="layout_10008"/>
  <p:tag name="KSO_WM_NEWLAYOUT_ID" val="slide_d71f76e6c456aee2"/>
</p:tagLst>
</file>

<file path=ppt/tags/tag26.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2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9.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2.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3.xml><?xml version="1.0" encoding="utf-8"?>
<p:tagLst xmlns:p="http://schemas.openxmlformats.org/presentationml/2006/main">
  <p:tag name="KSO_WM_BEAUTIFY_FLAG" val="#fgm#"/>
  <p:tag name="KSO_WM_FIGMA_FLAG" val="#fgm#"/>
  <p:tag name="KSO_WM_UNIT_INDEX" val="1"/>
  <p:tag name="KSO_WM_UNIT_TYPE" val="a"/>
  <p:tag name="KSO_WM_LAYOUT_CHECK_HASH" val="c97fd2f64aaf1a57aa47569184dc7e3570298786"/>
  <p:tag name="KSO_WM_NEWLAYOUT_GROUP_ID" val="layout_6"/>
  <p:tag name="KSO_WM_NEWLAYOUT_ID" val="slide_acc7948a249ecb22"/>
</p:tagLst>
</file>

<file path=ppt/tags/tag44.xml><?xml version="1.0" encoding="utf-8"?>
<p:tagLst xmlns:p="http://schemas.openxmlformats.org/presentationml/2006/main">
  <p:tag name="KSO_WM_BEAUTIFY_FLAG" val="#fgm#"/>
  <p:tag name="KSO_WM_FIGMA_FLAG" val="#fgm#"/>
  <p:tag name="KSO_WM_UNIT_INDEX" val="1"/>
  <p:tag name="KSO_WM_UNIT_TYPE" val="d"/>
</p:tagLst>
</file>

<file path=ppt/tags/tag4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4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2.xml><?xml version="1.0" encoding="utf-8"?>
<p:tagLst xmlns:p="http://schemas.openxmlformats.org/presentationml/2006/main">
  <p:tag name="KSO_WM_BEAUTIFY_FLAG" val="#fgm#"/>
  <p:tag name="KSO_WM_FIGMA_FLAG" val="#fgm#"/>
  <p:tag name="KSO_WM_UNIT_INDEX" val="1"/>
  <p:tag name="KSO_WM_UNIT_TYPE" val="a"/>
  <p:tag name="KSO_WM_LAYOUT_CHECK_HASH" val="7f9c1060b31a8f98a456cfcd906f61a7e389d703"/>
  <p:tag name="KSO_WM_NEWLAYOUT_GROUP_ID" val="layout_38"/>
  <p:tag name="KSO_WM_NEWLAYOUT_ID" val="slide_3e4f13ddd7dc8528"/>
</p:tagLst>
</file>

<file path=ppt/tags/tag6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6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6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72.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7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7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3.xml><?xml version="1.0" encoding="utf-8"?>
<p:tagLst xmlns:p="http://schemas.openxmlformats.org/presentationml/2006/main">
  <p:tag name="KSO_WM_BEAUTIFY_FLAG" val="#fgm#"/>
  <p:tag name="KSO_WM_FIGMA_FLAG" val="#fgm#"/>
  <p:tag name="KSO_WM_UNIT_INDEX" val="1"/>
  <p:tag name="KSO_WM_UNIT_TYPE" val="a"/>
  <p:tag name="KSO_WM_LAYOUT_CHECK_HASH" val="3fa07a17694c4ac06f0a87aa7ffa7a5651ff61d2"/>
  <p:tag name="KSO_WM_NEWLAYOUT_GROUP_ID" val="layout_53"/>
  <p:tag name="KSO_WM_NEWLAYOUT_ID" val="slide_76713c4037f02356"/>
</p:tagLst>
</file>

<file path=ppt/tags/tag8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8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8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8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8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9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93.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9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9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9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4.xml><?xml version="1.0" encoding="utf-8"?>
<p:tagLst xmlns:p="http://schemas.openxmlformats.org/presentationml/2006/main">
  <p:tag name="KSO_WM_BEAUTIFY_FLAG" val="#fgm#"/>
  <p:tag name="KSO_WM_FIGMA_FLAG" val="#fgm#"/>
  <p:tag name="KSO_WM_UNIT_INDEX" val="1"/>
  <p:tag name="KSO_WM_UNIT_TYPE" val="a"/>
  <p:tag name="KSO_WM_LAYOUT_CHECK_HASH" val="6e9d5d1ebd6042cad6087fc9729c34ca2d0d0f43"/>
  <p:tag name="KSO_WM_NEWLAYOUT_GROUP_ID" val="layout_49"/>
  <p:tag name="KSO_WM_NEWLAYOUT_ID" val="slide_c2bbdeee6f9d8775"/>
</p:tagLst>
</file>

<file path=ppt/tags/tag10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06.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0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9.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10.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1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14.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1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1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5.xml><?xml version="1.0" encoding="utf-8"?>
<p:tagLst xmlns:p="http://schemas.openxmlformats.org/presentationml/2006/main">
  <p:tag name="KSO_WM_BEAUTIFY_FLAG" val="#fgm#"/>
  <p:tag name="KSO_WM_FIGMA_FLAG" val="#fgm#"/>
  <p:tag name="KSO_WM_UNIT_INDEX" val="1"/>
  <p:tag name="KSO_WM_UNIT_TYPE" val="a"/>
  <p:tag name="KSO_WM_LAYOUT_CHECK_HASH" val="acc66a26fb096025e37c08049a6e30a3c2a20dd8"/>
  <p:tag name="KSO_WM_NEWLAYOUT_GROUP_ID" val="layout_42"/>
  <p:tag name="KSO_WM_NEWLAYOUT_ID" val="slide_30dace1507224ca8"/>
</p:tagLst>
</file>

<file path=ppt/tags/tag126.xml><?xml version="1.0" encoding="utf-8"?>
<p:tagLst xmlns:p="http://schemas.openxmlformats.org/presentationml/2006/main">
  <p:tag name="KSO_WM_BEAUTIFY_FLAG" val="#fgm#"/>
  <p:tag name="KSO_WM_FIGMA_FLAG" val="#fgm#"/>
  <p:tag name="KSO_WM_UNIT_INDEX" val="1"/>
  <p:tag name="KSO_WM_UNIT_TYPE" val="d"/>
</p:tagLst>
</file>

<file path=ppt/tags/tag12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41.xml><?xml version="1.0" encoding="utf-8"?>
<p:tagLst xmlns:p="http://schemas.openxmlformats.org/presentationml/2006/main">
  <p:tag name="KSO_WM_BEAUTIFY_FLAG" val="#fgm#"/>
  <p:tag name="KSO_WM_FIGMA_FLAG" val="#fgm#"/>
  <p:tag name="KSO_WM_UNIT_INDEX" val="1"/>
  <p:tag name="KSO_WM_UNIT_TYPE" val="a"/>
  <p:tag name="KSO_WM_LAYOUT_CHECK_HASH" val="debd48859242478c1ac316b7be72b3d0f4538548"/>
  <p:tag name="KSO_WM_NEWLAYOUT_GROUP_ID" val="layout_30"/>
  <p:tag name="KSO_WM_NEWLAYOUT_ID" val="slide_a16b2b5fbc98ea23"/>
</p:tagLst>
</file>

<file path=ppt/tags/tag142.xml><?xml version="1.0" encoding="utf-8"?>
<p:tagLst xmlns:p="http://schemas.openxmlformats.org/presentationml/2006/main">
  <p:tag name="KSO_WM_BEAUTIFY_FLAG" val="#fgm#"/>
  <p:tag name="KSO_WM_FIGMA_FLAG" val="#fgm#"/>
  <p:tag name="KSO_WM_UNIT_INDEX" val="1"/>
  <p:tag name="KSO_WM_UNIT_TYPE" val="d"/>
</p:tagLst>
</file>

<file path=ppt/tags/tag14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4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4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5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5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15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54.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5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3.xml><?xml version="1.0" encoding="utf-8"?>
<p:tagLst xmlns:p="http://schemas.openxmlformats.org/presentationml/2006/main">
  <p:tag name="KSO_WM_BEAUTIFY_FLAG" val="#fgm#"/>
  <p:tag name="KSO_WM_FIGMA_FLAG" val="#fgm#"/>
  <p:tag name="KSO_WM_UNIT_INDEX" val="1"/>
  <p:tag name="KSO_WM_UNIT_TYPE" val="a"/>
  <p:tag name="KSO_WM_LAYOUT_CHECK_HASH" val="0cd152830e1f47226d71e18f10199ba1a0256f37"/>
  <p:tag name="KSO_WM_NEWLAYOUT_GROUP_ID" val="layout_26"/>
  <p:tag name="KSO_WM_NEWLAYOUT_ID" val="slide_1782e10a2508866f"/>
</p:tagLst>
</file>

<file path=ppt/tags/tag16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6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6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6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7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7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80.xml><?xml version="1.0" encoding="utf-8"?>
<p:tagLst xmlns:p="http://schemas.openxmlformats.org/presentationml/2006/main">
  <p:tag name="KSO_WM_BEAUTIFY_FLAG" val="#fgm#"/>
  <p:tag name="KSO_WM_FIGMA_FLAG" val="#fgm#"/>
  <p:tag name="KSO_WM_UNIT_INDEX" val="1"/>
  <p:tag name="KSO_WM_UNIT_TYPE" val="a"/>
  <p:tag name="KSO_WM_LAYOUT_CHECK_HASH" val="6e2fa52121c757994d6c65980cfd544d9e8e930f"/>
  <p:tag name="KSO_WM_NEWLAYOUT_GROUP_ID" val="layout_3"/>
  <p:tag name="KSO_WM_NEWLAYOUT_ID" val="slide_0576b72b971413eb"/>
</p:tagLst>
</file>

<file path=ppt/tags/tag18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8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8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86.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8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90.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9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9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0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01.xml><?xml version="1.0" encoding="utf-8"?>
<p:tagLst xmlns:p="http://schemas.openxmlformats.org/presentationml/2006/main">
  <p:tag name="KSO_WM_BEAUTIFY_FLAG" val="#fgm#"/>
  <p:tag name="KSO_WM_FIGMA_FLAG" val="#fgm#"/>
  <p:tag name="KSO_WM_UNIT_INDEX" val="1"/>
  <p:tag name="KSO_WM_UNIT_TYPE" val="a"/>
  <p:tag name="KSO_WM_LAYOUT_CHECK_HASH" val="7aab931f7f4d0fe96a14b7bf551dc86a7287f25b"/>
  <p:tag name="KSO_WM_NEWLAYOUT_GROUP_ID" val="layout_35"/>
  <p:tag name="KSO_WM_NEWLAYOUT_ID" val="slide_90cdd96762bb354a"/>
</p:tagLst>
</file>

<file path=ppt/tags/tag202.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0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0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05.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0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08.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0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1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1.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21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1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1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2.xml><?xml version="1.0" encoding="utf-8"?>
<p:tagLst xmlns:p="http://schemas.openxmlformats.org/presentationml/2006/main">
  <p:tag name="KSO_WM_BEAUTIFY_FLAG" val="#fgm#"/>
  <p:tag name="KSO_WM_FIGMA_FLAG" val="#fgm#"/>
  <p:tag name="KSO_WM_UNIT_INDEX" val="1"/>
  <p:tag name="KSO_WM_UNIT_TYPE" val="a"/>
  <p:tag name="KSO_WM_LAYOUT_CHECK_HASH" val="fb65ab6d285866a49ee787cba4a10cf443bbd854"/>
  <p:tag name="KSO_WM_NEWLAYOUT_GROUP_ID" val="layout_27"/>
  <p:tag name="KSO_WM_NEWLAYOUT_ID" val="slide_68c7e1d569ee91b3"/>
</p:tagLst>
</file>

<file path=ppt/tags/tag22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224.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2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2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2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28.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2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3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3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32.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3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3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3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236.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23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3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7.xml><?xml version="1.0" encoding="utf-8"?>
<p:tagLst xmlns:p="http://schemas.openxmlformats.org/presentationml/2006/main">
  <p:tag name="KSO_WM_BEAUTIFY_FLAG" val="#fgm#"/>
  <p:tag name="KSO_WM_FIGMA_FLAG" val="#fgm#"/>
  <p:tag name="KSO_WM_UNIT_INDEX" val="1"/>
  <p:tag name="KSO_WM_UNIT_TYPE" val="a"/>
  <p:tag name="KSO_WM_LAYOUT_CHECK_HASH" val="228a2d80febdf42516965b3ba5f90d62aff48304"/>
  <p:tag name="KSO_WM_NEWLAYOUT_GROUP_ID" val="layout_10009"/>
  <p:tag name="KSO_WM_NEWLAYOUT_ID" val="slide_97a51ff2b1722ceb"/>
</p:tagLst>
</file>

<file path=ppt/tags/tag24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4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5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5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5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5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5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5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5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5.xml><?xml version="1.0" encoding="utf-8"?>
<p:tagLst xmlns:p="http://schemas.openxmlformats.org/presentationml/2006/main">
  <p:tag name="KSO_WM_BEAUTIFY_FLAG" val="#fgm#"/>
  <p:tag name="KSO_WM_FIGMA_FLAG" val="#fgm#"/>
  <p:tag name="KSO_WM_UNIT_INDEX" val="1"/>
  <p:tag name="KSO_WM_UNIT_TYPE" val="a"/>
  <p:tag name="KSO_WM_LAYOUT_CHECK_HASH" val="7c1c644470d448ada635028de3f83e0a663803e2"/>
  <p:tag name="KSO_WM_NEWLAYOUT_GROUP_ID" val="layout_51"/>
  <p:tag name="KSO_WM_NEWLAYOUT_ID" val="slide_4679ddae3b11e1cc"/>
</p:tagLst>
</file>

<file path=ppt/tags/tag266.xml><?xml version="1.0" encoding="utf-8"?>
<p:tagLst xmlns:p="http://schemas.openxmlformats.org/presentationml/2006/main">
  <p:tag name="KSO_WM_BEAUTIFY_FLAG" val="#fgm#"/>
  <p:tag name="KSO_WM_FIGMA_FLAG" val="#fgm#"/>
  <p:tag name="KSO_WM_UNIT_INDEX" val="1"/>
  <p:tag name="KSO_WM_UNIT_TYPE" val="d"/>
</p:tagLst>
</file>

<file path=ppt/tags/tag26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6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7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7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8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81.xml><?xml version="1.0" encoding="utf-8"?>
<p:tagLst xmlns:p="http://schemas.openxmlformats.org/presentationml/2006/main">
  <p:tag name="KSO_WM_BEAUTIFY_FLAG" val="#fgm#"/>
  <p:tag name="KSO_WM_FIGMA_FLAG" val="#fgm#"/>
  <p:tag name="KSO_WM_UNIT_INDEX" val="1"/>
  <p:tag name="KSO_WM_UNIT_TYPE" val="a"/>
  <p:tag name="KSO_WM_LAYOUT_CHECK_HASH" val="07a0fdd0023188fb09bfbd55e3feb5463e4214bd"/>
  <p:tag name="KSO_WM_NEWLAYOUT_GROUP_ID" val="layout_10003"/>
  <p:tag name="KSO_WM_NEWLAYOUT_ID" val="slide_8cce582f37f77cb5"/>
</p:tagLst>
</file>

<file path=ppt/tags/tag28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8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8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8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8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8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8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9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9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9.xml><?xml version="1.0" encoding="utf-8"?>
<p:tagLst xmlns:p="http://schemas.openxmlformats.org/presentationml/2006/main">
  <p:tag name="KSO_WM_BEAUTIFY_FLAG" val="#fgm#"/>
  <p:tag name="KSO_WM_FIGMA_FLAG" val="#fgm#"/>
  <p:tag name="KSO_WM_UNIT_INDEX" val="1"/>
  <p:tag name="KSO_WM_UNIT_TYPE" val="a"/>
  <p:tag name="KSO_WM_LAYOUT_CHECK_HASH" val="33c98e82c3a9c5ad8a9cf23dca7cb7f398a63676"/>
  <p:tag name="KSO_WM_NEWLAYOUT_GROUP_ID" val="layout_32"/>
  <p:tag name="KSO_WM_NEWLAYOUT_ID" val="slide_f95b87826d1fb558"/>
</p:tagLst>
</file>

<file path=ppt/tags/tag30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0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30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0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0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05.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306.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307.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0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0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1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311.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Lst>
</file>

<file path=ppt/tags/tag312.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1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1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1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31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Lst>
</file>

<file path=ppt/tags/tag317.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31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1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8.xml><?xml version="1.0" encoding="utf-8"?>
<p:tagLst xmlns:p="http://schemas.openxmlformats.org/presentationml/2006/main">
  <p:tag name="KSO_WM_BEAUTIFY_FLAG" val="#fgm#"/>
  <p:tag name="KSO_WM_FIGMA_FLAG" val="#fgm#"/>
  <p:tag name="KSO_WM_UNIT_INDEX" val="1"/>
  <p:tag name="KSO_WM_UNIT_TYPE" val="a"/>
  <p:tag name="KSO_WM_LAYOUT_CHECK_HASH" val="c9104a42ab6f1bc235ba4e4b30636ae51b470628"/>
  <p:tag name="KSO_WM_NEWLAYOUT_GROUP_ID" val="layout_10013"/>
  <p:tag name="KSO_WM_NEWLAYOUT_ID" val="slide_ae0306d391427932"/>
</p:tagLst>
</file>

<file path=ppt/tags/tag329.xml><?xml version="1.0" encoding="utf-8"?>
<p:tagLst xmlns:p="http://schemas.openxmlformats.org/presentationml/2006/main">
  <p:tag name="KSO_WM_BEAUTIFY_FLAG" val="#fgm#"/>
  <p:tag name="KSO_WM_FIGMA_FLAG" val="#fgm#"/>
  <p:tag name="KSO_WM_UNIT_INDEX" val="1"/>
  <p:tag name="KSO_WM_UNIT_TYPE" val="d"/>
</p:tagLst>
</file>

<file path=ppt/tags/tag3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3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3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3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3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3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3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3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4.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Lst>
</file>

<file path=ppt/tags/tag34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4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4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4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5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5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5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2.xml><?xml version="1.0" encoding="utf-8"?>
<p:tagLst xmlns:p="http://schemas.openxmlformats.org/presentationml/2006/main">
  <p:tag name="KSO_WM_BEAUTIFY_FLAG" val="#fgm#"/>
  <p:tag name="KSO_WM_FIGMA_FLAG" val="#fgm#"/>
  <p:tag name="KSO_WM_UNIT_INDEX" val="1"/>
  <p:tag name="KSO_WM_UNIT_TYPE" val="a"/>
  <p:tag name="KSO_WM_LAYOUT_CHECK_HASH" val="d91e015dc58c8192420e3ab2f9ba9590cebf7fde"/>
  <p:tag name="KSO_WM_NEWLAYOUT_GROUP_ID" val="layout_10007"/>
  <p:tag name="KSO_WM_NEWLAYOUT_ID" val="slide_c162246a47120d9c"/>
</p:tagLst>
</file>

<file path=ppt/tags/tag36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6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6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6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6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6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6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7.xml><?xml version="1.0" encoding="utf-8"?>
<p:tagLst xmlns:p="http://schemas.openxmlformats.org/presentationml/2006/main">
  <p:tag name="KSO_WM_BEAUTIFY_FLAG" val="#fgm#"/>
  <p:tag name="KSO_WM_FIGMA_FLAG" val="#fgm#"/>
  <p:tag name="KSO_WM_UNIT_INDEX" val="1"/>
  <p:tag name="KSO_WM_UNIT_TYPE" val="a"/>
  <p:tag name="KSO_WM_LAYOUT_CHECK_HASH" val="a3e6bfcfe40efe655bbe06e3f84700525010e32c"/>
  <p:tag name="KSO_WM_NEWLAYOUT_GROUP_ID" val="layout_34"/>
  <p:tag name="KSO_WM_NEWLAYOUT_ID" val="slide_758c0c38998d981e"/>
</p:tagLst>
</file>

<file path=ppt/tags/tag37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7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8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8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38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8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8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3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87.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38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8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9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8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8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82.xml><?xml version="1.0" encoding="utf-8"?>
<p:tagLst xmlns:p="http://schemas.openxmlformats.org/presentationml/2006/main">
  <p:tag name="KSO_WM_UNIT_ID" val="_2**"/>
  <p:tag name="KSO_WM_BEAUTIFY_FLAG" val="#wm#"/>
  <p:tag name="KSO_WM_TAG_VERSION" val="3.0"/>
  <p:tag name="KSO_WM_UNIT_LAYERLEVEL" val="1"/>
  <p:tag name="KSO_WM_TEMPLATE_INDEX" val="714"/>
  <p:tag name="KSO_WM_TEMPLATE_CATEGORY" val="custom"/>
</p:tagLst>
</file>

<file path=ppt/tags/tag583.xml><?xml version="1.0" encoding="utf-8"?>
<p:tagLst xmlns:p="http://schemas.openxmlformats.org/presentationml/2006/main">
  <p:tag name="KSO_WM_UNIT_ID" val="_2**"/>
  <p:tag name="KSO_WM_BEAUTIFY_FLAG" val="#wm#"/>
  <p:tag name="KSO_WM_TAG_VERSION" val="3.0"/>
  <p:tag name="KSO_WM_UNIT_LAYERLEVEL" val="1"/>
  <p:tag name="KSO_WM_TEMPLATE_INDEX" val="714"/>
  <p:tag name="KSO_WM_TEMPLATE_CATEGORY" val="custom"/>
</p:tagLst>
</file>

<file path=ppt/tags/tag584.xml><?xml version="1.0" encoding="utf-8"?>
<p:tagLst xmlns:p="http://schemas.openxmlformats.org/presentationml/2006/main">
  <p:tag name="KSO_WM_UNIT_ID" val="_2**"/>
  <p:tag name="KSO_WM_BEAUTIFY_FLAG" val="#wm#"/>
  <p:tag name="KSO_WM_TAG_VERSION" val="3.0"/>
  <p:tag name="KSO_WM_UNIT_LAYERLEVEL" val="1"/>
  <p:tag name="KSO_WM_TEMPLATE_INDEX" val="714"/>
  <p:tag name="KSO_WM_TEMPLATE_CATEGORY" val="custom"/>
</p:tagLst>
</file>

<file path=ppt/tags/tag58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4.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5.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6.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7.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8.xml><?xml version="1.0" encoding="utf-8"?>
<p:tagLst xmlns:p="http://schemas.openxmlformats.org/presentationml/2006/main">
  <p:tag name="KSO_WM_UNIT_ID" val="_0**"/>
  <p:tag name="KSO_WM_BEAUTIFY_FLAG" val="#wm#"/>
  <p:tag name="KSO_WM_TAG_VERSION" val="3.0"/>
  <p:tag name="KSO_WM_UNIT_LAYERLEVEL" val="1"/>
  <p:tag name="KSO_WM_TEMPLATE_INDEX" val="714"/>
  <p:tag name="KSO_WM_TEMPLATE_CATEGORY" val="custom"/>
</p:tagLst>
</file>

<file path=ppt/tags/tag599.xml><?xml version="1.0" encoding="utf-8"?>
<p:tagLst xmlns:p="http://schemas.openxmlformats.org/presentationml/2006/main">
  <p:tag name="KSO_WM_UNIT_ID" val="_0**"/>
  <p:tag name="KSO_WM_BEAUTIFY_FLAG" val="#wm#"/>
  <p:tag name="KSO_WM_TAG_VERSION" val="3.0"/>
  <p:tag name="KSO_WM_UNIT_LAYERLEVEL" val="1"/>
  <p:tag name="KSO_WM_TEMPLATE_INDEX" val="714"/>
  <p:tag name="KSO_WM_TEMPLATE_CATEGORY" val="custom"/>
</p:tagLst>
</file>

<file path=ppt/tags/tag600.xml><?xml version="1.0" encoding="utf-8"?>
<p:tagLst xmlns:p="http://schemas.openxmlformats.org/presentationml/2006/main">
  <p:tag name="KSO_WM_UNIT_ID" val="_0**"/>
  <p:tag name="KSO_WM_BEAUTIFY_FLAG" val="#wm#"/>
  <p:tag name="KSO_WM_TAG_VERSION" val="3.0"/>
  <p:tag name="KSO_WM_UNIT_LAYERLEVEL" val="1"/>
  <p:tag name="KSO_WM_TEMPLATE_INDEX" val="714"/>
  <p:tag name="KSO_WM_TEMPLATE_CATEGORY" val="custom"/>
</p:tagLst>
</file>

<file path=ppt/tags/tag601.xml><?xml version="1.0" encoding="utf-8"?>
<p:tagLst xmlns:p="http://schemas.openxmlformats.org/presentationml/2006/main">
  <p:tag name="KSO_WM_AITEMPLATE_STYLE_ID" val="0"/>
</p:tagLst>
</file>

<file path=ppt/tags/tag602.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1*i*1"/>
  <p:tag name="KSO_WM_UNIT_LAYERLEVEL" val="1"/>
</p:tagLst>
</file>

<file path=ppt/tags/tag603.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UNIT_ID" val="custom714_1*a*1"/>
  <p:tag name="KSO_WM_UNIT_LAYERLEVEL" val="1"/>
  <p:tag name="KSO_WM_TEMPLATE_INDEX" val="714"/>
  <p:tag name="KSO_WM_TEMPLATE_CATEGORY" val="custom"/>
</p:tagLst>
</file>

<file path=ppt/tags/tag604.xml><?xml version="1.0" encoding="utf-8"?>
<p:tagLst xmlns:p="http://schemas.openxmlformats.org/presentationml/2006/main">
  <p:tag name="KSO_WM_UNIT_TYPE" val="f"/>
  <p:tag name="KSO_WM_UNIT_SUBTYPE" val="a"/>
  <p:tag name="KSO_WM_UNIT_INDEX" val="1"/>
  <p:tag name="KSO_WM_BEAUTIFY_FLAG" val="#wm#"/>
  <p:tag name="KSO_WM_TAG_VERSION" val="3.0"/>
  <p:tag name="KSO_WM_TEMPLATE_NEED_RESERVE" val="1"/>
  <p:tag name="KSO_WM_UNIT_ID" val="custom714_1*f*1"/>
  <p:tag name="KSO_WM_UNIT_LAYERLEVEL" val="1"/>
  <p:tag name="KSO_WM_TEMPLATE_INDEX" val="714"/>
  <p:tag name="KSO_WM_TEMPLATE_CATEGORY" val="custom"/>
</p:tagLst>
</file>

<file path=ppt/tags/tag605.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714"/>
  <p:tag name="KSO_WM_TEMPLATE_CATEGORY" val="custom"/>
  <p:tag name="KSO_WM_UNIT_ID" val="custom714_1*i*2"/>
  <p:tag name="KSO_WM_UNIT_LAYERLEVEL" val="1"/>
</p:tagLst>
</file>

<file path=ppt/tags/tag606.xml><?xml version="1.0" encoding="utf-8"?>
<p:tagLst xmlns:p="http://schemas.openxmlformats.org/presentationml/2006/main">
  <p:tag name="KSO_WM_UNIT_TYPE" val=""/>
  <p:tag name="KSO_WM_UNIT_INDEX" val="1"/>
  <p:tag name="KSO_WM_BEAUTIFY_FLAG" val="#wm#"/>
  <p:tag name="KSO_WM_TAG_VERSION" val="3.0"/>
  <p:tag name="KSO_WM_TEMPLATE_NEED_RESERVE" val="1"/>
  <p:tag name="KSO_WM_UNIT_ID" val="custom714_1**1"/>
  <p:tag name="KSO_WM_UNIT_LAYERLEVEL" val="1"/>
  <p:tag name="KSO_WM_TEMPLATE_INDEX" val="714"/>
  <p:tag name="KSO_WM_TEMPLATE_CATEGORY" val="custom"/>
</p:tagLst>
</file>

<file path=ppt/tags/tag607.xml><?xml version="1.0" encoding="utf-8"?>
<p:tagLst xmlns:p="http://schemas.openxmlformats.org/presentationml/2006/main">
  <p:tag name="KSO_WM_SLIDE_TYPE" val="title"/>
  <p:tag name="KSO_WM_TEMPLATE_SUBCATEGORY" val="29"/>
  <p:tag name="KSO_WM_TEMPLATE_COLOR_TYPE" val="0"/>
  <p:tag name="KSO_WM_TAG_VERSION" val="3.0"/>
  <p:tag name="KSO_WM_TEMPLATE_PLACEHOLDER_POS" val="246,146.25,712,386.25"/>
  <p:tag name="KSO_WM_SLIDE_SUBTYPE" val="pureTxt"/>
  <p:tag name="KSO_WM_SLIDE_ITEM_CNT" val="0"/>
  <p:tag name="KSO_WM_TEMPLATE_INDEX" val="714"/>
  <p:tag name="KSO_WM_SLIDE_THEME_ID" val="20238728"/>
  <p:tag name="KSO_WM_SLIDE_INDEX" val="1"/>
  <p:tag name="KSO_WM_BEAUTIFY_FLAG" val="#wm#"/>
  <p:tag name="KSO_WM_TEMPLATE_CATEGORY" val="custom"/>
  <p:tag name="KSO_WM_TEMPLATE_THUMBS_INDEX" val="1、5"/>
  <p:tag name="KSO_WM_SLIDE_ID" val="custom714_1"/>
  <p:tag name="KSO_WM_SLIDE_LAYOUT" val="_a_f_i"/>
  <p:tag name="KSO_WM_SLIDE_LAYOUT_CNT" val="1_1_1_2"/>
</p:tagLst>
</file>

<file path=ppt/tags/tag608.xml><?xml version="1.0" encoding="utf-8"?>
<p:tagLst xmlns:p="http://schemas.openxmlformats.org/presentationml/2006/main">
  <p:tag name="KSO_WM_DIAGRAM_VIRTUALLY_FRAME" val="{&quot;height&quot;:379.1109448818898,&quot;left&quot;:458.74401574803153,&quot;top&quot;:77.96456692913385,&quot;width&quot;:353.2514960629921}"/>
</p:tagLst>
</file>

<file path=ppt/tags/tag609.xml><?xml version="1.0" encoding="utf-8"?>
<p:tagLst xmlns:p="http://schemas.openxmlformats.org/presentationml/2006/main">
  <p:tag name="KSO_WM_UNIT_TYPE" val="l_h_i"/>
  <p:tag name="KSO_WM_UNIT_SUBTYPE" val="h"/>
  <p:tag name="KSO_WM_UNIT_INDEX" val="1_1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1_2"/>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10.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11.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TEMPLATE_NEED_RESERVE" val="1"/>
  <p:tag name="KSO_WM_DIAGRAM_VERSION" val="3"/>
  <p:tag name="KSO_WM_UNIT_PRESET_TEXT" val="1"/>
  <p:tag name="KSO_WM_UNIT_ISCONTENTSTITLE" val="1"/>
  <p:tag name="KSO_WM_TEMPLATE_INDEX" val="714"/>
  <p:tag name="KSO_WM_TEMPLATE_CATEGORY" val="custom"/>
  <p:tag name="KSO_WM_UNIT_ID" val="custom714_2*l_h_i*1_1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12.xml><?xml version="1.0" encoding="utf-8"?>
<p:tagLst xmlns:p="http://schemas.openxmlformats.org/presentationml/2006/main">
  <p:tag name="KSO_WM_UNIT_TYPE" val="l_h_f"/>
  <p:tag name="KSO_WM_UNIT_SUBTYPE" val="a"/>
  <p:tag name="KSO_WM_UNIT_INDEX" val="1_1_1"/>
  <p:tag name="KSO_WM_BEAUTIFY_FLAG" val="#wm#"/>
  <p:tag name="KSO_WM_TAG_VERSION" val="3.0"/>
  <p:tag name="KSO_WM_TEMPLATE_NEED_RESERVE" val="1"/>
  <p:tag name="KSO_WM_DIAGRAM_VERSION" val="3"/>
  <p:tag name="KSO_WM_UNIT_PRESET_TEXT" val="个人思想情况"/>
  <p:tag name="KSO_WM_UNIT_ISCONTENTSTITLE" val="1"/>
  <p:tag name="KSO_WM_TEMPLATE_INDEX" val="714"/>
  <p:tag name="KSO_WM_TEMPLATE_CATEGORY" val="custom"/>
  <p:tag name="KSO_WM_UNIT_ID" val="custom714_2*l_h_f*1_1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13.xml><?xml version="1.0" encoding="utf-8"?>
<p:tagLst xmlns:p="http://schemas.openxmlformats.org/presentationml/2006/main">
  <p:tag name="KSO_WM_DIAGRAM_VIRTUALLY_FRAME" val="{&quot;height&quot;:379.1109448818898,&quot;left&quot;:458.74401574803153,&quot;top&quot;:77.96456692913385,&quot;width&quot;:353.2514960629921}"/>
</p:tagLst>
</file>

<file path=ppt/tags/tag614.xml><?xml version="1.0" encoding="utf-8"?>
<p:tagLst xmlns:p="http://schemas.openxmlformats.org/presentationml/2006/main">
  <p:tag name="KSO_WM_UNIT_TYPE" val="l_h_i"/>
  <p:tag name="KSO_WM_UNIT_SUBTYPE" val="h"/>
  <p:tag name="KSO_WM_UNIT_INDEX" val="1_2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2_2"/>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15.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16.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TEMPLATE_NEED_RESERVE" val="1"/>
  <p:tag name="KSO_WM_DIAGRAM_VERSION" val="3"/>
  <p:tag name="KSO_WM_UNIT_PRESET_TEXT" val="2"/>
  <p:tag name="KSO_WM_UNIT_ISCONTENTSTITLE" val="1"/>
  <p:tag name="KSO_WM_TEMPLATE_INDEX" val="714"/>
  <p:tag name="KSO_WM_TEMPLATE_CATEGORY" val="custom"/>
  <p:tag name="KSO_WM_UNIT_ID" val="custom714_2*l_h_i*1_2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17.xml><?xml version="1.0" encoding="utf-8"?>
<p:tagLst xmlns:p="http://schemas.openxmlformats.org/presentationml/2006/main">
  <p:tag name="KSO_WM_UNIT_TYPE" val="l_h_f"/>
  <p:tag name="KSO_WM_UNIT_SUBTYPE" val="a"/>
  <p:tag name="KSO_WM_UNIT_INDEX" val="1_2_1"/>
  <p:tag name="KSO_WM_BEAUTIFY_FLAG" val="#wm#"/>
  <p:tag name="KSO_WM_TAG_VERSION" val="3.0"/>
  <p:tag name="KSO_WM_TEMPLATE_NEED_RESERVE" val="1"/>
  <p:tag name="KSO_WM_DIAGRAM_VERSION" val="3"/>
  <p:tag name="KSO_WM_UNIT_PRESET_TEXT" val="学生工作"/>
  <p:tag name="KSO_WM_UNIT_ISCONTENTSTITLE" val="1"/>
  <p:tag name="KSO_WM_TEMPLATE_INDEX" val="714"/>
  <p:tag name="KSO_WM_TEMPLATE_CATEGORY" val="custom"/>
  <p:tag name="KSO_WM_UNIT_ID" val="custom714_2*l_h_f*1_2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18.xml><?xml version="1.0" encoding="utf-8"?>
<p:tagLst xmlns:p="http://schemas.openxmlformats.org/presentationml/2006/main">
  <p:tag name="KSO_WM_DIAGRAM_VIRTUALLY_FRAME" val="{&quot;height&quot;:379.1109448818898,&quot;left&quot;:458.74401574803153,&quot;top&quot;:77.96456692913385,&quot;width&quot;:353.2514960629921}"/>
</p:tagLst>
</file>

<file path=ppt/tags/tag619.xml><?xml version="1.0" encoding="utf-8"?>
<p:tagLst xmlns:p="http://schemas.openxmlformats.org/presentationml/2006/main">
  <p:tag name="KSO_WM_UNIT_TYPE" val="l_h_i"/>
  <p:tag name="KSO_WM_UNIT_SUBTYPE" val="h"/>
  <p:tag name="KSO_WM_UNIT_INDEX" val="1_3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3_2"/>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20.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21.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TEMPLATE_NEED_RESERVE" val="1"/>
  <p:tag name="KSO_WM_DIAGRAM_VERSION" val="3"/>
  <p:tag name="KSO_WM_UNIT_PRESET_TEXT" val="3"/>
  <p:tag name="KSO_WM_UNIT_ISCONTENTSTITLE" val="1"/>
  <p:tag name="KSO_WM_TEMPLATE_INDEX" val="714"/>
  <p:tag name="KSO_WM_TEMPLATE_CATEGORY" val="custom"/>
  <p:tag name="KSO_WM_UNIT_ID" val="custom714_2*l_h_i*1_3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22.xml><?xml version="1.0" encoding="utf-8"?>
<p:tagLst xmlns:p="http://schemas.openxmlformats.org/presentationml/2006/main">
  <p:tag name="KSO_WM_UNIT_TYPE" val="l_h_f"/>
  <p:tag name="KSO_WM_UNIT_SUBTYPE" val="a"/>
  <p:tag name="KSO_WM_UNIT_INDEX" val="1_3_1"/>
  <p:tag name="KSO_WM_BEAUTIFY_FLAG" val="#wm#"/>
  <p:tag name="KSO_WM_TAG_VERSION" val="3.0"/>
  <p:tag name="KSO_WM_TEMPLATE_NEED_RESERVE" val="1"/>
  <p:tag name="KSO_WM_DIAGRAM_VERSION" val="3"/>
  <p:tag name="KSO_WM_UNIT_PRESET_TEXT" val="科研竞赛"/>
  <p:tag name="KSO_WM_UNIT_ISCONTENTSTITLE" val="1"/>
  <p:tag name="KSO_WM_TEMPLATE_INDEX" val="714"/>
  <p:tag name="KSO_WM_TEMPLATE_CATEGORY" val="custom"/>
  <p:tag name="KSO_WM_UNIT_ID" val="custom714_2*l_h_f*1_3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23.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24.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2*a*1"/>
  <p:tag name="KSO_WM_DIAGRAM_GROUP_CODE" val="l1-1"/>
  <p:tag name="KSO_WM_DIAGRAM_COLOR_TRICK" val="1"/>
  <p:tag name="KSO_WM_DIAGRAM_COLOR_TEXT_CAN_REMOVE" val="n"/>
  <p:tag name="KSO_WM_UNIT_ISCONTENTSTITLE" val="1"/>
  <p:tag name="KSO_WM_UNIT_LAYERLEVEL" val="1"/>
</p:tagLst>
</file>

<file path=ppt/tags/tag625.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UNIT_ISCONTENTSTITLE" val="1"/>
  <p:tag name="KSO_WM_TEMPLATE_INDEX" val="714"/>
  <p:tag name="KSO_WM_TEMPLATE_CATEGORY" val="custom"/>
  <p:tag name="KSO_WM_UNIT_ID" val="custom714_2*d*1"/>
  <p:tag name="KSO_WM_DIAGRAM_GROUP_CODE" val="l1-1"/>
  <p:tag name="KSO_WM_DIAGRAM_COLOR_TRICK" val="1"/>
  <p:tag name="KSO_WM_DIAGRAM_COLOR_TEXT_CAN_REMOVE" val="n"/>
  <p:tag name="KSO_WM_UNIT_LAYERLEVEL" val="1"/>
</p:tagLst>
</file>

<file path=ppt/tags/tag626.xml><?xml version="1.0" encoding="utf-8"?>
<p:tagLst xmlns:p="http://schemas.openxmlformats.org/presentationml/2006/main">
  <p:tag name="KSO_WM_DIAGRAM_VIRTUALLY_FRAME" val="{&quot;height&quot;:379.1109448818898,&quot;left&quot;:458.74401574803153,&quot;top&quot;:77.96456692913385,&quot;width&quot;:353.2514960629921}"/>
</p:tagLst>
</file>

<file path=ppt/tags/tag627.xml><?xml version="1.0" encoding="utf-8"?>
<p:tagLst xmlns:p="http://schemas.openxmlformats.org/presentationml/2006/main">
  <p:tag name="KSO_WM_UNIT_TYPE" val="l_h_i"/>
  <p:tag name="KSO_WM_UNIT_SUBTYPE" val="h"/>
  <p:tag name="KSO_WM_UNIT_INDEX" val="1_1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1_2"/>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28.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29.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TEMPLATE_NEED_RESERVE" val="1"/>
  <p:tag name="KSO_WM_DIAGRAM_VERSION" val="3"/>
  <p:tag name="KSO_WM_UNIT_PRESET_TEXT" val="1"/>
  <p:tag name="KSO_WM_UNIT_ISCONTENTSTITLE" val="1"/>
  <p:tag name="KSO_WM_TEMPLATE_INDEX" val="714"/>
  <p:tag name="KSO_WM_TEMPLATE_CATEGORY" val="custom"/>
  <p:tag name="KSO_WM_UNIT_ID" val="custom714_2*l_h_i*1_1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30.xml><?xml version="1.0" encoding="utf-8"?>
<p:tagLst xmlns:p="http://schemas.openxmlformats.org/presentationml/2006/main">
  <p:tag name="KSO_WM_UNIT_TYPE" val="l_h_f"/>
  <p:tag name="KSO_WM_UNIT_SUBTYPE" val="a"/>
  <p:tag name="KSO_WM_UNIT_INDEX" val="1_1_1"/>
  <p:tag name="KSO_WM_BEAUTIFY_FLAG" val="#wm#"/>
  <p:tag name="KSO_WM_TAG_VERSION" val="3.0"/>
  <p:tag name="KSO_WM_TEMPLATE_NEED_RESERVE" val="1"/>
  <p:tag name="KSO_WM_DIAGRAM_VERSION" val="3"/>
  <p:tag name="KSO_WM_UNIT_PRESET_TEXT" val="个人思想情况"/>
  <p:tag name="KSO_WM_UNIT_ISCONTENTSTITLE" val="1"/>
  <p:tag name="KSO_WM_TEMPLATE_INDEX" val="714"/>
  <p:tag name="KSO_WM_TEMPLATE_CATEGORY" val="custom"/>
  <p:tag name="KSO_WM_UNIT_ID" val="custom714_2*l_h_f*1_1_1"/>
  <p:tag name="KSO_WM_DIAGRAM_GROUP_CODE" val="l1-1"/>
  <p:tag name="KSO_WM_DIAGRAM_COLOR_TRICK" val="1"/>
  <p:tag name="KSO_WM_DIAGRAM_COLOR_TEXT_CAN_REMOVE" val="n"/>
  <p:tag name="KSO_WM_UNIT_LAYERLEVEL" val="1_1_1"/>
  <p:tag name="KSO_WM_SLIDE_FIGMA_DIAGRAM" val="1"/>
  <p:tag name="KSO_WM_DIAGRAM_VIRTUALLY_FRAME" val="{&quot;height&quot;:379.1109448818898,&quot;left&quot;:458.74401574803153,&quot;top&quot;:77.96456692913385,&quot;width&quot;:353.2514960629921}"/>
</p:tagLst>
</file>

<file path=ppt/tags/tag631.xml><?xml version="1.0" encoding="utf-8"?>
<p:tagLst xmlns:p="http://schemas.openxmlformats.org/presentationml/2006/main">
  <p:tag name="KSO_WM_SLIDE_TYPE" val="contents"/>
  <p:tag name="KSO_WM_TEMPLATE_SUBCATEGORY" val="29"/>
  <p:tag name="KSO_WM_TEMPLATE_COLOR_TYPE" val="0"/>
  <p:tag name="KSO_WM_TAG_VERSION" val="3.0"/>
  <p:tag name="KSO_WM_TEMPLATE_PLACEHOLDER_POS" val="306,50.625,728,446.25"/>
  <p:tag name="KSO_WM_TEMPLATE_PLACEHOLDER_POS2" val="306,223.639,728,446.25"/>
  <p:tag name="KSO_WM_SLIDE_SUBTYPE" val="diag"/>
  <p:tag name="KSO_WM_SLIDE_ITEM_CNT" val="4"/>
  <p:tag name="KSO_WM_TEMPLATE_INDEX" val="714"/>
  <p:tag name="KSO_WM_SLIDE_THEME_ID" val="20237204"/>
  <p:tag name="KSO_WM_SLIDE_INDEX" val="2"/>
  <p:tag name="KSO_WM_BEAUTIFY_FLAG" val="#wm#"/>
  <p:tag name="KSO_WM_TEMPLATE_CATEGORY" val="custom"/>
  <p:tag name="KSO_WM_ASSEMBLE_CHIP_INDEX" val="diag"/>
  <p:tag name="KSO_WM_DIAGRAM_GROUP_CODE" val="l1-1"/>
  <p:tag name="KSO_WM_SLIDE_ID" val="custom714_2"/>
  <p:tag name="KSO_WM_SLIDE_LAYOUT" val="_a_d_l"/>
  <p:tag name="KSO_WM_SLIDE_LAYOUT_CNT" val="5_1_1_1"/>
</p:tagLst>
</file>

<file path=ppt/tags/tag632.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633.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634.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635.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636.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637.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638.xml><?xml version="1.0" encoding="utf-8"?>
<p:tagLst xmlns:p="http://schemas.openxmlformats.org/presentationml/2006/main">
  <p:tag name="KSO_WM_BEAUTIFY_FLAG" val="#fgm#"/>
  <p:tag name="KSO_WM_FIGMA_FLAG" val="#fgm#"/>
  <p:tag name="KSO_WM_UNIT_INDEX" val="1"/>
  <p:tag name="KSO_WM_UNIT_TYPE" val="a"/>
  <p:tag name="KSO_WM_LAYOUT_CHECK_HASH" val="a3e6bfcfe40efe655bbe06e3f84700525010e32c"/>
  <p:tag name="KSO_WM_NEWLAYOUT_GROUP_ID" val="layout_34"/>
  <p:tag name="KSO_WM_NEWLAYOUT_ID" val="slide_758c0c38998d981e"/>
  <p:tag name="KSO_WM_UNIT_PRESET_TEXT" val="单击此处添加标题"/>
</p:tagLst>
</file>

<file path=ppt/tags/tag63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64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4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64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4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64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64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646.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647.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758c0c38998d981e"/>
</p:tagLst>
</file>

<file path=ppt/tags/tag648.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649.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650.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651.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652.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653.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654.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55.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56.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5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65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65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6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66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66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6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66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66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666.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67.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68.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69.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70.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71.xml><?xml version="1.0" encoding="utf-8"?>
<p:tagLst xmlns:p="http://schemas.openxmlformats.org/presentationml/2006/main">
  <p:tag name="KSO_WM_BEAUTIFY_FLAG" val="#fgm#"/>
  <p:tag name="KSO_WM_FIGMA_FLAG" val="#fgm#"/>
  <p:tag name="KSO_WM_UNIT_INDEX" val="1"/>
  <p:tag name="KSO_WM_UNIT_TYPE" val="a"/>
  <p:tag name="KSO_WM_LAYOUT_CHECK_HASH" val="33c98e82c3a9c5ad8a9cf23dca7cb7f398a63676"/>
  <p:tag name="KSO_WM_NEWLAYOUT_GROUP_ID" val="layout_32"/>
  <p:tag name="KSO_WM_NEWLAYOUT_ID" val="slide_f95b87826d1fb558"/>
  <p:tag name="KSO_WM_UNIT_PRESET_TEXT" val="单击此处添加标题"/>
</p:tagLst>
</file>

<file path=ppt/tags/tag67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67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Lst>
</file>

<file path=ppt/tags/tag674.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67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67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77.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678.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Lst>
</file>

<file path=ppt/tags/tag679.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68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68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82.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683.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Lst>
</file>

<file path=ppt/tags/tag684.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6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6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68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 name="KSO_WM_UNIT_PRESET_TEXT" val=" "/>
</p:tagLst>
</file>

<file path=ppt/tags/tag68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Lst>
</file>

<file path=ppt/tags/tag689.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69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69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692.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f95b87826d1fb558"/>
</p:tagLst>
</file>

<file path=ppt/tags/tag693.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694.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695.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696.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697.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698.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699.xml><?xml version="1.0" encoding="utf-8"?>
<p:tagLst xmlns:p="http://schemas.openxmlformats.org/presentationml/2006/main">
  <p:tag name="KSO_WM_BEAUTIFY_FLAG" val="#fgm#"/>
  <p:tag name="KSO_WM_FIGMA_FLAG" val="#fgm#"/>
  <p:tag name="KSO_WM_UNIT_INDEX" val="1"/>
  <p:tag name="KSO_WM_UNIT_TYPE" val="a"/>
  <p:tag name="KSO_WM_LAYOUT_CHECK_HASH" val="fb65ab6d285866a49ee787cba4a10cf443bbd854"/>
  <p:tag name="KSO_WM_NEWLAYOUT_GROUP_ID" val="layout_27"/>
  <p:tag name="KSO_WM_NEWLAYOUT_ID" val="slide_68c7e1d569ee91b3"/>
  <p:tag name="KSO_WM_UNIT_PRESET_TEXT" val="单击此处添加标题"/>
</p:tagLst>
</file>

<file path=ppt/tags/tag70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01.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70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0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04.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05.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0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0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08.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70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1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 name="KSO_WM_UNIT_PRESET_TEXT" val=" "/>
</p:tagLst>
</file>

<file path=ppt/tags/tag711.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712.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13.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68c7e1d569ee91b3"/>
</p:tagLst>
</file>

<file path=ppt/tags/tag714.xml><?xml version="1.0" encoding="utf-8"?>
<p:tagLst xmlns:p="http://schemas.openxmlformats.org/presentationml/2006/main">
  <p:tag name="KSO_WM_BEAUTIFY_FLAG" val="#fgm#"/>
  <p:tag name="KSO_WM_FIGMA_FLAG" val="#fgm#"/>
  <p:tag name="KSO_WM_UNIT_INDEX" val="1"/>
  <p:tag name="KSO_WM_UNIT_TYPE" val="a"/>
  <p:tag name="KSO_WM_LAYOUT_CHECK_HASH" val="7aab931f7f4d0fe96a14b7bf551dc86a7287f25b"/>
  <p:tag name="KSO_WM_NEWLAYOUT_GROUP_ID" val="layout_35"/>
  <p:tag name="KSO_WM_NEWLAYOUT_ID" val="slide_90cdd96762bb354a"/>
  <p:tag name="KSO_WM_UNIT_PRESET_TEXT" val="单击此处添加标题"/>
</p:tagLst>
</file>

<file path=ppt/tags/tag715.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7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1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18.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1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21.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72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72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24.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90cdd96762bb354a"/>
</p:tagLst>
</file>

<file path=ppt/tags/tag725.xml><?xml version="1.0" encoding="utf-8"?>
<p:tagLst xmlns:p="http://schemas.openxmlformats.org/presentationml/2006/main">
  <p:tag name="KSO_WM_BEAUTIFY_FLAG" val="#fgm#"/>
  <p:tag name="KSO_WM_FIGMA_FLAG" val="#fgm#"/>
  <p:tag name="KSO_WM_UNIT_INDEX" val="1"/>
  <p:tag name="KSO_WM_UNIT_TYPE" val="a"/>
  <p:tag name="KSO_WM_LAYOUT_CHECK_HASH" val="7f9c1060b31a8f98a456cfcd906f61a7e389d703"/>
  <p:tag name="KSO_WM_NEWLAYOUT_GROUP_ID" val="layout_38"/>
  <p:tag name="KSO_WM_NEWLAYOUT_ID" val="slide_3e4f13ddd7dc8528"/>
  <p:tag name="KSO_WM_UNIT_PRESET_TEXT" val="单击此处添加标题"/>
</p:tagLst>
</file>

<file path=ppt/tags/tag72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72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7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2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73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73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3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73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73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35.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3e4f13ddd7dc8528"/>
</p:tagLst>
</file>

<file path=ppt/tags/tag736.xml><?xml version="1.0" encoding="utf-8"?>
<p:tagLst xmlns:p="http://schemas.openxmlformats.org/presentationml/2006/main">
  <p:tag name="KSO_WM_BEAUTIFY_FLAG" val="#fgm#"/>
  <p:tag name="KSO_WM_FIGMA_FLAG" val="#fgm#"/>
  <p:tag name="KSO_WM_UNIT_INDEX" val="1"/>
  <p:tag name="KSO_WM_UNIT_TYPE" val="a"/>
  <p:tag name="KSO_WM_LAYOUT_CHECK_HASH" val="6e2fa52121c757994d6c65980cfd544d9e8e930f"/>
  <p:tag name="KSO_WM_NEWLAYOUT_GROUP_ID" val="layout_3"/>
  <p:tag name="KSO_WM_NEWLAYOUT_ID" val="slide_0576b72b971413eb"/>
  <p:tag name="KSO_WM_UNIT_PRESET_TEXT" val="单击此处添加标题"/>
</p:tagLst>
</file>

<file path=ppt/tags/tag737.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38.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73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4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4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42.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74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4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4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46.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74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4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49.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0576b72b971413eb"/>
</p:tagLst>
</file>

<file path=ppt/tags/tag750.xml><?xml version="1.0" encoding="utf-8"?>
<p:tagLst xmlns:p="http://schemas.openxmlformats.org/presentationml/2006/main">
  <p:tag name="KSO_WM_BEAUTIFY_FLAG" val="#fgm#"/>
  <p:tag name="KSO_WM_FIGMA_FLAG" val="#fgm#"/>
  <p:tag name="KSO_WM_UNIT_INDEX" val="1"/>
  <p:tag name="KSO_WM_UNIT_TYPE" val="a"/>
  <p:tag name="KSO_WM_LAYOUT_CHECK_HASH" val="debd48859242478c1ac316b7be72b3d0f4538548"/>
  <p:tag name="KSO_WM_NEWLAYOUT_GROUP_ID" val="layout_30"/>
  <p:tag name="KSO_WM_NEWLAYOUT_ID" val="slide_a16b2b5fbc98ea23"/>
  <p:tag name="KSO_WM_UNIT_PRESET_TEXT" val="单击此处添加标题"/>
</p:tagLst>
</file>

<file path=ppt/tags/tag75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5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 name="KSO_WM_UNIT_PRESET_TEXT" val=" "/>
</p:tagLst>
</file>

<file path=ppt/tags/tag754.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755.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56.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a16b2b5fbc98ea23"/>
</p:tagLst>
</file>

<file path=ppt/tags/tag757.xml><?xml version="1.0" encoding="utf-8"?>
<p:tagLst xmlns:p="http://schemas.openxmlformats.org/presentationml/2006/main">
  <p:tag name="KSO_WM_BEAUTIFY_FLAG" val="#fgm#"/>
  <p:tag name="KSO_WM_FIGMA_FLAG" val="#fgm#"/>
  <p:tag name="KSO_WM_UNIT_INDEX" val="1"/>
  <p:tag name="KSO_WM_UNIT_TYPE" val="a"/>
  <p:tag name="KSO_WM_LAYOUT_CHECK_HASH" val="6e9d5d1ebd6042cad6087fc9729c34ca2d0d0f43"/>
  <p:tag name="KSO_WM_NEWLAYOUT_GROUP_ID" val="layout_49"/>
  <p:tag name="KSO_WM_NEWLAYOUT_ID" val="slide_c2bbdeee6f9d8775"/>
  <p:tag name="KSO_WM_UNIT_PRESET_TEXT" val="单击此处添加标题"/>
</p:tagLst>
</file>

<file path=ppt/tags/tag758.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59.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76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6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6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63.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6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6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6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6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76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6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70.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c2bbdeee6f9d8775"/>
</p:tagLst>
</file>

<file path=ppt/tags/tag771.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772.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773.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774.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775.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776.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777.xml><?xml version="1.0" encoding="utf-8"?>
<p:tagLst xmlns:p="http://schemas.openxmlformats.org/presentationml/2006/main">
  <p:tag name="KSO_WM_BEAUTIFY_FLAG" val="#fgm#"/>
  <p:tag name="KSO_WM_FIGMA_FLAG" val="#fgm#"/>
  <p:tag name="KSO_WM_UNIT_INDEX" val="1"/>
  <p:tag name="KSO_WM_UNIT_TYPE" val="a"/>
  <p:tag name="KSO_WM_LAYOUT_CHECK_HASH" val="c97fd2f64aaf1a57aa47569184dc7e3570298786"/>
  <p:tag name="KSO_WM_NEWLAYOUT_GROUP_ID" val="layout_6"/>
  <p:tag name="KSO_WM_NEWLAYOUT_ID" val="slide_acc7948a249ecb22"/>
  <p:tag name="KSO_WM_UNIT_PRESET_TEXT" val="单击此处添加标题"/>
</p:tagLst>
</file>

<file path=ppt/tags/tag77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7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8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8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8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8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8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87.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acc7948a249ecb22"/>
</p:tagLst>
</file>

<file path=ppt/tags/tag788.xml><?xml version="1.0" encoding="utf-8"?>
<p:tagLst xmlns:p="http://schemas.openxmlformats.org/presentationml/2006/main">
  <p:tag name="KSO_WM_BEAUTIFY_FLAG" val="#fgm#"/>
  <p:tag name="KSO_WM_FIGMA_FLAG" val="#fgm#"/>
  <p:tag name="KSO_WM_UNIT_INDEX" val="1"/>
  <p:tag name="KSO_WM_UNIT_TYPE" val="a"/>
  <p:tag name="KSO_WM_LAYOUT_CHECK_HASH" val="bc3cdaec29b97946474c1fa5ad214e7445721c35"/>
  <p:tag name="KSO_WM_NEWLAYOUT_GROUP_ID" val="layout_10008"/>
  <p:tag name="KSO_WM_NEWLAYOUT_ID" val="slide_d71f76e6c456aee2"/>
  <p:tag name="KSO_WM_UNIT_PRESET_TEXT" val="单击此处添加标题"/>
</p:tagLst>
</file>

<file path=ppt/tags/tag789.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79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9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92.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79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9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95.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79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9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98.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d71f76e6c456aee2"/>
</p:tagLst>
</file>

<file path=ppt/tags/tag799.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5*i*1"/>
  <p:tag name="KSO_WM_UNIT_LAYERLEVEL" val="1"/>
</p:tagLst>
</file>

<file path=ppt/tags/tag800.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UNIT_ID" val="custom714_5*a*1"/>
  <p:tag name="KSO_WM_UNIT_LAYERLEVEL" val="1"/>
  <p:tag name="KSO_WM_TEMPLATE_INDEX" val="714"/>
  <p:tag name="KSO_WM_TEMPLATE_CATEGORY" val="custom"/>
</p:tagLst>
</file>

<file path=ppt/tags/tag801.xml><?xml version="1.0" encoding="utf-8"?>
<p:tagLst xmlns:p="http://schemas.openxmlformats.org/presentationml/2006/main">
  <p:tag name="KSO_WM_UNIT_TYPE" val="f"/>
  <p:tag name="KSO_WM_UNIT_SUBTYPE" val="a"/>
  <p:tag name="KSO_WM_UNIT_INDEX" val="1"/>
  <p:tag name="KSO_WM_BEAUTIFY_FLAG" val="#wm#"/>
  <p:tag name="KSO_WM_TAG_VERSION" val="3.0"/>
  <p:tag name="KSO_WM_TEMPLATE_NEED_RESERVE" val="1"/>
  <p:tag name="KSO_WM_UNIT_ID" val="custom714_5*f*1"/>
  <p:tag name="KSO_WM_UNIT_LAYERLEVEL" val="1"/>
  <p:tag name="KSO_WM_TEMPLATE_INDEX" val="714"/>
  <p:tag name="KSO_WM_TEMPLATE_CATEGORY" val="custom"/>
</p:tagLst>
</file>

<file path=ppt/tags/tag802.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714"/>
  <p:tag name="KSO_WM_TEMPLATE_CATEGORY" val="custom"/>
  <p:tag name="KSO_WM_UNIT_ID" val="custom714_5*i*2"/>
  <p:tag name="KSO_WM_UNIT_LAYERLEVEL" val="1"/>
</p:tagLst>
</file>

<file path=ppt/tags/tag803.xml><?xml version="1.0" encoding="utf-8"?>
<p:tagLst xmlns:p="http://schemas.openxmlformats.org/presentationml/2006/main">
  <p:tag name="KSO_WM_SLIDE_TYPE" val="endPage"/>
  <p:tag name="KSO_WM_TEMPLATE_SUBCATEGORY" val="29"/>
  <p:tag name="KSO_WM_TEMPLATE_COLOR_TYPE" val="0"/>
  <p:tag name="KSO_WM_TAG_VERSION" val="3.0"/>
  <p:tag name="KSO_WM_TEMPLATE_PLACEHOLDER_POS" val="222,146.25,736,459.375"/>
  <p:tag name="KSO_WM_SLIDE_SUBTYPE" val="pureTxt"/>
  <p:tag name="KSO_WM_SLIDE_ITEM_CNT" val="0"/>
  <p:tag name="KSO_WM_TEMPLATE_INDEX" val="714"/>
  <p:tag name="KSO_WM_SLIDE_THEME_ID" val="20234719"/>
  <p:tag name="KSO_WM_SLIDE_INDEX" val="5"/>
  <p:tag name="KSO_WM_BEAUTIFY_FLAG" val="#wm#"/>
  <p:tag name="KSO_WM_TEMPLATE_CATEGORY" val="custom"/>
  <p:tag name="KSO_WM_SLIDE_ID" val="custom714_5"/>
  <p:tag name="KSO_WM_SLIDE_LAYOUT" val="a_f_i"/>
  <p:tag name="KSO_WM_SLIDE_LAYOUT_CNT" val="1_1_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5">
      <a:dk1>
        <a:sysClr val="windowText" lastClr="000000"/>
      </a:dk1>
      <a:lt1>
        <a:sysClr val="window" lastClr="FFFFFF"/>
      </a:lt1>
      <a:dk2>
        <a:srgbClr val="44546A"/>
      </a:dk2>
      <a:lt2>
        <a:srgbClr val="E7E6E6"/>
      </a:lt2>
      <a:accent1>
        <a:srgbClr val="1E426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4029</Words>
  <Application>WPS 演示</Application>
  <PresentationFormat>宽屏</PresentationFormat>
  <Paragraphs>311</Paragraphs>
  <Slides>26</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26</vt:i4>
      </vt:variant>
    </vt:vector>
  </HeadingPairs>
  <TitlesOfParts>
    <vt:vector size="39" baseType="lpstr">
      <vt:lpstr>Arial</vt:lpstr>
      <vt:lpstr>宋体</vt:lpstr>
      <vt:lpstr>Wingdings</vt:lpstr>
      <vt:lpstr>微软雅黑</vt:lpstr>
      <vt:lpstr>汉仪尚巍手书W</vt:lpstr>
      <vt:lpstr>Lato Regular</vt:lpstr>
      <vt:lpstr>Lato</vt:lpstr>
      <vt:lpstr>Lato Hairline</vt:lpstr>
      <vt:lpstr>Lato Light</vt:lpstr>
      <vt:lpstr>Arial Unicode MS</vt:lpstr>
      <vt:lpstr>Calibri</vt:lpstr>
      <vt:lpstr>Office 主题</vt:lpstr>
      <vt:lpstr>Office 主题​​</vt:lpstr>
      <vt:lpstr>VMSCAPE：云环境中分支预测器不完全隔离的暴露与利用</vt:lpstr>
      <vt:lpstr>PowerPoint 演示文稿</vt:lpstr>
      <vt:lpstr>PowerPoint 演示文稿</vt:lpstr>
      <vt:lpstr>侧信道漏洞定义与典型攻击案例</vt:lpstr>
      <vt:lpstr>PowerPoint 演示文稿</vt:lpstr>
      <vt:lpstr>漏洞来源</vt:lpstr>
      <vt:lpstr>PowerPoint 演示文稿</vt:lpstr>
      <vt:lpstr>PowerPoint 演示文稿</vt:lpstr>
      <vt:lpstr>漏洞概述与分类</vt:lpstr>
      <vt:lpstr>五种攻击场景及攻击前提</vt:lpstr>
      <vt:lpstr>vmscape</vt:lpstr>
      <vt:lpstr>vmscape的3大挑战</vt:lpstr>
      <vt:lpstr>PowerPoint 演示文稿</vt:lpstr>
      <vt:lpstr>步骤1：使用ASLR绕过技术 定位受害者分支（挑战1）</vt:lpstr>
      <vt:lpstr>步骤2：确定reload buffer address并使用gadgets工具集（挑战2）</vt:lpstr>
      <vt:lpstr>步骤3：构建LLC驱逐集并测试有效性（挑战3）</vt:lpstr>
      <vt:lpstr>步骤3：构建LLC驱逐集并测试有效性</vt:lpstr>
      <vt:lpstr>PowerPoint 演示文稿</vt:lpstr>
      <vt:lpstr>PowerPoint 演示文稿</vt:lpstr>
      <vt:lpstr>步骤4：通过长推测窗口与gadgets实现攻击</vt:lpstr>
      <vt:lpstr>FLUSH+RELOAD缓存攻击原理</vt:lpstr>
      <vt:lpstr>PowerPoint 演示文稿</vt:lpstr>
      <vt:lpstr>基于软件的防护策略</vt:lpstr>
      <vt:lpstr>基于硬件的隔离与保护机制</vt:lpstr>
      <vt:lpstr>PowerPoint 演示文稿</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VMSCAPE漏洞研究：AMD处理器分支预测器隔离缺陷分析与防护</dc:title>
  <dc:creator/>
  <cp:lastModifiedBy>杨宇鑫</cp:lastModifiedBy>
  <cp:revision>11</cp:revision>
  <dcterms:created xsi:type="dcterms:W3CDTF">2026-01-07T07:48:00Z</dcterms:created>
  <dcterms:modified xsi:type="dcterms:W3CDTF">2026-01-14T14:28:33Z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7A4227EC3B094C8395EC0A3373AB5EE3_13</vt:lpwstr>
  </property>
</Properties>
</file>