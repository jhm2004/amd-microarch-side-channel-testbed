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5"/>
  </p:notesMasterIdLst>
  <p:sldIdLst>
    <p:sldId id="256" r:id="rId3"/>
    <p:sldId id="274" r:id="rId4"/>
    <p:sldId id="258" r:id="rId5"/>
    <p:sldId id="1703" r:id="rId6"/>
    <p:sldId id="1702" r:id="rId7"/>
    <p:sldId id="276" r:id="rId8"/>
    <p:sldId id="278" r:id="rId9"/>
    <p:sldId id="280" r:id="rId10"/>
    <p:sldId id="275" r:id="rId11"/>
    <p:sldId id="282" r:id="rId12"/>
    <p:sldId id="288" r:id="rId13"/>
    <p:sldId id="283" r:id="rId14"/>
    <p:sldId id="284" r:id="rId15"/>
    <p:sldId id="285" r:id="rId16"/>
    <p:sldId id="286" r:id="rId17"/>
    <p:sldId id="287" r:id="rId18"/>
    <p:sldId id="289" r:id="rId19"/>
    <p:sldId id="291" r:id="rId20"/>
    <p:sldId id="292" r:id="rId21"/>
    <p:sldId id="293" r:id="rId22"/>
    <p:sldId id="296" r:id="rId23"/>
    <p:sldId id="297" r:id="rId24"/>
    <p:sldId id="295" r:id="rId25"/>
    <p:sldId id="294" r:id="rId26"/>
    <p:sldId id="298" r:id="rId27"/>
    <p:sldId id="299" r:id="rId28"/>
    <p:sldId id="301" r:id="rId29"/>
    <p:sldId id="302" r:id="rId30"/>
    <p:sldId id="303" r:id="rId31"/>
    <p:sldId id="304" r:id="rId32"/>
    <p:sldId id="300" r:id="rId33"/>
    <p:sldId id="261" r:id="rId34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A40000"/>
    <a:srgbClr val="9E0000"/>
    <a:srgbClr val="C7450B"/>
    <a:srgbClr val="E24E0C"/>
    <a:srgbClr val="DC6140"/>
    <a:srgbClr val="E60000"/>
    <a:srgbClr val="C9670D"/>
    <a:srgbClr val="66B5C9"/>
    <a:srgbClr val="EDB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182" autoAdjust="0"/>
  </p:normalViewPr>
  <p:slideViewPr>
    <p:cSldViewPr snapToGrid="0">
      <p:cViewPr varScale="1">
        <p:scale>
          <a:sx n="82" d="100"/>
          <a:sy n="82" d="100"/>
        </p:scale>
        <p:origin x="44" y="3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gs" Target="tags/tag23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-1588" y="0"/>
            <a:ext cx="12198350" cy="6862763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5289551" y="4366341"/>
            <a:ext cx="6230937" cy="1681241"/>
          </a:xfrm>
          <a:prstGeom prst="rect">
            <a:avLst/>
          </a:prstGeom>
          <a:blipFill rotWithShape="1">
            <a:blip r:embed="rId3"/>
            <a:srcRect/>
            <a:stretch>
              <a:fillRect t="-54500" b="-5368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-1588" y="0"/>
            <a:ext cx="12198350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7"/>
          <p:cNvSpPr/>
          <p:nvPr userDrawn="1"/>
        </p:nvSpPr>
        <p:spPr bwMode="auto">
          <a:xfrm>
            <a:off x="4057650" y="5035550"/>
            <a:ext cx="288925" cy="290513"/>
          </a:xfrm>
          <a:custGeom>
            <a:avLst/>
            <a:gdLst>
              <a:gd name="T0" fmla="*/ 0 w 182"/>
              <a:gd name="T1" fmla="*/ 0 h 183"/>
              <a:gd name="T2" fmla="*/ 0 w 182"/>
              <a:gd name="T3" fmla="*/ 183 h 183"/>
              <a:gd name="T4" fmla="*/ 182 w 182"/>
              <a:gd name="T5" fmla="*/ 183 h 183"/>
              <a:gd name="T6" fmla="*/ 0 w 182"/>
              <a:gd name="T7" fmla="*/ 0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2" h="183">
                <a:moveTo>
                  <a:pt x="0" y="0"/>
                </a:moveTo>
                <a:lnTo>
                  <a:pt x="0" y="183"/>
                </a:lnTo>
                <a:lnTo>
                  <a:pt x="182" y="18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8"/>
          <p:cNvSpPr/>
          <p:nvPr userDrawn="1"/>
        </p:nvSpPr>
        <p:spPr bwMode="auto">
          <a:xfrm>
            <a:off x="1628775" y="1792288"/>
            <a:ext cx="2447925" cy="2451100"/>
          </a:xfrm>
          <a:custGeom>
            <a:avLst/>
            <a:gdLst>
              <a:gd name="T0" fmla="*/ 0 w 1542"/>
              <a:gd name="T1" fmla="*/ 1544 h 1544"/>
              <a:gd name="T2" fmla="*/ 879 w 1542"/>
              <a:gd name="T3" fmla="*/ 1544 h 1544"/>
              <a:gd name="T4" fmla="*/ 1542 w 1542"/>
              <a:gd name="T5" fmla="*/ 881 h 1544"/>
              <a:gd name="T6" fmla="*/ 1542 w 1542"/>
              <a:gd name="T7" fmla="*/ 0 h 1544"/>
              <a:gd name="T8" fmla="*/ 0 w 1542"/>
              <a:gd name="T9" fmla="*/ 1544 h 1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2" h="1544">
                <a:moveTo>
                  <a:pt x="0" y="1544"/>
                </a:moveTo>
                <a:lnTo>
                  <a:pt x="879" y="1544"/>
                </a:lnTo>
                <a:lnTo>
                  <a:pt x="1542" y="881"/>
                </a:lnTo>
                <a:lnTo>
                  <a:pt x="1542" y="0"/>
                </a:lnTo>
                <a:lnTo>
                  <a:pt x="0" y="154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9"/>
          <p:cNvSpPr/>
          <p:nvPr userDrawn="1"/>
        </p:nvSpPr>
        <p:spPr bwMode="auto">
          <a:xfrm>
            <a:off x="1717675" y="3679825"/>
            <a:ext cx="2311400" cy="2312988"/>
          </a:xfrm>
          <a:custGeom>
            <a:avLst/>
            <a:gdLst>
              <a:gd name="T0" fmla="*/ 328 w 1456"/>
              <a:gd name="T1" fmla="*/ 1457 h 1457"/>
              <a:gd name="T2" fmla="*/ 1456 w 1456"/>
              <a:gd name="T3" fmla="*/ 328 h 1457"/>
              <a:gd name="T4" fmla="*/ 1456 w 1456"/>
              <a:gd name="T5" fmla="*/ 0 h 1457"/>
              <a:gd name="T6" fmla="*/ 0 w 1456"/>
              <a:gd name="T7" fmla="*/ 1457 h 1457"/>
              <a:gd name="T8" fmla="*/ 328 w 1456"/>
              <a:gd name="T9" fmla="*/ 1457 h 14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56" h="1457">
                <a:moveTo>
                  <a:pt x="328" y="1457"/>
                </a:moveTo>
                <a:lnTo>
                  <a:pt x="1456" y="328"/>
                </a:lnTo>
                <a:lnTo>
                  <a:pt x="1456" y="0"/>
                </a:lnTo>
                <a:lnTo>
                  <a:pt x="0" y="1457"/>
                </a:lnTo>
                <a:lnTo>
                  <a:pt x="328" y="145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10"/>
          <p:cNvSpPr/>
          <p:nvPr userDrawn="1"/>
        </p:nvSpPr>
        <p:spPr bwMode="auto">
          <a:xfrm>
            <a:off x="3275013" y="4756150"/>
            <a:ext cx="842963" cy="844550"/>
          </a:xfrm>
          <a:custGeom>
            <a:avLst/>
            <a:gdLst>
              <a:gd name="T0" fmla="*/ 0 w 531"/>
              <a:gd name="T1" fmla="*/ 532 h 532"/>
              <a:gd name="T2" fmla="*/ 531 w 531"/>
              <a:gd name="T3" fmla="*/ 532 h 532"/>
              <a:gd name="T4" fmla="*/ 531 w 531"/>
              <a:gd name="T5" fmla="*/ 0 h 532"/>
              <a:gd name="T6" fmla="*/ 0 w 531"/>
              <a:gd name="T7" fmla="*/ 532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1" h="532">
                <a:moveTo>
                  <a:pt x="0" y="532"/>
                </a:moveTo>
                <a:lnTo>
                  <a:pt x="531" y="532"/>
                </a:lnTo>
                <a:lnTo>
                  <a:pt x="531" y="0"/>
                </a:lnTo>
                <a:lnTo>
                  <a:pt x="0" y="53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11"/>
          <p:cNvSpPr/>
          <p:nvPr userDrawn="1"/>
        </p:nvSpPr>
        <p:spPr bwMode="auto">
          <a:xfrm>
            <a:off x="3981450" y="5164138"/>
            <a:ext cx="288925" cy="288925"/>
          </a:xfrm>
          <a:custGeom>
            <a:avLst/>
            <a:gdLst>
              <a:gd name="T0" fmla="*/ 0 w 182"/>
              <a:gd name="T1" fmla="*/ 0 h 182"/>
              <a:gd name="T2" fmla="*/ 0 w 182"/>
              <a:gd name="T3" fmla="*/ 182 h 182"/>
              <a:gd name="T4" fmla="*/ 182 w 182"/>
              <a:gd name="T5" fmla="*/ 182 h 182"/>
              <a:gd name="T6" fmla="*/ 0 w 182"/>
              <a:gd name="T7" fmla="*/ 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2" h="182">
                <a:moveTo>
                  <a:pt x="0" y="0"/>
                </a:moveTo>
                <a:lnTo>
                  <a:pt x="0" y="182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Freeform 12"/>
          <p:cNvSpPr/>
          <p:nvPr userDrawn="1"/>
        </p:nvSpPr>
        <p:spPr bwMode="auto">
          <a:xfrm>
            <a:off x="2101850" y="4062413"/>
            <a:ext cx="360363" cy="360363"/>
          </a:xfrm>
          <a:custGeom>
            <a:avLst/>
            <a:gdLst>
              <a:gd name="T0" fmla="*/ 0 w 227"/>
              <a:gd name="T1" fmla="*/ 0 h 227"/>
              <a:gd name="T2" fmla="*/ 0 w 227"/>
              <a:gd name="T3" fmla="*/ 227 h 227"/>
              <a:gd name="T4" fmla="*/ 227 w 227"/>
              <a:gd name="T5" fmla="*/ 227 h 227"/>
              <a:gd name="T6" fmla="*/ 0 w 227"/>
              <a:gd name="T7" fmla="*/ 0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7" h="227">
                <a:moveTo>
                  <a:pt x="0" y="0"/>
                </a:moveTo>
                <a:lnTo>
                  <a:pt x="0" y="227"/>
                </a:lnTo>
                <a:lnTo>
                  <a:pt x="227" y="22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Freeform 14"/>
          <p:cNvSpPr/>
          <p:nvPr userDrawn="1"/>
        </p:nvSpPr>
        <p:spPr bwMode="auto">
          <a:xfrm>
            <a:off x="590550" y="3732213"/>
            <a:ext cx="3141663" cy="3130550"/>
          </a:xfrm>
          <a:custGeom>
            <a:avLst/>
            <a:gdLst>
              <a:gd name="T0" fmla="*/ 0 w 1979"/>
              <a:gd name="T1" fmla="*/ 1972 h 1972"/>
              <a:gd name="T2" fmla="*/ 14 w 1979"/>
              <a:gd name="T3" fmla="*/ 1972 h 1972"/>
              <a:gd name="T4" fmla="*/ 1979 w 1979"/>
              <a:gd name="T5" fmla="*/ 7 h 1972"/>
              <a:gd name="T6" fmla="*/ 1972 w 1979"/>
              <a:gd name="T7" fmla="*/ 0 h 1972"/>
              <a:gd name="T8" fmla="*/ 0 w 1979"/>
              <a:gd name="T9" fmla="*/ 1972 h 19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79" h="1972">
                <a:moveTo>
                  <a:pt x="0" y="1972"/>
                </a:moveTo>
                <a:lnTo>
                  <a:pt x="14" y="1972"/>
                </a:lnTo>
                <a:lnTo>
                  <a:pt x="1979" y="7"/>
                </a:lnTo>
                <a:lnTo>
                  <a:pt x="1972" y="0"/>
                </a:lnTo>
                <a:lnTo>
                  <a:pt x="0" y="19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Freeform 15"/>
          <p:cNvSpPr/>
          <p:nvPr userDrawn="1"/>
        </p:nvSpPr>
        <p:spPr bwMode="auto">
          <a:xfrm>
            <a:off x="1727200" y="0"/>
            <a:ext cx="3630613" cy="3621088"/>
          </a:xfrm>
          <a:custGeom>
            <a:avLst/>
            <a:gdLst>
              <a:gd name="T0" fmla="*/ 2273 w 2287"/>
              <a:gd name="T1" fmla="*/ 0 h 2281"/>
              <a:gd name="T2" fmla="*/ 0 w 2287"/>
              <a:gd name="T3" fmla="*/ 2274 h 2281"/>
              <a:gd name="T4" fmla="*/ 7 w 2287"/>
              <a:gd name="T5" fmla="*/ 2281 h 2281"/>
              <a:gd name="T6" fmla="*/ 2287 w 2287"/>
              <a:gd name="T7" fmla="*/ 0 h 2281"/>
              <a:gd name="T8" fmla="*/ 2273 w 2287"/>
              <a:gd name="T9" fmla="*/ 0 h 2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7" h="2281">
                <a:moveTo>
                  <a:pt x="2273" y="0"/>
                </a:moveTo>
                <a:lnTo>
                  <a:pt x="0" y="2274"/>
                </a:lnTo>
                <a:lnTo>
                  <a:pt x="7" y="2281"/>
                </a:lnTo>
                <a:lnTo>
                  <a:pt x="2287" y="0"/>
                </a:lnTo>
                <a:lnTo>
                  <a:pt x="22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Freeform 16"/>
          <p:cNvSpPr/>
          <p:nvPr userDrawn="1"/>
        </p:nvSpPr>
        <p:spPr bwMode="auto">
          <a:xfrm>
            <a:off x="3013075" y="846138"/>
            <a:ext cx="1063625" cy="1065213"/>
          </a:xfrm>
          <a:custGeom>
            <a:avLst/>
            <a:gdLst>
              <a:gd name="T0" fmla="*/ 670 w 670"/>
              <a:gd name="T1" fmla="*/ 7 h 671"/>
              <a:gd name="T2" fmla="*/ 7 w 670"/>
              <a:gd name="T3" fmla="*/ 671 h 671"/>
              <a:gd name="T4" fmla="*/ 0 w 670"/>
              <a:gd name="T5" fmla="*/ 664 h 671"/>
              <a:gd name="T6" fmla="*/ 663 w 670"/>
              <a:gd name="T7" fmla="*/ 0 h 671"/>
              <a:gd name="T8" fmla="*/ 670 w 670"/>
              <a:gd name="T9" fmla="*/ 7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0" h="671">
                <a:moveTo>
                  <a:pt x="670" y="7"/>
                </a:moveTo>
                <a:lnTo>
                  <a:pt x="7" y="671"/>
                </a:lnTo>
                <a:lnTo>
                  <a:pt x="0" y="664"/>
                </a:lnTo>
                <a:lnTo>
                  <a:pt x="663" y="0"/>
                </a:lnTo>
                <a:lnTo>
                  <a:pt x="670" y="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Freeform 18"/>
          <p:cNvSpPr/>
          <p:nvPr userDrawn="1"/>
        </p:nvSpPr>
        <p:spPr bwMode="auto">
          <a:xfrm>
            <a:off x="5576888" y="4606925"/>
            <a:ext cx="279400" cy="279400"/>
          </a:xfrm>
          <a:custGeom>
            <a:avLst/>
            <a:gdLst>
              <a:gd name="T0" fmla="*/ 0 w 176"/>
              <a:gd name="T1" fmla="*/ 0 h 176"/>
              <a:gd name="T2" fmla="*/ 0 w 176"/>
              <a:gd name="T3" fmla="*/ 176 h 176"/>
              <a:gd name="T4" fmla="*/ 176 w 176"/>
              <a:gd name="T5" fmla="*/ 176 h 176"/>
              <a:gd name="T6" fmla="*/ 0 w 176"/>
              <a:gd name="T7" fmla="*/ 0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6" h="176">
                <a:moveTo>
                  <a:pt x="0" y="0"/>
                </a:moveTo>
                <a:lnTo>
                  <a:pt x="0" y="176"/>
                </a:lnTo>
                <a:lnTo>
                  <a:pt x="176" y="17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5314951" y="2516826"/>
            <a:ext cx="6205538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5314951" y="1378744"/>
            <a:ext cx="6205538" cy="1098395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314950" y="3561558"/>
            <a:ext cx="6205539" cy="293733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314950" y="3857829"/>
            <a:ext cx="6205539" cy="293733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675698" y="2657929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76814" y="3553279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8" name="Freeform 51"/>
          <p:cNvSpPr/>
          <p:nvPr userDrawn="1"/>
        </p:nvSpPr>
        <p:spPr bwMode="auto">
          <a:xfrm>
            <a:off x="7197726" y="0"/>
            <a:ext cx="4994274" cy="6858000"/>
          </a:xfrm>
          <a:custGeom>
            <a:avLst/>
            <a:gdLst>
              <a:gd name="T0" fmla="*/ 2161 w 3146"/>
              <a:gd name="T1" fmla="*/ 4320 h 4320"/>
              <a:gd name="T2" fmla="*/ 3146 w 3146"/>
              <a:gd name="T3" fmla="*/ 4320 h 4320"/>
              <a:gd name="T4" fmla="*/ 3146 w 3146"/>
              <a:gd name="T5" fmla="*/ 0 h 4320"/>
              <a:gd name="T6" fmla="*/ 2161 w 3146"/>
              <a:gd name="T7" fmla="*/ 0 h 4320"/>
              <a:gd name="T8" fmla="*/ 0 w 3146"/>
              <a:gd name="T9" fmla="*/ 2160 h 4320"/>
              <a:gd name="T10" fmla="*/ 2161 w 3146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46" h="4320">
                <a:moveTo>
                  <a:pt x="2161" y="4320"/>
                </a:moveTo>
                <a:lnTo>
                  <a:pt x="3146" y="4320"/>
                </a:lnTo>
                <a:lnTo>
                  <a:pt x="3146" y="0"/>
                </a:lnTo>
                <a:lnTo>
                  <a:pt x="2161" y="0"/>
                </a:lnTo>
                <a:lnTo>
                  <a:pt x="0" y="2160"/>
                </a:lnTo>
                <a:lnTo>
                  <a:pt x="2161" y="4320"/>
                </a:lnTo>
                <a:close/>
              </a:path>
            </a:pathLst>
          </a:custGeom>
          <a:blipFill rotWithShape="1">
            <a:blip r:embed="rId2"/>
            <a:srcRect/>
            <a:stretch>
              <a:fillRect l="-53284" r="-53014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52"/>
          <p:cNvSpPr/>
          <p:nvPr userDrawn="1"/>
        </p:nvSpPr>
        <p:spPr bwMode="auto">
          <a:xfrm>
            <a:off x="7197726" y="0"/>
            <a:ext cx="4994274" cy="6858000"/>
          </a:xfrm>
          <a:custGeom>
            <a:avLst/>
            <a:gdLst>
              <a:gd name="T0" fmla="*/ 2161 w 3146"/>
              <a:gd name="T1" fmla="*/ 4320 h 4320"/>
              <a:gd name="T2" fmla="*/ 3146 w 3146"/>
              <a:gd name="T3" fmla="*/ 4320 h 4320"/>
              <a:gd name="T4" fmla="*/ 3146 w 3146"/>
              <a:gd name="T5" fmla="*/ 0 h 4320"/>
              <a:gd name="T6" fmla="*/ 2161 w 3146"/>
              <a:gd name="T7" fmla="*/ 0 h 4320"/>
              <a:gd name="T8" fmla="*/ 0 w 3146"/>
              <a:gd name="T9" fmla="*/ 2160 h 4320"/>
              <a:gd name="T10" fmla="*/ 2161 w 3146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46" h="4320">
                <a:moveTo>
                  <a:pt x="2161" y="4320"/>
                </a:moveTo>
                <a:lnTo>
                  <a:pt x="3146" y="4320"/>
                </a:lnTo>
                <a:lnTo>
                  <a:pt x="3146" y="0"/>
                </a:lnTo>
                <a:lnTo>
                  <a:pt x="2161" y="0"/>
                </a:lnTo>
                <a:lnTo>
                  <a:pt x="0" y="2160"/>
                </a:lnTo>
                <a:lnTo>
                  <a:pt x="2161" y="432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53"/>
          <p:cNvSpPr/>
          <p:nvPr userDrawn="1"/>
        </p:nvSpPr>
        <p:spPr bwMode="auto">
          <a:xfrm>
            <a:off x="9337675" y="576263"/>
            <a:ext cx="2854325" cy="5705475"/>
          </a:xfrm>
          <a:custGeom>
            <a:avLst/>
            <a:gdLst>
              <a:gd name="T0" fmla="*/ 1798 w 1798"/>
              <a:gd name="T1" fmla="*/ 0 h 3594"/>
              <a:gd name="T2" fmla="*/ 0 w 1798"/>
              <a:gd name="T3" fmla="*/ 1797 h 3594"/>
              <a:gd name="T4" fmla="*/ 1798 w 1798"/>
              <a:gd name="T5" fmla="*/ 3594 h 3594"/>
              <a:gd name="T6" fmla="*/ 1798 w 1798"/>
              <a:gd name="T7" fmla="*/ 2866 h 3594"/>
              <a:gd name="T8" fmla="*/ 729 w 1798"/>
              <a:gd name="T9" fmla="*/ 1797 h 3594"/>
              <a:gd name="T10" fmla="*/ 1798 w 1798"/>
              <a:gd name="T11" fmla="*/ 728 h 3594"/>
              <a:gd name="T12" fmla="*/ 1798 w 1798"/>
              <a:gd name="T13" fmla="*/ 0 h 3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8" h="3594">
                <a:moveTo>
                  <a:pt x="1798" y="0"/>
                </a:moveTo>
                <a:lnTo>
                  <a:pt x="0" y="1797"/>
                </a:lnTo>
                <a:lnTo>
                  <a:pt x="1798" y="3594"/>
                </a:lnTo>
                <a:lnTo>
                  <a:pt x="1798" y="2866"/>
                </a:lnTo>
                <a:lnTo>
                  <a:pt x="729" y="1797"/>
                </a:lnTo>
                <a:lnTo>
                  <a:pt x="1798" y="728"/>
                </a:lnTo>
                <a:lnTo>
                  <a:pt x="1798" y="0"/>
                </a:lnTo>
                <a:close/>
              </a:path>
            </a:pathLst>
          </a:custGeom>
          <a:solidFill>
            <a:srgbClr val="E6E6E6">
              <a:alpha val="43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54"/>
          <p:cNvSpPr/>
          <p:nvPr userDrawn="1"/>
        </p:nvSpPr>
        <p:spPr bwMode="auto">
          <a:xfrm>
            <a:off x="9337675" y="576263"/>
            <a:ext cx="2854325" cy="5705475"/>
          </a:xfrm>
          <a:custGeom>
            <a:avLst/>
            <a:gdLst>
              <a:gd name="T0" fmla="*/ 1798 w 1798"/>
              <a:gd name="T1" fmla="*/ 0 h 3594"/>
              <a:gd name="T2" fmla="*/ 0 w 1798"/>
              <a:gd name="T3" fmla="*/ 1797 h 3594"/>
              <a:gd name="T4" fmla="*/ 1798 w 1798"/>
              <a:gd name="T5" fmla="*/ 3594 h 3594"/>
              <a:gd name="T6" fmla="*/ 1798 w 1798"/>
              <a:gd name="T7" fmla="*/ 2866 h 3594"/>
              <a:gd name="T8" fmla="*/ 729 w 1798"/>
              <a:gd name="T9" fmla="*/ 1797 h 3594"/>
              <a:gd name="T10" fmla="*/ 1798 w 1798"/>
              <a:gd name="T11" fmla="*/ 728 h 3594"/>
              <a:gd name="T12" fmla="*/ 1798 w 1798"/>
              <a:gd name="T13" fmla="*/ 0 h 3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98" h="3594">
                <a:moveTo>
                  <a:pt x="1798" y="0"/>
                </a:moveTo>
                <a:lnTo>
                  <a:pt x="0" y="1797"/>
                </a:lnTo>
                <a:lnTo>
                  <a:pt x="1798" y="3594"/>
                </a:lnTo>
                <a:lnTo>
                  <a:pt x="1798" y="2866"/>
                </a:lnTo>
                <a:lnTo>
                  <a:pt x="729" y="1797"/>
                </a:lnTo>
                <a:lnTo>
                  <a:pt x="1798" y="728"/>
                </a:lnTo>
                <a:lnTo>
                  <a:pt x="179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logo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49385" y="0"/>
            <a:ext cx="2597150" cy="10852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"/>
          <p:cNvSpPr>
            <a:spLocks noChangeArrowheads="1"/>
          </p:cNvSpPr>
          <p:nvPr userDrawn="1"/>
        </p:nvSpPr>
        <p:spPr bwMode="auto">
          <a:xfrm>
            <a:off x="-1588" y="0"/>
            <a:ext cx="12198350" cy="6862763"/>
          </a:xfrm>
          <a:prstGeom prst="rect">
            <a:avLst/>
          </a:prstGeom>
          <a:blipFill rotWithShape="1">
            <a:blip r:embed="rId2"/>
            <a:stretch>
              <a:fillRect l="-53000" r="-53000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5289551" y="4366341"/>
            <a:ext cx="6230937" cy="1681241"/>
          </a:xfrm>
          <a:prstGeom prst="rect">
            <a:avLst/>
          </a:prstGeom>
          <a:blipFill rotWithShape="1">
            <a:blip r:embed="rId3"/>
            <a:srcRect/>
            <a:stretch>
              <a:fillRect t="-54500" b="-5368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6"/>
          <p:cNvSpPr>
            <a:spLocks noChangeArrowheads="1"/>
          </p:cNvSpPr>
          <p:nvPr userDrawn="1"/>
        </p:nvSpPr>
        <p:spPr bwMode="auto">
          <a:xfrm>
            <a:off x="-1588" y="0"/>
            <a:ext cx="12198350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" name="Freeform 7"/>
          <p:cNvSpPr/>
          <p:nvPr userDrawn="1"/>
        </p:nvSpPr>
        <p:spPr bwMode="auto">
          <a:xfrm>
            <a:off x="4057650" y="5035550"/>
            <a:ext cx="288925" cy="290513"/>
          </a:xfrm>
          <a:custGeom>
            <a:avLst/>
            <a:gdLst>
              <a:gd name="T0" fmla="*/ 0 w 182"/>
              <a:gd name="T1" fmla="*/ 0 h 183"/>
              <a:gd name="T2" fmla="*/ 0 w 182"/>
              <a:gd name="T3" fmla="*/ 183 h 183"/>
              <a:gd name="T4" fmla="*/ 182 w 182"/>
              <a:gd name="T5" fmla="*/ 183 h 183"/>
              <a:gd name="T6" fmla="*/ 0 w 182"/>
              <a:gd name="T7" fmla="*/ 0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2" h="183">
                <a:moveTo>
                  <a:pt x="0" y="0"/>
                </a:moveTo>
                <a:lnTo>
                  <a:pt x="0" y="183"/>
                </a:lnTo>
                <a:lnTo>
                  <a:pt x="182" y="18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7" name="Freeform 9"/>
          <p:cNvSpPr/>
          <p:nvPr userDrawn="1"/>
        </p:nvSpPr>
        <p:spPr bwMode="auto">
          <a:xfrm>
            <a:off x="1717675" y="3679825"/>
            <a:ext cx="2311400" cy="2312988"/>
          </a:xfrm>
          <a:custGeom>
            <a:avLst/>
            <a:gdLst>
              <a:gd name="T0" fmla="*/ 328 w 1456"/>
              <a:gd name="T1" fmla="*/ 1457 h 1457"/>
              <a:gd name="T2" fmla="*/ 1456 w 1456"/>
              <a:gd name="T3" fmla="*/ 328 h 1457"/>
              <a:gd name="T4" fmla="*/ 1456 w 1456"/>
              <a:gd name="T5" fmla="*/ 0 h 1457"/>
              <a:gd name="T6" fmla="*/ 0 w 1456"/>
              <a:gd name="T7" fmla="*/ 1457 h 1457"/>
              <a:gd name="T8" fmla="*/ 328 w 1456"/>
              <a:gd name="T9" fmla="*/ 1457 h 14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56" h="1457">
                <a:moveTo>
                  <a:pt x="328" y="1457"/>
                </a:moveTo>
                <a:lnTo>
                  <a:pt x="1456" y="328"/>
                </a:lnTo>
                <a:lnTo>
                  <a:pt x="1456" y="0"/>
                </a:lnTo>
                <a:lnTo>
                  <a:pt x="0" y="1457"/>
                </a:lnTo>
                <a:lnTo>
                  <a:pt x="328" y="145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8" name="Freeform 10"/>
          <p:cNvSpPr/>
          <p:nvPr userDrawn="1"/>
        </p:nvSpPr>
        <p:spPr bwMode="auto">
          <a:xfrm>
            <a:off x="3275013" y="4756150"/>
            <a:ext cx="842963" cy="844550"/>
          </a:xfrm>
          <a:custGeom>
            <a:avLst/>
            <a:gdLst>
              <a:gd name="T0" fmla="*/ 0 w 531"/>
              <a:gd name="T1" fmla="*/ 532 h 532"/>
              <a:gd name="T2" fmla="*/ 531 w 531"/>
              <a:gd name="T3" fmla="*/ 532 h 532"/>
              <a:gd name="T4" fmla="*/ 531 w 531"/>
              <a:gd name="T5" fmla="*/ 0 h 532"/>
              <a:gd name="T6" fmla="*/ 0 w 531"/>
              <a:gd name="T7" fmla="*/ 532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1" h="532">
                <a:moveTo>
                  <a:pt x="0" y="532"/>
                </a:moveTo>
                <a:lnTo>
                  <a:pt x="531" y="532"/>
                </a:lnTo>
                <a:lnTo>
                  <a:pt x="531" y="0"/>
                </a:lnTo>
                <a:lnTo>
                  <a:pt x="0" y="53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" name="Freeform 11"/>
          <p:cNvSpPr/>
          <p:nvPr userDrawn="1"/>
        </p:nvSpPr>
        <p:spPr bwMode="auto">
          <a:xfrm>
            <a:off x="3981450" y="5164138"/>
            <a:ext cx="288925" cy="288925"/>
          </a:xfrm>
          <a:custGeom>
            <a:avLst/>
            <a:gdLst>
              <a:gd name="T0" fmla="*/ 0 w 182"/>
              <a:gd name="T1" fmla="*/ 0 h 182"/>
              <a:gd name="T2" fmla="*/ 0 w 182"/>
              <a:gd name="T3" fmla="*/ 182 h 182"/>
              <a:gd name="T4" fmla="*/ 182 w 182"/>
              <a:gd name="T5" fmla="*/ 182 h 182"/>
              <a:gd name="T6" fmla="*/ 0 w 182"/>
              <a:gd name="T7" fmla="*/ 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2" h="182">
                <a:moveTo>
                  <a:pt x="0" y="0"/>
                </a:moveTo>
                <a:lnTo>
                  <a:pt x="0" y="182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" name="Freeform 12"/>
          <p:cNvSpPr/>
          <p:nvPr userDrawn="1"/>
        </p:nvSpPr>
        <p:spPr bwMode="auto">
          <a:xfrm>
            <a:off x="2101850" y="4062413"/>
            <a:ext cx="360363" cy="360363"/>
          </a:xfrm>
          <a:custGeom>
            <a:avLst/>
            <a:gdLst>
              <a:gd name="T0" fmla="*/ 0 w 227"/>
              <a:gd name="T1" fmla="*/ 0 h 227"/>
              <a:gd name="T2" fmla="*/ 0 w 227"/>
              <a:gd name="T3" fmla="*/ 227 h 227"/>
              <a:gd name="T4" fmla="*/ 227 w 227"/>
              <a:gd name="T5" fmla="*/ 227 h 227"/>
              <a:gd name="T6" fmla="*/ 0 w 227"/>
              <a:gd name="T7" fmla="*/ 0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7" h="227">
                <a:moveTo>
                  <a:pt x="0" y="0"/>
                </a:moveTo>
                <a:lnTo>
                  <a:pt x="0" y="227"/>
                </a:lnTo>
                <a:lnTo>
                  <a:pt x="227" y="22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" name="Freeform 14"/>
          <p:cNvSpPr/>
          <p:nvPr userDrawn="1"/>
        </p:nvSpPr>
        <p:spPr bwMode="auto">
          <a:xfrm>
            <a:off x="590550" y="3732213"/>
            <a:ext cx="3141663" cy="3130550"/>
          </a:xfrm>
          <a:custGeom>
            <a:avLst/>
            <a:gdLst>
              <a:gd name="T0" fmla="*/ 0 w 1979"/>
              <a:gd name="T1" fmla="*/ 1972 h 1972"/>
              <a:gd name="T2" fmla="*/ 14 w 1979"/>
              <a:gd name="T3" fmla="*/ 1972 h 1972"/>
              <a:gd name="T4" fmla="*/ 1979 w 1979"/>
              <a:gd name="T5" fmla="*/ 7 h 1972"/>
              <a:gd name="T6" fmla="*/ 1972 w 1979"/>
              <a:gd name="T7" fmla="*/ 0 h 1972"/>
              <a:gd name="T8" fmla="*/ 0 w 1979"/>
              <a:gd name="T9" fmla="*/ 1972 h 19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79" h="1972">
                <a:moveTo>
                  <a:pt x="0" y="1972"/>
                </a:moveTo>
                <a:lnTo>
                  <a:pt x="14" y="1972"/>
                </a:lnTo>
                <a:lnTo>
                  <a:pt x="1979" y="7"/>
                </a:lnTo>
                <a:lnTo>
                  <a:pt x="1972" y="0"/>
                </a:lnTo>
                <a:lnTo>
                  <a:pt x="0" y="19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2" name="Freeform 15"/>
          <p:cNvSpPr/>
          <p:nvPr userDrawn="1"/>
        </p:nvSpPr>
        <p:spPr bwMode="auto">
          <a:xfrm>
            <a:off x="1727200" y="0"/>
            <a:ext cx="3630613" cy="3621088"/>
          </a:xfrm>
          <a:custGeom>
            <a:avLst/>
            <a:gdLst>
              <a:gd name="T0" fmla="*/ 2273 w 2287"/>
              <a:gd name="T1" fmla="*/ 0 h 2281"/>
              <a:gd name="T2" fmla="*/ 0 w 2287"/>
              <a:gd name="T3" fmla="*/ 2274 h 2281"/>
              <a:gd name="T4" fmla="*/ 7 w 2287"/>
              <a:gd name="T5" fmla="*/ 2281 h 2281"/>
              <a:gd name="T6" fmla="*/ 2287 w 2287"/>
              <a:gd name="T7" fmla="*/ 0 h 2281"/>
              <a:gd name="T8" fmla="*/ 2273 w 2287"/>
              <a:gd name="T9" fmla="*/ 0 h 2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7" h="2281">
                <a:moveTo>
                  <a:pt x="2273" y="0"/>
                </a:moveTo>
                <a:lnTo>
                  <a:pt x="0" y="2274"/>
                </a:lnTo>
                <a:lnTo>
                  <a:pt x="7" y="2281"/>
                </a:lnTo>
                <a:lnTo>
                  <a:pt x="2287" y="0"/>
                </a:lnTo>
                <a:lnTo>
                  <a:pt x="22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" name="Freeform 16"/>
          <p:cNvSpPr/>
          <p:nvPr userDrawn="1"/>
        </p:nvSpPr>
        <p:spPr bwMode="auto">
          <a:xfrm>
            <a:off x="3013075" y="846138"/>
            <a:ext cx="1063625" cy="1065213"/>
          </a:xfrm>
          <a:custGeom>
            <a:avLst/>
            <a:gdLst>
              <a:gd name="T0" fmla="*/ 670 w 670"/>
              <a:gd name="T1" fmla="*/ 7 h 671"/>
              <a:gd name="T2" fmla="*/ 7 w 670"/>
              <a:gd name="T3" fmla="*/ 671 h 671"/>
              <a:gd name="T4" fmla="*/ 0 w 670"/>
              <a:gd name="T5" fmla="*/ 664 h 671"/>
              <a:gd name="T6" fmla="*/ 663 w 670"/>
              <a:gd name="T7" fmla="*/ 0 h 671"/>
              <a:gd name="T8" fmla="*/ 670 w 670"/>
              <a:gd name="T9" fmla="*/ 7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0" h="671">
                <a:moveTo>
                  <a:pt x="670" y="7"/>
                </a:moveTo>
                <a:lnTo>
                  <a:pt x="7" y="671"/>
                </a:lnTo>
                <a:lnTo>
                  <a:pt x="0" y="664"/>
                </a:lnTo>
                <a:lnTo>
                  <a:pt x="663" y="0"/>
                </a:lnTo>
                <a:lnTo>
                  <a:pt x="670" y="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4" name="Freeform 18"/>
          <p:cNvSpPr/>
          <p:nvPr userDrawn="1"/>
        </p:nvSpPr>
        <p:spPr bwMode="auto">
          <a:xfrm>
            <a:off x="5576888" y="4606925"/>
            <a:ext cx="279400" cy="279400"/>
          </a:xfrm>
          <a:custGeom>
            <a:avLst/>
            <a:gdLst>
              <a:gd name="T0" fmla="*/ 0 w 176"/>
              <a:gd name="T1" fmla="*/ 0 h 176"/>
              <a:gd name="T2" fmla="*/ 0 w 176"/>
              <a:gd name="T3" fmla="*/ 176 h 176"/>
              <a:gd name="T4" fmla="*/ 176 w 176"/>
              <a:gd name="T5" fmla="*/ 176 h 176"/>
              <a:gd name="T6" fmla="*/ 0 w 176"/>
              <a:gd name="T7" fmla="*/ 0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6" h="176">
                <a:moveTo>
                  <a:pt x="0" y="0"/>
                </a:moveTo>
                <a:lnTo>
                  <a:pt x="0" y="176"/>
                </a:lnTo>
                <a:lnTo>
                  <a:pt x="176" y="17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5289551" y="1135063"/>
            <a:ext cx="5426076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289551" y="3441299"/>
            <a:ext cx="542607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6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289552" y="3145028"/>
            <a:ext cx="5426076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jpeg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jpeg"/><Relationship Id="rId1" Type="http://schemas.openxmlformats.org/officeDocument/2006/relationships/tags" Target="../tags/tag2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Subtitle here</a:t>
            </a:r>
            <a:endParaRPr lang="en-US" altLang="zh-CN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iSlide® PowerPoint standard template.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Speaker name and title</a:t>
            </a:r>
            <a:endParaRPr lang="en-US" altLang="zh-CN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íş1îḑè"/>
          <p:cNvSpPr/>
          <p:nvPr/>
        </p:nvSpPr>
        <p:spPr bwMode="auto">
          <a:xfrm>
            <a:off x="4810125" y="1911243"/>
            <a:ext cx="828092" cy="595554"/>
          </a:xfrm>
          <a:prstGeom prst="parallelogram">
            <a:avLst/>
          </a:prstGeom>
          <a:solidFill>
            <a:schemeClr val="accent1">
              <a:lumMod val="100000"/>
            </a:schemeClr>
          </a:solidFill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="horz" wrap="none" lIns="91440" tIns="45720" rIns="91440" bIns="45720" anchor="ctr" anchorCtr="1" forceAA="0" compatLnSpc="1">
            <a:noAutofit/>
          </a:bodyPr>
          <a:lstStyle/>
          <a:p>
            <a:pPr algn="ctr"/>
            <a:r>
              <a:rPr lang="en-US" altLang="zh-CN" sz="24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rPr>
              <a:t>01</a:t>
            </a:r>
            <a:endParaRPr lang="en-US" altLang="zh-CN" sz="2400" dirty="0">
              <a:solidFill>
                <a:schemeClr val="bg1">
                  <a:lumMod val="100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7" name="îşlïḓe"/>
          <p:cNvSpPr/>
          <p:nvPr/>
        </p:nvSpPr>
        <p:spPr bwMode="auto">
          <a:xfrm>
            <a:off x="5367787" y="1911243"/>
            <a:ext cx="5346994" cy="595554"/>
          </a:xfrm>
          <a:prstGeom prst="parallelogram">
            <a:avLst/>
          </a:prstGeom>
          <a:noFill/>
          <a:ln w="12700" cap="flat" cmpd="sng" algn="ctr">
            <a:solidFill>
              <a:schemeClr val="accent1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ctr" anchorCtr="1" forceAA="0" compatLnSpc="1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/>
              <a:t>Copy paste fonts. Choose the only option to retain text.</a:t>
            </a:r>
            <a:endParaRPr lang="en-US" altLang="zh-CN" sz="1100" dirty="0"/>
          </a:p>
        </p:txBody>
      </p:sp>
      <p:sp>
        <p:nvSpPr>
          <p:cNvPr id="8" name="išḻíďè"/>
          <p:cNvSpPr/>
          <p:nvPr/>
        </p:nvSpPr>
        <p:spPr bwMode="auto">
          <a:xfrm>
            <a:off x="4810125" y="2732134"/>
            <a:ext cx="828092" cy="595554"/>
          </a:xfrm>
          <a:prstGeom prst="parallelogram">
            <a:avLst/>
          </a:prstGeom>
          <a:solidFill>
            <a:schemeClr val="accent2">
              <a:lumMod val="100000"/>
            </a:schemeClr>
          </a:solidFill>
          <a:ln w="12700" cap="flat" cmpd="sng" algn="ctr">
            <a:solidFill>
              <a:schemeClr val="accent2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="horz" wrap="none" lIns="91440" tIns="45720" rIns="91440" bIns="45720" anchor="ctr" anchorCtr="1" forceAA="0" compatLnSpc="1">
            <a:noAutofit/>
          </a:bodyPr>
          <a:lstStyle/>
          <a:p>
            <a:pPr algn="ctr"/>
            <a:r>
              <a:rPr lang="en-US" altLang="zh-CN" sz="240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rPr>
              <a:t>02</a:t>
            </a:r>
            <a:endParaRPr lang="en-US" altLang="zh-CN" sz="2400">
              <a:solidFill>
                <a:schemeClr val="bg1">
                  <a:lumMod val="100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9" name="íşḷïḓè"/>
          <p:cNvSpPr/>
          <p:nvPr/>
        </p:nvSpPr>
        <p:spPr bwMode="auto">
          <a:xfrm>
            <a:off x="5367787" y="2732134"/>
            <a:ext cx="5346994" cy="595554"/>
          </a:xfrm>
          <a:prstGeom prst="parallelogram">
            <a:avLst/>
          </a:prstGeom>
          <a:noFill/>
          <a:ln w="12700" cap="flat" cmpd="sng" algn="ctr">
            <a:solidFill>
              <a:schemeClr val="accent2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ctr" anchorCtr="1" forceAA="0" compatLnSpc="1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/>
              <a:t>Copy paste fonts. Choose the only option to retain text.</a:t>
            </a:r>
            <a:endParaRPr lang="en-US" altLang="zh-CN" sz="1100" dirty="0"/>
          </a:p>
        </p:txBody>
      </p:sp>
      <p:sp>
        <p:nvSpPr>
          <p:cNvPr id="10" name="ï$1ïḋê"/>
          <p:cNvSpPr/>
          <p:nvPr/>
        </p:nvSpPr>
        <p:spPr bwMode="auto">
          <a:xfrm>
            <a:off x="4810125" y="3553025"/>
            <a:ext cx="828092" cy="595554"/>
          </a:xfrm>
          <a:prstGeom prst="parallelogram">
            <a:avLst/>
          </a:prstGeom>
          <a:solidFill>
            <a:schemeClr val="accent3">
              <a:lumMod val="100000"/>
            </a:schemeClr>
          </a:solidFill>
          <a:ln w="12700" cap="flat" cmpd="sng" algn="ctr">
            <a:solidFill>
              <a:schemeClr val="accent3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="horz" wrap="none" lIns="91440" tIns="45720" rIns="91440" bIns="45720" anchor="ctr" anchorCtr="1" forceAA="0" compatLnSpc="1">
            <a:noAutofit/>
          </a:bodyPr>
          <a:lstStyle/>
          <a:p>
            <a:pPr algn="ctr"/>
            <a:r>
              <a:rPr lang="en-US" altLang="zh-CN" sz="240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rPr>
              <a:t>03</a:t>
            </a:r>
            <a:endParaRPr lang="en-US" altLang="zh-CN" sz="2400">
              <a:solidFill>
                <a:schemeClr val="bg1">
                  <a:lumMod val="100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11" name="iS1iḑè"/>
          <p:cNvSpPr/>
          <p:nvPr/>
        </p:nvSpPr>
        <p:spPr bwMode="auto">
          <a:xfrm>
            <a:off x="5367787" y="3553025"/>
            <a:ext cx="5346994" cy="595554"/>
          </a:xfrm>
          <a:prstGeom prst="parallelogram">
            <a:avLst/>
          </a:prstGeom>
          <a:noFill/>
          <a:ln w="12700" cap="flat" cmpd="sng" algn="ctr">
            <a:solidFill>
              <a:schemeClr val="accent3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ctr" anchorCtr="1" forceAA="0" compatLnSpc="1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/>
              <a:t>Copy paste fonts. Choose the only option to retain text.</a:t>
            </a:r>
            <a:endParaRPr lang="en-US" altLang="zh-CN" sz="1100" dirty="0"/>
          </a:p>
        </p:txBody>
      </p:sp>
      <p:sp>
        <p:nvSpPr>
          <p:cNvPr id="12" name="îsḷîḓé"/>
          <p:cNvSpPr/>
          <p:nvPr/>
        </p:nvSpPr>
        <p:spPr bwMode="auto">
          <a:xfrm>
            <a:off x="4810125" y="4373916"/>
            <a:ext cx="828092" cy="595554"/>
          </a:xfrm>
          <a:prstGeom prst="parallelogram">
            <a:avLst/>
          </a:prstGeom>
          <a:solidFill>
            <a:schemeClr val="accent4">
              <a:lumMod val="100000"/>
            </a:schemeClr>
          </a:solidFill>
          <a:ln w="12700" cap="flat" cmpd="sng" algn="ctr">
            <a:solidFill>
              <a:schemeClr val="accent4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="horz" wrap="none" lIns="91440" tIns="45720" rIns="91440" bIns="45720" anchor="ctr" anchorCtr="1" forceAA="0" compatLnSpc="1">
            <a:noAutofit/>
          </a:bodyPr>
          <a:lstStyle/>
          <a:p>
            <a:pPr algn="ctr"/>
            <a:r>
              <a:rPr lang="en-US" altLang="zh-CN" sz="240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rPr>
              <a:t>04</a:t>
            </a:r>
            <a:endParaRPr lang="en-US" altLang="zh-CN" sz="2400">
              <a:solidFill>
                <a:schemeClr val="bg1">
                  <a:lumMod val="100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13" name="ís1ïďé"/>
          <p:cNvSpPr/>
          <p:nvPr/>
        </p:nvSpPr>
        <p:spPr bwMode="auto">
          <a:xfrm>
            <a:off x="5367787" y="4373916"/>
            <a:ext cx="5346994" cy="595554"/>
          </a:xfrm>
          <a:prstGeom prst="parallelogram">
            <a:avLst/>
          </a:prstGeom>
          <a:noFill/>
          <a:ln w="12700" cap="flat" cmpd="sng" algn="ctr">
            <a:solidFill>
              <a:schemeClr val="accent4">
                <a:lumMod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="horz" wrap="square" lIns="91440" tIns="45720" rIns="91440" bIns="45720" anchor="ctr" anchorCtr="1" forceAA="0" compatLnSpc="1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/>
              <a:t>Copy paste fonts. Choose the only option to retain text.</a:t>
            </a:r>
            <a:endParaRPr lang="en-US" altLang="zh-CN" sz="1100" dirty="0"/>
          </a:p>
        </p:txBody>
      </p:sp>
      <p:cxnSp>
        <p:nvCxnSpPr>
          <p:cNvPr id="18" name="直接连接符 17"/>
          <p:cNvCxnSpPr/>
          <p:nvPr/>
        </p:nvCxnSpPr>
        <p:spPr>
          <a:xfrm>
            <a:off x="686294" y="3327167"/>
            <a:ext cx="2972663" cy="0"/>
          </a:xfrm>
          <a:prstGeom prst="line">
            <a:avLst/>
          </a:prstGeom>
          <a:ln w="19050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îŝliḑé"/>
          <p:cNvSpPr txBox="1"/>
          <p:nvPr/>
        </p:nvSpPr>
        <p:spPr>
          <a:xfrm>
            <a:off x="1477219" y="2321985"/>
            <a:ext cx="2181738" cy="1005703"/>
          </a:xfrm>
          <a:prstGeom prst="rect">
            <a:avLst/>
          </a:prstGeom>
        </p:spPr>
        <p:txBody>
          <a:bodyPr wrap="none" anchor="b">
            <a:normAutofit/>
          </a:bodyPr>
          <a:lstStyle/>
          <a:p>
            <a:pPr marL="0" indent="0" algn="r">
              <a:buNone/>
            </a:pPr>
            <a:r>
              <a:rPr lang="en-US" altLang="zh-CN" sz="2800" b="1" dirty="0"/>
              <a:t>CONTENTS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53604" y="1790699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e294b2be-bedd-435f-8cfd-285d2911001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2718" y="1143000"/>
            <a:ext cx="12191448" cy="5715000"/>
            <a:chOff x="-2718" y="1143000"/>
            <a:chExt cx="12191448" cy="5715000"/>
          </a:xfrm>
        </p:grpSpPr>
        <p:sp>
          <p:nvSpPr>
            <p:cNvPr id="6" name="is1iḓê"/>
            <p:cNvSpPr/>
            <p:nvPr/>
          </p:nvSpPr>
          <p:spPr bwMode="auto">
            <a:xfrm>
              <a:off x="-2718" y="3972700"/>
              <a:ext cx="12191448" cy="2885300"/>
            </a:xfrm>
            <a:custGeom>
              <a:avLst/>
              <a:gdLst>
                <a:gd name="connsiteX0" fmla="*/ 9394249 w 12191448"/>
                <a:gd name="connsiteY0" fmla="*/ 852 h 2885300"/>
                <a:gd name="connsiteX1" fmla="*/ 9879572 w 12191448"/>
                <a:gd name="connsiteY1" fmla="*/ 1063441 h 2885300"/>
                <a:gd name="connsiteX2" fmla="*/ 10201707 w 12191448"/>
                <a:gd name="connsiteY2" fmla="*/ 1259256 h 2885300"/>
                <a:gd name="connsiteX3" fmla="*/ 10727297 w 12191448"/>
                <a:gd name="connsiteY3" fmla="*/ 1463462 h 2885300"/>
                <a:gd name="connsiteX4" fmla="*/ 11168114 w 12191448"/>
                <a:gd name="connsiteY4" fmla="*/ 1578153 h 2885300"/>
                <a:gd name="connsiteX5" fmla="*/ 11439386 w 12191448"/>
                <a:gd name="connsiteY5" fmla="*/ 1681655 h 2885300"/>
                <a:gd name="connsiteX6" fmla="*/ 12164190 w 12191448"/>
                <a:gd name="connsiteY6" fmla="*/ 1401920 h 2885300"/>
                <a:gd name="connsiteX7" fmla="*/ 12191448 w 12191448"/>
                <a:gd name="connsiteY7" fmla="*/ 1415974 h 2885300"/>
                <a:gd name="connsiteX8" fmla="*/ 12191448 w 12191448"/>
                <a:gd name="connsiteY8" fmla="*/ 2885300 h 2885300"/>
                <a:gd name="connsiteX9" fmla="*/ 0 w 12191448"/>
                <a:gd name="connsiteY9" fmla="*/ 2885300 h 2885300"/>
                <a:gd name="connsiteX10" fmla="*/ 0 w 12191448"/>
                <a:gd name="connsiteY10" fmla="*/ 1859690 h 2885300"/>
                <a:gd name="connsiteX11" fmla="*/ 50200 w 12191448"/>
                <a:gd name="connsiteY11" fmla="*/ 1869077 h 2885300"/>
                <a:gd name="connsiteX12" fmla="*/ 418961 w 12191448"/>
                <a:gd name="connsiteY12" fmla="*/ 1564166 h 2885300"/>
                <a:gd name="connsiteX13" fmla="*/ 635132 w 12191448"/>
                <a:gd name="connsiteY13" fmla="*/ 1642492 h 2885300"/>
                <a:gd name="connsiteX14" fmla="*/ 965744 w 12191448"/>
                <a:gd name="connsiteY14" fmla="*/ 1751588 h 2885300"/>
                <a:gd name="connsiteX15" fmla="*/ 1487094 w 12191448"/>
                <a:gd name="connsiteY15" fmla="*/ 1452272 h 2885300"/>
                <a:gd name="connsiteX16" fmla="*/ 1635447 w 12191448"/>
                <a:gd name="connsiteY16" fmla="*/ 1345973 h 2885300"/>
                <a:gd name="connsiteX17" fmla="*/ 1813469 w 12191448"/>
                <a:gd name="connsiteY17" fmla="*/ 1298418 h 2885300"/>
                <a:gd name="connsiteX18" fmla="*/ 2279718 w 12191448"/>
                <a:gd name="connsiteY18" fmla="*/ 993508 h 2885300"/>
                <a:gd name="connsiteX19" fmla="*/ 2474695 w 12191448"/>
                <a:gd name="connsiteY19" fmla="*/ 1122186 h 2885300"/>
                <a:gd name="connsiteX20" fmla="*/ 2576422 w 12191448"/>
                <a:gd name="connsiteY20" fmla="*/ 1259256 h 2885300"/>
                <a:gd name="connsiteX21" fmla="*/ 2851932 w 12191448"/>
                <a:gd name="connsiteY21" fmla="*/ 1281634 h 2885300"/>
                <a:gd name="connsiteX22" fmla="*/ 3063864 w 12191448"/>
                <a:gd name="connsiteY22" fmla="*/ 1463462 h 2885300"/>
                <a:gd name="connsiteX23" fmla="*/ 3538590 w 12191448"/>
                <a:gd name="connsiteY23" fmla="*/ 1318000 h 2885300"/>
                <a:gd name="connsiteX24" fmla="*/ 3674226 w 12191448"/>
                <a:gd name="connsiteY24" fmla="*/ 1063441 h 2885300"/>
                <a:gd name="connsiteX25" fmla="*/ 3894633 w 12191448"/>
                <a:gd name="connsiteY25" fmla="*/ 948750 h 2885300"/>
                <a:gd name="connsiteX26" fmla="*/ 4064179 w 12191448"/>
                <a:gd name="connsiteY26" fmla="*/ 789301 h 2885300"/>
                <a:gd name="connsiteX27" fmla="*/ 4496519 w 12191448"/>
                <a:gd name="connsiteY27" fmla="*/ 604677 h 2885300"/>
                <a:gd name="connsiteX28" fmla="*/ 4564337 w 12191448"/>
                <a:gd name="connsiteY28" fmla="*/ 515162 h 2885300"/>
                <a:gd name="connsiteX29" fmla="*/ 4941575 w 12191448"/>
                <a:gd name="connsiteY29" fmla="*/ 772517 h 2885300"/>
                <a:gd name="connsiteX30" fmla="*/ 5280665 w 12191448"/>
                <a:gd name="connsiteY30" fmla="*/ 881614 h 2885300"/>
                <a:gd name="connsiteX31" fmla="*/ 5505311 w 12191448"/>
                <a:gd name="connsiteY31" fmla="*/ 1004697 h 2885300"/>
                <a:gd name="connsiteX32" fmla="*/ 5772347 w 12191448"/>
                <a:gd name="connsiteY32" fmla="*/ 881614 h 2885300"/>
                <a:gd name="connsiteX33" fmla="*/ 5975799 w 12191448"/>
                <a:gd name="connsiteY33" fmla="*/ 789301 h 2885300"/>
                <a:gd name="connsiteX34" fmla="*/ 6230117 w 12191448"/>
                <a:gd name="connsiteY34" fmla="*/ 873222 h 2885300"/>
                <a:gd name="connsiteX35" fmla="*/ 6416617 w 12191448"/>
                <a:gd name="connsiteY35" fmla="*/ 1021481 h 2885300"/>
                <a:gd name="connsiteX36" fmla="*/ 6734514 w 12191448"/>
                <a:gd name="connsiteY36" fmla="*/ 937561 h 2885300"/>
                <a:gd name="connsiteX37" fmla="*/ 6836240 w 12191448"/>
                <a:gd name="connsiteY37" fmla="*/ 817275 h 2885300"/>
                <a:gd name="connsiteX38" fmla="*/ 7294011 w 12191448"/>
                <a:gd name="connsiteY38" fmla="*/ 761328 h 2885300"/>
                <a:gd name="connsiteX39" fmla="*/ 7565283 w 12191448"/>
                <a:gd name="connsiteY39" fmla="*/ 596285 h 2885300"/>
                <a:gd name="connsiteX40" fmla="*/ 7942520 w 12191448"/>
                <a:gd name="connsiteY40" fmla="*/ 436836 h 2885300"/>
                <a:gd name="connsiteX41" fmla="*/ 8340951 w 12191448"/>
                <a:gd name="connsiteY41" fmla="*/ 596285 h 2885300"/>
                <a:gd name="connsiteX42" fmla="*/ 8620700 w 12191448"/>
                <a:gd name="connsiteY42" fmla="*/ 744544 h 2885300"/>
                <a:gd name="connsiteX43" fmla="*/ 8760575 w 12191448"/>
                <a:gd name="connsiteY43" fmla="*/ 881614 h 2885300"/>
                <a:gd name="connsiteX44" fmla="*/ 9394249 w 12191448"/>
                <a:gd name="connsiteY44" fmla="*/ 852 h 288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2191448" h="2885300">
                  <a:moveTo>
                    <a:pt x="9394249" y="852"/>
                  </a:moveTo>
                  <a:cubicBezTo>
                    <a:pt x="9580749" y="31157"/>
                    <a:pt x="9744995" y="853707"/>
                    <a:pt x="9879572" y="1063441"/>
                  </a:cubicBezTo>
                  <a:cubicBezTo>
                    <a:pt x="10014149" y="1273175"/>
                    <a:pt x="10201707" y="1259256"/>
                    <a:pt x="10201707" y="1259256"/>
                  </a:cubicBezTo>
                  <a:lnTo>
                    <a:pt x="10727297" y="1463462"/>
                  </a:lnTo>
                  <a:lnTo>
                    <a:pt x="11168114" y="1578153"/>
                  </a:lnTo>
                  <a:lnTo>
                    <a:pt x="11439386" y="1681655"/>
                  </a:lnTo>
                  <a:lnTo>
                    <a:pt x="12164190" y="1401920"/>
                  </a:lnTo>
                  <a:lnTo>
                    <a:pt x="12191448" y="1415974"/>
                  </a:lnTo>
                  <a:lnTo>
                    <a:pt x="12191448" y="2885300"/>
                  </a:lnTo>
                  <a:lnTo>
                    <a:pt x="0" y="2885300"/>
                  </a:lnTo>
                  <a:lnTo>
                    <a:pt x="0" y="1859690"/>
                  </a:lnTo>
                  <a:lnTo>
                    <a:pt x="50200" y="1869077"/>
                  </a:lnTo>
                  <a:lnTo>
                    <a:pt x="418961" y="1564166"/>
                  </a:lnTo>
                  <a:lnTo>
                    <a:pt x="635132" y="1642492"/>
                  </a:lnTo>
                  <a:lnTo>
                    <a:pt x="965744" y="1751588"/>
                  </a:lnTo>
                  <a:lnTo>
                    <a:pt x="1487094" y="1452272"/>
                  </a:lnTo>
                  <a:lnTo>
                    <a:pt x="1635447" y="1345973"/>
                  </a:lnTo>
                  <a:lnTo>
                    <a:pt x="1813469" y="1298418"/>
                  </a:lnTo>
                  <a:lnTo>
                    <a:pt x="2279718" y="993508"/>
                  </a:lnTo>
                  <a:lnTo>
                    <a:pt x="2474695" y="1122186"/>
                  </a:lnTo>
                  <a:lnTo>
                    <a:pt x="2576422" y="1259256"/>
                  </a:lnTo>
                  <a:lnTo>
                    <a:pt x="2851932" y="1281634"/>
                  </a:lnTo>
                  <a:lnTo>
                    <a:pt x="3063864" y="1463462"/>
                  </a:lnTo>
                  <a:lnTo>
                    <a:pt x="3538590" y="1318000"/>
                  </a:lnTo>
                  <a:lnTo>
                    <a:pt x="3674226" y="1063441"/>
                  </a:lnTo>
                  <a:lnTo>
                    <a:pt x="3894633" y="948750"/>
                  </a:lnTo>
                  <a:lnTo>
                    <a:pt x="4064179" y="789301"/>
                  </a:lnTo>
                  <a:lnTo>
                    <a:pt x="4496519" y="604677"/>
                  </a:lnTo>
                  <a:lnTo>
                    <a:pt x="4564337" y="515162"/>
                  </a:lnTo>
                  <a:lnTo>
                    <a:pt x="4941575" y="772517"/>
                  </a:lnTo>
                  <a:lnTo>
                    <a:pt x="5280665" y="881614"/>
                  </a:lnTo>
                  <a:lnTo>
                    <a:pt x="5505311" y="1004697"/>
                  </a:lnTo>
                  <a:lnTo>
                    <a:pt x="5772347" y="881614"/>
                  </a:lnTo>
                  <a:lnTo>
                    <a:pt x="5975799" y="789301"/>
                  </a:lnTo>
                  <a:lnTo>
                    <a:pt x="6230117" y="873222"/>
                  </a:lnTo>
                  <a:lnTo>
                    <a:pt x="6416617" y="1021481"/>
                  </a:lnTo>
                  <a:lnTo>
                    <a:pt x="6734514" y="937561"/>
                  </a:lnTo>
                  <a:lnTo>
                    <a:pt x="6836240" y="817275"/>
                  </a:lnTo>
                  <a:lnTo>
                    <a:pt x="7294011" y="761328"/>
                  </a:lnTo>
                  <a:lnTo>
                    <a:pt x="7565283" y="596285"/>
                  </a:lnTo>
                  <a:lnTo>
                    <a:pt x="7942520" y="436836"/>
                  </a:lnTo>
                  <a:cubicBezTo>
                    <a:pt x="7967952" y="422849"/>
                    <a:pt x="8340951" y="596285"/>
                    <a:pt x="8340951" y="596285"/>
                  </a:cubicBezTo>
                  <a:lnTo>
                    <a:pt x="8620700" y="744544"/>
                  </a:lnTo>
                  <a:cubicBezTo>
                    <a:pt x="8667325" y="790234"/>
                    <a:pt x="8631651" y="1005563"/>
                    <a:pt x="8760575" y="881614"/>
                  </a:cubicBezTo>
                  <a:cubicBezTo>
                    <a:pt x="8889499" y="757665"/>
                    <a:pt x="9207750" y="-29453"/>
                    <a:pt x="9394249" y="852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iś1íḑê"/>
            <p:cNvSpPr/>
            <p:nvPr/>
          </p:nvSpPr>
          <p:spPr bwMode="auto">
            <a:xfrm>
              <a:off x="-2718" y="4954511"/>
              <a:ext cx="2453343" cy="1901458"/>
            </a:xfrm>
            <a:custGeom>
              <a:avLst/>
              <a:gdLst>
                <a:gd name="connsiteX0" fmla="*/ 2308937 w 2453343"/>
                <a:gd name="connsiteY0" fmla="*/ 0 h 1901458"/>
                <a:gd name="connsiteX1" fmla="*/ 2453343 w 2453343"/>
                <a:gd name="connsiteY1" fmla="*/ 92549 h 1901458"/>
                <a:gd name="connsiteX2" fmla="*/ 2262217 w 2453343"/>
                <a:gd name="connsiteY2" fmla="*/ 117790 h 1901458"/>
                <a:gd name="connsiteX3" fmla="*/ 1807761 w 2453343"/>
                <a:gd name="connsiteY3" fmla="*/ 465549 h 1901458"/>
                <a:gd name="connsiteX4" fmla="*/ 1620881 w 2453343"/>
                <a:gd name="connsiteY4" fmla="*/ 588947 h 1901458"/>
                <a:gd name="connsiteX5" fmla="*/ 1620881 w 2453343"/>
                <a:gd name="connsiteY5" fmla="*/ 670278 h 1901458"/>
                <a:gd name="connsiteX6" fmla="*/ 1353304 w 2453343"/>
                <a:gd name="connsiteY6" fmla="*/ 838549 h 1901458"/>
                <a:gd name="connsiteX7" fmla="*/ 1620881 w 2453343"/>
                <a:gd name="connsiteY7" fmla="*/ 891835 h 1901458"/>
                <a:gd name="connsiteX8" fmla="*/ 1208898 w 2453343"/>
                <a:gd name="connsiteY8" fmla="*/ 1074128 h 1901458"/>
                <a:gd name="connsiteX9" fmla="*/ 1149436 w 2453343"/>
                <a:gd name="connsiteY9" fmla="*/ 1273248 h 1901458"/>
                <a:gd name="connsiteX10" fmla="*/ 996535 w 2453343"/>
                <a:gd name="connsiteY10" fmla="*/ 1318120 h 1901458"/>
                <a:gd name="connsiteX11" fmla="*/ 711969 w 2453343"/>
                <a:gd name="connsiteY11" fmla="*/ 1531263 h 1901458"/>
                <a:gd name="connsiteX12" fmla="*/ 627024 w 2453343"/>
                <a:gd name="connsiteY12" fmla="*/ 1901458 h 1901458"/>
                <a:gd name="connsiteX13" fmla="*/ 491112 w 2453343"/>
                <a:gd name="connsiteY13" fmla="*/ 1733188 h 1901458"/>
                <a:gd name="connsiteX14" fmla="*/ 168321 w 2453343"/>
                <a:gd name="connsiteY14" fmla="*/ 1710751 h 1901458"/>
                <a:gd name="connsiteX15" fmla="*/ 2678 w 2453343"/>
                <a:gd name="connsiteY15" fmla="*/ 1621007 h 1901458"/>
                <a:gd name="connsiteX16" fmla="*/ 0 w 2453343"/>
                <a:gd name="connsiteY16" fmla="*/ 1622583 h 1901458"/>
                <a:gd name="connsiteX17" fmla="*/ 0 w 2453343"/>
                <a:gd name="connsiteY17" fmla="*/ 758045 h 1901458"/>
                <a:gd name="connsiteX18" fmla="*/ 410414 w 2453343"/>
                <a:gd name="connsiteY18" fmla="*/ 577729 h 1901458"/>
                <a:gd name="connsiteX19" fmla="*/ 270255 w 2453343"/>
                <a:gd name="connsiteY19" fmla="*/ 903053 h 1901458"/>
                <a:gd name="connsiteX20" fmla="*/ 410414 w 2453343"/>
                <a:gd name="connsiteY20" fmla="*/ 1183504 h 1901458"/>
                <a:gd name="connsiteX21" fmla="*/ 2678 w 2453343"/>
                <a:gd name="connsiteY21" fmla="*/ 1531263 h 1901458"/>
                <a:gd name="connsiteX22" fmla="*/ 559068 w 2453343"/>
                <a:gd name="connsiteY22" fmla="*/ 1452737 h 1901458"/>
                <a:gd name="connsiteX23" fmla="*/ 962557 w 2453343"/>
                <a:gd name="connsiteY23" fmla="*/ 1020842 h 1901458"/>
                <a:gd name="connsiteX24" fmla="*/ 992288 w 2453343"/>
                <a:gd name="connsiteY24" fmla="*/ 746000 h 1901458"/>
                <a:gd name="connsiteX25" fmla="*/ 1663354 w 2453343"/>
                <a:gd name="connsiteY25" fmla="*/ 314105 h 1901458"/>
                <a:gd name="connsiteX26" fmla="*/ 2308937 w 2453343"/>
                <a:gd name="connsiteY26" fmla="*/ 0 h 1901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53343" h="1901458">
                  <a:moveTo>
                    <a:pt x="2308937" y="0"/>
                  </a:moveTo>
                  <a:cubicBezTo>
                    <a:pt x="2453343" y="92549"/>
                    <a:pt x="2453343" y="92549"/>
                    <a:pt x="2453343" y="92549"/>
                  </a:cubicBezTo>
                  <a:cubicBezTo>
                    <a:pt x="2262217" y="117790"/>
                    <a:pt x="2262217" y="117790"/>
                    <a:pt x="2262217" y="117790"/>
                  </a:cubicBezTo>
                  <a:cubicBezTo>
                    <a:pt x="1807761" y="465549"/>
                    <a:pt x="1807761" y="465549"/>
                    <a:pt x="1807761" y="465549"/>
                  </a:cubicBezTo>
                  <a:cubicBezTo>
                    <a:pt x="1620881" y="588947"/>
                    <a:pt x="1620881" y="588947"/>
                    <a:pt x="1620881" y="588947"/>
                  </a:cubicBezTo>
                  <a:cubicBezTo>
                    <a:pt x="1620881" y="670278"/>
                    <a:pt x="1620881" y="670278"/>
                    <a:pt x="1620881" y="670278"/>
                  </a:cubicBezTo>
                  <a:cubicBezTo>
                    <a:pt x="1353304" y="838549"/>
                    <a:pt x="1353304" y="838549"/>
                    <a:pt x="1353304" y="838549"/>
                  </a:cubicBezTo>
                  <a:cubicBezTo>
                    <a:pt x="1620881" y="891835"/>
                    <a:pt x="1620881" y="891835"/>
                    <a:pt x="1620881" y="891835"/>
                  </a:cubicBezTo>
                  <a:cubicBezTo>
                    <a:pt x="1208898" y="1074128"/>
                    <a:pt x="1208898" y="1074128"/>
                    <a:pt x="1208898" y="1074128"/>
                  </a:cubicBezTo>
                  <a:cubicBezTo>
                    <a:pt x="1149436" y="1273248"/>
                    <a:pt x="1149436" y="1273248"/>
                    <a:pt x="1149436" y="1273248"/>
                  </a:cubicBezTo>
                  <a:cubicBezTo>
                    <a:pt x="996535" y="1318120"/>
                    <a:pt x="996535" y="1318120"/>
                    <a:pt x="996535" y="1318120"/>
                  </a:cubicBezTo>
                  <a:cubicBezTo>
                    <a:pt x="711969" y="1531263"/>
                    <a:pt x="711969" y="1531263"/>
                    <a:pt x="711969" y="1531263"/>
                  </a:cubicBezTo>
                  <a:cubicBezTo>
                    <a:pt x="627024" y="1901458"/>
                    <a:pt x="627024" y="1901458"/>
                    <a:pt x="627024" y="1901458"/>
                  </a:cubicBezTo>
                  <a:cubicBezTo>
                    <a:pt x="491112" y="1733188"/>
                    <a:pt x="491112" y="1733188"/>
                    <a:pt x="491112" y="1733188"/>
                  </a:cubicBezTo>
                  <a:cubicBezTo>
                    <a:pt x="168321" y="1710751"/>
                    <a:pt x="168321" y="1710751"/>
                    <a:pt x="168321" y="1710751"/>
                  </a:cubicBezTo>
                  <a:cubicBezTo>
                    <a:pt x="2678" y="1621007"/>
                    <a:pt x="2678" y="1621007"/>
                    <a:pt x="2678" y="1621007"/>
                  </a:cubicBezTo>
                  <a:lnTo>
                    <a:pt x="0" y="1622583"/>
                  </a:lnTo>
                  <a:lnTo>
                    <a:pt x="0" y="758045"/>
                  </a:lnTo>
                  <a:lnTo>
                    <a:pt x="410414" y="577729"/>
                  </a:lnTo>
                  <a:cubicBezTo>
                    <a:pt x="270255" y="903053"/>
                    <a:pt x="270255" y="903053"/>
                    <a:pt x="270255" y="903053"/>
                  </a:cubicBezTo>
                  <a:cubicBezTo>
                    <a:pt x="410414" y="1183504"/>
                    <a:pt x="410414" y="1183504"/>
                    <a:pt x="410414" y="1183504"/>
                  </a:cubicBezTo>
                  <a:cubicBezTo>
                    <a:pt x="2678" y="1531263"/>
                    <a:pt x="2678" y="1531263"/>
                    <a:pt x="2678" y="1531263"/>
                  </a:cubicBezTo>
                  <a:cubicBezTo>
                    <a:pt x="559068" y="1452737"/>
                    <a:pt x="559068" y="1452737"/>
                    <a:pt x="559068" y="1452737"/>
                  </a:cubicBezTo>
                  <a:cubicBezTo>
                    <a:pt x="962557" y="1020842"/>
                    <a:pt x="962557" y="1020842"/>
                    <a:pt x="962557" y="1020842"/>
                  </a:cubicBezTo>
                  <a:cubicBezTo>
                    <a:pt x="992288" y="746000"/>
                    <a:pt x="992288" y="746000"/>
                    <a:pt x="992288" y="746000"/>
                  </a:cubicBezTo>
                  <a:cubicBezTo>
                    <a:pt x="1663354" y="314105"/>
                    <a:pt x="1663354" y="314105"/>
                    <a:pt x="1663354" y="314105"/>
                  </a:cubicBezTo>
                  <a:cubicBezTo>
                    <a:pt x="2308937" y="0"/>
                    <a:pt x="2308937" y="0"/>
                    <a:pt x="2308937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íṩļiḑe"/>
            <p:cNvSpPr/>
            <p:nvPr/>
          </p:nvSpPr>
          <p:spPr bwMode="auto">
            <a:xfrm>
              <a:off x="2519228" y="4465044"/>
              <a:ext cx="2550160" cy="1868701"/>
            </a:xfrm>
            <a:custGeom>
              <a:avLst/>
              <a:gdLst>
                <a:gd name="T0" fmla="*/ 243 w 1078"/>
                <a:gd name="T1" fmla="*/ 610 h 1198"/>
                <a:gd name="T2" fmla="*/ 185 w 1078"/>
                <a:gd name="T3" fmla="*/ 824 h 1198"/>
                <a:gd name="T4" fmla="*/ 56 w 1078"/>
                <a:gd name="T5" fmla="*/ 890 h 1198"/>
                <a:gd name="T6" fmla="*/ 0 w 1078"/>
                <a:gd name="T7" fmla="*/ 1039 h 1198"/>
                <a:gd name="T8" fmla="*/ 34 w 1078"/>
                <a:gd name="T9" fmla="*/ 1039 h 1198"/>
                <a:gd name="T10" fmla="*/ 84 w 1078"/>
                <a:gd name="T11" fmla="*/ 1119 h 1198"/>
                <a:gd name="T12" fmla="*/ 124 w 1078"/>
                <a:gd name="T13" fmla="*/ 1119 h 1198"/>
                <a:gd name="T14" fmla="*/ 124 w 1078"/>
                <a:gd name="T15" fmla="*/ 1007 h 1198"/>
                <a:gd name="T16" fmla="*/ 199 w 1078"/>
                <a:gd name="T17" fmla="*/ 960 h 1198"/>
                <a:gd name="T18" fmla="*/ 248 w 1078"/>
                <a:gd name="T19" fmla="*/ 845 h 1198"/>
                <a:gd name="T20" fmla="*/ 327 w 1078"/>
                <a:gd name="T21" fmla="*/ 1007 h 1198"/>
                <a:gd name="T22" fmla="*/ 291 w 1078"/>
                <a:gd name="T23" fmla="*/ 1119 h 1198"/>
                <a:gd name="T24" fmla="*/ 327 w 1078"/>
                <a:gd name="T25" fmla="*/ 1140 h 1198"/>
                <a:gd name="T26" fmla="*/ 406 w 1078"/>
                <a:gd name="T27" fmla="*/ 1140 h 1198"/>
                <a:gd name="T28" fmla="*/ 471 w 1078"/>
                <a:gd name="T29" fmla="*/ 1198 h 1198"/>
                <a:gd name="T30" fmla="*/ 550 w 1078"/>
                <a:gd name="T31" fmla="*/ 1039 h 1198"/>
                <a:gd name="T32" fmla="*/ 699 w 1078"/>
                <a:gd name="T33" fmla="*/ 1075 h 1198"/>
                <a:gd name="T34" fmla="*/ 806 w 1078"/>
                <a:gd name="T35" fmla="*/ 1007 h 1198"/>
                <a:gd name="T36" fmla="*/ 963 w 1078"/>
                <a:gd name="T37" fmla="*/ 890 h 1198"/>
                <a:gd name="T38" fmla="*/ 1078 w 1078"/>
                <a:gd name="T39" fmla="*/ 723 h 1198"/>
                <a:gd name="T40" fmla="*/ 1078 w 1078"/>
                <a:gd name="T41" fmla="*/ 561 h 1198"/>
                <a:gd name="T42" fmla="*/ 1078 w 1078"/>
                <a:gd name="T43" fmla="*/ 378 h 1198"/>
                <a:gd name="T44" fmla="*/ 999 w 1078"/>
                <a:gd name="T45" fmla="*/ 414 h 1198"/>
                <a:gd name="T46" fmla="*/ 941 w 1078"/>
                <a:gd name="T47" fmla="*/ 313 h 1198"/>
                <a:gd name="T48" fmla="*/ 941 w 1078"/>
                <a:gd name="T49" fmla="*/ 268 h 1198"/>
                <a:gd name="T50" fmla="*/ 869 w 1078"/>
                <a:gd name="T51" fmla="*/ 182 h 1198"/>
                <a:gd name="T52" fmla="*/ 891 w 1078"/>
                <a:gd name="T53" fmla="*/ 140 h 1198"/>
                <a:gd name="T54" fmla="*/ 880 w 1078"/>
                <a:gd name="T55" fmla="*/ 0 h 1198"/>
                <a:gd name="T56" fmla="*/ 756 w 1078"/>
                <a:gd name="T57" fmla="*/ 90 h 1198"/>
                <a:gd name="T58" fmla="*/ 670 w 1078"/>
                <a:gd name="T59" fmla="*/ 173 h 1198"/>
                <a:gd name="T60" fmla="*/ 598 w 1078"/>
                <a:gd name="T61" fmla="*/ 281 h 1198"/>
                <a:gd name="T62" fmla="*/ 539 w 1078"/>
                <a:gd name="T63" fmla="*/ 308 h 1198"/>
                <a:gd name="T64" fmla="*/ 501 w 1078"/>
                <a:gd name="T65" fmla="*/ 353 h 1198"/>
                <a:gd name="T66" fmla="*/ 420 w 1078"/>
                <a:gd name="T67" fmla="*/ 529 h 1198"/>
                <a:gd name="T68" fmla="*/ 243 w 1078"/>
                <a:gd name="T69" fmla="*/ 610 h 1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8" h="1198">
                  <a:moveTo>
                    <a:pt x="243" y="610"/>
                  </a:moveTo>
                  <a:lnTo>
                    <a:pt x="185" y="824"/>
                  </a:lnTo>
                  <a:lnTo>
                    <a:pt x="56" y="890"/>
                  </a:lnTo>
                  <a:lnTo>
                    <a:pt x="0" y="1039"/>
                  </a:lnTo>
                  <a:lnTo>
                    <a:pt x="34" y="1039"/>
                  </a:lnTo>
                  <a:lnTo>
                    <a:pt x="84" y="1119"/>
                  </a:lnTo>
                  <a:lnTo>
                    <a:pt x="124" y="1119"/>
                  </a:lnTo>
                  <a:lnTo>
                    <a:pt x="124" y="1007"/>
                  </a:lnTo>
                  <a:lnTo>
                    <a:pt x="199" y="960"/>
                  </a:lnTo>
                  <a:lnTo>
                    <a:pt x="248" y="845"/>
                  </a:lnTo>
                  <a:lnTo>
                    <a:pt x="327" y="1007"/>
                  </a:lnTo>
                  <a:lnTo>
                    <a:pt x="291" y="1119"/>
                  </a:lnTo>
                  <a:lnTo>
                    <a:pt x="327" y="1140"/>
                  </a:lnTo>
                  <a:lnTo>
                    <a:pt x="406" y="1140"/>
                  </a:lnTo>
                  <a:lnTo>
                    <a:pt x="471" y="1198"/>
                  </a:lnTo>
                  <a:lnTo>
                    <a:pt x="550" y="1039"/>
                  </a:lnTo>
                  <a:lnTo>
                    <a:pt x="699" y="1075"/>
                  </a:lnTo>
                  <a:lnTo>
                    <a:pt x="806" y="1007"/>
                  </a:lnTo>
                  <a:lnTo>
                    <a:pt x="963" y="890"/>
                  </a:lnTo>
                  <a:lnTo>
                    <a:pt x="1078" y="723"/>
                  </a:lnTo>
                  <a:lnTo>
                    <a:pt x="1078" y="561"/>
                  </a:lnTo>
                  <a:lnTo>
                    <a:pt x="1078" y="378"/>
                  </a:lnTo>
                  <a:lnTo>
                    <a:pt x="999" y="414"/>
                  </a:lnTo>
                  <a:lnTo>
                    <a:pt x="941" y="313"/>
                  </a:lnTo>
                  <a:lnTo>
                    <a:pt x="941" y="268"/>
                  </a:lnTo>
                  <a:lnTo>
                    <a:pt x="869" y="182"/>
                  </a:lnTo>
                  <a:lnTo>
                    <a:pt x="891" y="140"/>
                  </a:lnTo>
                  <a:lnTo>
                    <a:pt x="880" y="0"/>
                  </a:lnTo>
                  <a:lnTo>
                    <a:pt x="756" y="90"/>
                  </a:lnTo>
                  <a:lnTo>
                    <a:pt x="670" y="173"/>
                  </a:lnTo>
                  <a:lnTo>
                    <a:pt x="598" y="281"/>
                  </a:lnTo>
                  <a:lnTo>
                    <a:pt x="539" y="308"/>
                  </a:lnTo>
                  <a:lnTo>
                    <a:pt x="501" y="353"/>
                  </a:lnTo>
                  <a:lnTo>
                    <a:pt x="420" y="529"/>
                  </a:lnTo>
                  <a:lnTo>
                    <a:pt x="243" y="61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ïṧḻiḑé"/>
            <p:cNvSpPr/>
            <p:nvPr/>
          </p:nvSpPr>
          <p:spPr bwMode="auto">
            <a:xfrm>
              <a:off x="5268101" y="4720860"/>
              <a:ext cx="1014859" cy="1353951"/>
            </a:xfrm>
            <a:custGeom>
              <a:avLst/>
              <a:gdLst>
                <a:gd name="T0" fmla="*/ 117 w 429"/>
                <a:gd name="T1" fmla="*/ 147 h 868"/>
                <a:gd name="T2" fmla="*/ 117 w 429"/>
                <a:gd name="T3" fmla="*/ 234 h 868"/>
                <a:gd name="T4" fmla="*/ 117 w 429"/>
                <a:gd name="T5" fmla="*/ 377 h 868"/>
                <a:gd name="T6" fmla="*/ 0 w 429"/>
                <a:gd name="T7" fmla="*/ 528 h 868"/>
                <a:gd name="T8" fmla="*/ 0 w 429"/>
                <a:gd name="T9" fmla="*/ 687 h 868"/>
                <a:gd name="T10" fmla="*/ 58 w 429"/>
                <a:gd name="T11" fmla="*/ 868 h 868"/>
                <a:gd name="T12" fmla="*/ 201 w 429"/>
                <a:gd name="T13" fmla="*/ 609 h 868"/>
                <a:gd name="T14" fmla="*/ 144 w 429"/>
                <a:gd name="T15" fmla="*/ 609 h 868"/>
                <a:gd name="T16" fmla="*/ 201 w 429"/>
                <a:gd name="T17" fmla="*/ 507 h 868"/>
                <a:gd name="T18" fmla="*/ 314 w 429"/>
                <a:gd name="T19" fmla="*/ 564 h 868"/>
                <a:gd name="T20" fmla="*/ 314 w 429"/>
                <a:gd name="T21" fmla="*/ 419 h 868"/>
                <a:gd name="T22" fmla="*/ 429 w 429"/>
                <a:gd name="T23" fmla="*/ 419 h 868"/>
                <a:gd name="T24" fmla="*/ 314 w 429"/>
                <a:gd name="T25" fmla="*/ 196 h 868"/>
                <a:gd name="T26" fmla="*/ 271 w 429"/>
                <a:gd name="T27" fmla="*/ 147 h 868"/>
                <a:gd name="T28" fmla="*/ 302 w 429"/>
                <a:gd name="T29" fmla="*/ 95 h 868"/>
                <a:gd name="T30" fmla="*/ 314 w 429"/>
                <a:gd name="T31" fmla="*/ 0 h 868"/>
                <a:gd name="T32" fmla="*/ 117 w 429"/>
                <a:gd name="T33" fmla="*/ 147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9" h="868">
                  <a:moveTo>
                    <a:pt x="117" y="147"/>
                  </a:moveTo>
                  <a:lnTo>
                    <a:pt x="117" y="234"/>
                  </a:lnTo>
                  <a:lnTo>
                    <a:pt x="117" y="377"/>
                  </a:lnTo>
                  <a:lnTo>
                    <a:pt x="0" y="528"/>
                  </a:lnTo>
                  <a:lnTo>
                    <a:pt x="0" y="687"/>
                  </a:lnTo>
                  <a:lnTo>
                    <a:pt x="58" y="868"/>
                  </a:lnTo>
                  <a:lnTo>
                    <a:pt x="201" y="609"/>
                  </a:lnTo>
                  <a:lnTo>
                    <a:pt x="144" y="609"/>
                  </a:lnTo>
                  <a:lnTo>
                    <a:pt x="201" y="507"/>
                  </a:lnTo>
                  <a:lnTo>
                    <a:pt x="314" y="564"/>
                  </a:lnTo>
                  <a:lnTo>
                    <a:pt x="314" y="419"/>
                  </a:lnTo>
                  <a:lnTo>
                    <a:pt x="429" y="419"/>
                  </a:lnTo>
                  <a:lnTo>
                    <a:pt x="314" y="196"/>
                  </a:lnTo>
                  <a:lnTo>
                    <a:pt x="271" y="147"/>
                  </a:lnTo>
                  <a:lnTo>
                    <a:pt x="302" y="95"/>
                  </a:lnTo>
                  <a:lnTo>
                    <a:pt x="314" y="0"/>
                  </a:lnTo>
                  <a:lnTo>
                    <a:pt x="117" y="147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íṣļíḋè"/>
            <p:cNvSpPr/>
            <p:nvPr/>
          </p:nvSpPr>
          <p:spPr bwMode="auto">
            <a:xfrm>
              <a:off x="6453287" y="4387052"/>
              <a:ext cx="1686701" cy="1701798"/>
            </a:xfrm>
            <a:custGeom>
              <a:avLst/>
              <a:gdLst>
                <a:gd name="T0" fmla="*/ 0 w 713"/>
                <a:gd name="T1" fmla="*/ 381 h 1091"/>
                <a:gd name="T2" fmla="*/ 34 w 713"/>
                <a:gd name="T3" fmla="*/ 737 h 1091"/>
                <a:gd name="T4" fmla="*/ 113 w 713"/>
                <a:gd name="T5" fmla="*/ 895 h 1091"/>
                <a:gd name="T6" fmla="*/ 113 w 713"/>
                <a:gd name="T7" fmla="*/ 1010 h 1091"/>
                <a:gd name="T8" fmla="*/ 284 w 713"/>
                <a:gd name="T9" fmla="*/ 992 h 1091"/>
                <a:gd name="T10" fmla="*/ 334 w 713"/>
                <a:gd name="T11" fmla="*/ 1091 h 1091"/>
                <a:gd name="T12" fmla="*/ 492 w 713"/>
                <a:gd name="T13" fmla="*/ 992 h 1091"/>
                <a:gd name="T14" fmla="*/ 464 w 713"/>
                <a:gd name="T15" fmla="*/ 832 h 1091"/>
                <a:gd name="T16" fmla="*/ 550 w 713"/>
                <a:gd name="T17" fmla="*/ 795 h 1091"/>
                <a:gd name="T18" fmla="*/ 591 w 713"/>
                <a:gd name="T19" fmla="*/ 832 h 1091"/>
                <a:gd name="T20" fmla="*/ 670 w 713"/>
                <a:gd name="T21" fmla="*/ 737 h 1091"/>
                <a:gd name="T22" fmla="*/ 471 w 713"/>
                <a:gd name="T23" fmla="*/ 521 h 1091"/>
                <a:gd name="T24" fmla="*/ 492 w 713"/>
                <a:gd name="T25" fmla="*/ 262 h 1091"/>
                <a:gd name="T26" fmla="*/ 471 w 713"/>
                <a:gd name="T27" fmla="*/ 223 h 1091"/>
                <a:gd name="T28" fmla="*/ 570 w 713"/>
                <a:gd name="T29" fmla="*/ 223 h 1091"/>
                <a:gd name="T30" fmla="*/ 713 w 713"/>
                <a:gd name="T31" fmla="*/ 223 h 1091"/>
                <a:gd name="T32" fmla="*/ 663 w 713"/>
                <a:gd name="T33" fmla="*/ 111 h 1091"/>
                <a:gd name="T34" fmla="*/ 647 w 713"/>
                <a:gd name="T35" fmla="*/ 0 h 1091"/>
                <a:gd name="T36" fmla="*/ 464 w 713"/>
                <a:gd name="T37" fmla="*/ 111 h 1091"/>
                <a:gd name="T38" fmla="*/ 370 w 713"/>
                <a:gd name="T39" fmla="*/ 205 h 1091"/>
                <a:gd name="T40" fmla="*/ 178 w 713"/>
                <a:gd name="T41" fmla="*/ 243 h 1091"/>
                <a:gd name="T42" fmla="*/ 135 w 713"/>
                <a:gd name="T43" fmla="*/ 325 h 1091"/>
                <a:gd name="T44" fmla="*/ 0 w 713"/>
                <a:gd name="T45" fmla="*/ 381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13" h="1091">
                  <a:moveTo>
                    <a:pt x="0" y="381"/>
                  </a:moveTo>
                  <a:lnTo>
                    <a:pt x="34" y="737"/>
                  </a:lnTo>
                  <a:lnTo>
                    <a:pt x="113" y="895"/>
                  </a:lnTo>
                  <a:lnTo>
                    <a:pt x="113" y="1010"/>
                  </a:lnTo>
                  <a:lnTo>
                    <a:pt x="284" y="992"/>
                  </a:lnTo>
                  <a:lnTo>
                    <a:pt x="334" y="1091"/>
                  </a:lnTo>
                  <a:lnTo>
                    <a:pt x="492" y="992"/>
                  </a:lnTo>
                  <a:lnTo>
                    <a:pt x="464" y="832"/>
                  </a:lnTo>
                  <a:lnTo>
                    <a:pt x="550" y="795"/>
                  </a:lnTo>
                  <a:lnTo>
                    <a:pt x="591" y="832"/>
                  </a:lnTo>
                  <a:lnTo>
                    <a:pt x="670" y="737"/>
                  </a:lnTo>
                  <a:lnTo>
                    <a:pt x="471" y="521"/>
                  </a:lnTo>
                  <a:lnTo>
                    <a:pt x="492" y="262"/>
                  </a:lnTo>
                  <a:lnTo>
                    <a:pt x="471" y="223"/>
                  </a:lnTo>
                  <a:lnTo>
                    <a:pt x="570" y="223"/>
                  </a:lnTo>
                  <a:lnTo>
                    <a:pt x="713" y="223"/>
                  </a:lnTo>
                  <a:lnTo>
                    <a:pt x="663" y="111"/>
                  </a:lnTo>
                  <a:lnTo>
                    <a:pt x="647" y="0"/>
                  </a:lnTo>
                  <a:lnTo>
                    <a:pt x="464" y="111"/>
                  </a:lnTo>
                  <a:lnTo>
                    <a:pt x="370" y="205"/>
                  </a:lnTo>
                  <a:lnTo>
                    <a:pt x="178" y="243"/>
                  </a:lnTo>
                  <a:lnTo>
                    <a:pt x="135" y="325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íš1ïḑé"/>
            <p:cNvSpPr/>
            <p:nvPr/>
          </p:nvSpPr>
          <p:spPr bwMode="auto">
            <a:xfrm>
              <a:off x="8701209" y="3941139"/>
              <a:ext cx="2687869" cy="2038520"/>
            </a:xfrm>
            <a:custGeom>
              <a:avLst/>
              <a:gdLst>
                <a:gd name="T0" fmla="*/ 70 w 1078"/>
                <a:gd name="T1" fmla="*/ 86 h 971"/>
                <a:gd name="T2" fmla="*/ 0 w 1078"/>
                <a:gd name="T3" fmla="*/ 295 h 971"/>
                <a:gd name="T4" fmla="*/ 36 w 1078"/>
                <a:gd name="T5" fmla="*/ 437 h 971"/>
                <a:gd name="T6" fmla="*/ 192 w 1078"/>
                <a:gd name="T7" fmla="*/ 716 h 971"/>
                <a:gd name="T8" fmla="*/ 358 w 1078"/>
                <a:gd name="T9" fmla="*/ 780 h 971"/>
                <a:gd name="T10" fmla="*/ 358 w 1078"/>
                <a:gd name="T11" fmla="*/ 942 h 971"/>
                <a:gd name="T12" fmla="*/ 485 w 1078"/>
                <a:gd name="T13" fmla="*/ 942 h 971"/>
                <a:gd name="T14" fmla="*/ 543 w 1078"/>
                <a:gd name="T15" fmla="*/ 971 h 971"/>
                <a:gd name="T16" fmla="*/ 636 w 1078"/>
                <a:gd name="T17" fmla="*/ 942 h 971"/>
                <a:gd name="T18" fmla="*/ 835 w 1078"/>
                <a:gd name="T19" fmla="*/ 942 h 971"/>
                <a:gd name="T20" fmla="*/ 1042 w 1078"/>
                <a:gd name="T21" fmla="*/ 942 h 971"/>
                <a:gd name="T22" fmla="*/ 1078 w 1078"/>
                <a:gd name="T23" fmla="*/ 780 h 971"/>
                <a:gd name="T24" fmla="*/ 871 w 1078"/>
                <a:gd name="T25" fmla="*/ 716 h 971"/>
                <a:gd name="T26" fmla="*/ 785 w 1078"/>
                <a:gd name="T27" fmla="*/ 496 h 971"/>
                <a:gd name="T28" fmla="*/ 456 w 1078"/>
                <a:gd name="T29" fmla="*/ 424 h 971"/>
                <a:gd name="T30" fmla="*/ 358 w 1078"/>
                <a:gd name="T31" fmla="*/ 324 h 971"/>
                <a:gd name="T32" fmla="*/ 392 w 1078"/>
                <a:gd name="T33" fmla="*/ 295 h 971"/>
                <a:gd name="T34" fmla="*/ 264 w 1078"/>
                <a:gd name="T35" fmla="*/ 201 h 971"/>
                <a:gd name="T36" fmla="*/ 293 w 1078"/>
                <a:gd name="T37" fmla="*/ 86 h 971"/>
                <a:gd name="T38" fmla="*/ 239 w 1078"/>
                <a:gd name="T39" fmla="*/ 0 h 971"/>
                <a:gd name="T40" fmla="*/ 70 w 1078"/>
                <a:gd name="T41" fmla="*/ 86 h 971"/>
                <a:gd name="connsiteX0" fmla="*/ 649 w 10000"/>
                <a:gd name="connsiteY0" fmla="*/ 4345 h 13459"/>
                <a:gd name="connsiteX1" fmla="*/ 0 w 10000"/>
                <a:gd name="connsiteY1" fmla="*/ 6497 h 13459"/>
                <a:gd name="connsiteX2" fmla="*/ 334 w 10000"/>
                <a:gd name="connsiteY2" fmla="*/ 7960 h 13459"/>
                <a:gd name="connsiteX3" fmla="*/ 1781 w 10000"/>
                <a:gd name="connsiteY3" fmla="*/ 10833 h 13459"/>
                <a:gd name="connsiteX4" fmla="*/ 3321 w 10000"/>
                <a:gd name="connsiteY4" fmla="*/ 11492 h 13459"/>
                <a:gd name="connsiteX5" fmla="*/ 3321 w 10000"/>
                <a:gd name="connsiteY5" fmla="*/ 13160 h 13459"/>
                <a:gd name="connsiteX6" fmla="*/ 4499 w 10000"/>
                <a:gd name="connsiteY6" fmla="*/ 13160 h 13459"/>
                <a:gd name="connsiteX7" fmla="*/ 5037 w 10000"/>
                <a:gd name="connsiteY7" fmla="*/ 13459 h 13459"/>
                <a:gd name="connsiteX8" fmla="*/ 5900 w 10000"/>
                <a:gd name="connsiteY8" fmla="*/ 13160 h 13459"/>
                <a:gd name="connsiteX9" fmla="*/ 7746 w 10000"/>
                <a:gd name="connsiteY9" fmla="*/ 13160 h 13459"/>
                <a:gd name="connsiteX10" fmla="*/ 9666 w 10000"/>
                <a:gd name="connsiteY10" fmla="*/ 13160 h 13459"/>
                <a:gd name="connsiteX11" fmla="*/ 10000 w 10000"/>
                <a:gd name="connsiteY11" fmla="*/ 11492 h 13459"/>
                <a:gd name="connsiteX12" fmla="*/ 8080 w 10000"/>
                <a:gd name="connsiteY12" fmla="*/ 10833 h 13459"/>
                <a:gd name="connsiteX13" fmla="*/ 7282 w 10000"/>
                <a:gd name="connsiteY13" fmla="*/ 8567 h 13459"/>
                <a:gd name="connsiteX14" fmla="*/ 4230 w 10000"/>
                <a:gd name="connsiteY14" fmla="*/ 7826 h 13459"/>
                <a:gd name="connsiteX15" fmla="*/ 3321 w 10000"/>
                <a:gd name="connsiteY15" fmla="*/ 6796 h 13459"/>
                <a:gd name="connsiteX16" fmla="*/ 3636 w 10000"/>
                <a:gd name="connsiteY16" fmla="*/ 6497 h 13459"/>
                <a:gd name="connsiteX17" fmla="*/ 2449 w 10000"/>
                <a:gd name="connsiteY17" fmla="*/ 5529 h 13459"/>
                <a:gd name="connsiteX18" fmla="*/ 2718 w 10000"/>
                <a:gd name="connsiteY18" fmla="*/ 4345 h 13459"/>
                <a:gd name="connsiteX19" fmla="*/ 2633 w 10000"/>
                <a:gd name="connsiteY19" fmla="*/ 0 h 13459"/>
                <a:gd name="connsiteX20" fmla="*/ 649 w 10000"/>
                <a:gd name="connsiteY20" fmla="*/ 4345 h 13459"/>
                <a:gd name="connsiteX0-1" fmla="*/ 649 w 10000"/>
                <a:gd name="connsiteY0-2" fmla="*/ 4345 h 13459"/>
                <a:gd name="connsiteX1-3" fmla="*/ 0 w 10000"/>
                <a:gd name="connsiteY1-4" fmla="*/ 6497 h 13459"/>
                <a:gd name="connsiteX2-5" fmla="*/ 334 w 10000"/>
                <a:gd name="connsiteY2-6" fmla="*/ 7960 h 13459"/>
                <a:gd name="connsiteX3-7" fmla="*/ 1781 w 10000"/>
                <a:gd name="connsiteY3-8" fmla="*/ 10833 h 13459"/>
                <a:gd name="connsiteX4-9" fmla="*/ 3321 w 10000"/>
                <a:gd name="connsiteY4-10" fmla="*/ 11492 h 13459"/>
                <a:gd name="connsiteX5-11" fmla="*/ 3321 w 10000"/>
                <a:gd name="connsiteY5-12" fmla="*/ 13160 h 13459"/>
                <a:gd name="connsiteX6-13" fmla="*/ 4499 w 10000"/>
                <a:gd name="connsiteY6-14" fmla="*/ 13160 h 13459"/>
                <a:gd name="connsiteX7-15" fmla="*/ 5037 w 10000"/>
                <a:gd name="connsiteY7-16" fmla="*/ 13459 h 13459"/>
                <a:gd name="connsiteX8-17" fmla="*/ 5900 w 10000"/>
                <a:gd name="connsiteY8-18" fmla="*/ 13160 h 13459"/>
                <a:gd name="connsiteX9-19" fmla="*/ 7746 w 10000"/>
                <a:gd name="connsiteY9-20" fmla="*/ 13160 h 13459"/>
                <a:gd name="connsiteX10-21" fmla="*/ 9666 w 10000"/>
                <a:gd name="connsiteY10-22" fmla="*/ 13160 h 13459"/>
                <a:gd name="connsiteX11-23" fmla="*/ 10000 w 10000"/>
                <a:gd name="connsiteY11-24" fmla="*/ 11492 h 13459"/>
                <a:gd name="connsiteX12-25" fmla="*/ 8080 w 10000"/>
                <a:gd name="connsiteY12-26" fmla="*/ 10833 h 13459"/>
                <a:gd name="connsiteX13-27" fmla="*/ 7282 w 10000"/>
                <a:gd name="connsiteY13-28" fmla="*/ 8567 h 13459"/>
                <a:gd name="connsiteX14-29" fmla="*/ 4230 w 10000"/>
                <a:gd name="connsiteY14-30" fmla="*/ 7826 h 13459"/>
                <a:gd name="connsiteX15-31" fmla="*/ 3321 w 10000"/>
                <a:gd name="connsiteY15-32" fmla="*/ 6796 h 13459"/>
                <a:gd name="connsiteX16-33" fmla="*/ 3636 w 10000"/>
                <a:gd name="connsiteY16-34" fmla="*/ 6497 h 13459"/>
                <a:gd name="connsiteX17-35" fmla="*/ 4194 w 10000"/>
                <a:gd name="connsiteY17-36" fmla="*/ 6032 h 13459"/>
                <a:gd name="connsiteX18-37" fmla="*/ 2718 w 10000"/>
                <a:gd name="connsiteY18-38" fmla="*/ 4345 h 13459"/>
                <a:gd name="connsiteX19-39" fmla="*/ 2633 w 10000"/>
                <a:gd name="connsiteY19-40" fmla="*/ 0 h 13459"/>
                <a:gd name="connsiteX20-41" fmla="*/ 649 w 10000"/>
                <a:gd name="connsiteY20-42" fmla="*/ 4345 h 13459"/>
                <a:gd name="connsiteX0-43" fmla="*/ 649 w 10000"/>
                <a:gd name="connsiteY0-44" fmla="*/ 4345 h 13459"/>
                <a:gd name="connsiteX1-45" fmla="*/ 0 w 10000"/>
                <a:gd name="connsiteY1-46" fmla="*/ 6497 h 13459"/>
                <a:gd name="connsiteX2-47" fmla="*/ 334 w 10000"/>
                <a:gd name="connsiteY2-48" fmla="*/ 7960 h 13459"/>
                <a:gd name="connsiteX3-49" fmla="*/ 1781 w 10000"/>
                <a:gd name="connsiteY3-50" fmla="*/ 10833 h 13459"/>
                <a:gd name="connsiteX4-51" fmla="*/ 3321 w 10000"/>
                <a:gd name="connsiteY4-52" fmla="*/ 11492 h 13459"/>
                <a:gd name="connsiteX5-53" fmla="*/ 3321 w 10000"/>
                <a:gd name="connsiteY5-54" fmla="*/ 13160 h 13459"/>
                <a:gd name="connsiteX6-55" fmla="*/ 4499 w 10000"/>
                <a:gd name="connsiteY6-56" fmla="*/ 13160 h 13459"/>
                <a:gd name="connsiteX7-57" fmla="*/ 5037 w 10000"/>
                <a:gd name="connsiteY7-58" fmla="*/ 13459 h 13459"/>
                <a:gd name="connsiteX8-59" fmla="*/ 5900 w 10000"/>
                <a:gd name="connsiteY8-60" fmla="*/ 13160 h 13459"/>
                <a:gd name="connsiteX9-61" fmla="*/ 7746 w 10000"/>
                <a:gd name="connsiteY9-62" fmla="*/ 13160 h 13459"/>
                <a:gd name="connsiteX10-63" fmla="*/ 9666 w 10000"/>
                <a:gd name="connsiteY10-64" fmla="*/ 13160 h 13459"/>
                <a:gd name="connsiteX11-65" fmla="*/ 10000 w 10000"/>
                <a:gd name="connsiteY11-66" fmla="*/ 11492 h 13459"/>
                <a:gd name="connsiteX12-67" fmla="*/ 8080 w 10000"/>
                <a:gd name="connsiteY12-68" fmla="*/ 10833 h 13459"/>
                <a:gd name="connsiteX13-69" fmla="*/ 7282 w 10000"/>
                <a:gd name="connsiteY13-70" fmla="*/ 8567 h 13459"/>
                <a:gd name="connsiteX14-71" fmla="*/ 4230 w 10000"/>
                <a:gd name="connsiteY14-72" fmla="*/ 7826 h 13459"/>
                <a:gd name="connsiteX15-73" fmla="*/ 3321 w 10000"/>
                <a:gd name="connsiteY15-74" fmla="*/ 6796 h 13459"/>
                <a:gd name="connsiteX16-75" fmla="*/ 3636 w 10000"/>
                <a:gd name="connsiteY16-76" fmla="*/ 6497 h 13459"/>
                <a:gd name="connsiteX17-77" fmla="*/ 4194 w 10000"/>
                <a:gd name="connsiteY17-78" fmla="*/ 6032 h 13459"/>
                <a:gd name="connsiteX18-79" fmla="*/ 2633 w 10000"/>
                <a:gd name="connsiteY18-80" fmla="*/ 0 h 13459"/>
                <a:gd name="connsiteX19-81" fmla="*/ 649 w 10000"/>
                <a:gd name="connsiteY19-82" fmla="*/ 4345 h 13459"/>
                <a:gd name="connsiteX0-83" fmla="*/ 649 w 10000"/>
                <a:gd name="connsiteY0-84" fmla="*/ 4345 h 13459"/>
                <a:gd name="connsiteX1-85" fmla="*/ 0 w 10000"/>
                <a:gd name="connsiteY1-86" fmla="*/ 6497 h 13459"/>
                <a:gd name="connsiteX2-87" fmla="*/ 334 w 10000"/>
                <a:gd name="connsiteY2-88" fmla="*/ 7960 h 13459"/>
                <a:gd name="connsiteX3-89" fmla="*/ 1781 w 10000"/>
                <a:gd name="connsiteY3-90" fmla="*/ 10833 h 13459"/>
                <a:gd name="connsiteX4-91" fmla="*/ 3321 w 10000"/>
                <a:gd name="connsiteY4-92" fmla="*/ 11492 h 13459"/>
                <a:gd name="connsiteX5-93" fmla="*/ 3321 w 10000"/>
                <a:gd name="connsiteY5-94" fmla="*/ 13160 h 13459"/>
                <a:gd name="connsiteX6-95" fmla="*/ 4499 w 10000"/>
                <a:gd name="connsiteY6-96" fmla="*/ 13160 h 13459"/>
                <a:gd name="connsiteX7-97" fmla="*/ 5037 w 10000"/>
                <a:gd name="connsiteY7-98" fmla="*/ 13459 h 13459"/>
                <a:gd name="connsiteX8-99" fmla="*/ 5900 w 10000"/>
                <a:gd name="connsiteY8-100" fmla="*/ 13160 h 13459"/>
                <a:gd name="connsiteX9-101" fmla="*/ 7746 w 10000"/>
                <a:gd name="connsiteY9-102" fmla="*/ 13160 h 13459"/>
                <a:gd name="connsiteX10-103" fmla="*/ 9666 w 10000"/>
                <a:gd name="connsiteY10-104" fmla="*/ 13160 h 13459"/>
                <a:gd name="connsiteX11-105" fmla="*/ 10000 w 10000"/>
                <a:gd name="connsiteY11-106" fmla="*/ 11492 h 13459"/>
                <a:gd name="connsiteX12-107" fmla="*/ 8080 w 10000"/>
                <a:gd name="connsiteY12-108" fmla="*/ 10833 h 13459"/>
                <a:gd name="connsiteX13-109" fmla="*/ 7282 w 10000"/>
                <a:gd name="connsiteY13-110" fmla="*/ 8567 h 13459"/>
                <a:gd name="connsiteX14-111" fmla="*/ 4230 w 10000"/>
                <a:gd name="connsiteY14-112" fmla="*/ 7826 h 13459"/>
                <a:gd name="connsiteX15-113" fmla="*/ 3321 w 10000"/>
                <a:gd name="connsiteY15-114" fmla="*/ 6796 h 13459"/>
                <a:gd name="connsiteX16-115" fmla="*/ 4194 w 10000"/>
                <a:gd name="connsiteY16-116" fmla="*/ 6032 h 13459"/>
                <a:gd name="connsiteX17-117" fmla="*/ 2633 w 10000"/>
                <a:gd name="connsiteY17-118" fmla="*/ 0 h 13459"/>
                <a:gd name="connsiteX18-119" fmla="*/ 649 w 10000"/>
                <a:gd name="connsiteY18-120" fmla="*/ 4345 h 13459"/>
                <a:gd name="connsiteX0-121" fmla="*/ 649 w 10000"/>
                <a:gd name="connsiteY0-122" fmla="*/ 4345 h 13459"/>
                <a:gd name="connsiteX1-123" fmla="*/ 0 w 10000"/>
                <a:gd name="connsiteY1-124" fmla="*/ 6497 h 13459"/>
                <a:gd name="connsiteX2-125" fmla="*/ 334 w 10000"/>
                <a:gd name="connsiteY2-126" fmla="*/ 7960 h 13459"/>
                <a:gd name="connsiteX3-127" fmla="*/ 1781 w 10000"/>
                <a:gd name="connsiteY3-128" fmla="*/ 10833 h 13459"/>
                <a:gd name="connsiteX4-129" fmla="*/ 3321 w 10000"/>
                <a:gd name="connsiteY4-130" fmla="*/ 11492 h 13459"/>
                <a:gd name="connsiteX5-131" fmla="*/ 3321 w 10000"/>
                <a:gd name="connsiteY5-132" fmla="*/ 13160 h 13459"/>
                <a:gd name="connsiteX6-133" fmla="*/ 4499 w 10000"/>
                <a:gd name="connsiteY6-134" fmla="*/ 13160 h 13459"/>
                <a:gd name="connsiteX7-135" fmla="*/ 5037 w 10000"/>
                <a:gd name="connsiteY7-136" fmla="*/ 13459 h 13459"/>
                <a:gd name="connsiteX8-137" fmla="*/ 5900 w 10000"/>
                <a:gd name="connsiteY8-138" fmla="*/ 13160 h 13459"/>
                <a:gd name="connsiteX9-139" fmla="*/ 7746 w 10000"/>
                <a:gd name="connsiteY9-140" fmla="*/ 13160 h 13459"/>
                <a:gd name="connsiteX10-141" fmla="*/ 9666 w 10000"/>
                <a:gd name="connsiteY10-142" fmla="*/ 13160 h 13459"/>
                <a:gd name="connsiteX11-143" fmla="*/ 10000 w 10000"/>
                <a:gd name="connsiteY11-144" fmla="*/ 11492 h 13459"/>
                <a:gd name="connsiteX12-145" fmla="*/ 8080 w 10000"/>
                <a:gd name="connsiteY12-146" fmla="*/ 10833 h 13459"/>
                <a:gd name="connsiteX13-147" fmla="*/ 7282 w 10000"/>
                <a:gd name="connsiteY13-148" fmla="*/ 8567 h 13459"/>
                <a:gd name="connsiteX14-149" fmla="*/ 4230 w 10000"/>
                <a:gd name="connsiteY14-150" fmla="*/ 7826 h 13459"/>
                <a:gd name="connsiteX15-151" fmla="*/ 4194 w 10000"/>
                <a:gd name="connsiteY15-152" fmla="*/ 6032 h 13459"/>
                <a:gd name="connsiteX16-153" fmla="*/ 2633 w 10000"/>
                <a:gd name="connsiteY16-154" fmla="*/ 0 h 13459"/>
                <a:gd name="connsiteX17-155" fmla="*/ 649 w 10000"/>
                <a:gd name="connsiteY17-156" fmla="*/ 4345 h 13459"/>
                <a:gd name="connsiteX0-157" fmla="*/ 649 w 10000"/>
                <a:gd name="connsiteY0-158" fmla="*/ 4345 h 13459"/>
                <a:gd name="connsiteX1-159" fmla="*/ 0 w 10000"/>
                <a:gd name="connsiteY1-160" fmla="*/ 6497 h 13459"/>
                <a:gd name="connsiteX2-161" fmla="*/ 334 w 10000"/>
                <a:gd name="connsiteY2-162" fmla="*/ 7960 h 13459"/>
                <a:gd name="connsiteX3-163" fmla="*/ 1781 w 10000"/>
                <a:gd name="connsiteY3-164" fmla="*/ 10833 h 13459"/>
                <a:gd name="connsiteX4-165" fmla="*/ 3321 w 10000"/>
                <a:gd name="connsiteY4-166" fmla="*/ 11492 h 13459"/>
                <a:gd name="connsiteX5-167" fmla="*/ 3321 w 10000"/>
                <a:gd name="connsiteY5-168" fmla="*/ 13160 h 13459"/>
                <a:gd name="connsiteX6-169" fmla="*/ 4499 w 10000"/>
                <a:gd name="connsiteY6-170" fmla="*/ 13160 h 13459"/>
                <a:gd name="connsiteX7-171" fmla="*/ 5037 w 10000"/>
                <a:gd name="connsiteY7-172" fmla="*/ 13459 h 13459"/>
                <a:gd name="connsiteX8-173" fmla="*/ 5900 w 10000"/>
                <a:gd name="connsiteY8-174" fmla="*/ 13160 h 13459"/>
                <a:gd name="connsiteX9-175" fmla="*/ 7746 w 10000"/>
                <a:gd name="connsiteY9-176" fmla="*/ 13160 h 13459"/>
                <a:gd name="connsiteX10-177" fmla="*/ 9666 w 10000"/>
                <a:gd name="connsiteY10-178" fmla="*/ 13160 h 13459"/>
                <a:gd name="connsiteX11-179" fmla="*/ 10000 w 10000"/>
                <a:gd name="connsiteY11-180" fmla="*/ 11492 h 13459"/>
                <a:gd name="connsiteX12-181" fmla="*/ 8080 w 10000"/>
                <a:gd name="connsiteY12-182" fmla="*/ 10833 h 13459"/>
                <a:gd name="connsiteX13-183" fmla="*/ 7282 w 10000"/>
                <a:gd name="connsiteY13-184" fmla="*/ 8567 h 13459"/>
                <a:gd name="connsiteX14-185" fmla="*/ 4729 w 10000"/>
                <a:gd name="connsiteY14-186" fmla="*/ 7700 h 13459"/>
                <a:gd name="connsiteX15-187" fmla="*/ 4194 w 10000"/>
                <a:gd name="connsiteY15-188" fmla="*/ 6032 h 13459"/>
                <a:gd name="connsiteX16-189" fmla="*/ 2633 w 10000"/>
                <a:gd name="connsiteY16-190" fmla="*/ 0 h 13459"/>
                <a:gd name="connsiteX17-191" fmla="*/ 649 w 10000"/>
                <a:gd name="connsiteY17-192" fmla="*/ 4345 h 13459"/>
                <a:gd name="connsiteX0-193" fmla="*/ 649 w 10000"/>
                <a:gd name="connsiteY0-194" fmla="*/ 4345 h 13459"/>
                <a:gd name="connsiteX1-195" fmla="*/ 0 w 10000"/>
                <a:gd name="connsiteY1-196" fmla="*/ 6497 h 13459"/>
                <a:gd name="connsiteX2-197" fmla="*/ 334 w 10000"/>
                <a:gd name="connsiteY2-198" fmla="*/ 7960 h 13459"/>
                <a:gd name="connsiteX3-199" fmla="*/ 1781 w 10000"/>
                <a:gd name="connsiteY3-200" fmla="*/ 10833 h 13459"/>
                <a:gd name="connsiteX4-201" fmla="*/ 3321 w 10000"/>
                <a:gd name="connsiteY4-202" fmla="*/ 11492 h 13459"/>
                <a:gd name="connsiteX5-203" fmla="*/ 3321 w 10000"/>
                <a:gd name="connsiteY5-204" fmla="*/ 13160 h 13459"/>
                <a:gd name="connsiteX6-205" fmla="*/ 4499 w 10000"/>
                <a:gd name="connsiteY6-206" fmla="*/ 13160 h 13459"/>
                <a:gd name="connsiteX7-207" fmla="*/ 5037 w 10000"/>
                <a:gd name="connsiteY7-208" fmla="*/ 13459 h 13459"/>
                <a:gd name="connsiteX8-209" fmla="*/ 5900 w 10000"/>
                <a:gd name="connsiteY8-210" fmla="*/ 13160 h 13459"/>
                <a:gd name="connsiteX9-211" fmla="*/ 7746 w 10000"/>
                <a:gd name="connsiteY9-212" fmla="*/ 13160 h 13459"/>
                <a:gd name="connsiteX10-213" fmla="*/ 9666 w 10000"/>
                <a:gd name="connsiteY10-214" fmla="*/ 13160 h 13459"/>
                <a:gd name="connsiteX11-215" fmla="*/ 10000 w 10000"/>
                <a:gd name="connsiteY11-216" fmla="*/ 11492 h 13459"/>
                <a:gd name="connsiteX12-217" fmla="*/ 8080 w 10000"/>
                <a:gd name="connsiteY12-218" fmla="*/ 10833 h 13459"/>
                <a:gd name="connsiteX13-219" fmla="*/ 7656 w 10000"/>
                <a:gd name="connsiteY13-220" fmla="*/ 9951 h 13459"/>
                <a:gd name="connsiteX14-221" fmla="*/ 4729 w 10000"/>
                <a:gd name="connsiteY14-222" fmla="*/ 7700 h 13459"/>
                <a:gd name="connsiteX15-223" fmla="*/ 4194 w 10000"/>
                <a:gd name="connsiteY15-224" fmla="*/ 6032 h 13459"/>
                <a:gd name="connsiteX16-225" fmla="*/ 2633 w 10000"/>
                <a:gd name="connsiteY16-226" fmla="*/ 0 h 13459"/>
                <a:gd name="connsiteX17-227" fmla="*/ 649 w 10000"/>
                <a:gd name="connsiteY17-228" fmla="*/ 4345 h 13459"/>
                <a:gd name="connsiteX0-229" fmla="*/ 649 w 10000"/>
                <a:gd name="connsiteY0-230" fmla="*/ 4345 h 13459"/>
                <a:gd name="connsiteX1-231" fmla="*/ 0 w 10000"/>
                <a:gd name="connsiteY1-232" fmla="*/ 6497 h 13459"/>
                <a:gd name="connsiteX2-233" fmla="*/ 334 w 10000"/>
                <a:gd name="connsiteY2-234" fmla="*/ 7960 h 13459"/>
                <a:gd name="connsiteX3-235" fmla="*/ 1781 w 10000"/>
                <a:gd name="connsiteY3-236" fmla="*/ 10833 h 13459"/>
                <a:gd name="connsiteX4-237" fmla="*/ 3321 w 10000"/>
                <a:gd name="connsiteY4-238" fmla="*/ 11492 h 13459"/>
                <a:gd name="connsiteX5-239" fmla="*/ 3321 w 10000"/>
                <a:gd name="connsiteY5-240" fmla="*/ 13160 h 13459"/>
                <a:gd name="connsiteX6-241" fmla="*/ 4499 w 10000"/>
                <a:gd name="connsiteY6-242" fmla="*/ 13160 h 13459"/>
                <a:gd name="connsiteX7-243" fmla="*/ 5037 w 10000"/>
                <a:gd name="connsiteY7-244" fmla="*/ 13459 h 13459"/>
                <a:gd name="connsiteX8-245" fmla="*/ 5900 w 10000"/>
                <a:gd name="connsiteY8-246" fmla="*/ 13160 h 13459"/>
                <a:gd name="connsiteX9-247" fmla="*/ 7746 w 10000"/>
                <a:gd name="connsiteY9-248" fmla="*/ 13160 h 13459"/>
                <a:gd name="connsiteX10-249" fmla="*/ 9666 w 10000"/>
                <a:gd name="connsiteY10-250" fmla="*/ 13160 h 13459"/>
                <a:gd name="connsiteX11-251" fmla="*/ 10000 w 10000"/>
                <a:gd name="connsiteY11-252" fmla="*/ 11492 h 13459"/>
                <a:gd name="connsiteX12-253" fmla="*/ 8080 w 10000"/>
                <a:gd name="connsiteY12-254" fmla="*/ 10833 h 13459"/>
                <a:gd name="connsiteX13-255" fmla="*/ 7739 w 10000"/>
                <a:gd name="connsiteY13-256" fmla="*/ 9762 h 13459"/>
                <a:gd name="connsiteX14-257" fmla="*/ 4729 w 10000"/>
                <a:gd name="connsiteY14-258" fmla="*/ 7700 h 13459"/>
                <a:gd name="connsiteX15-259" fmla="*/ 4194 w 10000"/>
                <a:gd name="connsiteY15-260" fmla="*/ 6032 h 13459"/>
                <a:gd name="connsiteX16-261" fmla="*/ 2633 w 10000"/>
                <a:gd name="connsiteY16-262" fmla="*/ 0 h 13459"/>
                <a:gd name="connsiteX17-263" fmla="*/ 649 w 10000"/>
                <a:gd name="connsiteY17-264" fmla="*/ 4345 h 13459"/>
                <a:gd name="connsiteX0-265" fmla="*/ 649 w 10000"/>
                <a:gd name="connsiteY0-266" fmla="*/ 4345 h 13459"/>
                <a:gd name="connsiteX1-267" fmla="*/ 0 w 10000"/>
                <a:gd name="connsiteY1-268" fmla="*/ 6497 h 13459"/>
                <a:gd name="connsiteX2-269" fmla="*/ 334 w 10000"/>
                <a:gd name="connsiteY2-270" fmla="*/ 7960 h 13459"/>
                <a:gd name="connsiteX3-271" fmla="*/ 1781 w 10000"/>
                <a:gd name="connsiteY3-272" fmla="*/ 10833 h 13459"/>
                <a:gd name="connsiteX4-273" fmla="*/ 3321 w 10000"/>
                <a:gd name="connsiteY4-274" fmla="*/ 11492 h 13459"/>
                <a:gd name="connsiteX5-275" fmla="*/ 3321 w 10000"/>
                <a:gd name="connsiteY5-276" fmla="*/ 13160 h 13459"/>
                <a:gd name="connsiteX6-277" fmla="*/ 4499 w 10000"/>
                <a:gd name="connsiteY6-278" fmla="*/ 13160 h 13459"/>
                <a:gd name="connsiteX7-279" fmla="*/ 5037 w 10000"/>
                <a:gd name="connsiteY7-280" fmla="*/ 13459 h 13459"/>
                <a:gd name="connsiteX8-281" fmla="*/ 5900 w 10000"/>
                <a:gd name="connsiteY8-282" fmla="*/ 13160 h 13459"/>
                <a:gd name="connsiteX9-283" fmla="*/ 7746 w 10000"/>
                <a:gd name="connsiteY9-284" fmla="*/ 13160 h 13459"/>
                <a:gd name="connsiteX10-285" fmla="*/ 9666 w 10000"/>
                <a:gd name="connsiteY10-286" fmla="*/ 13160 h 13459"/>
                <a:gd name="connsiteX11-287" fmla="*/ 10000 w 10000"/>
                <a:gd name="connsiteY11-288" fmla="*/ 11492 h 13459"/>
                <a:gd name="connsiteX12-289" fmla="*/ 8703 w 10000"/>
                <a:gd name="connsiteY12-290" fmla="*/ 10204 h 13459"/>
                <a:gd name="connsiteX13-291" fmla="*/ 7739 w 10000"/>
                <a:gd name="connsiteY13-292" fmla="*/ 9762 h 13459"/>
                <a:gd name="connsiteX14-293" fmla="*/ 4729 w 10000"/>
                <a:gd name="connsiteY14-294" fmla="*/ 7700 h 13459"/>
                <a:gd name="connsiteX15-295" fmla="*/ 4194 w 10000"/>
                <a:gd name="connsiteY15-296" fmla="*/ 6032 h 13459"/>
                <a:gd name="connsiteX16-297" fmla="*/ 2633 w 10000"/>
                <a:gd name="connsiteY16-298" fmla="*/ 0 h 13459"/>
                <a:gd name="connsiteX17-299" fmla="*/ 649 w 10000"/>
                <a:gd name="connsiteY17-300" fmla="*/ 4345 h 13459"/>
                <a:gd name="connsiteX0-301" fmla="*/ 649 w 10540"/>
                <a:gd name="connsiteY0-302" fmla="*/ 4345 h 13459"/>
                <a:gd name="connsiteX1-303" fmla="*/ 0 w 10540"/>
                <a:gd name="connsiteY1-304" fmla="*/ 6497 h 13459"/>
                <a:gd name="connsiteX2-305" fmla="*/ 334 w 10540"/>
                <a:gd name="connsiteY2-306" fmla="*/ 7960 h 13459"/>
                <a:gd name="connsiteX3-307" fmla="*/ 1781 w 10540"/>
                <a:gd name="connsiteY3-308" fmla="*/ 10833 h 13459"/>
                <a:gd name="connsiteX4-309" fmla="*/ 3321 w 10540"/>
                <a:gd name="connsiteY4-310" fmla="*/ 11492 h 13459"/>
                <a:gd name="connsiteX5-311" fmla="*/ 3321 w 10540"/>
                <a:gd name="connsiteY5-312" fmla="*/ 13160 h 13459"/>
                <a:gd name="connsiteX6-313" fmla="*/ 4499 w 10540"/>
                <a:gd name="connsiteY6-314" fmla="*/ 13160 h 13459"/>
                <a:gd name="connsiteX7-315" fmla="*/ 5037 w 10540"/>
                <a:gd name="connsiteY7-316" fmla="*/ 13459 h 13459"/>
                <a:gd name="connsiteX8-317" fmla="*/ 5900 w 10540"/>
                <a:gd name="connsiteY8-318" fmla="*/ 13160 h 13459"/>
                <a:gd name="connsiteX9-319" fmla="*/ 7746 w 10540"/>
                <a:gd name="connsiteY9-320" fmla="*/ 13160 h 13459"/>
                <a:gd name="connsiteX10-321" fmla="*/ 9666 w 10540"/>
                <a:gd name="connsiteY10-322" fmla="*/ 13160 h 13459"/>
                <a:gd name="connsiteX11-323" fmla="*/ 10540 w 10540"/>
                <a:gd name="connsiteY11-324" fmla="*/ 11240 h 13459"/>
                <a:gd name="connsiteX12-325" fmla="*/ 8703 w 10540"/>
                <a:gd name="connsiteY12-326" fmla="*/ 10204 h 13459"/>
                <a:gd name="connsiteX13-327" fmla="*/ 7739 w 10540"/>
                <a:gd name="connsiteY13-328" fmla="*/ 9762 h 13459"/>
                <a:gd name="connsiteX14-329" fmla="*/ 4729 w 10540"/>
                <a:gd name="connsiteY14-330" fmla="*/ 7700 h 13459"/>
                <a:gd name="connsiteX15-331" fmla="*/ 4194 w 10540"/>
                <a:gd name="connsiteY15-332" fmla="*/ 6032 h 13459"/>
                <a:gd name="connsiteX16-333" fmla="*/ 2633 w 10540"/>
                <a:gd name="connsiteY16-334" fmla="*/ 0 h 13459"/>
                <a:gd name="connsiteX17-335" fmla="*/ 649 w 10540"/>
                <a:gd name="connsiteY17-336" fmla="*/ 4345 h 134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</a:cxnLst>
              <a:rect l="l" t="t" r="r" b="b"/>
              <a:pathLst>
                <a:path w="10540" h="13459">
                  <a:moveTo>
                    <a:pt x="649" y="4345"/>
                  </a:moveTo>
                  <a:lnTo>
                    <a:pt x="0" y="6497"/>
                  </a:lnTo>
                  <a:cubicBezTo>
                    <a:pt x="111" y="6985"/>
                    <a:pt x="223" y="7472"/>
                    <a:pt x="334" y="7960"/>
                  </a:cubicBezTo>
                  <a:lnTo>
                    <a:pt x="1781" y="10833"/>
                  </a:lnTo>
                  <a:lnTo>
                    <a:pt x="3321" y="11492"/>
                  </a:lnTo>
                  <a:lnTo>
                    <a:pt x="3321" y="13160"/>
                  </a:lnTo>
                  <a:lnTo>
                    <a:pt x="4499" y="13160"/>
                  </a:lnTo>
                  <a:lnTo>
                    <a:pt x="5037" y="13459"/>
                  </a:lnTo>
                  <a:lnTo>
                    <a:pt x="5900" y="13160"/>
                  </a:lnTo>
                  <a:lnTo>
                    <a:pt x="7746" y="13160"/>
                  </a:lnTo>
                  <a:lnTo>
                    <a:pt x="9666" y="13160"/>
                  </a:lnTo>
                  <a:cubicBezTo>
                    <a:pt x="9777" y="12604"/>
                    <a:pt x="10429" y="11796"/>
                    <a:pt x="10540" y="11240"/>
                  </a:cubicBezTo>
                  <a:lnTo>
                    <a:pt x="8703" y="10204"/>
                  </a:lnTo>
                  <a:lnTo>
                    <a:pt x="7739" y="9762"/>
                  </a:lnTo>
                  <a:lnTo>
                    <a:pt x="4729" y="7700"/>
                  </a:lnTo>
                  <a:lnTo>
                    <a:pt x="4194" y="6032"/>
                  </a:lnTo>
                  <a:cubicBezTo>
                    <a:pt x="4027" y="4949"/>
                    <a:pt x="3224" y="281"/>
                    <a:pt x="2633" y="0"/>
                  </a:cubicBezTo>
                  <a:lnTo>
                    <a:pt x="649" y="43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íşḻíḍê"/>
            <p:cNvSpPr/>
            <p:nvPr/>
          </p:nvSpPr>
          <p:spPr bwMode="auto">
            <a:xfrm>
              <a:off x="11468443" y="5364284"/>
              <a:ext cx="720287" cy="672696"/>
            </a:xfrm>
            <a:custGeom>
              <a:avLst/>
              <a:gdLst>
                <a:gd name="connsiteX0" fmla="*/ 720287 w 720287"/>
                <a:gd name="connsiteY0" fmla="*/ 0 h 672696"/>
                <a:gd name="connsiteX1" fmla="*/ 720287 w 720287"/>
                <a:gd name="connsiteY1" fmla="*/ 111185 h 672696"/>
                <a:gd name="connsiteX2" fmla="*/ 709692 w 720287"/>
                <a:gd name="connsiteY2" fmla="*/ 158340 h 672696"/>
                <a:gd name="connsiteX3" fmla="*/ 487322 w 720287"/>
                <a:gd name="connsiteY3" fmla="*/ 267530 h 672696"/>
                <a:gd name="connsiteX4" fmla="*/ 624529 w 720287"/>
                <a:gd name="connsiteY4" fmla="*/ 435994 h 672696"/>
                <a:gd name="connsiteX5" fmla="*/ 720287 w 720287"/>
                <a:gd name="connsiteY5" fmla="*/ 483349 h 672696"/>
                <a:gd name="connsiteX6" fmla="*/ 720287 w 720287"/>
                <a:gd name="connsiteY6" fmla="*/ 672696 h 672696"/>
                <a:gd name="connsiteX7" fmla="*/ 709692 w 720287"/>
                <a:gd name="connsiteY7" fmla="*/ 671531 h 672696"/>
                <a:gd name="connsiteX8" fmla="*/ 49678 w 720287"/>
                <a:gd name="connsiteY8" fmla="*/ 267530 h 672696"/>
                <a:gd name="connsiteX9" fmla="*/ 0 w 720287"/>
                <a:gd name="connsiteY9" fmla="*/ 267530 h 6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0287" h="672696">
                  <a:moveTo>
                    <a:pt x="720287" y="0"/>
                  </a:moveTo>
                  <a:lnTo>
                    <a:pt x="720287" y="111185"/>
                  </a:lnTo>
                  <a:lnTo>
                    <a:pt x="709692" y="158340"/>
                  </a:lnTo>
                  <a:lnTo>
                    <a:pt x="487322" y="267530"/>
                  </a:lnTo>
                  <a:lnTo>
                    <a:pt x="624529" y="435994"/>
                  </a:lnTo>
                  <a:lnTo>
                    <a:pt x="720287" y="483349"/>
                  </a:lnTo>
                  <a:lnTo>
                    <a:pt x="720287" y="672696"/>
                  </a:lnTo>
                  <a:lnTo>
                    <a:pt x="709692" y="671531"/>
                  </a:lnTo>
                  <a:lnTo>
                    <a:pt x="49678" y="267530"/>
                  </a:lnTo>
                  <a:lnTo>
                    <a:pt x="0" y="26753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iśḻíḋé"/>
            <p:cNvSpPr/>
            <p:nvPr/>
          </p:nvSpPr>
          <p:spPr bwMode="auto">
            <a:xfrm>
              <a:off x="14" y="4954511"/>
              <a:ext cx="2450613" cy="1901458"/>
            </a:xfrm>
            <a:custGeom>
              <a:avLst/>
              <a:gdLst>
                <a:gd name="T0" fmla="*/ 257 w 738"/>
                <a:gd name="T1" fmla="*/ 206 h 678"/>
                <a:gd name="T2" fmla="*/ 224 w 738"/>
                <a:gd name="T3" fmla="*/ 322 h 678"/>
                <a:gd name="T4" fmla="*/ 257 w 738"/>
                <a:gd name="T5" fmla="*/ 422 h 678"/>
                <a:gd name="T6" fmla="*/ 161 w 738"/>
                <a:gd name="T7" fmla="*/ 546 h 678"/>
                <a:gd name="T8" fmla="*/ 292 w 738"/>
                <a:gd name="T9" fmla="*/ 518 h 678"/>
                <a:gd name="T10" fmla="*/ 387 w 738"/>
                <a:gd name="T11" fmla="*/ 364 h 678"/>
                <a:gd name="T12" fmla="*/ 394 w 738"/>
                <a:gd name="T13" fmla="*/ 266 h 678"/>
                <a:gd name="T14" fmla="*/ 552 w 738"/>
                <a:gd name="T15" fmla="*/ 112 h 678"/>
                <a:gd name="T16" fmla="*/ 704 w 738"/>
                <a:gd name="T17" fmla="*/ 0 h 678"/>
                <a:gd name="T18" fmla="*/ 738 w 738"/>
                <a:gd name="T19" fmla="*/ 33 h 678"/>
                <a:gd name="T20" fmla="*/ 693 w 738"/>
                <a:gd name="T21" fmla="*/ 42 h 678"/>
                <a:gd name="T22" fmla="*/ 586 w 738"/>
                <a:gd name="T23" fmla="*/ 166 h 678"/>
                <a:gd name="T24" fmla="*/ 542 w 738"/>
                <a:gd name="T25" fmla="*/ 210 h 678"/>
                <a:gd name="T26" fmla="*/ 542 w 738"/>
                <a:gd name="T27" fmla="*/ 239 h 678"/>
                <a:gd name="T28" fmla="*/ 479 w 738"/>
                <a:gd name="T29" fmla="*/ 299 h 678"/>
                <a:gd name="T30" fmla="*/ 542 w 738"/>
                <a:gd name="T31" fmla="*/ 318 h 678"/>
                <a:gd name="T32" fmla="*/ 445 w 738"/>
                <a:gd name="T33" fmla="*/ 383 h 678"/>
                <a:gd name="T34" fmla="*/ 431 w 738"/>
                <a:gd name="T35" fmla="*/ 454 h 678"/>
                <a:gd name="T36" fmla="*/ 395 w 738"/>
                <a:gd name="T37" fmla="*/ 470 h 678"/>
                <a:gd name="T38" fmla="*/ 328 w 738"/>
                <a:gd name="T39" fmla="*/ 546 h 678"/>
                <a:gd name="T40" fmla="*/ 308 w 738"/>
                <a:gd name="T41" fmla="*/ 678 h 678"/>
                <a:gd name="T42" fmla="*/ 276 w 738"/>
                <a:gd name="T43" fmla="*/ 618 h 678"/>
                <a:gd name="T44" fmla="*/ 200 w 738"/>
                <a:gd name="T45" fmla="*/ 610 h 678"/>
                <a:gd name="T46" fmla="*/ 161 w 738"/>
                <a:gd name="T47" fmla="*/ 578 h 678"/>
                <a:gd name="T48" fmla="*/ 109 w 738"/>
                <a:gd name="T49" fmla="*/ 626 h 678"/>
                <a:gd name="T50" fmla="*/ 49 w 738"/>
                <a:gd name="T51" fmla="*/ 645 h 678"/>
                <a:gd name="T52" fmla="*/ 7 w 738"/>
                <a:gd name="T53" fmla="*/ 645 h 678"/>
                <a:gd name="T54" fmla="*/ 57 w 738"/>
                <a:gd name="T55" fmla="*/ 610 h 678"/>
                <a:gd name="T56" fmla="*/ 77 w 738"/>
                <a:gd name="T57" fmla="*/ 574 h 678"/>
                <a:gd name="T58" fmla="*/ 97 w 738"/>
                <a:gd name="T59" fmla="*/ 558 h 678"/>
                <a:gd name="T60" fmla="*/ 41 w 738"/>
                <a:gd name="T61" fmla="*/ 578 h 678"/>
                <a:gd name="T62" fmla="*/ 0 w 738"/>
                <a:gd name="T63" fmla="*/ 622 h 678"/>
                <a:gd name="T64" fmla="*/ 0 w 738"/>
                <a:gd name="T65" fmla="*/ 377 h 678"/>
                <a:gd name="connsiteX0" fmla="*/ 3482 w 10000"/>
                <a:gd name="connsiteY0" fmla="*/ 3038 h 10000"/>
                <a:gd name="connsiteX1" fmla="*/ 3035 w 10000"/>
                <a:gd name="connsiteY1" fmla="*/ 4749 h 10000"/>
                <a:gd name="connsiteX2" fmla="*/ 2182 w 10000"/>
                <a:gd name="connsiteY2" fmla="*/ 8053 h 10000"/>
                <a:gd name="connsiteX3" fmla="*/ 3957 w 10000"/>
                <a:gd name="connsiteY3" fmla="*/ 7640 h 10000"/>
                <a:gd name="connsiteX4" fmla="*/ 5244 w 10000"/>
                <a:gd name="connsiteY4" fmla="*/ 5369 h 10000"/>
                <a:gd name="connsiteX5" fmla="*/ 5339 w 10000"/>
                <a:gd name="connsiteY5" fmla="*/ 3923 h 10000"/>
                <a:gd name="connsiteX6" fmla="*/ 7480 w 10000"/>
                <a:gd name="connsiteY6" fmla="*/ 1652 h 10000"/>
                <a:gd name="connsiteX7" fmla="*/ 9539 w 10000"/>
                <a:gd name="connsiteY7" fmla="*/ 0 h 10000"/>
                <a:gd name="connsiteX8" fmla="*/ 10000 w 10000"/>
                <a:gd name="connsiteY8" fmla="*/ 487 h 10000"/>
                <a:gd name="connsiteX9" fmla="*/ 9390 w 10000"/>
                <a:gd name="connsiteY9" fmla="*/ 619 h 10000"/>
                <a:gd name="connsiteX10" fmla="*/ 7940 w 10000"/>
                <a:gd name="connsiteY10" fmla="*/ 2448 h 10000"/>
                <a:gd name="connsiteX11" fmla="*/ 7344 w 10000"/>
                <a:gd name="connsiteY11" fmla="*/ 3097 h 10000"/>
                <a:gd name="connsiteX12" fmla="*/ 7344 w 10000"/>
                <a:gd name="connsiteY12" fmla="*/ 3525 h 10000"/>
                <a:gd name="connsiteX13" fmla="*/ 6491 w 10000"/>
                <a:gd name="connsiteY13" fmla="*/ 4410 h 10000"/>
                <a:gd name="connsiteX14" fmla="*/ 7344 w 10000"/>
                <a:gd name="connsiteY14" fmla="*/ 4690 h 10000"/>
                <a:gd name="connsiteX15" fmla="*/ 6030 w 10000"/>
                <a:gd name="connsiteY15" fmla="*/ 5649 h 10000"/>
                <a:gd name="connsiteX16" fmla="*/ 5840 w 10000"/>
                <a:gd name="connsiteY16" fmla="*/ 6696 h 10000"/>
                <a:gd name="connsiteX17" fmla="*/ 5352 w 10000"/>
                <a:gd name="connsiteY17" fmla="*/ 6932 h 10000"/>
                <a:gd name="connsiteX18" fmla="*/ 4444 w 10000"/>
                <a:gd name="connsiteY18" fmla="*/ 8053 h 10000"/>
                <a:gd name="connsiteX19" fmla="*/ 4173 w 10000"/>
                <a:gd name="connsiteY19" fmla="*/ 10000 h 10000"/>
                <a:gd name="connsiteX20" fmla="*/ 3740 w 10000"/>
                <a:gd name="connsiteY20" fmla="*/ 9115 h 10000"/>
                <a:gd name="connsiteX21" fmla="*/ 2710 w 10000"/>
                <a:gd name="connsiteY21" fmla="*/ 8997 h 10000"/>
                <a:gd name="connsiteX22" fmla="*/ 2182 w 10000"/>
                <a:gd name="connsiteY22" fmla="*/ 8525 h 10000"/>
                <a:gd name="connsiteX23" fmla="*/ 1477 w 10000"/>
                <a:gd name="connsiteY23" fmla="*/ 9233 h 10000"/>
                <a:gd name="connsiteX24" fmla="*/ 664 w 10000"/>
                <a:gd name="connsiteY24" fmla="*/ 9513 h 10000"/>
                <a:gd name="connsiteX25" fmla="*/ 95 w 10000"/>
                <a:gd name="connsiteY25" fmla="*/ 9513 h 10000"/>
                <a:gd name="connsiteX26" fmla="*/ 772 w 10000"/>
                <a:gd name="connsiteY26" fmla="*/ 8997 h 10000"/>
                <a:gd name="connsiteX27" fmla="*/ 1043 w 10000"/>
                <a:gd name="connsiteY27" fmla="*/ 8466 h 10000"/>
                <a:gd name="connsiteX28" fmla="*/ 1314 w 10000"/>
                <a:gd name="connsiteY28" fmla="*/ 8230 h 10000"/>
                <a:gd name="connsiteX29" fmla="*/ 556 w 10000"/>
                <a:gd name="connsiteY29" fmla="*/ 8525 h 10000"/>
                <a:gd name="connsiteX30" fmla="*/ 0 w 10000"/>
                <a:gd name="connsiteY30" fmla="*/ 9174 h 10000"/>
                <a:gd name="connsiteX31" fmla="*/ 0 w 10000"/>
                <a:gd name="connsiteY31" fmla="*/ 5560 h 10000"/>
                <a:gd name="connsiteX0-1" fmla="*/ 3035 w 10000"/>
                <a:gd name="connsiteY0-2" fmla="*/ 4749 h 10000"/>
                <a:gd name="connsiteX1-3" fmla="*/ 2182 w 10000"/>
                <a:gd name="connsiteY1-4" fmla="*/ 8053 h 10000"/>
                <a:gd name="connsiteX2-5" fmla="*/ 3957 w 10000"/>
                <a:gd name="connsiteY2-6" fmla="*/ 7640 h 10000"/>
                <a:gd name="connsiteX3-7" fmla="*/ 5244 w 10000"/>
                <a:gd name="connsiteY3-8" fmla="*/ 5369 h 10000"/>
                <a:gd name="connsiteX4-9" fmla="*/ 5339 w 10000"/>
                <a:gd name="connsiteY4-10" fmla="*/ 3923 h 10000"/>
                <a:gd name="connsiteX5-11" fmla="*/ 7480 w 10000"/>
                <a:gd name="connsiteY5-12" fmla="*/ 1652 h 10000"/>
                <a:gd name="connsiteX6-13" fmla="*/ 9539 w 10000"/>
                <a:gd name="connsiteY6-14" fmla="*/ 0 h 10000"/>
                <a:gd name="connsiteX7-15" fmla="*/ 10000 w 10000"/>
                <a:gd name="connsiteY7-16" fmla="*/ 487 h 10000"/>
                <a:gd name="connsiteX8-17" fmla="*/ 9390 w 10000"/>
                <a:gd name="connsiteY8-18" fmla="*/ 619 h 10000"/>
                <a:gd name="connsiteX9-19" fmla="*/ 7940 w 10000"/>
                <a:gd name="connsiteY9-20" fmla="*/ 2448 h 10000"/>
                <a:gd name="connsiteX10-21" fmla="*/ 7344 w 10000"/>
                <a:gd name="connsiteY10-22" fmla="*/ 3097 h 10000"/>
                <a:gd name="connsiteX11-23" fmla="*/ 7344 w 10000"/>
                <a:gd name="connsiteY11-24" fmla="*/ 3525 h 10000"/>
                <a:gd name="connsiteX12-25" fmla="*/ 6491 w 10000"/>
                <a:gd name="connsiteY12-26" fmla="*/ 4410 h 10000"/>
                <a:gd name="connsiteX13-27" fmla="*/ 7344 w 10000"/>
                <a:gd name="connsiteY13-28" fmla="*/ 4690 h 10000"/>
                <a:gd name="connsiteX14-29" fmla="*/ 6030 w 10000"/>
                <a:gd name="connsiteY14-30" fmla="*/ 5649 h 10000"/>
                <a:gd name="connsiteX15-31" fmla="*/ 5840 w 10000"/>
                <a:gd name="connsiteY15-32" fmla="*/ 6696 h 10000"/>
                <a:gd name="connsiteX16-33" fmla="*/ 5352 w 10000"/>
                <a:gd name="connsiteY16-34" fmla="*/ 6932 h 10000"/>
                <a:gd name="connsiteX17-35" fmla="*/ 4444 w 10000"/>
                <a:gd name="connsiteY17-36" fmla="*/ 8053 h 10000"/>
                <a:gd name="connsiteX18-37" fmla="*/ 4173 w 10000"/>
                <a:gd name="connsiteY18-38" fmla="*/ 10000 h 10000"/>
                <a:gd name="connsiteX19-39" fmla="*/ 3740 w 10000"/>
                <a:gd name="connsiteY19-40" fmla="*/ 9115 h 10000"/>
                <a:gd name="connsiteX20-41" fmla="*/ 2710 w 10000"/>
                <a:gd name="connsiteY20-42" fmla="*/ 8997 h 10000"/>
                <a:gd name="connsiteX21-43" fmla="*/ 2182 w 10000"/>
                <a:gd name="connsiteY21-44" fmla="*/ 8525 h 10000"/>
                <a:gd name="connsiteX22-45" fmla="*/ 1477 w 10000"/>
                <a:gd name="connsiteY22-46" fmla="*/ 9233 h 10000"/>
                <a:gd name="connsiteX23-47" fmla="*/ 664 w 10000"/>
                <a:gd name="connsiteY23-48" fmla="*/ 9513 h 10000"/>
                <a:gd name="connsiteX24-49" fmla="*/ 95 w 10000"/>
                <a:gd name="connsiteY24-50" fmla="*/ 9513 h 10000"/>
                <a:gd name="connsiteX25-51" fmla="*/ 772 w 10000"/>
                <a:gd name="connsiteY25-52" fmla="*/ 8997 h 10000"/>
                <a:gd name="connsiteX26-53" fmla="*/ 1043 w 10000"/>
                <a:gd name="connsiteY26-54" fmla="*/ 8466 h 10000"/>
                <a:gd name="connsiteX27-55" fmla="*/ 1314 w 10000"/>
                <a:gd name="connsiteY27-56" fmla="*/ 8230 h 10000"/>
                <a:gd name="connsiteX28-57" fmla="*/ 556 w 10000"/>
                <a:gd name="connsiteY28-58" fmla="*/ 8525 h 10000"/>
                <a:gd name="connsiteX29-59" fmla="*/ 0 w 10000"/>
                <a:gd name="connsiteY29-60" fmla="*/ 9174 h 10000"/>
                <a:gd name="connsiteX30-61" fmla="*/ 0 w 10000"/>
                <a:gd name="connsiteY30-62" fmla="*/ 5560 h 10000"/>
                <a:gd name="connsiteX0-63" fmla="*/ 2182 w 10000"/>
                <a:gd name="connsiteY0-64" fmla="*/ 8053 h 10000"/>
                <a:gd name="connsiteX1-65" fmla="*/ 3957 w 10000"/>
                <a:gd name="connsiteY1-66" fmla="*/ 7640 h 10000"/>
                <a:gd name="connsiteX2-67" fmla="*/ 5244 w 10000"/>
                <a:gd name="connsiteY2-68" fmla="*/ 5369 h 10000"/>
                <a:gd name="connsiteX3-69" fmla="*/ 5339 w 10000"/>
                <a:gd name="connsiteY3-70" fmla="*/ 3923 h 10000"/>
                <a:gd name="connsiteX4-71" fmla="*/ 7480 w 10000"/>
                <a:gd name="connsiteY4-72" fmla="*/ 1652 h 10000"/>
                <a:gd name="connsiteX5-73" fmla="*/ 9539 w 10000"/>
                <a:gd name="connsiteY5-74" fmla="*/ 0 h 10000"/>
                <a:gd name="connsiteX6-75" fmla="*/ 10000 w 10000"/>
                <a:gd name="connsiteY6-76" fmla="*/ 487 h 10000"/>
                <a:gd name="connsiteX7-77" fmla="*/ 9390 w 10000"/>
                <a:gd name="connsiteY7-78" fmla="*/ 619 h 10000"/>
                <a:gd name="connsiteX8-79" fmla="*/ 7940 w 10000"/>
                <a:gd name="connsiteY8-80" fmla="*/ 2448 h 10000"/>
                <a:gd name="connsiteX9-81" fmla="*/ 7344 w 10000"/>
                <a:gd name="connsiteY9-82" fmla="*/ 3097 h 10000"/>
                <a:gd name="connsiteX10-83" fmla="*/ 7344 w 10000"/>
                <a:gd name="connsiteY10-84" fmla="*/ 3525 h 10000"/>
                <a:gd name="connsiteX11-85" fmla="*/ 6491 w 10000"/>
                <a:gd name="connsiteY11-86" fmla="*/ 4410 h 10000"/>
                <a:gd name="connsiteX12-87" fmla="*/ 7344 w 10000"/>
                <a:gd name="connsiteY12-88" fmla="*/ 4690 h 10000"/>
                <a:gd name="connsiteX13-89" fmla="*/ 6030 w 10000"/>
                <a:gd name="connsiteY13-90" fmla="*/ 5649 h 10000"/>
                <a:gd name="connsiteX14-91" fmla="*/ 5840 w 10000"/>
                <a:gd name="connsiteY14-92" fmla="*/ 6696 h 10000"/>
                <a:gd name="connsiteX15-93" fmla="*/ 5352 w 10000"/>
                <a:gd name="connsiteY15-94" fmla="*/ 6932 h 10000"/>
                <a:gd name="connsiteX16-95" fmla="*/ 4444 w 10000"/>
                <a:gd name="connsiteY16-96" fmla="*/ 8053 h 10000"/>
                <a:gd name="connsiteX17-97" fmla="*/ 4173 w 10000"/>
                <a:gd name="connsiteY17-98" fmla="*/ 10000 h 10000"/>
                <a:gd name="connsiteX18-99" fmla="*/ 3740 w 10000"/>
                <a:gd name="connsiteY18-100" fmla="*/ 9115 h 10000"/>
                <a:gd name="connsiteX19-101" fmla="*/ 2710 w 10000"/>
                <a:gd name="connsiteY19-102" fmla="*/ 8997 h 10000"/>
                <a:gd name="connsiteX20-103" fmla="*/ 2182 w 10000"/>
                <a:gd name="connsiteY20-104" fmla="*/ 8525 h 10000"/>
                <a:gd name="connsiteX21-105" fmla="*/ 1477 w 10000"/>
                <a:gd name="connsiteY21-106" fmla="*/ 9233 h 10000"/>
                <a:gd name="connsiteX22-107" fmla="*/ 664 w 10000"/>
                <a:gd name="connsiteY22-108" fmla="*/ 9513 h 10000"/>
                <a:gd name="connsiteX23-109" fmla="*/ 95 w 10000"/>
                <a:gd name="connsiteY23-110" fmla="*/ 9513 h 10000"/>
                <a:gd name="connsiteX24-111" fmla="*/ 772 w 10000"/>
                <a:gd name="connsiteY24-112" fmla="*/ 8997 h 10000"/>
                <a:gd name="connsiteX25-113" fmla="*/ 1043 w 10000"/>
                <a:gd name="connsiteY25-114" fmla="*/ 8466 h 10000"/>
                <a:gd name="connsiteX26-115" fmla="*/ 1314 w 10000"/>
                <a:gd name="connsiteY26-116" fmla="*/ 8230 h 10000"/>
                <a:gd name="connsiteX27-117" fmla="*/ 556 w 10000"/>
                <a:gd name="connsiteY27-118" fmla="*/ 8525 h 10000"/>
                <a:gd name="connsiteX28-119" fmla="*/ 0 w 10000"/>
                <a:gd name="connsiteY28-120" fmla="*/ 9174 h 10000"/>
                <a:gd name="connsiteX29-121" fmla="*/ 0 w 10000"/>
                <a:gd name="connsiteY29-122" fmla="*/ 5560 h 10000"/>
                <a:gd name="connsiteX0-123" fmla="*/ 2182 w 10000"/>
                <a:gd name="connsiteY0-124" fmla="*/ 8053 h 10000"/>
                <a:gd name="connsiteX1-125" fmla="*/ 3957 w 10000"/>
                <a:gd name="connsiteY1-126" fmla="*/ 7640 h 10000"/>
                <a:gd name="connsiteX2-127" fmla="*/ 5244 w 10000"/>
                <a:gd name="connsiteY2-128" fmla="*/ 5369 h 10000"/>
                <a:gd name="connsiteX3-129" fmla="*/ 5339 w 10000"/>
                <a:gd name="connsiteY3-130" fmla="*/ 3923 h 10000"/>
                <a:gd name="connsiteX4-131" fmla="*/ 7480 w 10000"/>
                <a:gd name="connsiteY4-132" fmla="*/ 1652 h 10000"/>
                <a:gd name="connsiteX5-133" fmla="*/ 9539 w 10000"/>
                <a:gd name="connsiteY5-134" fmla="*/ 0 h 10000"/>
                <a:gd name="connsiteX6-135" fmla="*/ 10000 w 10000"/>
                <a:gd name="connsiteY6-136" fmla="*/ 487 h 10000"/>
                <a:gd name="connsiteX7-137" fmla="*/ 9390 w 10000"/>
                <a:gd name="connsiteY7-138" fmla="*/ 619 h 10000"/>
                <a:gd name="connsiteX8-139" fmla="*/ 7940 w 10000"/>
                <a:gd name="connsiteY8-140" fmla="*/ 2448 h 10000"/>
                <a:gd name="connsiteX9-141" fmla="*/ 7344 w 10000"/>
                <a:gd name="connsiteY9-142" fmla="*/ 3097 h 10000"/>
                <a:gd name="connsiteX10-143" fmla="*/ 7344 w 10000"/>
                <a:gd name="connsiteY10-144" fmla="*/ 3525 h 10000"/>
                <a:gd name="connsiteX11-145" fmla="*/ 6491 w 10000"/>
                <a:gd name="connsiteY11-146" fmla="*/ 4410 h 10000"/>
                <a:gd name="connsiteX12-147" fmla="*/ 7344 w 10000"/>
                <a:gd name="connsiteY12-148" fmla="*/ 4690 h 10000"/>
                <a:gd name="connsiteX13-149" fmla="*/ 6030 w 10000"/>
                <a:gd name="connsiteY13-150" fmla="*/ 5649 h 10000"/>
                <a:gd name="connsiteX14-151" fmla="*/ 5840 w 10000"/>
                <a:gd name="connsiteY14-152" fmla="*/ 6696 h 10000"/>
                <a:gd name="connsiteX15-153" fmla="*/ 5352 w 10000"/>
                <a:gd name="connsiteY15-154" fmla="*/ 6932 h 10000"/>
                <a:gd name="connsiteX16-155" fmla="*/ 4444 w 10000"/>
                <a:gd name="connsiteY16-156" fmla="*/ 8053 h 10000"/>
                <a:gd name="connsiteX17-157" fmla="*/ 4173 w 10000"/>
                <a:gd name="connsiteY17-158" fmla="*/ 10000 h 10000"/>
                <a:gd name="connsiteX18-159" fmla="*/ 3740 w 10000"/>
                <a:gd name="connsiteY18-160" fmla="*/ 9115 h 10000"/>
                <a:gd name="connsiteX19-161" fmla="*/ 2710 w 10000"/>
                <a:gd name="connsiteY19-162" fmla="*/ 8997 h 10000"/>
                <a:gd name="connsiteX20-163" fmla="*/ 2182 w 10000"/>
                <a:gd name="connsiteY20-164" fmla="*/ 8525 h 10000"/>
                <a:gd name="connsiteX21-165" fmla="*/ 1477 w 10000"/>
                <a:gd name="connsiteY21-166" fmla="*/ 9233 h 10000"/>
                <a:gd name="connsiteX22-167" fmla="*/ 664 w 10000"/>
                <a:gd name="connsiteY22-168" fmla="*/ 9513 h 10000"/>
                <a:gd name="connsiteX23-169" fmla="*/ 95 w 10000"/>
                <a:gd name="connsiteY23-170" fmla="*/ 9513 h 10000"/>
                <a:gd name="connsiteX24-171" fmla="*/ 772 w 10000"/>
                <a:gd name="connsiteY24-172" fmla="*/ 8997 h 10000"/>
                <a:gd name="connsiteX25-173" fmla="*/ 1043 w 10000"/>
                <a:gd name="connsiteY25-174" fmla="*/ 8466 h 10000"/>
                <a:gd name="connsiteX26-175" fmla="*/ 1314 w 10000"/>
                <a:gd name="connsiteY26-176" fmla="*/ 8230 h 10000"/>
                <a:gd name="connsiteX27-177" fmla="*/ 556 w 10000"/>
                <a:gd name="connsiteY27-178" fmla="*/ 8525 h 10000"/>
                <a:gd name="connsiteX28-179" fmla="*/ 0 w 10000"/>
                <a:gd name="connsiteY28-180" fmla="*/ 9174 h 10000"/>
                <a:gd name="connsiteX0-181" fmla="*/ 2182 w 10000"/>
                <a:gd name="connsiteY0-182" fmla="*/ 8053 h 10000"/>
                <a:gd name="connsiteX1-183" fmla="*/ 3957 w 10000"/>
                <a:gd name="connsiteY1-184" fmla="*/ 7640 h 10000"/>
                <a:gd name="connsiteX2-185" fmla="*/ 5244 w 10000"/>
                <a:gd name="connsiteY2-186" fmla="*/ 5369 h 10000"/>
                <a:gd name="connsiteX3-187" fmla="*/ 5339 w 10000"/>
                <a:gd name="connsiteY3-188" fmla="*/ 3923 h 10000"/>
                <a:gd name="connsiteX4-189" fmla="*/ 7480 w 10000"/>
                <a:gd name="connsiteY4-190" fmla="*/ 1652 h 10000"/>
                <a:gd name="connsiteX5-191" fmla="*/ 9539 w 10000"/>
                <a:gd name="connsiteY5-192" fmla="*/ 0 h 10000"/>
                <a:gd name="connsiteX6-193" fmla="*/ 10000 w 10000"/>
                <a:gd name="connsiteY6-194" fmla="*/ 487 h 10000"/>
                <a:gd name="connsiteX7-195" fmla="*/ 9390 w 10000"/>
                <a:gd name="connsiteY7-196" fmla="*/ 619 h 10000"/>
                <a:gd name="connsiteX8-197" fmla="*/ 7940 w 10000"/>
                <a:gd name="connsiteY8-198" fmla="*/ 2448 h 10000"/>
                <a:gd name="connsiteX9-199" fmla="*/ 7344 w 10000"/>
                <a:gd name="connsiteY9-200" fmla="*/ 3097 h 10000"/>
                <a:gd name="connsiteX10-201" fmla="*/ 7344 w 10000"/>
                <a:gd name="connsiteY10-202" fmla="*/ 3525 h 10000"/>
                <a:gd name="connsiteX11-203" fmla="*/ 6491 w 10000"/>
                <a:gd name="connsiteY11-204" fmla="*/ 4410 h 10000"/>
                <a:gd name="connsiteX12-205" fmla="*/ 7344 w 10000"/>
                <a:gd name="connsiteY12-206" fmla="*/ 4690 h 10000"/>
                <a:gd name="connsiteX13-207" fmla="*/ 6030 w 10000"/>
                <a:gd name="connsiteY13-208" fmla="*/ 5649 h 10000"/>
                <a:gd name="connsiteX14-209" fmla="*/ 5840 w 10000"/>
                <a:gd name="connsiteY14-210" fmla="*/ 6696 h 10000"/>
                <a:gd name="connsiteX15-211" fmla="*/ 5352 w 10000"/>
                <a:gd name="connsiteY15-212" fmla="*/ 6932 h 10000"/>
                <a:gd name="connsiteX16-213" fmla="*/ 4444 w 10000"/>
                <a:gd name="connsiteY16-214" fmla="*/ 8053 h 10000"/>
                <a:gd name="connsiteX17-215" fmla="*/ 4173 w 10000"/>
                <a:gd name="connsiteY17-216" fmla="*/ 10000 h 10000"/>
                <a:gd name="connsiteX18-217" fmla="*/ 3740 w 10000"/>
                <a:gd name="connsiteY18-218" fmla="*/ 9115 h 10000"/>
                <a:gd name="connsiteX19-219" fmla="*/ 2710 w 10000"/>
                <a:gd name="connsiteY19-220" fmla="*/ 8997 h 10000"/>
                <a:gd name="connsiteX20-221" fmla="*/ 2182 w 10000"/>
                <a:gd name="connsiteY20-222" fmla="*/ 8525 h 10000"/>
                <a:gd name="connsiteX21-223" fmla="*/ 1477 w 10000"/>
                <a:gd name="connsiteY21-224" fmla="*/ 9233 h 10000"/>
                <a:gd name="connsiteX22-225" fmla="*/ 664 w 10000"/>
                <a:gd name="connsiteY22-226" fmla="*/ 9513 h 10000"/>
                <a:gd name="connsiteX23-227" fmla="*/ 95 w 10000"/>
                <a:gd name="connsiteY23-228" fmla="*/ 9513 h 10000"/>
                <a:gd name="connsiteX24-229" fmla="*/ 772 w 10000"/>
                <a:gd name="connsiteY24-230" fmla="*/ 8997 h 10000"/>
                <a:gd name="connsiteX25-231" fmla="*/ 1043 w 10000"/>
                <a:gd name="connsiteY25-232" fmla="*/ 8466 h 10000"/>
                <a:gd name="connsiteX26-233" fmla="*/ 556 w 10000"/>
                <a:gd name="connsiteY26-234" fmla="*/ 8525 h 10000"/>
                <a:gd name="connsiteX27-235" fmla="*/ 0 w 10000"/>
                <a:gd name="connsiteY27-236" fmla="*/ 9174 h 10000"/>
                <a:gd name="connsiteX0-237" fmla="*/ 3957 w 10000"/>
                <a:gd name="connsiteY0-238" fmla="*/ 7640 h 10000"/>
                <a:gd name="connsiteX1-239" fmla="*/ 5244 w 10000"/>
                <a:gd name="connsiteY1-240" fmla="*/ 5369 h 10000"/>
                <a:gd name="connsiteX2-241" fmla="*/ 5339 w 10000"/>
                <a:gd name="connsiteY2-242" fmla="*/ 3923 h 10000"/>
                <a:gd name="connsiteX3-243" fmla="*/ 7480 w 10000"/>
                <a:gd name="connsiteY3-244" fmla="*/ 1652 h 10000"/>
                <a:gd name="connsiteX4-245" fmla="*/ 9539 w 10000"/>
                <a:gd name="connsiteY4-246" fmla="*/ 0 h 10000"/>
                <a:gd name="connsiteX5-247" fmla="*/ 10000 w 10000"/>
                <a:gd name="connsiteY5-248" fmla="*/ 487 h 10000"/>
                <a:gd name="connsiteX6-249" fmla="*/ 9390 w 10000"/>
                <a:gd name="connsiteY6-250" fmla="*/ 619 h 10000"/>
                <a:gd name="connsiteX7-251" fmla="*/ 7940 w 10000"/>
                <a:gd name="connsiteY7-252" fmla="*/ 2448 h 10000"/>
                <a:gd name="connsiteX8-253" fmla="*/ 7344 w 10000"/>
                <a:gd name="connsiteY8-254" fmla="*/ 3097 h 10000"/>
                <a:gd name="connsiteX9-255" fmla="*/ 7344 w 10000"/>
                <a:gd name="connsiteY9-256" fmla="*/ 3525 h 10000"/>
                <a:gd name="connsiteX10-257" fmla="*/ 6491 w 10000"/>
                <a:gd name="connsiteY10-258" fmla="*/ 4410 h 10000"/>
                <a:gd name="connsiteX11-259" fmla="*/ 7344 w 10000"/>
                <a:gd name="connsiteY11-260" fmla="*/ 4690 h 10000"/>
                <a:gd name="connsiteX12-261" fmla="*/ 6030 w 10000"/>
                <a:gd name="connsiteY12-262" fmla="*/ 5649 h 10000"/>
                <a:gd name="connsiteX13-263" fmla="*/ 5840 w 10000"/>
                <a:gd name="connsiteY13-264" fmla="*/ 6696 h 10000"/>
                <a:gd name="connsiteX14-265" fmla="*/ 5352 w 10000"/>
                <a:gd name="connsiteY14-266" fmla="*/ 6932 h 10000"/>
                <a:gd name="connsiteX15-267" fmla="*/ 4444 w 10000"/>
                <a:gd name="connsiteY15-268" fmla="*/ 8053 h 10000"/>
                <a:gd name="connsiteX16-269" fmla="*/ 4173 w 10000"/>
                <a:gd name="connsiteY16-270" fmla="*/ 10000 h 10000"/>
                <a:gd name="connsiteX17-271" fmla="*/ 3740 w 10000"/>
                <a:gd name="connsiteY17-272" fmla="*/ 9115 h 10000"/>
                <a:gd name="connsiteX18-273" fmla="*/ 2710 w 10000"/>
                <a:gd name="connsiteY18-274" fmla="*/ 8997 h 10000"/>
                <a:gd name="connsiteX19-275" fmla="*/ 2182 w 10000"/>
                <a:gd name="connsiteY19-276" fmla="*/ 8525 h 10000"/>
                <a:gd name="connsiteX20-277" fmla="*/ 1477 w 10000"/>
                <a:gd name="connsiteY20-278" fmla="*/ 9233 h 10000"/>
                <a:gd name="connsiteX21-279" fmla="*/ 664 w 10000"/>
                <a:gd name="connsiteY21-280" fmla="*/ 9513 h 10000"/>
                <a:gd name="connsiteX22-281" fmla="*/ 95 w 10000"/>
                <a:gd name="connsiteY22-282" fmla="*/ 9513 h 10000"/>
                <a:gd name="connsiteX23-283" fmla="*/ 772 w 10000"/>
                <a:gd name="connsiteY23-284" fmla="*/ 8997 h 10000"/>
                <a:gd name="connsiteX24-285" fmla="*/ 1043 w 10000"/>
                <a:gd name="connsiteY24-286" fmla="*/ 8466 h 10000"/>
                <a:gd name="connsiteX25-287" fmla="*/ 556 w 10000"/>
                <a:gd name="connsiteY25-288" fmla="*/ 8525 h 10000"/>
                <a:gd name="connsiteX26-289" fmla="*/ 0 w 10000"/>
                <a:gd name="connsiteY26-290" fmla="*/ 9174 h 10000"/>
                <a:gd name="connsiteX0-291" fmla="*/ 3957 w 10000"/>
                <a:gd name="connsiteY0-292" fmla="*/ 7640 h 10000"/>
                <a:gd name="connsiteX1-293" fmla="*/ 5244 w 10000"/>
                <a:gd name="connsiteY1-294" fmla="*/ 5369 h 10000"/>
                <a:gd name="connsiteX2-295" fmla="*/ 5339 w 10000"/>
                <a:gd name="connsiteY2-296" fmla="*/ 3923 h 10000"/>
                <a:gd name="connsiteX3-297" fmla="*/ 7480 w 10000"/>
                <a:gd name="connsiteY3-298" fmla="*/ 1652 h 10000"/>
                <a:gd name="connsiteX4-299" fmla="*/ 9539 w 10000"/>
                <a:gd name="connsiteY4-300" fmla="*/ 0 h 10000"/>
                <a:gd name="connsiteX5-301" fmla="*/ 10000 w 10000"/>
                <a:gd name="connsiteY5-302" fmla="*/ 487 h 10000"/>
                <a:gd name="connsiteX6-303" fmla="*/ 9390 w 10000"/>
                <a:gd name="connsiteY6-304" fmla="*/ 619 h 10000"/>
                <a:gd name="connsiteX7-305" fmla="*/ 7940 w 10000"/>
                <a:gd name="connsiteY7-306" fmla="*/ 2448 h 10000"/>
                <a:gd name="connsiteX8-307" fmla="*/ 7344 w 10000"/>
                <a:gd name="connsiteY8-308" fmla="*/ 3097 h 10000"/>
                <a:gd name="connsiteX9-309" fmla="*/ 7344 w 10000"/>
                <a:gd name="connsiteY9-310" fmla="*/ 3525 h 10000"/>
                <a:gd name="connsiteX10-311" fmla="*/ 6491 w 10000"/>
                <a:gd name="connsiteY10-312" fmla="*/ 4410 h 10000"/>
                <a:gd name="connsiteX11-313" fmla="*/ 7344 w 10000"/>
                <a:gd name="connsiteY11-314" fmla="*/ 4690 h 10000"/>
                <a:gd name="connsiteX12-315" fmla="*/ 6030 w 10000"/>
                <a:gd name="connsiteY12-316" fmla="*/ 5649 h 10000"/>
                <a:gd name="connsiteX13-317" fmla="*/ 5840 w 10000"/>
                <a:gd name="connsiteY13-318" fmla="*/ 6696 h 10000"/>
                <a:gd name="connsiteX14-319" fmla="*/ 5352 w 10000"/>
                <a:gd name="connsiteY14-320" fmla="*/ 6932 h 10000"/>
                <a:gd name="connsiteX15-321" fmla="*/ 4444 w 10000"/>
                <a:gd name="connsiteY15-322" fmla="*/ 8053 h 10000"/>
                <a:gd name="connsiteX16-323" fmla="*/ 4173 w 10000"/>
                <a:gd name="connsiteY16-324" fmla="*/ 10000 h 10000"/>
                <a:gd name="connsiteX17-325" fmla="*/ 3740 w 10000"/>
                <a:gd name="connsiteY17-326" fmla="*/ 9115 h 10000"/>
                <a:gd name="connsiteX18-327" fmla="*/ 2710 w 10000"/>
                <a:gd name="connsiteY18-328" fmla="*/ 8997 h 10000"/>
                <a:gd name="connsiteX19-329" fmla="*/ 2182 w 10000"/>
                <a:gd name="connsiteY19-330" fmla="*/ 8525 h 10000"/>
                <a:gd name="connsiteX20-331" fmla="*/ 664 w 10000"/>
                <a:gd name="connsiteY20-332" fmla="*/ 9513 h 10000"/>
                <a:gd name="connsiteX21-333" fmla="*/ 95 w 10000"/>
                <a:gd name="connsiteY21-334" fmla="*/ 9513 h 10000"/>
                <a:gd name="connsiteX22-335" fmla="*/ 772 w 10000"/>
                <a:gd name="connsiteY22-336" fmla="*/ 8997 h 10000"/>
                <a:gd name="connsiteX23-337" fmla="*/ 1043 w 10000"/>
                <a:gd name="connsiteY23-338" fmla="*/ 8466 h 10000"/>
                <a:gd name="connsiteX24-339" fmla="*/ 556 w 10000"/>
                <a:gd name="connsiteY24-340" fmla="*/ 8525 h 10000"/>
                <a:gd name="connsiteX25-341" fmla="*/ 0 w 10000"/>
                <a:gd name="connsiteY25-342" fmla="*/ 9174 h 10000"/>
                <a:gd name="connsiteX0-343" fmla="*/ 3957 w 10000"/>
                <a:gd name="connsiteY0-344" fmla="*/ 7640 h 10000"/>
                <a:gd name="connsiteX1-345" fmla="*/ 5244 w 10000"/>
                <a:gd name="connsiteY1-346" fmla="*/ 5369 h 10000"/>
                <a:gd name="connsiteX2-347" fmla="*/ 5339 w 10000"/>
                <a:gd name="connsiteY2-348" fmla="*/ 3923 h 10000"/>
                <a:gd name="connsiteX3-349" fmla="*/ 7480 w 10000"/>
                <a:gd name="connsiteY3-350" fmla="*/ 1652 h 10000"/>
                <a:gd name="connsiteX4-351" fmla="*/ 9539 w 10000"/>
                <a:gd name="connsiteY4-352" fmla="*/ 0 h 10000"/>
                <a:gd name="connsiteX5-353" fmla="*/ 10000 w 10000"/>
                <a:gd name="connsiteY5-354" fmla="*/ 487 h 10000"/>
                <a:gd name="connsiteX6-355" fmla="*/ 9390 w 10000"/>
                <a:gd name="connsiteY6-356" fmla="*/ 619 h 10000"/>
                <a:gd name="connsiteX7-357" fmla="*/ 7940 w 10000"/>
                <a:gd name="connsiteY7-358" fmla="*/ 2448 h 10000"/>
                <a:gd name="connsiteX8-359" fmla="*/ 7344 w 10000"/>
                <a:gd name="connsiteY8-360" fmla="*/ 3097 h 10000"/>
                <a:gd name="connsiteX9-361" fmla="*/ 7344 w 10000"/>
                <a:gd name="connsiteY9-362" fmla="*/ 3525 h 10000"/>
                <a:gd name="connsiteX10-363" fmla="*/ 6491 w 10000"/>
                <a:gd name="connsiteY10-364" fmla="*/ 4410 h 10000"/>
                <a:gd name="connsiteX11-365" fmla="*/ 7344 w 10000"/>
                <a:gd name="connsiteY11-366" fmla="*/ 4690 h 10000"/>
                <a:gd name="connsiteX12-367" fmla="*/ 6030 w 10000"/>
                <a:gd name="connsiteY12-368" fmla="*/ 5649 h 10000"/>
                <a:gd name="connsiteX13-369" fmla="*/ 5840 w 10000"/>
                <a:gd name="connsiteY13-370" fmla="*/ 6696 h 10000"/>
                <a:gd name="connsiteX14-371" fmla="*/ 5352 w 10000"/>
                <a:gd name="connsiteY14-372" fmla="*/ 6932 h 10000"/>
                <a:gd name="connsiteX15-373" fmla="*/ 4444 w 10000"/>
                <a:gd name="connsiteY15-374" fmla="*/ 8053 h 10000"/>
                <a:gd name="connsiteX16-375" fmla="*/ 4173 w 10000"/>
                <a:gd name="connsiteY16-376" fmla="*/ 10000 h 10000"/>
                <a:gd name="connsiteX17-377" fmla="*/ 3740 w 10000"/>
                <a:gd name="connsiteY17-378" fmla="*/ 9115 h 10000"/>
                <a:gd name="connsiteX18-379" fmla="*/ 2710 w 10000"/>
                <a:gd name="connsiteY18-380" fmla="*/ 8997 h 10000"/>
                <a:gd name="connsiteX19-381" fmla="*/ 2182 w 10000"/>
                <a:gd name="connsiteY19-382" fmla="*/ 8525 h 10000"/>
                <a:gd name="connsiteX20-383" fmla="*/ 95 w 10000"/>
                <a:gd name="connsiteY20-384" fmla="*/ 9513 h 10000"/>
                <a:gd name="connsiteX21-385" fmla="*/ 772 w 10000"/>
                <a:gd name="connsiteY21-386" fmla="*/ 8997 h 10000"/>
                <a:gd name="connsiteX22-387" fmla="*/ 1043 w 10000"/>
                <a:gd name="connsiteY22-388" fmla="*/ 8466 h 10000"/>
                <a:gd name="connsiteX23-389" fmla="*/ 556 w 10000"/>
                <a:gd name="connsiteY23-390" fmla="*/ 8525 h 10000"/>
                <a:gd name="connsiteX24-391" fmla="*/ 0 w 10000"/>
                <a:gd name="connsiteY24-392" fmla="*/ 9174 h 10000"/>
                <a:gd name="connsiteX0-393" fmla="*/ 3957 w 10000"/>
                <a:gd name="connsiteY0-394" fmla="*/ 7640 h 10000"/>
                <a:gd name="connsiteX1-395" fmla="*/ 5244 w 10000"/>
                <a:gd name="connsiteY1-396" fmla="*/ 5369 h 10000"/>
                <a:gd name="connsiteX2-397" fmla="*/ 5339 w 10000"/>
                <a:gd name="connsiteY2-398" fmla="*/ 3923 h 10000"/>
                <a:gd name="connsiteX3-399" fmla="*/ 7480 w 10000"/>
                <a:gd name="connsiteY3-400" fmla="*/ 1652 h 10000"/>
                <a:gd name="connsiteX4-401" fmla="*/ 9539 w 10000"/>
                <a:gd name="connsiteY4-402" fmla="*/ 0 h 10000"/>
                <a:gd name="connsiteX5-403" fmla="*/ 10000 w 10000"/>
                <a:gd name="connsiteY5-404" fmla="*/ 487 h 10000"/>
                <a:gd name="connsiteX6-405" fmla="*/ 9390 w 10000"/>
                <a:gd name="connsiteY6-406" fmla="*/ 619 h 10000"/>
                <a:gd name="connsiteX7-407" fmla="*/ 7940 w 10000"/>
                <a:gd name="connsiteY7-408" fmla="*/ 2448 h 10000"/>
                <a:gd name="connsiteX8-409" fmla="*/ 7344 w 10000"/>
                <a:gd name="connsiteY8-410" fmla="*/ 3097 h 10000"/>
                <a:gd name="connsiteX9-411" fmla="*/ 7344 w 10000"/>
                <a:gd name="connsiteY9-412" fmla="*/ 3525 h 10000"/>
                <a:gd name="connsiteX10-413" fmla="*/ 6491 w 10000"/>
                <a:gd name="connsiteY10-414" fmla="*/ 4410 h 10000"/>
                <a:gd name="connsiteX11-415" fmla="*/ 7344 w 10000"/>
                <a:gd name="connsiteY11-416" fmla="*/ 4690 h 10000"/>
                <a:gd name="connsiteX12-417" fmla="*/ 6030 w 10000"/>
                <a:gd name="connsiteY12-418" fmla="*/ 5649 h 10000"/>
                <a:gd name="connsiteX13-419" fmla="*/ 5840 w 10000"/>
                <a:gd name="connsiteY13-420" fmla="*/ 6696 h 10000"/>
                <a:gd name="connsiteX14-421" fmla="*/ 5352 w 10000"/>
                <a:gd name="connsiteY14-422" fmla="*/ 6932 h 10000"/>
                <a:gd name="connsiteX15-423" fmla="*/ 4444 w 10000"/>
                <a:gd name="connsiteY15-424" fmla="*/ 8053 h 10000"/>
                <a:gd name="connsiteX16-425" fmla="*/ 4173 w 10000"/>
                <a:gd name="connsiteY16-426" fmla="*/ 10000 h 10000"/>
                <a:gd name="connsiteX17-427" fmla="*/ 3740 w 10000"/>
                <a:gd name="connsiteY17-428" fmla="*/ 9115 h 10000"/>
                <a:gd name="connsiteX18-429" fmla="*/ 2710 w 10000"/>
                <a:gd name="connsiteY18-430" fmla="*/ 8997 h 10000"/>
                <a:gd name="connsiteX19-431" fmla="*/ 2182 w 10000"/>
                <a:gd name="connsiteY19-432" fmla="*/ 8525 h 10000"/>
                <a:gd name="connsiteX20-433" fmla="*/ 95 w 10000"/>
                <a:gd name="connsiteY20-434" fmla="*/ 9513 h 10000"/>
                <a:gd name="connsiteX21-435" fmla="*/ 772 w 10000"/>
                <a:gd name="connsiteY21-436" fmla="*/ 8997 h 10000"/>
                <a:gd name="connsiteX22-437" fmla="*/ 556 w 10000"/>
                <a:gd name="connsiteY22-438" fmla="*/ 8525 h 10000"/>
                <a:gd name="connsiteX23-439" fmla="*/ 0 w 10000"/>
                <a:gd name="connsiteY23-440" fmla="*/ 9174 h 10000"/>
                <a:gd name="connsiteX0-441" fmla="*/ 3957 w 10000"/>
                <a:gd name="connsiteY0-442" fmla="*/ 7640 h 10000"/>
                <a:gd name="connsiteX1-443" fmla="*/ 5244 w 10000"/>
                <a:gd name="connsiteY1-444" fmla="*/ 5369 h 10000"/>
                <a:gd name="connsiteX2-445" fmla="*/ 5339 w 10000"/>
                <a:gd name="connsiteY2-446" fmla="*/ 3923 h 10000"/>
                <a:gd name="connsiteX3-447" fmla="*/ 7480 w 10000"/>
                <a:gd name="connsiteY3-448" fmla="*/ 1652 h 10000"/>
                <a:gd name="connsiteX4-449" fmla="*/ 9539 w 10000"/>
                <a:gd name="connsiteY4-450" fmla="*/ 0 h 10000"/>
                <a:gd name="connsiteX5-451" fmla="*/ 10000 w 10000"/>
                <a:gd name="connsiteY5-452" fmla="*/ 487 h 10000"/>
                <a:gd name="connsiteX6-453" fmla="*/ 9390 w 10000"/>
                <a:gd name="connsiteY6-454" fmla="*/ 619 h 10000"/>
                <a:gd name="connsiteX7-455" fmla="*/ 7940 w 10000"/>
                <a:gd name="connsiteY7-456" fmla="*/ 2448 h 10000"/>
                <a:gd name="connsiteX8-457" fmla="*/ 7344 w 10000"/>
                <a:gd name="connsiteY8-458" fmla="*/ 3097 h 10000"/>
                <a:gd name="connsiteX9-459" fmla="*/ 7344 w 10000"/>
                <a:gd name="connsiteY9-460" fmla="*/ 3525 h 10000"/>
                <a:gd name="connsiteX10-461" fmla="*/ 6491 w 10000"/>
                <a:gd name="connsiteY10-462" fmla="*/ 4410 h 10000"/>
                <a:gd name="connsiteX11-463" fmla="*/ 7344 w 10000"/>
                <a:gd name="connsiteY11-464" fmla="*/ 4690 h 10000"/>
                <a:gd name="connsiteX12-465" fmla="*/ 6030 w 10000"/>
                <a:gd name="connsiteY12-466" fmla="*/ 5649 h 10000"/>
                <a:gd name="connsiteX13-467" fmla="*/ 5840 w 10000"/>
                <a:gd name="connsiteY13-468" fmla="*/ 6696 h 10000"/>
                <a:gd name="connsiteX14-469" fmla="*/ 5352 w 10000"/>
                <a:gd name="connsiteY14-470" fmla="*/ 6932 h 10000"/>
                <a:gd name="connsiteX15-471" fmla="*/ 4444 w 10000"/>
                <a:gd name="connsiteY15-472" fmla="*/ 8053 h 10000"/>
                <a:gd name="connsiteX16-473" fmla="*/ 4173 w 10000"/>
                <a:gd name="connsiteY16-474" fmla="*/ 10000 h 10000"/>
                <a:gd name="connsiteX17-475" fmla="*/ 3740 w 10000"/>
                <a:gd name="connsiteY17-476" fmla="*/ 9115 h 10000"/>
                <a:gd name="connsiteX18-477" fmla="*/ 2710 w 10000"/>
                <a:gd name="connsiteY18-478" fmla="*/ 8997 h 10000"/>
                <a:gd name="connsiteX19-479" fmla="*/ 2182 w 10000"/>
                <a:gd name="connsiteY19-480" fmla="*/ 8525 h 10000"/>
                <a:gd name="connsiteX20-481" fmla="*/ 95 w 10000"/>
                <a:gd name="connsiteY20-482" fmla="*/ 9513 h 10000"/>
                <a:gd name="connsiteX21-483" fmla="*/ 772 w 10000"/>
                <a:gd name="connsiteY21-484" fmla="*/ 8997 h 10000"/>
                <a:gd name="connsiteX22-485" fmla="*/ 0 w 10000"/>
                <a:gd name="connsiteY22-486" fmla="*/ 9174 h 10000"/>
                <a:gd name="connsiteX0-487" fmla="*/ 3911 w 9954"/>
                <a:gd name="connsiteY0-488" fmla="*/ 7640 h 10000"/>
                <a:gd name="connsiteX1-489" fmla="*/ 5198 w 9954"/>
                <a:gd name="connsiteY1-490" fmla="*/ 5369 h 10000"/>
                <a:gd name="connsiteX2-491" fmla="*/ 5293 w 9954"/>
                <a:gd name="connsiteY2-492" fmla="*/ 3923 h 10000"/>
                <a:gd name="connsiteX3-493" fmla="*/ 7434 w 9954"/>
                <a:gd name="connsiteY3-494" fmla="*/ 1652 h 10000"/>
                <a:gd name="connsiteX4-495" fmla="*/ 9493 w 9954"/>
                <a:gd name="connsiteY4-496" fmla="*/ 0 h 10000"/>
                <a:gd name="connsiteX5-497" fmla="*/ 9954 w 9954"/>
                <a:gd name="connsiteY5-498" fmla="*/ 487 h 10000"/>
                <a:gd name="connsiteX6-499" fmla="*/ 9344 w 9954"/>
                <a:gd name="connsiteY6-500" fmla="*/ 619 h 10000"/>
                <a:gd name="connsiteX7-501" fmla="*/ 7894 w 9954"/>
                <a:gd name="connsiteY7-502" fmla="*/ 2448 h 10000"/>
                <a:gd name="connsiteX8-503" fmla="*/ 7298 w 9954"/>
                <a:gd name="connsiteY8-504" fmla="*/ 3097 h 10000"/>
                <a:gd name="connsiteX9-505" fmla="*/ 7298 w 9954"/>
                <a:gd name="connsiteY9-506" fmla="*/ 3525 h 10000"/>
                <a:gd name="connsiteX10-507" fmla="*/ 6445 w 9954"/>
                <a:gd name="connsiteY10-508" fmla="*/ 4410 h 10000"/>
                <a:gd name="connsiteX11-509" fmla="*/ 7298 w 9954"/>
                <a:gd name="connsiteY11-510" fmla="*/ 4690 h 10000"/>
                <a:gd name="connsiteX12-511" fmla="*/ 5984 w 9954"/>
                <a:gd name="connsiteY12-512" fmla="*/ 5649 h 10000"/>
                <a:gd name="connsiteX13-513" fmla="*/ 5794 w 9954"/>
                <a:gd name="connsiteY13-514" fmla="*/ 6696 h 10000"/>
                <a:gd name="connsiteX14-515" fmla="*/ 5306 w 9954"/>
                <a:gd name="connsiteY14-516" fmla="*/ 6932 h 10000"/>
                <a:gd name="connsiteX15-517" fmla="*/ 4398 w 9954"/>
                <a:gd name="connsiteY15-518" fmla="*/ 8053 h 10000"/>
                <a:gd name="connsiteX16-519" fmla="*/ 4127 w 9954"/>
                <a:gd name="connsiteY16-520" fmla="*/ 10000 h 10000"/>
                <a:gd name="connsiteX17-521" fmla="*/ 3694 w 9954"/>
                <a:gd name="connsiteY17-522" fmla="*/ 9115 h 10000"/>
                <a:gd name="connsiteX18-523" fmla="*/ 2664 w 9954"/>
                <a:gd name="connsiteY18-524" fmla="*/ 8997 h 10000"/>
                <a:gd name="connsiteX19-525" fmla="*/ 2136 w 9954"/>
                <a:gd name="connsiteY19-526" fmla="*/ 8525 h 10000"/>
                <a:gd name="connsiteX20-527" fmla="*/ 49 w 9954"/>
                <a:gd name="connsiteY20-528" fmla="*/ 9513 h 10000"/>
                <a:gd name="connsiteX21-529" fmla="*/ 726 w 9954"/>
                <a:gd name="connsiteY21-530" fmla="*/ 8997 h 10000"/>
                <a:gd name="connsiteX0-531" fmla="*/ 3200 w 9271"/>
                <a:gd name="connsiteY0-532" fmla="*/ 7640 h 10000"/>
                <a:gd name="connsiteX1-533" fmla="*/ 4493 w 9271"/>
                <a:gd name="connsiteY1-534" fmla="*/ 5369 h 10000"/>
                <a:gd name="connsiteX2-535" fmla="*/ 4588 w 9271"/>
                <a:gd name="connsiteY2-536" fmla="*/ 3923 h 10000"/>
                <a:gd name="connsiteX3-537" fmla="*/ 6739 w 9271"/>
                <a:gd name="connsiteY3-538" fmla="*/ 1652 h 10000"/>
                <a:gd name="connsiteX4-539" fmla="*/ 8808 w 9271"/>
                <a:gd name="connsiteY4-540" fmla="*/ 0 h 10000"/>
                <a:gd name="connsiteX5-541" fmla="*/ 9271 w 9271"/>
                <a:gd name="connsiteY5-542" fmla="*/ 487 h 10000"/>
                <a:gd name="connsiteX6-543" fmla="*/ 8658 w 9271"/>
                <a:gd name="connsiteY6-544" fmla="*/ 619 h 10000"/>
                <a:gd name="connsiteX7-545" fmla="*/ 7201 w 9271"/>
                <a:gd name="connsiteY7-546" fmla="*/ 2448 h 10000"/>
                <a:gd name="connsiteX8-547" fmla="*/ 6603 w 9271"/>
                <a:gd name="connsiteY8-548" fmla="*/ 3097 h 10000"/>
                <a:gd name="connsiteX9-549" fmla="*/ 6603 w 9271"/>
                <a:gd name="connsiteY9-550" fmla="*/ 3525 h 10000"/>
                <a:gd name="connsiteX10-551" fmla="*/ 5746 w 9271"/>
                <a:gd name="connsiteY10-552" fmla="*/ 4410 h 10000"/>
                <a:gd name="connsiteX11-553" fmla="*/ 6603 w 9271"/>
                <a:gd name="connsiteY11-554" fmla="*/ 4690 h 10000"/>
                <a:gd name="connsiteX12-555" fmla="*/ 5283 w 9271"/>
                <a:gd name="connsiteY12-556" fmla="*/ 5649 h 10000"/>
                <a:gd name="connsiteX13-557" fmla="*/ 5092 w 9271"/>
                <a:gd name="connsiteY13-558" fmla="*/ 6696 h 10000"/>
                <a:gd name="connsiteX14-559" fmla="*/ 4602 w 9271"/>
                <a:gd name="connsiteY14-560" fmla="*/ 6932 h 10000"/>
                <a:gd name="connsiteX15-561" fmla="*/ 3689 w 9271"/>
                <a:gd name="connsiteY15-562" fmla="*/ 8053 h 10000"/>
                <a:gd name="connsiteX16-563" fmla="*/ 3417 w 9271"/>
                <a:gd name="connsiteY16-564" fmla="*/ 10000 h 10000"/>
                <a:gd name="connsiteX17-565" fmla="*/ 2982 w 9271"/>
                <a:gd name="connsiteY17-566" fmla="*/ 9115 h 10000"/>
                <a:gd name="connsiteX18-567" fmla="*/ 1947 w 9271"/>
                <a:gd name="connsiteY18-568" fmla="*/ 8997 h 10000"/>
                <a:gd name="connsiteX19-569" fmla="*/ 1417 w 9271"/>
                <a:gd name="connsiteY19-570" fmla="*/ 8525 h 10000"/>
                <a:gd name="connsiteX20-571" fmla="*/ 0 w 9271"/>
                <a:gd name="connsiteY20-572" fmla="*/ 8997 h 10000"/>
                <a:gd name="connsiteX0-573" fmla="*/ 1924 w 8472"/>
                <a:gd name="connsiteY0-574" fmla="*/ 7640 h 10000"/>
                <a:gd name="connsiteX1-575" fmla="*/ 3318 w 8472"/>
                <a:gd name="connsiteY1-576" fmla="*/ 5369 h 10000"/>
                <a:gd name="connsiteX2-577" fmla="*/ 3421 w 8472"/>
                <a:gd name="connsiteY2-578" fmla="*/ 3923 h 10000"/>
                <a:gd name="connsiteX3-579" fmla="*/ 5741 w 8472"/>
                <a:gd name="connsiteY3-580" fmla="*/ 1652 h 10000"/>
                <a:gd name="connsiteX4-581" fmla="*/ 7973 w 8472"/>
                <a:gd name="connsiteY4-582" fmla="*/ 0 h 10000"/>
                <a:gd name="connsiteX5-583" fmla="*/ 8472 w 8472"/>
                <a:gd name="connsiteY5-584" fmla="*/ 487 h 10000"/>
                <a:gd name="connsiteX6-585" fmla="*/ 7811 w 8472"/>
                <a:gd name="connsiteY6-586" fmla="*/ 619 h 10000"/>
                <a:gd name="connsiteX7-587" fmla="*/ 6239 w 8472"/>
                <a:gd name="connsiteY7-588" fmla="*/ 2448 h 10000"/>
                <a:gd name="connsiteX8-589" fmla="*/ 5594 w 8472"/>
                <a:gd name="connsiteY8-590" fmla="*/ 3097 h 10000"/>
                <a:gd name="connsiteX9-591" fmla="*/ 5594 w 8472"/>
                <a:gd name="connsiteY9-592" fmla="*/ 3525 h 10000"/>
                <a:gd name="connsiteX10-593" fmla="*/ 4670 w 8472"/>
                <a:gd name="connsiteY10-594" fmla="*/ 4410 h 10000"/>
                <a:gd name="connsiteX11-595" fmla="*/ 5594 w 8472"/>
                <a:gd name="connsiteY11-596" fmla="*/ 4690 h 10000"/>
                <a:gd name="connsiteX12-597" fmla="*/ 4170 w 8472"/>
                <a:gd name="connsiteY12-598" fmla="*/ 5649 h 10000"/>
                <a:gd name="connsiteX13-599" fmla="*/ 3964 w 8472"/>
                <a:gd name="connsiteY13-600" fmla="*/ 6696 h 10000"/>
                <a:gd name="connsiteX14-601" fmla="*/ 3436 w 8472"/>
                <a:gd name="connsiteY14-602" fmla="*/ 6932 h 10000"/>
                <a:gd name="connsiteX15-603" fmla="*/ 2451 w 8472"/>
                <a:gd name="connsiteY15-604" fmla="*/ 8053 h 10000"/>
                <a:gd name="connsiteX16-605" fmla="*/ 2158 w 8472"/>
                <a:gd name="connsiteY16-606" fmla="*/ 10000 h 10000"/>
                <a:gd name="connsiteX17-607" fmla="*/ 1688 w 8472"/>
                <a:gd name="connsiteY17-608" fmla="*/ 9115 h 10000"/>
                <a:gd name="connsiteX18-609" fmla="*/ 572 w 8472"/>
                <a:gd name="connsiteY18-610" fmla="*/ 8997 h 10000"/>
                <a:gd name="connsiteX19-611" fmla="*/ 0 w 8472"/>
                <a:gd name="connsiteY19-612" fmla="*/ 8525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</a:cxnLst>
              <a:rect l="l" t="t" r="r" b="b"/>
              <a:pathLst>
                <a:path w="8472" h="10000">
                  <a:moveTo>
                    <a:pt x="1924" y="7640"/>
                  </a:moveTo>
                  <a:lnTo>
                    <a:pt x="3318" y="5369"/>
                  </a:lnTo>
                  <a:cubicBezTo>
                    <a:pt x="3353" y="4887"/>
                    <a:pt x="3386" y="4405"/>
                    <a:pt x="3421" y="3923"/>
                  </a:cubicBezTo>
                  <a:lnTo>
                    <a:pt x="5741" y="1652"/>
                  </a:lnTo>
                  <a:lnTo>
                    <a:pt x="7973" y="0"/>
                  </a:lnTo>
                  <a:lnTo>
                    <a:pt x="8472" y="487"/>
                  </a:lnTo>
                  <a:lnTo>
                    <a:pt x="7811" y="619"/>
                  </a:lnTo>
                  <a:lnTo>
                    <a:pt x="6239" y="2448"/>
                  </a:lnTo>
                  <a:lnTo>
                    <a:pt x="5594" y="3097"/>
                  </a:lnTo>
                  <a:lnTo>
                    <a:pt x="5594" y="3525"/>
                  </a:lnTo>
                  <a:lnTo>
                    <a:pt x="4670" y="4410"/>
                  </a:lnTo>
                  <a:lnTo>
                    <a:pt x="5594" y="4690"/>
                  </a:lnTo>
                  <a:lnTo>
                    <a:pt x="4170" y="5649"/>
                  </a:lnTo>
                  <a:cubicBezTo>
                    <a:pt x="4101" y="5998"/>
                    <a:pt x="4032" y="6347"/>
                    <a:pt x="3964" y="6696"/>
                  </a:cubicBezTo>
                  <a:lnTo>
                    <a:pt x="3436" y="6932"/>
                  </a:lnTo>
                  <a:lnTo>
                    <a:pt x="2451" y="8053"/>
                  </a:lnTo>
                  <a:cubicBezTo>
                    <a:pt x="2354" y="8702"/>
                    <a:pt x="2255" y="9351"/>
                    <a:pt x="2158" y="10000"/>
                  </a:cubicBezTo>
                  <a:lnTo>
                    <a:pt x="1688" y="9115"/>
                  </a:lnTo>
                  <a:lnTo>
                    <a:pt x="572" y="8997"/>
                  </a:lnTo>
                  <a:lnTo>
                    <a:pt x="0" y="8525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4" name="直接连接符 13"/>
            <p:cNvCxnSpPr>
              <a:stCxn id="13" idx="4"/>
              <a:endCxn id="36" idx="2"/>
            </p:cNvCxnSpPr>
            <p:nvPr/>
          </p:nvCxnSpPr>
          <p:spPr>
            <a:xfrm flipV="1">
              <a:off x="2306286" y="4312179"/>
              <a:ext cx="5521" cy="642332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ïṥľîďê"/>
            <p:cNvGrpSpPr/>
            <p:nvPr/>
          </p:nvGrpSpPr>
          <p:grpSpPr>
            <a:xfrm>
              <a:off x="1142939" y="3138661"/>
              <a:ext cx="2337736" cy="1729499"/>
              <a:chOff x="1519832" y="2821715"/>
              <a:chExt cx="2337736" cy="1729499"/>
            </a:xfrm>
          </p:grpSpPr>
          <p:grpSp>
            <p:nvGrpSpPr>
              <p:cNvPr id="33" name="íśľîdê"/>
              <p:cNvGrpSpPr/>
              <p:nvPr/>
            </p:nvGrpSpPr>
            <p:grpSpPr>
              <a:xfrm>
                <a:off x="1519832" y="2821715"/>
                <a:ext cx="2337736" cy="1173518"/>
                <a:chOff x="1519832" y="2638015"/>
                <a:chExt cx="2337736" cy="1173518"/>
              </a:xfrm>
            </p:grpSpPr>
            <p:sp>
              <p:nvSpPr>
                <p:cNvPr id="35" name="ïṡ1iḋé"/>
                <p:cNvSpPr txBox="1"/>
                <p:nvPr/>
              </p:nvSpPr>
              <p:spPr bwMode="auto">
                <a:xfrm>
                  <a:off x="1519832" y="2638015"/>
                  <a:ext cx="2337736" cy="4696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>
                  <a:norm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rPr>
                    <a:t>Text here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6" name="ïsļîḑe"/>
                <p:cNvSpPr/>
                <p:nvPr/>
              </p:nvSpPr>
              <p:spPr bwMode="auto">
                <a:xfrm>
                  <a:off x="1519832" y="3107647"/>
                  <a:ext cx="2337736" cy="7038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rPr>
                    <a:t>Supporting text here.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  <a:p>
                  <a:pPr marL="0" marR="0" lvl="0" indent="0" algn="ctr" defTabSz="913765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rPr>
                    <a:t>.……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34" name="íŝḻïdé"/>
              <p:cNvSpPr txBox="1"/>
              <p:nvPr/>
            </p:nvSpPr>
            <p:spPr bwMode="auto">
              <a:xfrm>
                <a:off x="2029656" y="4081584"/>
                <a:ext cx="1318088" cy="4696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2015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cxnSp>
          <p:nvCxnSpPr>
            <p:cNvPr id="16" name="直接连接符 15"/>
            <p:cNvCxnSpPr>
              <a:stCxn id="8" idx="27"/>
              <a:endCxn id="32" idx="2"/>
            </p:cNvCxnSpPr>
            <p:nvPr/>
          </p:nvCxnSpPr>
          <p:spPr>
            <a:xfrm flipV="1">
              <a:off x="4600991" y="3492662"/>
              <a:ext cx="13393" cy="972382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iṩḷîḋé"/>
            <p:cNvGrpSpPr/>
            <p:nvPr/>
          </p:nvGrpSpPr>
          <p:grpSpPr>
            <a:xfrm>
              <a:off x="3445516" y="2319144"/>
              <a:ext cx="2337736" cy="1872591"/>
              <a:chOff x="3588866" y="2319144"/>
              <a:chExt cx="2337736" cy="1872591"/>
            </a:xfrm>
          </p:grpSpPr>
          <p:sp>
            <p:nvSpPr>
              <p:cNvPr id="29" name="ïṡḻïḓé"/>
              <p:cNvSpPr txBox="1"/>
              <p:nvPr/>
            </p:nvSpPr>
            <p:spPr bwMode="auto">
              <a:xfrm>
                <a:off x="4102709" y="3722105"/>
                <a:ext cx="1318088" cy="4696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2016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30" name="išļïde"/>
              <p:cNvGrpSpPr/>
              <p:nvPr/>
            </p:nvGrpSpPr>
            <p:grpSpPr>
              <a:xfrm>
                <a:off x="3588866" y="2319144"/>
                <a:ext cx="2337736" cy="1173518"/>
                <a:chOff x="3588866" y="1648938"/>
                <a:chExt cx="2337736" cy="1173518"/>
              </a:xfrm>
            </p:grpSpPr>
            <p:sp>
              <p:nvSpPr>
                <p:cNvPr id="31" name="iṩľidè"/>
                <p:cNvSpPr txBox="1"/>
                <p:nvPr/>
              </p:nvSpPr>
              <p:spPr bwMode="auto">
                <a:xfrm>
                  <a:off x="3588866" y="1648938"/>
                  <a:ext cx="2337736" cy="4696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>
                  <a:norm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rPr>
                    <a:t>Text here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" name="îSľïḑê"/>
                <p:cNvSpPr/>
                <p:nvPr/>
              </p:nvSpPr>
              <p:spPr bwMode="auto">
                <a:xfrm>
                  <a:off x="3588866" y="2118570"/>
                  <a:ext cx="2337736" cy="7038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rPr>
                    <a:t>Supporting text here.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  <a:p>
                  <a:pPr marL="0" marR="0" lvl="0" indent="0" algn="ctr" defTabSz="913765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rPr>
                    <a:t>.……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cxnSp>
          <p:nvCxnSpPr>
            <p:cNvPr id="18" name="直接连接符 17"/>
            <p:cNvCxnSpPr>
              <a:stCxn id="10" idx="19"/>
              <a:endCxn id="28" idx="2"/>
            </p:cNvCxnSpPr>
            <p:nvPr/>
          </p:nvCxnSpPr>
          <p:spPr>
            <a:xfrm flipV="1">
              <a:off x="7328574" y="3302106"/>
              <a:ext cx="792" cy="1404716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íṧḻïḋé"/>
            <p:cNvGrpSpPr/>
            <p:nvPr/>
          </p:nvGrpSpPr>
          <p:grpSpPr>
            <a:xfrm>
              <a:off x="6160498" y="2128588"/>
              <a:ext cx="2337736" cy="2066463"/>
              <a:chOff x="6801840" y="2357868"/>
              <a:chExt cx="2337736" cy="2066463"/>
            </a:xfrm>
          </p:grpSpPr>
          <p:sp>
            <p:nvSpPr>
              <p:cNvPr id="25" name="íṡḷíďè"/>
              <p:cNvSpPr txBox="1"/>
              <p:nvPr/>
            </p:nvSpPr>
            <p:spPr bwMode="auto">
              <a:xfrm>
                <a:off x="7318238" y="3954701"/>
                <a:ext cx="1318088" cy="4696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2017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26" name="íŝḷîḋê"/>
              <p:cNvGrpSpPr/>
              <p:nvPr/>
            </p:nvGrpSpPr>
            <p:grpSpPr>
              <a:xfrm>
                <a:off x="6801840" y="2357868"/>
                <a:ext cx="2337736" cy="1173518"/>
                <a:chOff x="6624166" y="1648938"/>
                <a:chExt cx="2337736" cy="1173518"/>
              </a:xfrm>
            </p:grpSpPr>
            <p:sp>
              <p:nvSpPr>
                <p:cNvPr id="27" name="iṧlïďé"/>
                <p:cNvSpPr txBox="1"/>
                <p:nvPr/>
              </p:nvSpPr>
              <p:spPr bwMode="auto">
                <a:xfrm>
                  <a:off x="6624166" y="1648938"/>
                  <a:ext cx="2337736" cy="4696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>
                  <a:norm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rPr>
                    <a:t>Text here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8" name="ï$líḍê"/>
                <p:cNvSpPr/>
                <p:nvPr/>
              </p:nvSpPr>
              <p:spPr bwMode="auto">
                <a:xfrm>
                  <a:off x="6624166" y="2118570"/>
                  <a:ext cx="2337736" cy="7038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rPr>
                    <a:t>Supporting text here.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  <a:p>
                  <a:pPr marL="0" marR="0" lvl="0" indent="0" algn="ctr" defTabSz="913765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rPr>
                    <a:t>.……</a:t>
                  </a:r>
                  <a:endPara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cxnSp>
          <p:nvCxnSpPr>
            <p:cNvPr id="20" name="直接连接符 19"/>
            <p:cNvCxnSpPr>
              <a:stCxn id="11" idx="16"/>
              <a:endCxn id="24" idx="2"/>
            </p:cNvCxnSpPr>
            <p:nvPr/>
          </p:nvCxnSpPr>
          <p:spPr>
            <a:xfrm flipH="1" flipV="1">
              <a:off x="9372356" y="2316518"/>
              <a:ext cx="310" cy="1624621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îšḷíḓé"/>
            <p:cNvSpPr txBox="1"/>
            <p:nvPr/>
          </p:nvSpPr>
          <p:spPr bwMode="auto">
            <a:xfrm>
              <a:off x="8713312" y="2870855"/>
              <a:ext cx="1318088" cy="4696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2018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22" name="ísḻïďé"/>
            <p:cNvGrpSpPr/>
            <p:nvPr/>
          </p:nvGrpSpPr>
          <p:grpSpPr>
            <a:xfrm>
              <a:off x="8203488" y="1143000"/>
              <a:ext cx="2337736" cy="1173518"/>
              <a:chOff x="7856066" y="1130300"/>
              <a:chExt cx="2337736" cy="1173518"/>
            </a:xfrm>
          </p:grpSpPr>
          <p:sp>
            <p:nvSpPr>
              <p:cNvPr id="23" name="íš1íḓé"/>
              <p:cNvSpPr txBox="1"/>
              <p:nvPr/>
            </p:nvSpPr>
            <p:spPr bwMode="auto">
              <a:xfrm>
                <a:off x="7856066" y="1130300"/>
                <a:ext cx="2337736" cy="46963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" name="îṡliḍé"/>
              <p:cNvSpPr/>
              <p:nvPr/>
            </p:nvSpPr>
            <p:spPr bwMode="auto">
              <a:xfrm>
                <a:off x="7856066" y="1599932"/>
                <a:ext cx="2337736" cy="703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Supporting text here.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.……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66dfd7e-daf7-4158-a6ac-93997a64ed5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51000" y="1130300"/>
            <a:ext cx="10867902" cy="5016500"/>
            <a:chOff x="651000" y="1130300"/>
            <a:chExt cx="10867902" cy="5016500"/>
          </a:xfrm>
        </p:grpSpPr>
        <p:grpSp>
          <p:nvGrpSpPr>
            <p:cNvPr id="6" name="ïŝlíde"/>
            <p:cNvGrpSpPr/>
            <p:nvPr/>
          </p:nvGrpSpPr>
          <p:grpSpPr>
            <a:xfrm>
              <a:off x="3851174" y="2819401"/>
              <a:ext cx="4489654" cy="1654819"/>
              <a:chOff x="3276180" y="2756199"/>
              <a:chExt cx="5639641" cy="2078686"/>
            </a:xfrm>
          </p:grpSpPr>
          <p:sp>
            <p:nvSpPr>
              <p:cNvPr id="22" name="îSlíďè"/>
              <p:cNvSpPr/>
              <p:nvPr/>
            </p:nvSpPr>
            <p:spPr bwMode="auto">
              <a:xfrm rot="5400000">
                <a:off x="7870207" y="3789271"/>
                <a:ext cx="1359719" cy="731509"/>
              </a:xfrm>
              <a:custGeom>
                <a:avLst/>
                <a:gdLst>
                  <a:gd name="T0" fmla="*/ 462 w 920"/>
                  <a:gd name="T1" fmla="*/ 0 h 396"/>
                  <a:gd name="T2" fmla="*/ 0 w 920"/>
                  <a:gd name="T3" fmla="*/ 396 h 396"/>
                  <a:gd name="T4" fmla="*/ 462 w 920"/>
                  <a:gd name="T5" fmla="*/ 396 h 396"/>
                  <a:gd name="T6" fmla="*/ 920 w 920"/>
                  <a:gd name="T7" fmla="*/ 396 h 396"/>
                  <a:gd name="T8" fmla="*/ 462 w 920"/>
                  <a:gd name="T9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0" h="396">
                    <a:moveTo>
                      <a:pt x="462" y="0"/>
                    </a:moveTo>
                    <a:lnTo>
                      <a:pt x="0" y="396"/>
                    </a:lnTo>
                    <a:lnTo>
                      <a:pt x="462" y="396"/>
                    </a:lnTo>
                    <a:lnTo>
                      <a:pt x="920" y="396"/>
                    </a:lnTo>
                    <a:lnTo>
                      <a:pt x="462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 anchorCtr="1">
                <a:normAutofit/>
              </a:bodyPr>
              <a:lstStyle/>
              <a:p>
                <a:pPr algn="ctr"/>
                <a:endParaRPr dirty="0"/>
              </a:p>
            </p:txBody>
          </p:sp>
          <p:sp>
            <p:nvSpPr>
              <p:cNvPr id="23" name="iŝľïḍé"/>
              <p:cNvSpPr/>
              <p:nvPr/>
            </p:nvSpPr>
            <p:spPr bwMode="auto">
              <a:xfrm>
                <a:off x="5209338" y="3778665"/>
                <a:ext cx="2974975" cy="720725"/>
              </a:xfrm>
              <a:custGeom>
                <a:avLst/>
                <a:gdLst>
                  <a:gd name="T0" fmla="*/ 1874 w 1874"/>
                  <a:gd name="T1" fmla="*/ 454 h 454"/>
                  <a:gd name="T2" fmla="*/ 1874 w 1874"/>
                  <a:gd name="T3" fmla="*/ 229 h 454"/>
                  <a:gd name="T4" fmla="*/ 1874 w 1874"/>
                  <a:gd name="T5" fmla="*/ 0 h 454"/>
                  <a:gd name="T6" fmla="*/ 1222 w 1874"/>
                  <a:gd name="T7" fmla="*/ 0 h 454"/>
                  <a:gd name="T8" fmla="*/ 1222 w 1874"/>
                  <a:gd name="T9" fmla="*/ 0 h 454"/>
                  <a:gd name="T10" fmla="*/ 444 w 1874"/>
                  <a:gd name="T11" fmla="*/ 0 h 454"/>
                  <a:gd name="T12" fmla="*/ 0 w 1874"/>
                  <a:gd name="T13" fmla="*/ 454 h 454"/>
                  <a:gd name="T14" fmla="*/ 1874 w 1874"/>
                  <a:gd name="T15" fmla="*/ 454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74" h="454">
                    <a:moveTo>
                      <a:pt x="1874" y="454"/>
                    </a:moveTo>
                    <a:lnTo>
                      <a:pt x="1874" y="229"/>
                    </a:lnTo>
                    <a:lnTo>
                      <a:pt x="1874" y="0"/>
                    </a:lnTo>
                    <a:lnTo>
                      <a:pt x="1222" y="0"/>
                    </a:lnTo>
                    <a:lnTo>
                      <a:pt x="1222" y="0"/>
                    </a:lnTo>
                    <a:lnTo>
                      <a:pt x="444" y="0"/>
                    </a:lnTo>
                    <a:lnTo>
                      <a:pt x="0" y="454"/>
                    </a:lnTo>
                    <a:lnTo>
                      <a:pt x="1874" y="45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r"/>
                <a:r>
                  <a:rPr lang="en-US" altLang="zh-CN" b="1" dirty="0"/>
                  <a:t>Text here</a:t>
                </a:r>
                <a:endParaRPr lang="zh-CN" altLang="en-US" b="1" dirty="0"/>
              </a:p>
            </p:txBody>
          </p:sp>
          <p:sp>
            <p:nvSpPr>
              <p:cNvPr id="24" name="ïṡļíḓe"/>
              <p:cNvSpPr/>
              <p:nvPr/>
            </p:nvSpPr>
            <p:spPr bwMode="auto">
              <a:xfrm>
                <a:off x="4007689" y="3053786"/>
                <a:ext cx="3185274" cy="720725"/>
              </a:xfrm>
              <a:custGeom>
                <a:avLst/>
                <a:gdLst>
                  <a:gd name="T0" fmla="*/ 2085 w 2085"/>
                  <a:gd name="T1" fmla="*/ 454 h 454"/>
                  <a:gd name="T2" fmla="*/ 1641 w 2085"/>
                  <a:gd name="T3" fmla="*/ 0 h 454"/>
                  <a:gd name="T4" fmla="*/ 0 w 2085"/>
                  <a:gd name="T5" fmla="*/ 0 h 454"/>
                  <a:gd name="T6" fmla="*/ 0 w 2085"/>
                  <a:gd name="T7" fmla="*/ 227 h 454"/>
                  <a:gd name="T8" fmla="*/ 0 w 2085"/>
                  <a:gd name="T9" fmla="*/ 454 h 454"/>
                  <a:gd name="T10" fmla="*/ 2085 w 2085"/>
                  <a:gd name="T11" fmla="*/ 454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85" h="454">
                    <a:moveTo>
                      <a:pt x="2085" y="454"/>
                    </a:moveTo>
                    <a:lnTo>
                      <a:pt x="1641" y="0"/>
                    </a:lnTo>
                    <a:lnTo>
                      <a:pt x="0" y="0"/>
                    </a:lnTo>
                    <a:lnTo>
                      <a:pt x="0" y="227"/>
                    </a:lnTo>
                    <a:lnTo>
                      <a:pt x="0" y="454"/>
                    </a:lnTo>
                    <a:lnTo>
                      <a:pt x="2085" y="454"/>
                    </a:lnTo>
                    <a:close/>
                  </a:path>
                </a:pathLst>
              </a:custGeom>
              <a:solidFill>
                <a:srgbClr val="BC36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r>
                  <a:rPr lang="en-US" altLang="zh-CN" b="1" dirty="0">
                    <a:solidFill>
                      <a:schemeClr val="bg1"/>
                    </a:solidFill>
                  </a:rPr>
                  <a:t>Text here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ïślíḑé"/>
              <p:cNvSpPr/>
              <p:nvPr/>
            </p:nvSpPr>
            <p:spPr bwMode="auto">
              <a:xfrm rot="5400000">
                <a:off x="2965031" y="3067348"/>
                <a:ext cx="1353808" cy="731509"/>
              </a:xfrm>
              <a:custGeom>
                <a:avLst/>
                <a:gdLst>
                  <a:gd name="T0" fmla="*/ 916 w 916"/>
                  <a:gd name="T1" fmla="*/ 0 h 396"/>
                  <a:gd name="T2" fmla="*/ 689 w 916"/>
                  <a:gd name="T3" fmla="*/ 0 h 396"/>
                  <a:gd name="T4" fmla="*/ 458 w 916"/>
                  <a:gd name="T5" fmla="*/ 0 h 396"/>
                  <a:gd name="T6" fmla="*/ 227 w 916"/>
                  <a:gd name="T7" fmla="*/ 0 h 396"/>
                  <a:gd name="T8" fmla="*/ 0 w 916"/>
                  <a:gd name="T9" fmla="*/ 0 h 396"/>
                  <a:gd name="T10" fmla="*/ 458 w 916"/>
                  <a:gd name="T11" fmla="*/ 396 h 396"/>
                  <a:gd name="T12" fmla="*/ 916 w 916"/>
                  <a:gd name="T13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6" h="396">
                    <a:moveTo>
                      <a:pt x="916" y="0"/>
                    </a:moveTo>
                    <a:lnTo>
                      <a:pt x="689" y="0"/>
                    </a:lnTo>
                    <a:lnTo>
                      <a:pt x="458" y="0"/>
                    </a:lnTo>
                    <a:lnTo>
                      <a:pt x="227" y="0"/>
                    </a:lnTo>
                    <a:lnTo>
                      <a:pt x="0" y="0"/>
                    </a:lnTo>
                    <a:lnTo>
                      <a:pt x="458" y="396"/>
                    </a:lnTo>
                    <a:lnTo>
                      <a:pt x="9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square" lIns="91440" tIns="45720" rIns="91440" bIns="45720" anchor="ctr" anchorCtr="1">
                <a:normAutofit/>
              </a:bodyPr>
              <a:lstStyle/>
              <a:p>
                <a:pPr algn="ctr"/>
              </a:p>
            </p:txBody>
          </p:sp>
        </p:grpSp>
        <p:sp>
          <p:nvSpPr>
            <p:cNvPr id="7" name="îšliḍê"/>
            <p:cNvSpPr txBox="1"/>
            <p:nvPr/>
          </p:nvSpPr>
          <p:spPr>
            <a:xfrm>
              <a:off x="673099" y="1130300"/>
              <a:ext cx="10845800" cy="5819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anchor="ctr" anchorCtr="0">
              <a:normAutofit/>
            </a:bodyPr>
            <a:lstStyle/>
            <a:p>
              <a:pPr algn="ctr">
                <a:buSzPct val="25000"/>
              </a:pPr>
              <a:r>
                <a:rPr lang="en-US" sz="2400" dirty="0"/>
                <a:t>Unified fonts make reading more fluent.</a:t>
              </a:r>
              <a:endParaRPr lang="en-US" sz="2400" dirty="0"/>
            </a:p>
          </p:txBody>
        </p:sp>
        <p:grpSp>
          <p:nvGrpSpPr>
            <p:cNvPr id="8" name="ïṡlídè"/>
            <p:cNvGrpSpPr/>
            <p:nvPr/>
          </p:nvGrpSpPr>
          <p:grpSpPr>
            <a:xfrm>
              <a:off x="673100" y="2344050"/>
              <a:ext cx="3127900" cy="1017430"/>
              <a:chOff x="8661000" y="1781570"/>
              <a:chExt cx="2295000" cy="1017430"/>
            </a:xfrm>
          </p:grpSpPr>
          <p:sp>
            <p:nvSpPr>
              <p:cNvPr id="20" name="ïŝľíḓê"/>
              <p:cNvSpPr txBox="1"/>
              <p:nvPr/>
            </p:nvSpPr>
            <p:spPr>
              <a:xfrm>
                <a:off x="8661000" y="1781570"/>
                <a:ext cx="2295000" cy="39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t" anchorCtr="0">
                <a:normAutofit lnSpcReduction="10000"/>
              </a:bodyPr>
              <a:lstStyle/>
              <a:p>
                <a:pPr>
                  <a:buSzPct val="25000"/>
                </a:pPr>
                <a:r>
                  <a:rPr lang="de-DE" sz="2000" b="1" dirty="0"/>
                  <a:t>Text here</a:t>
                </a:r>
                <a:endParaRPr lang="de-DE" sz="2000" b="1" dirty="0"/>
              </a:p>
            </p:txBody>
          </p:sp>
          <p:sp>
            <p:nvSpPr>
              <p:cNvPr id="21" name="ís1îḓé"/>
              <p:cNvSpPr txBox="1"/>
              <p:nvPr/>
            </p:nvSpPr>
            <p:spPr>
              <a:xfrm>
                <a:off x="8661000" y="2174082"/>
                <a:ext cx="229500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buSzPct val="25000"/>
                </a:pPr>
                <a:r>
                  <a:rPr lang="en-US" sz="1200" dirty="0"/>
                  <a:t>Copy paste fonts. Choose the only option to retain text.…</a:t>
                </a:r>
                <a:r>
                  <a:rPr lang="de-DE" sz="1200" dirty="0"/>
                  <a:t>.</a:t>
                </a:r>
                <a:endParaRPr lang="de-DE" sz="1200" dirty="0"/>
              </a:p>
            </p:txBody>
          </p:sp>
        </p:grpSp>
        <p:sp>
          <p:nvSpPr>
            <p:cNvPr id="9" name="îsḷïḑé"/>
            <p:cNvSpPr txBox="1"/>
            <p:nvPr/>
          </p:nvSpPr>
          <p:spPr>
            <a:xfrm>
              <a:off x="673100" y="4129222"/>
              <a:ext cx="3127900" cy="62491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rmAutofit/>
            </a:bodyPr>
            <a:lstStyle/>
            <a:p>
              <a:pPr>
                <a:lnSpc>
                  <a:spcPct val="150000"/>
                </a:lnSpc>
                <a:buSzPct val="25000"/>
              </a:pPr>
              <a:r>
                <a:rPr lang="en-US" sz="1200" dirty="0"/>
                <a:t>Copy paste fonts. Choose the only option to retain text.…</a:t>
              </a:r>
              <a:r>
                <a:rPr lang="de-DE" sz="1200" dirty="0"/>
                <a:t>.</a:t>
              </a:r>
              <a:endParaRPr lang="de-DE" sz="1200" dirty="0"/>
            </a:p>
          </p:txBody>
        </p:sp>
        <p:sp>
          <p:nvSpPr>
            <p:cNvPr id="10" name="ï$1íḍê"/>
            <p:cNvSpPr txBox="1"/>
            <p:nvPr/>
          </p:nvSpPr>
          <p:spPr>
            <a:xfrm>
              <a:off x="673100" y="5521882"/>
              <a:ext cx="3127900" cy="62491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rmAutofit/>
            </a:bodyPr>
            <a:lstStyle/>
            <a:p>
              <a:pPr>
                <a:lnSpc>
                  <a:spcPct val="150000"/>
                </a:lnSpc>
                <a:buSzPct val="25000"/>
              </a:pPr>
              <a:r>
                <a:rPr lang="en-US" sz="1200" dirty="0"/>
                <a:t>Copy paste fonts. Choose the only option to retain text.…</a:t>
              </a:r>
              <a:r>
                <a:rPr lang="de-DE" sz="1200" dirty="0"/>
                <a:t>.</a:t>
              </a:r>
              <a:endParaRPr lang="de-DE" sz="1200" dirty="0"/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651000" y="3863486"/>
              <a:ext cx="3155735" cy="0"/>
            </a:xfrm>
            <a:prstGeom prst="line">
              <a:avLst/>
            </a:prstGeom>
            <a:ln w="3175" cap="rnd">
              <a:solidFill>
                <a:schemeClr val="tx2">
                  <a:lumMod val="40000"/>
                  <a:lumOff val="6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651000" y="5113295"/>
              <a:ext cx="3155735" cy="0"/>
            </a:xfrm>
            <a:prstGeom prst="line">
              <a:avLst/>
            </a:prstGeom>
            <a:ln w="3175" cap="rnd">
              <a:solidFill>
                <a:schemeClr val="tx2">
                  <a:lumMod val="40000"/>
                  <a:lumOff val="6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íŝliḍé"/>
            <p:cNvGrpSpPr/>
            <p:nvPr/>
          </p:nvGrpSpPr>
          <p:grpSpPr>
            <a:xfrm>
              <a:off x="8385267" y="2344050"/>
              <a:ext cx="3127900" cy="1017430"/>
              <a:chOff x="8661000" y="1781570"/>
              <a:chExt cx="2295000" cy="1017430"/>
            </a:xfrm>
          </p:grpSpPr>
          <p:sp>
            <p:nvSpPr>
              <p:cNvPr id="18" name="iśľîďe"/>
              <p:cNvSpPr txBox="1"/>
              <p:nvPr/>
            </p:nvSpPr>
            <p:spPr>
              <a:xfrm>
                <a:off x="8661000" y="1781570"/>
                <a:ext cx="2295000" cy="39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t" anchorCtr="0">
                <a:normAutofit lnSpcReduction="10000"/>
              </a:bodyPr>
              <a:lstStyle/>
              <a:p>
                <a:pPr algn="r">
                  <a:buSzPct val="25000"/>
                </a:pPr>
                <a:r>
                  <a:rPr lang="de-DE" sz="2000" b="1" dirty="0"/>
                  <a:t>Text here</a:t>
                </a:r>
                <a:endParaRPr lang="de-DE" sz="2000" b="1" dirty="0"/>
              </a:p>
            </p:txBody>
          </p:sp>
          <p:sp>
            <p:nvSpPr>
              <p:cNvPr id="19" name="işlíďé"/>
              <p:cNvSpPr txBox="1"/>
              <p:nvPr/>
            </p:nvSpPr>
            <p:spPr>
              <a:xfrm>
                <a:off x="8661000" y="2174082"/>
                <a:ext cx="229500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 anchorCtr="0">
                <a:normAutofit/>
              </a:bodyPr>
              <a:lstStyle/>
              <a:p>
                <a:pPr algn="r">
                  <a:lnSpc>
                    <a:spcPct val="150000"/>
                  </a:lnSpc>
                  <a:buSzPct val="25000"/>
                </a:pPr>
                <a:r>
                  <a:rPr lang="en-US" sz="1200" dirty="0"/>
                  <a:t>Copy paste fonts. Choose the only option to retain text.…</a:t>
                </a:r>
                <a:r>
                  <a:rPr lang="de-DE" sz="1200" dirty="0"/>
                  <a:t>.</a:t>
                </a:r>
                <a:endParaRPr lang="de-DE" sz="1200" dirty="0"/>
              </a:p>
            </p:txBody>
          </p:sp>
        </p:grpSp>
        <p:sp>
          <p:nvSpPr>
            <p:cNvPr id="14" name="iṣḷîdé"/>
            <p:cNvSpPr txBox="1"/>
            <p:nvPr/>
          </p:nvSpPr>
          <p:spPr>
            <a:xfrm>
              <a:off x="8385267" y="4129222"/>
              <a:ext cx="3127900" cy="62491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rmAutofit/>
            </a:bodyPr>
            <a:lstStyle/>
            <a:p>
              <a:pPr algn="r">
                <a:lnSpc>
                  <a:spcPct val="150000"/>
                </a:lnSpc>
                <a:buSzPct val="25000"/>
              </a:pPr>
              <a:r>
                <a:rPr lang="en-US" sz="1200" dirty="0"/>
                <a:t>Copy paste fonts. Choose the only option to retain text.…</a:t>
              </a:r>
              <a:r>
                <a:rPr lang="de-DE" sz="1200" dirty="0"/>
                <a:t>.</a:t>
              </a:r>
              <a:endParaRPr lang="de-DE" sz="1200" dirty="0"/>
            </a:p>
          </p:txBody>
        </p:sp>
        <p:sp>
          <p:nvSpPr>
            <p:cNvPr id="15" name="ïṡļïḓè"/>
            <p:cNvSpPr txBox="1"/>
            <p:nvPr/>
          </p:nvSpPr>
          <p:spPr>
            <a:xfrm>
              <a:off x="8385267" y="5521882"/>
              <a:ext cx="3127900" cy="62491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rmAutofit/>
            </a:bodyPr>
            <a:lstStyle/>
            <a:p>
              <a:pPr algn="r">
                <a:lnSpc>
                  <a:spcPct val="150000"/>
                </a:lnSpc>
                <a:buSzPct val="25000"/>
              </a:pPr>
              <a:r>
                <a:rPr lang="en-US" sz="1200" dirty="0"/>
                <a:t>Copy paste fonts. Choose the only option to retain text.…</a:t>
              </a:r>
              <a:r>
                <a:rPr lang="de-DE" sz="1200" dirty="0"/>
                <a:t>.</a:t>
              </a:r>
              <a:endParaRPr lang="de-DE" sz="1200" dirty="0"/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8363167" y="3863486"/>
              <a:ext cx="3155735" cy="0"/>
            </a:xfrm>
            <a:prstGeom prst="line">
              <a:avLst/>
            </a:prstGeom>
            <a:ln w="3175" cap="rnd">
              <a:solidFill>
                <a:schemeClr val="tx2">
                  <a:lumMod val="40000"/>
                  <a:lumOff val="6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8363167" y="5113295"/>
              <a:ext cx="3155735" cy="0"/>
            </a:xfrm>
            <a:prstGeom prst="line">
              <a:avLst/>
            </a:prstGeom>
            <a:ln w="3175" cap="rnd">
              <a:solidFill>
                <a:schemeClr val="tx2">
                  <a:lumMod val="40000"/>
                  <a:lumOff val="6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997e0b69-8920-4265-9cf1-6dea7c5dd26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80800" y="1449000"/>
            <a:ext cx="10839689" cy="4306352"/>
            <a:chOff x="680800" y="1449000"/>
            <a:chExt cx="10839689" cy="4306352"/>
          </a:xfrm>
        </p:grpSpPr>
        <p:grpSp>
          <p:nvGrpSpPr>
            <p:cNvPr id="6" name="îSḻiḑe"/>
            <p:cNvGrpSpPr/>
            <p:nvPr/>
          </p:nvGrpSpPr>
          <p:grpSpPr>
            <a:xfrm>
              <a:off x="3705225" y="1449000"/>
              <a:ext cx="4781550" cy="4141912"/>
              <a:chOff x="3705226" y="1449000"/>
              <a:chExt cx="4781550" cy="4141912"/>
            </a:xfrm>
          </p:grpSpPr>
          <p:sp>
            <p:nvSpPr>
              <p:cNvPr id="21" name="îṡḻïḓe"/>
              <p:cNvSpPr/>
              <p:nvPr/>
            </p:nvSpPr>
            <p:spPr bwMode="auto">
              <a:xfrm>
                <a:off x="5388208" y="1449000"/>
                <a:ext cx="1399863" cy="1216359"/>
              </a:xfrm>
              <a:custGeom>
                <a:avLst/>
                <a:gdLst>
                  <a:gd name="T0" fmla="*/ 0 w 267"/>
                  <a:gd name="T1" fmla="*/ 232 h 232"/>
                  <a:gd name="T2" fmla="*/ 135 w 267"/>
                  <a:gd name="T3" fmla="*/ 0 h 232"/>
                  <a:gd name="T4" fmla="*/ 267 w 267"/>
                  <a:gd name="T5" fmla="*/ 232 h 232"/>
                  <a:gd name="T6" fmla="*/ 0 w 267"/>
                  <a:gd name="T7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7" h="232">
                    <a:moveTo>
                      <a:pt x="0" y="232"/>
                    </a:moveTo>
                    <a:lnTo>
                      <a:pt x="135" y="0"/>
                    </a:lnTo>
                    <a:lnTo>
                      <a:pt x="267" y="232"/>
                    </a:ln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1"/>
              </a:solidFill>
              <a:ln w="5" cap="flat">
                <a:noFill/>
                <a:prstDash val="solid"/>
                <a:miter lim="800000"/>
              </a:ln>
            </p:spPr>
            <p:txBody>
              <a:bodyPr vert="horz" wrap="none" lIns="91440" tIns="45720" rIns="91440" bIns="45720" numCol="1" anchor="b" anchorCtr="0" compatLnSpc="1">
                <a:norm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</a:rPr>
                  <a:t>Text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îş1îḍé"/>
              <p:cNvSpPr/>
              <p:nvPr/>
            </p:nvSpPr>
            <p:spPr bwMode="auto">
              <a:xfrm>
                <a:off x="4905857" y="2922265"/>
                <a:ext cx="2364562" cy="571480"/>
              </a:xfrm>
              <a:custGeom>
                <a:avLst/>
                <a:gdLst>
                  <a:gd name="T0" fmla="*/ 0 w 451"/>
                  <a:gd name="T1" fmla="*/ 109 h 109"/>
                  <a:gd name="T2" fmla="*/ 64 w 451"/>
                  <a:gd name="T3" fmla="*/ 0 h 109"/>
                  <a:gd name="T4" fmla="*/ 387 w 451"/>
                  <a:gd name="T5" fmla="*/ 0 h 109"/>
                  <a:gd name="T6" fmla="*/ 451 w 451"/>
                  <a:gd name="T7" fmla="*/ 109 h 109"/>
                  <a:gd name="T8" fmla="*/ 0 w 451"/>
                  <a:gd name="T9" fmla="*/ 109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1" h="109">
                    <a:moveTo>
                      <a:pt x="0" y="109"/>
                    </a:moveTo>
                    <a:lnTo>
                      <a:pt x="64" y="0"/>
                    </a:lnTo>
                    <a:lnTo>
                      <a:pt x="387" y="0"/>
                    </a:lnTo>
                    <a:lnTo>
                      <a:pt x="451" y="109"/>
                    </a:lnTo>
                    <a:lnTo>
                      <a:pt x="0" y="109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 w="5" cap="flat">
                <a:noFill/>
                <a:prstDash val="solid"/>
                <a:miter lim="800000"/>
              </a:ln>
            </p:spPr>
            <p:txBody>
              <a:bodyPr vert="horz" wrap="non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</a:rPr>
                  <a:t>Text here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i$ľíḋé"/>
              <p:cNvSpPr/>
              <p:nvPr/>
            </p:nvSpPr>
            <p:spPr bwMode="auto">
              <a:xfrm>
                <a:off x="4433995" y="3755887"/>
                <a:ext cx="3318774" cy="566237"/>
              </a:xfrm>
              <a:custGeom>
                <a:avLst/>
                <a:gdLst>
                  <a:gd name="T0" fmla="*/ 0 w 633"/>
                  <a:gd name="T1" fmla="*/ 108 h 108"/>
                  <a:gd name="T2" fmla="*/ 62 w 633"/>
                  <a:gd name="T3" fmla="*/ 0 h 108"/>
                  <a:gd name="T4" fmla="*/ 570 w 633"/>
                  <a:gd name="T5" fmla="*/ 0 h 108"/>
                  <a:gd name="T6" fmla="*/ 633 w 633"/>
                  <a:gd name="T7" fmla="*/ 108 h 108"/>
                  <a:gd name="T8" fmla="*/ 0 w 633"/>
                  <a:gd name="T9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3" h="108">
                    <a:moveTo>
                      <a:pt x="0" y="108"/>
                    </a:moveTo>
                    <a:lnTo>
                      <a:pt x="62" y="0"/>
                    </a:lnTo>
                    <a:lnTo>
                      <a:pt x="570" y="0"/>
                    </a:lnTo>
                    <a:lnTo>
                      <a:pt x="633" y="108"/>
                    </a:lnTo>
                    <a:lnTo>
                      <a:pt x="0" y="108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 w="5" cap="flat">
                <a:noFill/>
                <a:prstDash val="solid"/>
                <a:miter lim="800000"/>
              </a:ln>
            </p:spPr>
            <p:txBody>
              <a:bodyPr vert="horz" wrap="non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</a:rPr>
                  <a:t>Text here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íSļïḓe"/>
              <p:cNvSpPr/>
              <p:nvPr/>
            </p:nvSpPr>
            <p:spPr bwMode="auto">
              <a:xfrm>
                <a:off x="3705226" y="4584270"/>
                <a:ext cx="4781550" cy="1006642"/>
              </a:xfrm>
              <a:custGeom>
                <a:avLst/>
                <a:gdLst>
                  <a:gd name="T0" fmla="*/ 0 w 912"/>
                  <a:gd name="T1" fmla="*/ 192 h 192"/>
                  <a:gd name="T2" fmla="*/ 111 w 912"/>
                  <a:gd name="T3" fmla="*/ 0 h 192"/>
                  <a:gd name="T4" fmla="*/ 801 w 912"/>
                  <a:gd name="T5" fmla="*/ 0 h 192"/>
                  <a:gd name="T6" fmla="*/ 912 w 912"/>
                  <a:gd name="T7" fmla="*/ 192 h 192"/>
                  <a:gd name="T8" fmla="*/ 0 w 912"/>
                  <a:gd name="T9" fmla="*/ 192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2" h="192">
                    <a:moveTo>
                      <a:pt x="0" y="192"/>
                    </a:moveTo>
                    <a:lnTo>
                      <a:pt x="111" y="0"/>
                    </a:lnTo>
                    <a:lnTo>
                      <a:pt x="801" y="0"/>
                    </a:lnTo>
                    <a:lnTo>
                      <a:pt x="912" y="192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 w="5" cap="flat">
                <a:noFill/>
                <a:prstDash val="solid"/>
                <a:miter lim="800000"/>
              </a:ln>
            </p:spPr>
            <p:txBody>
              <a:bodyPr vert="horz" wrap="non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</a:rPr>
                  <a:t>Text here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îṥḷíde"/>
              <p:cNvSpPr/>
              <p:nvPr/>
            </p:nvSpPr>
            <p:spPr bwMode="auto">
              <a:xfrm>
                <a:off x="5388207" y="2665358"/>
                <a:ext cx="1546665" cy="256905"/>
              </a:xfrm>
              <a:custGeom>
                <a:avLst/>
                <a:gdLst>
                  <a:gd name="T0" fmla="*/ 0 w 295"/>
                  <a:gd name="T1" fmla="*/ 0 h 49"/>
                  <a:gd name="T2" fmla="*/ 206 w 295"/>
                  <a:gd name="T3" fmla="*/ 0 h 49"/>
                  <a:gd name="T4" fmla="*/ 295 w 295"/>
                  <a:gd name="T5" fmla="*/ 49 h 49"/>
                  <a:gd name="T6" fmla="*/ 90 w 295"/>
                  <a:gd name="T7" fmla="*/ 49 h 49"/>
                  <a:gd name="T8" fmla="*/ 0 w 295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5" h="49">
                    <a:moveTo>
                      <a:pt x="0" y="0"/>
                    </a:moveTo>
                    <a:lnTo>
                      <a:pt x="206" y="0"/>
                    </a:lnTo>
                    <a:lnTo>
                      <a:pt x="295" y="49"/>
                    </a:lnTo>
                    <a:lnTo>
                      <a:pt x="90" y="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5" cap="flat">
                <a:noFill/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îṧḻídè"/>
              <p:cNvSpPr/>
              <p:nvPr/>
            </p:nvSpPr>
            <p:spPr bwMode="auto">
              <a:xfrm>
                <a:off x="4905857" y="3493742"/>
                <a:ext cx="2516606" cy="262146"/>
              </a:xfrm>
              <a:custGeom>
                <a:avLst/>
                <a:gdLst>
                  <a:gd name="T0" fmla="*/ 0 w 480"/>
                  <a:gd name="T1" fmla="*/ 0 h 50"/>
                  <a:gd name="T2" fmla="*/ 333 w 480"/>
                  <a:gd name="T3" fmla="*/ 0 h 50"/>
                  <a:gd name="T4" fmla="*/ 480 w 480"/>
                  <a:gd name="T5" fmla="*/ 50 h 50"/>
                  <a:gd name="T6" fmla="*/ 146 w 480"/>
                  <a:gd name="T7" fmla="*/ 50 h 50"/>
                  <a:gd name="T8" fmla="*/ 0 w 480"/>
                  <a:gd name="T9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0" h="50">
                    <a:moveTo>
                      <a:pt x="0" y="0"/>
                    </a:moveTo>
                    <a:lnTo>
                      <a:pt x="333" y="0"/>
                    </a:lnTo>
                    <a:lnTo>
                      <a:pt x="480" y="50"/>
                    </a:lnTo>
                    <a:lnTo>
                      <a:pt x="146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5" cap="flat">
                <a:noFill/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îṣ1ïdé"/>
              <p:cNvSpPr/>
              <p:nvPr/>
            </p:nvSpPr>
            <p:spPr bwMode="auto">
              <a:xfrm>
                <a:off x="4433995" y="4322125"/>
                <a:ext cx="3470818" cy="262146"/>
              </a:xfrm>
              <a:custGeom>
                <a:avLst/>
                <a:gdLst>
                  <a:gd name="T0" fmla="*/ 0 w 662"/>
                  <a:gd name="T1" fmla="*/ 0 h 50"/>
                  <a:gd name="T2" fmla="*/ 461 w 662"/>
                  <a:gd name="T3" fmla="*/ 0 h 50"/>
                  <a:gd name="T4" fmla="*/ 662 w 662"/>
                  <a:gd name="T5" fmla="*/ 50 h 50"/>
                  <a:gd name="T6" fmla="*/ 201 w 662"/>
                  <a:gd name="T7" fmla="*/ 50 h 50"/>
                  <a:gd name="T8" fmla="*/ 0 w 662"/>
                  <a:gd name="T9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2" h="50">
                    <a:moveTo>
                      <a:pt x="0" y="0"/>
                    </a:moveTo>
                    <a:lnTo>
                      <a:pt x="461" y="0"/>
                    </a:lnTo>
                    <a:lnTo>
                      <a:pt x="662" y="50"/>
                    </a:lnTo>
                    <a:lnTo>
                      <a:pt x="201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5" cap="flat">
                <a:noFill/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7" name="îṡḷïḋé"/>
            <p:cNvGrpSpPr/>
            <p:nvPr/>
          </p:nvGrpSpPr>
          <p:grpSpPr>
            <a:xfrm>
              <a:off x="7086000" y="1449000"/>
              <a:ext cx="4434482" cy="1254907"/>
              <a:chOff x="7086000" y="1449000"/>
              <a:chExt cx="4434482" cy="1254907"/>
            </a:xfrm>
          </p:grpSpPr>
          <p:sp>
            <p:nvSpPr>
              <p:cNvPr id="17" name="išḻiďê"/>
              <p:cNvSpPr txBox="1"/>
              <p:nvPr/>
            </p:nvSpPr>
            <p:spPr>
              <a:xfrm>
                <a:off x="7086000" y="1773596"/>
                <a:ext cx="951341" cy="713505"/>
              </a:xfrm>
              <a:prstGeom prst="rect">
                <a:avLst/>
              </a:prstGeom>
              <a:noFill/>
            </p:spPr>
            <p:txBody>
              <a:bodyPr wrap="none" anchor="ctr" anchorCtr="0">
                <a:prstTxWarp prst="textPlain">
                  <a:avLst/>
                </a:prstTxWarp>
                <a:normAutofit fontScale="85000" lnSpcReduction="20000"/>
              </a:bodyPr>
              <a:lstStyle/>
              <a:p>
                <a:r>
                  <a:rPr lang="en-US" sz="6000" dirty="0">
                    <a:solidFill>
                      <a:schemeClr val="accent1"/>
                    </a:solidFill>
                    <a:latin typeface="Impact" panose="020B0806030902050204" pitchFamily="34" charset="0"/>
                  </a:rPr>
                  <a:t>66%</a:t>
                </a:r>
                <a:endParaRPr lang="en-US" sz="6000" dirty="0">
                  <a:solidFill>
                    <a:schemeClr val="accent1"/>
                  </a:solidFill>
                  <a:latin typeface="Impact" panose="020B0806030902050204" pitchFamily="34" charset="0"/>
                </a:endParaRPr>
              </a:p>
            </p:txBody>
          </p:sp>
          <p:cxnSp>
            <p:nvCxnSpPr>
              <p:cNvPr id="18" name="直接连接符 17"/>
              <p:cNvCxnSpPr/>
              <p:nvPr/>
            </p:nvCxnSpPr>
            <p:spPr>
              <a:xfrm>
                <a:off x="8256000" y="1674000"/>
                <a:ext cx="0" cy="900000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íṥļïdê"/>
              <p:cNvSpPr txBox="1"/>
              <p:nvPr/>
            </p:nvSpPr>
            <p:spPr bwMode="auto">
              <a:xfrm>
                <a:off x="8389225" y="1449000"/>
                <a:ext cx="313125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20" name="iṣļïḍe"/>
              <p:cNvSpPr/>
              <p:nvPr/>
            </p:nvSpPr>
            <p:spPr bwMode="auto">
              <a:xfrm>
                <a:off x="8389225" y="1890806"/>
                <a:ext cx="3131257" cy="813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grpSp>
          <p:nvGrpSpPr>
            <p:cNvPr id="8" name="ïşļîďe"/>
            <p:cNvGrpSpPr/>
            <p:nvPr/>
          </p:nvGrpSpPr>
          <p:grpSpPr>
            <a:xfrm>
              <a:off x="680800" y="2477281"/>
              <a:ext cx="4091832" cy="1196386"/>
              <a:chOff x="666932" y="4425289"/>
              <a:chExt cx="3082945" cy="1196386"/>
            </a:xfrm>
          </p:grpSpPr>
          <p:sp>
            <p:nvSpPr>
              <p:cNvPr id="15" name="îśḻiďé"/>
              <p:cNvSpPr txBox="1"/>
              <p:nvPr/>
            </p:nvSpPr>
            <p:spPr bwMode="auto">
              <a:xfrm>
                <a:off x="666932" y="4425289"/>
                <a:ext cx="308294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16" name="îš1iḓé"/>
              <p:cNvSpPr/>
              <p:nvPr/>
            </p:nvSpPr>
            <p:spPr bwMode="auto">
              <a:xfrm>
                <a:off x="666932" y="4867096"/>
                <a:ext cx="3082945" cy="7545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grpSp>
          <p:nvGrpSpPr>
            <p:cNvPr id="9" name="îṣlíḍe"/>
            <p:cNvGrpSpPr/>
            <p:nvPr/>
          </p:nvGrpSpPr>
          <p:grpSpPr>
            <a:xfrm>
              <a:off x="7742281" y="3494166"/>
              <a:ext cx="3778208" cy="1220011"/>
              <a:chOff x="666932" y="4425289"/>
              <a:chExt cx="3082945" cy="1220011"/>
            </a:xfrm>
          </p:grpSpPr>
          <p:sp>
            <p:nvSpPr>
              <p:cNvPr id="13" name="îṩḻiďê"/>
              <p:cNvSpPr txBox="1"/>
              <p:nvPr/>
            </p:nvSpPr>
            <p:spPr bwMode="auto">
              <a:xfrm>
                <a:off x="666932" y="4425289"/>
                <a:ext cx="308294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14" name="iṡļïdè"/>
              <p:cNvSpPr/>
              <p:nvPr/>
            </p:nvSpPr>
            <p:spPr bwMode="auto">
              <a:xfrm>
                <a:off x="666932" y="4867096"/>
                <a:ext cx="3082945" cy="778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grpSp>
          <p:nvGrpSpPr>
            <p:cNvPr id="10" name="iṩḷíde"/>
            <p:cNvGrpSpPr/>
            <p:nvPr/>
          </p:nvGrpSpPr>
          <p:grpSpPr>
            <a:xfrm>
              <a:off x="680800" y="4419829"/>
              <a:ext cx="3171231" cy="1335523"/>
              <a:chOff x="666932" y="4425289"/>
              <a:chExt cx="3082945" cy="1335523"/>
            </a:xfrm>
          </p:grpSpPr>
          <p:sp>
            <p:nvSpPr>
              <p:cNvPr id="11" name="îṧļiḋé"/>
              <p:cNvSpPr txBox="1"/>
              <p:nvPr/>
            </p:nvSpPr>
            <p:spPr bwMode="auto">
              <a:xfrm>
                <a:off x="666932" y="4425289"/>
                <a:ext cx="308294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12" name="ïŝlïḍê"/>
              <p:cNvSpPr/>
              <p:nvPr/>
            </p:nvSpPr>
            <p:spPr bwMode="auto">
              <a:xfrm>
                <a:off x="666932" y="4867096"/>
                <a:ext cx="3082945" cy="8937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0c8335c6-8e50-461d-beae-81e005ded85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001296" y="1520606"/>
            <a:ext cx="10351676" cy="4112749"/>
            <a:chOff x="1001296" y="1520606"/>
            <a:chExt cx="10351676" cy="4112749"/>
          </a:xfrm>
        </p:grpSpPr>
        <p:sp>
          <p:nvSpPr>
            <p:cNvPr id="6" name="îŝlíḋé"/>
            <p:cNvSpPr/>
            <p:nvPr/>
          </p:nvSpPr>
          <p:spPr bwMode="auto">
            <a:xfrm rot="16200000" flipH="1">
              <a:off x="2781697" y="185549"/>
              <a:ext cx="2103501" cy="4781022"/>
            </a:xfrm>
            <a:custGeom>
              <a:avLst/>
              <a:gdLst>
                <a:gd name="T0" fmla="*/ 61 w 1007"/>
                <a:gd name="T1" fmla="*/ 146 h 2288"/>
                <a:gd name="T2" fmla="*/ 147 w 1007"/>
                <a:gd name="T3" fmla="*/ 60 h 2288"/>
                <a:gd name="T4" fmla="*/ 233 w 1007"/>
                <a:gd name="T5" fmla="*/ 146 h 2288"/>
                <a:gd name="T6" fmla="*/ 147 w 1007"/>
                <a:gd name="T7" fmla="*/ 233 h 2288"/>
                <a:gd name="T8" fmla="*/ 61 w 1007"/>
                <a:gd name="T9" fmla="*/ 146 h 2288"/>
                <a:gd name="T10" fmla="*/ 0 w 1007"/>
                <a:gd name="T11" fmla="*/ 146 h 2288"/>
                <a:gd name="T12" fmla="*/ 147 w 1007"/>
                <a:gd name="T13" fmla="*/ 293 h 2288"/>
                <a:gd name="T14" fmla="*/ 291 w 1007"/>
                <a:gd name="T15" fmla="*/ 171 h 2288"/>
                <a:gd name="T16" fmla="*/ 728 w 1007"/>
                <a:gd name="T17" fmla="*/ 171 h 2288"/>
                <a:gd name="T18" fmla="*/ 957 w 1007"/>
                <a:gd name="T19" fmla="*/ 351 h 2288"/>
                <a:gd name="T20" fmla="*/ 957 w 1007"/>
                <a:gd name="T21" fmla="*/ 2288 h 2288"/>
                <a:gd name="T22" fmla="*/ 1007 w 1007"/>
                <a:gd name="T23" fmla="*/ 2288 h 2288"/>
                <a:gd name="T24" fmla="*/ 1007 w 1007"/>
                <a:gd name="T25" fmla="*/ 351 h 2288"/>
                <a:gd name="T26" fmla="*/ 914 w 1007"/>
                <a:gd name="T27" fmla="*/ 170 h 2288"/>
                <a:gd name="T28" fmla="*/ 728 w 1007"/>
                <a:gd name="T29" fmla="*/ 122 h 2288"/>
                <a:gd name="T30" fmla="*/ 291 w 1007"/>
                <a:gd name="T31" fmla="*/ 122 h 2288"/>
                <a:gd name="T32" fmla="*/ 147 w 1007"/>
                <a:gd name="T33" fmla="*/ 0 h 2288"/>
                <a:gd name="T34" fmla="*/ 0 w 1007"/>
                <a:gd name="T35" fmla="*/ 146 h 2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07" h="2288">
                  <a:moveTo>
                    <a:pt x="61" y="146"/>
                  </a:moveTo>
                  <a:cubicBezTo>
                    <a:pt x="61" y="99"/>
                    <a:pt x="99" y="60"/>
                    <a:pt x="147" y="60"/>
                  </a:cubicBezTo>
                  <a:cubicBezTo>
                    <a:pt x="194" y="60"/>
                    <a:pt x="233" y="99"/>
                    <a:pt x="233" y="146"/>
                  </a:cubicBezTo>
                  <a:cubicBezTo>
                    <a:pt x="233" y="194"/>
                    <a:pt x="194" y="233"/>
                    <a:pt x="147" y="233"/>
                  </a:cubicBezTo>
                  <a:cubicBezTo>
                    <a:pt x="99" y="233"/>
                    <a:pt x="61" y="194"/>
                    <a:pt x="61" y="146"/>
                  </a:cubicBezTo>
                  <a:moveTo>
                    <a:pt x="0" y="146"/>
                  </a:moveTo>
                  <a:cubicBezTo>
                    <a:pt x="0" y="227"/>
                    <a:pt x="66" y="293"/>
                    <a:pt x="147" y="293"/>
                  </a:cubicBezTo>
                  <a:cubicBezTo>
                    <a:pt x="219" y="293"/>
                    <a:pt x="279" y="240"/>
                    <a:pt x="291" y="171"/>
                  </a:cubicBezTo>
                  <a:cubicBezTo>
                    <a:pt x="728" y="171"/>
                    <a:pt x="728" y="171"/>
                    <a:pt x="728" y="171"/>
                  </a:cubicBezTo>
                  <a:cubicBezTo>
                    <a:pt x="797" y="171"/>
                    <a:pt x="957" y="189"/>
                    <a:pt x="957" y="351"/>
                  </a:cubicBezTo>
                  <a:cubicBezTo>
                    <a:pt x="957" y="2288"/>
                    <a:pt x="957" y="2288"/>
                    <a:pt x="957" y="2288"/>
                  </a:cubicBezTo>
                  <a:cubicBezTo>
                    <a:pt x="1007" y="2288"/>
                    <a:pt x="1007" y="2288"/>
                    <a:pt x="1007" y="2288"/>
                  </a:cubicBezTo>
                  <a:cubicBezTo>
                    <a:pt x="1007" y="351"/>
                    <a:pt x="1007" y="351"/>
                    <a:pt x="1007" y="351"/>
                  </a:cubicBezTo>
                  <a:cubicBezTo>
                    <a:pt x="1007" y="272"/>
                    <a:pt x="975" y="210"/>
                    <a:pt x="914" y="170"/>
                  </a:cubicBezTo>
                  <a:cubicBezTo>
                    <a:pt x="854" y="130"/>
                    <a:pt x="780" y="122"/>
                    <a:pt x="728" y="122"/>
                  </a:cubicBezTo>
                  <a:cubicBezTo>
                    <a:pt x="291" y="122"/>
                    <a:pt x="291" y="122"/>
                    <a:pt x="291" y="122"/>
                  </a:cubicBezTo>
                  <a:cubicBezTo>
                    <a:pt x="279" y="53"/>
                    <a:pt x="219" y="0"/>
                    <a:pt x="147" y="0"/>
                  </a:cubicBezTo>
                  <a:cubicBezTo>
                    <a:pt x="66" y="0"/>
                    <a:pt x="0" y="66"/>
                    <a:pt x="0" y="146"/>
                  </a:cubicBez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7" name="íŝḷîďe"/>
            <p:cNvSpPr/>
            <p:nvPr/>
          </p:nvSpPr>
          <p:spPr bwMode="auto">
            <a:xfrm rot="16200000" flipH="1">
              <a:off x="3671426" y="888259"/>
              <a:ext cx="1905372" cy="3177472"/>
            </a:xfrm>
            <a:custGeom>
              <a:avLst/>
              <a:gdLst>
                <a:gd name="T0" fmla="*/ 61 w 912"/>
                <a:gd name="T1" fmla="*/ 146 h 1520"/>
                <a:gd name="T2" fmla="*/ 147 w 912"/>
                <a:gd name="T3" fmla="*/ 60 h 1520"/>
                <a:gd name="T4" fmla="*/ 233 w 912"/>
                <a:gd name="T5" fmla="*/ 146 h 1520"/>
                <a:gd name="T6" fmla="*/ 147 w 912"/>
                <a:gd name="T7" fmla="*/ 232 h 1520"/>
                <a:gd name="T8" fmla="*/ 61 w 912"/>
                <a:gd name="T9" fmla="*/ 146 h 1520"/>
                <a:gd name="T10" fmla="*/ 0 w 912"/>
                <a:gd name="T11" fmla="*/ 146 h 1520"/>
                <a:gd name="T12" fmla="*/ 147 w 912"/>
                <a:gd name="T13" fmla="*/ 292 h 1520"/>
                <a:gd name="T14" fmla="*/ 290 w 912"/>
                <a:gd name="T15" fmla="*/ 174 h 1520"/>
                <a:gd name="T16" fmla="*/ 673 w 912"/>
                <a:gd name="T17" fmla="*/ 174 h 1520"/>
                <a:gd name="T18" fmla="*/ 862 w 912"/>
                <a:gd name="T19" fmla="*/ 317 h 1520"/>
                <a:gd name="T20" fmla="*/ 862 w 912"/>
                <a:gd name="T21" fmla="*/ 1520 h 1520"/>
                <a:gd name="T22" fmla="*/ 912 w 912"/>
                <a:gd name="T23" fmla="*/ 1520 h 1520"/>
                <a:gd name="T24" fmla="*/ 912 w 912"/>
                <a:gd name="T25" fmla="*/ 317 h 1520"/>
                <a:gd name="T26" fmla="*/ 673 w 912"/>
                <a:gd name="T27" fmla="*/ 125 h 1520"/>
                <a:gd name="T28" fmla="*/ 292 w 912"/>
                <a:gd name="T29" fmla="*/ 125 h 1520"/>
                <a:gd name="T30" fmla="*/ 147 w 912"/>
                <a:gd name="T31" fmla="*/ 0 h 1520"/>
                <a:gd name="T32" fmla="*/ 0 w 912"/>
                <a:gd name="T33" fmla="*/ 146 h 1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12" h="1520">
                  <a:moveTo>
                    <a:pt x="61" y="146"/>
                  </a:moveTo>
                  <a:cubicBezTo>
                    <a:pt x="61" y="99"/>
                    <a:pt x="99" y="60"/>
                    <a:pt x="147" y="60"/>
                  </a:cubicBezTo>
                  <a:cubicBezTo>
                    <a:pt x="194" y="60"/>
                    <a:pt x="233" y="99"/>
                    <a:pt x="233" y="146"/>
                  </a:cubicBezTo>
                  <a:cubicBezTo>
                    <a:pt x="233" y="194"/>
                    <a:pt x="194" y="232"/>
                    <a:pt x="147" y="232"/>
                  </a:cubicBezTo>
                  <a:cubicBezTo>
                    <a:pt x="99" y="232"/>
                    <a:pt x="61" y="194"/>
                    <a:pt x="61" y="146"/>
                  </a:cubicBezTo>
                  <a:moveTo>
                    <a:pt x="0" y="146"/>
                  </a:moveTo>
                  <a:cubicBezTo>
                    <a:pt x="0" y="227"/>
                    <a:pt x="66" y="292"/>
                    <a:pt x="147" y="292"/>
                  </a:cubicBezTo>
                  <a:cubicBezTo>
                    <a:pt x="218" y="292"/>
                    <a:pt x="277" y="241"/>
                    <a:pt x="290" y="174"/>
                  </a:cubicBezTo>
                  <a:cubicBezTo>
                    <a:pt x="673" y="174"/>
                    <a:pt x="673" y="174"/>
                    <a:pt x="673" y="174"/>
                  </a:cubicBezTo>
                  <a:cubicBezTo>
                    <a:pt x="844" y="174"/>
                    <a:pt x="862" y="274"/>
                    <a:pt x="862" y="317"/>
                  </a:cubicBezTo>
                  <a:cubicBezTo>
                    <a:pt x="862" y="1520"/>
                    <a:pt x="862" y="1520"/>
                    <a:pt x="862" y="1520"/>
                  </a:cubicBezTo>
                  <a:cubicBezTo>
                    <a:pt x="912" y="1520"/>
                    <a:pt x="912" y="1520"/>
                    <a:pt x="912" y="1520"/>
                  </a:cubicBezTo>
                  <a:cubicBezTo>
                    <a:pt x="912" y="317"/>
                    <a:pt x="912" y="317"/>
                    <a:pt x="912" y="317"/>
                  </a:cubicBezTo>
                  <a:cubicBezTo>
                    <a:pt x="912" y="199"/>
                    <a:pt x="820" y="125"/>
                    <a:pt x="673" y="125"/>
                  </a:cubicBezTo>
                  <a:cubicBezTo>
                    <a:pt x="292" y="125"/>
                    <a:pt x="292" y="125"/>
                    <a:pt x="292" y="125"/>
                  </a:cubicBezTo>
                  <a:cubicBezTo>
                    <a:pt x="281" y="54"/>
                    <a:pt x="220" y="0"/>
                    <a:pt x="147" y="0"/>
                  </a:cubicBezTo>
                  <a:cubicBezTo>
                    <a:pt x="66" y="0"/>
                    <a:pt x="0" y="65"/>
                    <a:pt x="0" y="146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" name="ïṡ1îḑè"/>
            <p:cNvSpPr/>
            <p:nvPr/>
          </p:nvSpPr>
          <p:spPr bwMode="auto">
            <a:xfrm rot="16200000" flipH="1">
              <a:off x="4550971" y="1571527"/>
              <a:ext cx="1718353" cy="1616511"/>
            </a:xfrm>
            <a:custGeom>
              <a:avLst/>
              <a:gdLst>
                <a:gd name="T0" fmla="*/ 61 w 823"/>
                <a:gd name="T1" fmla="*/ 147 h 774"/>
                <a:gd name="T2" fmla="*/ 147 w 823"/>
                <a:gd name="T3" fmla="*/ 60 h 774"/>
                <a:gd name="T4" fmla="*/ 233 w 823"/>
                <a:gd name="T5" fmla="*/ 147 h 774"/>
                <a:gd name="T6" fmla="*/ 147 w 823"/>
                <a:gd name="T7" fmla="*/ 233 h 774"/>
                <a:gd name="T8" fmla="*/ 61 w 823"/>
                <a:gd name="T9" fmla="*/ 147 h 774"/>
                <a:gd name="T10" fmla="*/ 0 w 823"/>
                <a:gd name="T11" fmla="*/ 147 h 774"/>
                <a:gd name="T12" fmla="*/ 147 w 823"/>
                <a:gd name="T13" fmla="*/ 293 h 774"/>
                <a:gd name="T14" fmla="*/ 289 w 823"/>
                <a:gd name="T15" fmla="*/ 180 h 774"/>
                <a:gd name="T16" fmla="*/ 581 w 823"/>
                <a:gd name="T17" fmla="*/ 180 h 774"/>
                <a:gd name="T18" fmla="*/ 774 w 823"/>
                <a:gd name="T19" fmla="*/ 330 h 774"/>
                <a:gd name="T20" fmla="*/ 774 w 823"/>
                <a:gd name="T21" fmla="*/ 774 h 774"/>
                <a:gd name="T22" fmla="*/ 823 w 823"/>
                <a:gd name="T23" fmla="*/ 774 h 774"/>
                <a:gd name="T24" fmla="*/ 823 w 823"/>
                <a:gd name="T25" fmla="*/ 330 h 774"/>
                <a:gd name="T26" fmla="*/ 778 w 823"/>
                <a:gd name="T27" fmla="*/ 203 h 774"/>
                <a:gd name="T28" fmla="*/ 581 w 823"/>
                <a:gd name="T29" fmla="*/ 131 h 774"/>
                <a:gd name="T30" fmla="*/ 292 w 823"/>
                <a:gd name="T31" fmla="*/ 131 h 774"/>
                <a:gd name="T32" fmla="*/ 147 w 823"/>
                <a:gd name="T33" fmla="*/ 0 h 774"/>
                <a:gd name="T34" fmla="*/ 0 w 823"/>
                <a:gd name="T35" fmla="*/ 147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23" h="774">
                  <a:moveTo>
                    <a:pt x="61" y="147"/>
                  </a:moveTo>
                  <a:cubicBezTo>
                    <a:pt x="61" y="99"/>
                    <a:pt x="99" y="60"/>
                    <a:pt x="147" y="60"/>
                  </a:cubicBezTo>
                  <a:cubicBezTo>
                    <a:pt x="194" y="60"/>
                    <a:pt x="233" y="99"/>
                    <a:pt x="233" y="147"/>
                  </a:cubicBezTo>
                  <a:cubicBezTo>
                    <a:pt x="233" y="194"/>
                    <a:pt x="194" y="233"/>
                    <a:pt x="147" y="233"/>
                  </a:cubicBezTo>
                  <a:cubicBezTo>
                    <a:pt x="99" y="233"/>
                    <a:pt x="61" y="194"/>
                    <a:pt x="61" y="147"/>
                  </a:cubicBezTo>
                  <a:moveTo>
                    <a:pt x="0" y="147"/>
                  </a:moveTo>
                  <a:cubicBezTo>
                    <a:pt x="0" y="227"/>
                    <a:pt x="66" y="293"/>
                    <a:pt x="147" y="293"/>
                  </a:cubicBezTo>
                  <a:cubicBezTo>
                    <a:pt x="216" y="293"/>
                    <a:pt x="274" y="245"/>
                    <a:pt x="289" y="180"/>
                  </a:cubicBezTo>
                  <a:cubicBezTo>
                    <a:pt x="581" y="180"/>
                    <a:pt x="581" y="180"/>
                    <a:pt x="581" y="180"/>
                  </a:cubicBezTo>
                  <a:cubicBezTo>
                    <a:pt x="653" y="180"/>
                    <a:pt x="774" y="200"/>
                    <a:pt x="774" y="330"/>
                  </a:cubicBezTo>
                  <a:cubicBezTo>
                    <a:pt x="774" y="774"/>
                    <a:pt x="774" y="774"/>
                    <a:pt x="774" y="774"/>
                  </a:cubicBezTo>
                  <a:cubicBezTo>
                    <a:pt x="823" y="774"/>
                    <a:pt x="823" y="774"/>
                    <a:pt x="823" y="774"/>
                  </a:cubicBezTo>
                  <a:cubicBezTo>
                    <a:pt x="823" y="330"/>
                    <a:pt x="823" y="330"/>
                    <a:pt x="823" y="330"/>
                  </a:cubicBezTo>
                  <a:cubicBezTo>
                    <a:pt x="823" y="295"/>
                    <a:pt x="815" y="245"/>
                    <a:pt x="778" y="203"/>
                  </a:cubicBezTo>
                  <a:cubicBezTo>
                    <a:pt x="737" y="155"/>
                    <a:pt x="671" y="131"/>
                    <a:pt x="581" y="131"/>
                  </a:cubicBezTo>
                  <a:cubicBezTo>
                    <a:pt x="292" y="131"/>
                    <a:pt x="292" y="131"/>
                    <a:pt x="292" y="131"/>
                  </a:cubicBezTo>
                  <a:cubicBezTo>
                    <a:pt x="285" y="58"/>
                    <a:pt x="222" y="0"/>
                    <a:pt x="147" y="0"/>
                  </a:cubicBezTo>
                  <a:cubicBezTo>
                    <a:pt x="66" y="0"/>
                    <a:pt x="0" y="66"/>
                    <a:pt x="0" y="14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ïṡḻïḍe"/>
            <p:cNvSpPr/>
            <p:nvPr/>
          </p:nvSpPr>
          <p:spPr bwMode="auto">
            <a:xfrm rot="16200000" flipH="1">
              <a:off x="3275168" y="2695492"/>
              <a:ext cx="1925740" cy="3949620"/>
            </a:xfrm>
            <a:custGeom>
              <a:avLst/>
              <a:gdLst>
                <a:gd name="T0" fmla="*/ 689 w 921"/>
                <a:gd name="T1" fmla="*/ 146 h 1890"/>
                <a:gd name="T2" fmla="*/ 775 w 921"/>
                <a:gd name="T3" fmla="*/ 60 h 1890"/>
                <a:gd name="T4" fmla="*/ 861 w 921"/>
                <a:gd name="T5" fmla="*/ 146 h 1890"/>
                <a:gd name="T6" fmla="*/ 775 w 921"/>
                <a:gd name="T7" fmla="*/ 232 h 1890"/>
                <a:gd name="T8" fmla="*/ 689 w 921"/>
                <a:gd name="T9" fmla="*/ 146 h 1890"/>
                <a:gd name="T10" fmla="*/ 632 w 921"/>
                <a:gd name="T11" fmla="*/ 115 h 1890"/>
                <a:gd name="T12" fmla="*/ 252 w 921"/>
                <a:gd name="T13" fmla="*/ 115 h 1890"/>
                <a:gd name="T14" fmla="*/ 7 w 921"/>
                <a:gd name="T15" fmla="*/ 294 h 1890"/>
                <a:gd name="T16" fmla="*/ 7 w 921"/>
                <a:gd name="T17" fmla="*/ 1890 h 1890"/>
                <a:gd name="T18" fmla="*/ 56 w 921"/>
                <a:gd name="T19" fmla="*/ 1890 h 1890"/>
                <a:gd name="T20" fmla="*/ 56 w 921"/>
                <a:gd name="T21" fmla="*/ 298 h 1890"/>
                <a:gd name="T22" fmla="*/ 252 w 921"/>
                <a:gd name="T23" fmla="*/ 165 h 1890"/>
                <a:gd name="T24" fmla="*/ 630 w 921"/>
                <a:gd name="T25" fmla="*/ 165 h 1890"/>
                <a:gd name="T26" fmla="*/ 775 w 921"/>
                <a:gd name="T27" fmla="*/ 292 h 1890"/>
                <a:gd name="T28" fmla="*/ 921 w 921"/>
                <a:gd name="T29" fmla="*/ 146 h 1890"/>
                <a:gd name="T30" fmla="*/ 775 w 921"/>
                <a:gd name="T31" fmla="*/ 0 h 1890"/>
                <a:gd name="T32" fmla="*/ 632 w 921"/>
                <a:gd name="T33" fmla="*/ 115 h 1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1890">
                  <a:moveTo>
                    <a:pt x="689" y="146"/>
                  </a:moveTo>
                  <a:cubicBezTo>
                    <a:pt x="689" y="99"/>
                    <a:pt x="728" y="60"/>
                    <a:pt x="775" y="60"/>
                  </a:cubicBezTo>
                  <a:cubicBezTo>
                    <a:pt x="823" y="60"/>
                    <a:pt x="861" y="99"/>
                    <a:pt x="861" y="146"/>
                  </a:cubicBezTo>
                  <a:cubicBezTo>
                    <a:pt x="861" y="194"/>
                    <a:pt x="823" y="232"/>
                    <a:pt x="775" y="232"/>
                  </a:cubicBezTo>
                  <a:cubicBezTo>
                    <a:pt x="728" y="232"/>
                    <a:pt x="689" y="194"/>
                    <a:pt x="689" y="146"/>
                  </a:cubicBezTo>
                  <a:moveTo>
                    <a:pt x="632" y="115"/>
                  </a:moveTo>
                  <a:cubicBezTo>
                    <a:pt x="252" y="115"/>
                    <a:pt x="252" y="115"/>
                    <a:pt x="252" y="115"/>
                  </a:cubicBezTo>
                  <a:cubicBezTo>
                    <a:pt x="87" y="115"/>
                    <a:pt x="16" y="167"/>
                    <a:pt x="7" y="294"/>
                  </a:cubicBezTo>
                  <a:cubicBezTo>
                    <a:pt x="0" y="394"/>
                    <a:pt x="7" y="1829"/>
                    <a:pt x="7" y="1890"/>
                  </a:cubicBezTo>
                  <a:cubicBezTo>
                    <a:pt x="56" y="1890"/>
                    <a:pt x="56" y="1890"/>
                    <a:pt x="56" y="1890"/>
                  </a:cubicBezTo>
                  <a:cubicBezTo>
                    <a:pt x="56" y="1875"/>
                    <a:pt x="50" y="395"/>
                    <a:pt x="56" y="298"/>
                  </a:cubicBezTo>
                  <a:cubicBezTo>
                    <a:pt x="61" y="227"/>
                    <a:pt x="80" y="165"/>
                    <a:pt x="252" y="165"/>
                  </a:cubicBezTo>
                  <a:cubicBezTo>
                    <a:pt x="630" y="165"/>
                    <a:pt x="630" y="165"/>
                    <a:pt x="630" y="165"/>
                  </a:cubicBezTo>
                  <a:cubicBezTo>
                    <a:pt x="639" y="236"/>
                    <a:pt x="701" y="292"/>
                    <a:pt x="775" y="292"/>
                  </a:cubicBezTo>
                  <a:cubicBezTo>
                    <a:pt x="856" y="292"/>
                    <a:pt x="921" y="227"/>
                    <a:pt x="921" y="146"/>
                  </a:cubicBezTo>
                  <a:cubicBezTo>
                    <a:pt x="921" y="65"/>
                    <a:pt x="856" y="0"/>
                    <a:pt x="775" y="0"/>
                  </a:cubicBezTo>
                  <a:cubicBezTo>
                    <a:pt x="705" y="0"/>
                    <a:pt x="646" y="49"/>
                    <a:pt x="632" y="115"/>
                  </a:cubicBez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iSlíďé"/>
            <p:cNvSpPr/>
            <p:nvPr/>
          </p:nvSpPr>
          <p:spPr bwMode="auto">
            <a:xfrm rot="16200000" flipH="1">
              <a:off x="4160268" y="3575037"/>
              <a:ext cx="1718353" cy="2371994"/>
            </a:xfrm>
            <a:custGeom>
              <a:avLst/>
              <a:gdLst>
                <a:gd name="T0" fmla="*/ 590 w 822"/>
                <a:gd name="T1" fmla="*/ 147 h 1135"/>
                <a:gd name="T2" fmla="*/ 676 w 822"/>
                <a:gd name="T3" fmla="*/ 60 h 1135"/>
                <a:gd name="T4" fmla="*/ 762 w 822"/>
                <a:gd name="T5" fmla="*/ 147 h 1135"/>
                <a:gd name="T6" fmla="*/ 676 w 822"/>
                <a:gd name="T7" fmla="*/ 233 h 1135"/>
                <a:gd name="T8" fmla="*/ 590 w 822"/>
                <a:gd name="T9" fmla="*/ 147 h 1135"/>
                <a:gd name="T10" fmla="*/ 532 w 822"/>
                <a:gd name="T11" fmla="*/ 122 h 1135"/>
                <a:gd name="T12" fmla="*/ 202 w 822"/>
                <a:gd name="T13" fmla="*/ 119 h 1135"/>
                <a:gd name="T14" fmla="*/ 0 w 822"/>
                <a:gd name="T15" fmla="*/ 333 h 1135"/>
                <a:gd name="T16" fmla="*/ 0 w 822"/>
                <a:gd name="T17" fmla="*/ 1135 h 1135"/>
                <a:gd name="T18" fmla="*/ 49 w 822"/>
                <a:gd name="T19" fmla="*/ 1135 h 1135"/>
                <a:gd name="T20" fmla="*/ 49 w 822"/>
                <a:gd name="T21" fmla="*/ 333 h 1135"/>
                <a:gd name="T22" fmla="*/ 202 w 822"/>
                <a:gd name="T23" fmla="*/ 168 h 1135"/>
                <a:gd name="T24" fmla="*/ 532 w 822"/>
                <a:gd name="T25" fmla="*/ 171 h 1135"/>
                <a:gd name="T26" fmla="*/ 676 w 822"/>
                <a:gd name="T27" fmla="*/ 293 h 1135"/>
                <a:gd name="T28" fmla="*/ 822 w 822"/>
                <a:gd name="T29" fmla="*/ 147 h 1135"/>
                <a:gd name="T30" fmla="*/ 676 w 822"/>
                <a:gd name="T31" fmla="*/ 0 h 1135"/>
                <a:gd name="T32" fmla="*/ 532 w 822"/>
                <a:gd name="T33" fmla="*/ 122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22" h="1135">
                  <a:moveTo>
                    <a:pt x="590" y="147"/>
                  </a:moveTo>
                  <a:cubicBezTo>
                    <a:pt x="590" y="99"/>
                    <a:pt x="628" y="60"/>
                    <a:pt x="676" y="60"/>
                  </a:cubicBezTo>
                  <a:cubicBezTo>
                    <a:pt x="723" y="60"/>
                    <a:pt x="762" y="99"/>
                    <a:pt x="762" y="147"/>
                  </a:cubicBezTo>
                  <a:cubicBezTo>
                    <a:pt x="762" y="194"/>
                    <a:pt x="723" y="233"/>
                    <a:pt x="676" y="233"/>
                  </a:cubicBezTo>
                  <a:cubicBezTo>
                    <a:pt x="628" y="233"/>
                    <a:pt x="590" y="194"/>
                    <a:pt x="590" y="147"/>
                  </a:cubicBezTo>
                  <a:moveTo>
                    <a:pt x="532" y="122"/>
                  </a:moveTo>
                  <a:cubicBezTo>
                    <a:pt x="462" y="121"/>
                    <a:pt x="282" y="119"/>
                    <a:pt x="202" y="119"/>
                  </a:cubicBezTo>
                  <a:cubicBezTo>
                    <a:pt x="90" y="119"/>
                    <a:pt x="0" y="236"/>
                    <a:pt x="0" y="333"/>
                  </a:cubicBezTo>
                  <a:cubicBezTo>
                    <a:pt x="0" y="1135"/>
                    <a:pt x="0" y="1135"/>
                    <a:pt x="0" y="1135"/>
                  </a:cubicBezTo>
                  <a:cubicBezTo>
                    <a:pt x="49" y="1135"/>
                    <a:pt x="49" y="1135"/>
                    <a:pt x="49" y="1135"/>
                  </a:cubicBezTo>
                  <a:cubicBezTo>
                    <a:pt x="49" y="333"/>
                    <a:pt x="49" y="333"/>
                    <a:pt x="49" y="333"/>
                  </a:cubicBezTo>
                  <a:cubicBezTo>
                    <a:pt x="49" y="268"/>
                    <a:pt x="115" y="168"/>
                    <a:pt x="202" y="168"/>
                  </a:cubicBezTo>
                  <a:cubicBezTo>
                    <a:pt x="282" y="168"/>
                    <a:pt x="462" y="170"/>
                    <a:pt x="532" y="171"/>
                  </a:cubicBezTo>
                  <a:cubicBezTo>
                    <a:pt x="543" y="240"/>
                    <a:pt x="604" y="293"/>
                    <a:pt x="676" y="293"/>
                  </a:cubicBezTo>
                  <a:cubicBezTo>
                    <a:pt x="757" y="293"/>
                    <a:pt x="822" y="227"/>
                    <a:pt x="822" y="147"/>
                  </a:cubicBezTo>
                  <a:cubicBezTo>
                    <a:pt x="822" y="66"/>
                    <a:pt x="757" y="0"/>
                    <a:pt x="676" y="0"/>
                  </a:cubicBezTo>
                  <a:cubicBezTo>
                    <a:pt x="604" y="0"/>
                    <a:pt x="544" y="53"/>
                    <a:pt x="532" y="12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" name="iSlíďê"/>
            <p:cNvSpPr txBox="1"/>
            <p:nvPr/>
          </p:nvSpPr>
          <p:spPr>
            <a:xfrm flipH="1">
              <a:off x="1846217" y="2262607"/>
              <a:ext cx="1493231" cy="781135"/>
            </a:xfrm>
            <a:prstGeom prst="rect">
              <a:avLst/>
            </a:prstGeom>
          </p:spPr>
          <p:txBody>
            <a:bodyPr vert="horz" wrap="square" lIns="91440" tIns="45720" rIns="91440" bIns="4572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2" name="í$ľidé"/>
            <p:cNvSpPr txBox="1"/>
            <p:nvPr/>
          </p:nvSpPr>
          <p:spPr>
            <a:xfrm flipH="1">
              <a:off x="3381928" y="2262607"/>
              <a:ext cx="1493231" cy="781135"/>
            </a:xfrm>
            <a:prstGeom prst="rect">
              <a:avLst/>
            </a:prstGeom>
          </p:spPr>
          <p:txBody>
            <a:bodyPr vert="horz" wrap="square" lIns="91440" tIns="45720" rIns="91440" bIns="4572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3" name="ïŝḻïḋe"/>
            <p:cNvSpPr txBox="1"/>
            <p:nvPr/>
          </p:nvSpPr>
          <p:spPr>
            <a:xfrm flipH="1">
              <a:off x="7354010" y="2262607"/>
              <a:ext cx="1493231" cy="781135"/>
            </a:xfrm>
            <a:prstGeom prst="rect">
              <a:avLst/>
            </a:prstGeom>
          </p:spPr>
          <p:txBody>
            <a:bodyPr vert="horz" wrap="square" lIns="91440" tIns="45720" rIns="91440" bIns="4572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4" name="ïṡļîďê"/>
            <p:cNvSpPr txBox="1"/>
            <p:nvPr/>
          </p:nvSpPr>
          <p:spPr>
            <a:xfrm flipH="1">
              <a:off x="8964547" y="2262607"/>
              <a:ext cx="1493231" cy="781135"/>
            </a:xfrm>
            <a:prstGeom prst="rect">
              <a:avLst/>
            </a:prstGeom>
          </p:spPr>
          <p:txBody>
            <a:bodyPr vert="horz" wrap="square" lIns="91440" tIns="45720" rIns="91440" bIns="4572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5" name="íŝliḋè"/>
            <p:cNvSpPr txBox="1"/>
            <p:nvPr/>
          </p:nvSpPr>
          <p:spPr>
            <a:xfrm flipH="1">
              <a:off x="9859741" y="4279918"/>
              <a:ext cx="1493231" cy="781135"/>
            </a:xfrm>
            <a:prstGeom prst="rect">
              <a:avLst/>
            </a:prstGeom>
          </p:spPr>
          <p:txBody>
            <a:bodyPr vert="horz" wrap="square" lIns="91440" tIns="45720" rIns="91440" bIns="4572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6" name="íşḷiḑê"/>
            <p:cNvSpPr txBox="1"/>
            <p:nvPr/>
          </p:nvSpPr>
          <p:spPr>
            <a:xfrm flipH="1">
              <a:off x="8202382" y="4279918"/>
              <a:ext cx="1493231" cy="781135"/>
            </a:xfrm>
            <a:prstGeom prst="rect">
              <a:avLst/>
            </a:prstGeom>
          </p:spPr>
          <p:txBody>
            <a:bodyPr vert="horz" wrap="square" lIns="91440" tIns="45720" rIns="91440" bIns="4572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7" name="ïŝļíḋè"/>
            <p:cNvSpPr txBox="1"/>
            <p:nvPr/>
          </p:nvSpPr>
          <p:spPr>
            <a:xfrm flipH="1">
              <a:off x="2622768" y="4279918"/>
              <a:ext cx="1493231" cy="781135"/>
            </a:xfrm>
            <a:prstGeom prst="rect">
              <a:avLst/>
            </a:prstGeom>
          </p:spPr>
          <p:txBody>
            <a:bodyPr vert="horz" wrap="square" lIns="91440" tIns="45720" rIns="91440" bIns="4572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8" name="işlíďé"/>
            <p:cNvSpPr txBox="1"/>
            <p:nvPr/>
          </p:nvSpPr>
          <p:spPr>
            <a:xfrm flipH="1">
              <a:off x="1001296" y="4279918"/>
              <a:ext cx="1493231" cy="781135"/>
            </a:xfrm>
            <a:prstGeom prst="rect">
              <a:avLst/>
            </a:prstGeom>
          </p:spPr>
          <p:txBody>
            <a:bodyPr vert="horz" wrap="square" lIns="91440" tIns="45720" rIns="91440" bIns="4572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9" name="í$ḷiḑé"/>
            <p:cNvSpPr txBox="1"/>
            <p:nvPr/>
          </p:nvSpPr>
          <p:spPr>
            <a:xfrm flipH="1">
              <a:off x="5468249" y="4465944"/>
              <a:ext cx="1255502" cy="409082"/>
            </a:xfrm>
            <a:prstGeom prst="rect">
              <a:avLst/>
            </a:prstGeom>
          </p:spPr>
          <p:txBody>
            <a:bodyPr vert="horz" wrap="none" lIns="91440" tIns="45720" rIns="91440" bIns="45720">
              <a:normAutofit/>
            </a:bodyPr>
            <a:lstStyle/>
            <a:p>
              <a:pPr marL="0" indent="0" algn="ctr">
                <a:spcBef>
                  <a:spcPct val="0"/>
                </a:spcBef>
                <a:buNone/>
              </a:pPr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sp>
          <p:nvSpPr>
            <p:cNvPr id="20" name="iṩlíďe"/>
            <p:cNvSpPr/>
            <p:nvPr/>
          </p:nvSpPr>
          <p:spPr bwMode="auto">
            <a:xfrm rot="5400000">
              <a:off x="7379954" y="185732"/>
              <a:ext cx="2103501" cy="4781022"/>
            </a:xfrm>
            <a:custGeom>
              <a:avLst/>
              <a:gdLst>
                <a:gd name="T0" fmla="*/ 61 w 1007"/>
                <a:gd name="T1" fmla="*/ 146 h 2288"/>
                <a:gd name="T2" fmla="*/ 147 w 1007"/>
                <a:gd name="T3" fmla="*/ 60 h 2288"/>
                <a:gd name="T4" fmla="*/ 233 w 1007"/>
                <a:gd name="T5" fmla="*/ 146 h 2288"/>
                <a:gd name="T6" fmla="*/ 147 w 1007"/>
                <a:gd name="T7" fmla="*/ 233 h 2288"/>
                <a:gd name="T8" fmla="*/ 61 w 1007"/>
                <a:gd name="T9" fmla="*/ 146 h 2288"/>
                <a:gd name="T10" fmla="*/ 0 w 1007"/>
                <a:gd name="T11" fmla="*/ 146 h 2288"/>
                <a:gd name="T12" fmla="*/ 147 w 1007"/>
                <a:gd name="T13" fmla="*/ 293 h 2288"/>
                <a:gd name="T14" fmla="*/ 291 w 1007"/>
                <a:gd name="T15" fmla="*/ 171 h 2288"/>
                <a:gd name="T16" fmla="*/ 728 w 1007"/>
                <a:gd name="T17" fmla="*/ 171 h 2288"/>
                <a:gd name="T18" fmla="*/ 957 w 1007"/>
                <a:gd name="T19" fmla="*/ 351 h 2288"/>
                <a:gd name="T20" fmla="*/ 957 w 1007"/>
                <a:gd name="T21" fmla="*/ 2288 h 2288"/>
                <a:gd name="T22" fmla="*/ 1007 w 1007"/>
                <a:gd name="T23" fmla="*/ 2288 h 2288"/>
                <a:gd name="T24" fmla="*/ 1007 w 1007"/>
                <a:gd name="T25" fmla="*/ 351 h 2288"/>
                <a:gd name="T26" fmla="*/ 914 w 1007"/>
                <a:gd name="T27" fmla="*/ 170 h 2288"/>
                <a:gd name="T28" fmla="*/ 728 w 1007"/>
                <a:gd name="T29" fmla="*/ 122 h 2288"/>
                <a:gd name="T30" fmla="*/ 291 w 1007"/>
                <a:gd name="T31" fmla="*/ 122 h 2288"/>
                <a:gd name="T32" fmla="*/ 147 w 1007"/>
                <a:gd name="T33" fmla="*/ 0 h 2288"/>
                <a:gd name="T34" fmla="*/ 0 w 1007"/>
                <a:gd name="T35" fmla="*/ 146 h 2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07" h="2288">
                  <a:moveTo>
                    <a:pt x="61" y="146"/>
                  </a:moveTo>
                  <a:cubicBezTo>
                    <a:pt x="61" y="99"/>
                    <a:pt x="99" y="60"/>
                    <a:pt x="147" y="60"/>
                  </a:cubicBezTo>
                  <a:cubicBezTo>
                    <a:pt x="194" y="60"/>
                    <a:pt x="233" y="99"/>
                    <a:pt x="233" y="146"/>
                  </a:cubicBezTo>
                  <a:cubicBezTo>
                    <a:pt x="233" y="194"/>
                    <a:pt x="194" y="233"/>
                    <a:pt x="147" y="233"/>
                  </a:cubicBezTo>
                  <a:cubicBezTo>
                    <a:pt x="99" y="233"/>
                    <a:pt x="61" y="194"/>
                    <a:pt x="61" y="146"/>
                  </a:cubicBezTo>
                  <a:moveTo>
                    <a:pt x="0" y="146"/>
                  </a:moveTo>
                  <a:cubicBezTo>
                    <a:pt x="0" y="227"/>
                    <a:pt x="66" y="293"/>
                    <a:pt x="147" y="293"/>
                  </a:cubicBezTo>
                  <a:cubicBezTo>
                    <a:pt x="219" y="293"/>
                    <a:pt x="279" y="240"/>
                    <a:pt x="291" y="171"/>
                  </a:cubicBezTo>
                  <a:cubicBezTo>
                    <a:pt x="728" y="171"/>
                    <a:pt x="728" y="171"/>
                    <a:pt x="728" y="171"/>
                  </a:cubicBezTo>
                  <a:cubicBezTo>
                    <a:pt x="797" y="171"/>
                    <a:pt x="957" y="189"/>
                    <a:pt x="957" y="351"/>
                  </a:cubicBezTo>
                  <a:cubicBezTo>
                    <a:pt x="957" y="2288"/>
                    <a:pt x="957" y="2288"/>
                    <a:pt x="957" y="2288"/>
                  </a:cubicBezTo>
                  <a:cubicBezTo>
                    <a:pt x="1007" y="2288"/>
                    <a:pt x="1007" y="2288"/>
                    <a:pt x="1007" y="2288"/>
                  </a:cubicBezTo>
                  <a:cubicBezTo>
                    <a:pt x="1007" y="351"/>
                    <a:pt x="1007" y="351"/>
                    <a:pt x="1007" y="351"/>
                  </a:cubicBezTo>
                  <a:cubicBezTo>
                    <a:pt x="1007" y="272"/>
                    <a:pt x="975" y="210"/>
                    <a:pt x="914" y="170"/>
                  </a:cubicBezTo>
                  <a:cubicBezTo>
                    <a:pt x="854" y="130"/>
                    <a:pt x="780" y="122"/>
                    <a:pt x="728" y="122"/>
                  </a:cubicBezTo>
                  <a:cubicBezTo>
                    <a:pt x="291" y="122"/>
                    <a:pt x="291" y="122"/>
                    <a:pt x="291" y="122"/>
                  </a:cubicBezTo>
                  <a:cubicBezTo>
                    <a:pt x="279" y="53"/>
                    <a:pt x="219" y="0"/>
                    <a:pt x="147" y="0"/>
                  </a:cubicBezTo>
                  <a:cubicBezTo>
                    <a:pt x="66" y="0"/>
                    <a:pt x="0" y="66"/>
                    <a:pt x="0" y="146"/>
                  </a:cubicBez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1" name="íṡḻiḓe"/>
            <p:cNvSpPr/>
            <p:nvPr/>
          </p:nvSpPr>
          <p:spPr bwMode="auto">
            <a:xfrm rot="5400000">
              <a:off x="6688353" y="888442"/>
              <a:ext cx="1905372" cy="3177472"/>
            </a:xfrm>
            <a:custGeom>
              <a:avLst/>
              <a:gdLst>
                <a:gd name="T0" fmla="*/ 61 w 912"/>
                <a:gd name="T1" fmla="*/ 146 h 1520"/>
                <a:gd name="T2" fmla="*/ 147 w 912"/>
                <a:gd name="T3" fmla="*/ 60 h 1520"/>
                <a:gd name="T4" fmla="*/ 233 w 912"/>
                <a:gd name="T5" fmla="*/ 146 h 1520"/>
                <a:gd name="T6" fmla="*/ 147 w 912"/>
                <a:gd name="T7" fmla="*/ 232 h 1520"/>
                <a:gd name="T8" fmla="*/ 61 w 912"/>
                <a:gd name="T9" fmla="*/ 146 h 1520"/>
                <a:gd name="T10" fmla="*/ 0 w 912"/>
                <a:gd name="T11" fmla="*/ 146 h 1520"/>
                <a:gd name="T12" fmla="*/ 147 w 912"/>
                <a:gd name="T13" fmla="*/ 292 h 1520"/>
                <a:gd name="T14" fmla="*/ 290 w 912"/>
                <a:gd name="T15" fmla="*/ 174 h 1520"/>
                <a:gd name="T16" fmla="*/ 673 w 912"/>
                <a:gd name="T17" fmla="*/ 174 h 1520"/>
                <a:gd name="T18" fmla="*/ 862 w 912"/>
                <a:gd name="T19" fmla="*/ 317 h 1520"/>
                <a:gd name="T20" fmla="*/ 862 w 912"/>
                <a:gd name="T21" fmla="*/ 1520 h 1520"/>
                <a:gd name="T22" fmla="*/ 912 w 912"/>
                <a:gd name="T23" fmla="*/ 1520 h 1520"/>
                <a:gd name="T24" fmla="*/ 912 w 912"/>
                <a:gd name="T25" fmla="*/ 317 h 1520"/>
                <a:gd name="T26" fmla="*/ 673 w 912"/>
                <a:gd name="T27" fmla="*/ 125 h 1520"/>
                <a:gd name="T28" fmla="*/ 292 w 912"/>
                <a:gd name="T29" fmla="*/ 125 h 1520"/>
                <a:gd name="T30" fmla="*/ 147 w 912"/>
                <a:gd name="T31" fmla="*/ 0 h 1520"/>
                <a:gd name="T32" fmla="*/ 0 w 912"/>
                <a:gd name="T33" fmla="*/ 146 h 1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12" h="1520">
                  <a:moveTo>
                    <a:pt x="61" y="146"/>
                  </a:moveTo>
                  <a:cubicBezTo>
                    <a:pt x="61" y="99"/>
                    <a:pt x="99" y="60"/>
                    <a:pt x="147" y="60"/>
                  </a:cubicBezTo>
                  <a:cubicBezTo>
                    <a:pt x="194" y="60"/>
                    <a:pt x="233" y="99"/>
                    <a:pt x="233" y="146"/>
                  </a:cubicBezTo>
                  <a:cubicBezTo>
                    <a:pt x="233" y="194"/>
                    <a:pt x="194" y="232"/>
                    <a:pt x="147" y="232"/>
                  </a:cubicBezTo>
                  <a:cubicBezTo>
                    <a:pt x="99" y="232"/>
                    <a:pt x="61" y="194"/>
                    <a:pt x="61" y="146"/>
                  </a:cubicBezTo>
                  <a:moveTo>
                    <a:pt x="0" y="146"/>
                  </a:moveTo>
                  <a:cubicBezTo>
                    <a:pt x="0" y="227"/>
                    <a:pt x="66" y="292"/>
                    <a:pt x="147" y="292"/>
                  </a:cubicBezTo>
                  <a:cubicBezTo>
                    <a:pt x="218" y="292"/>
                    <a:pt x="277" y="241"/>
                    <a:pt x="290" y="174"/>
                  </a:cubicBezTo>
                  <a:cubicBezTo>
                    <a:pt x="673" y="174"/>
                    <a:pt x="673" y="174"/>
                    <a:pt x="673" y="174"/>
                  </a:cubicBezTo>
                  <a:cubicBezTo>
                    <a:pt x="844" y="174"/>
                    <a:pt x="862" y="274"/>
                    <a:pt x="862" y="317"/>
                  </a:cubicBezTo>
                  <a:cubicBezTo>
                    <a:pt x="862" y="1520"/>
                    <a:pt x="862" y="1520"/>
                    <a:pt x="862" y="1520"/>
                  </a:cubicBezTo>
                  <a:cubicBezTo>
                    <a:pt x="912" y="1520"/>
                    <a:pt x="912" y="1520"/>
                    <a:pt x="912" y="1520"/>
                  </a:cubicBezTo>
                  <a:cubicBezTo>
                    <a:pt x="912" y="317"/>
                    <a:pt x="912" y="317"/>
                    <a:pt x="912" y="317"/>
                  </a:cubicBezTo>
                  <a:cubicBezTo>
                    <a:pt x="912" y="199"/>
                    <a:pt x="820" y="125"/>
                    <a:pt x="673" y="125"/>
                  </a:cubicBezTo>
                  <a:cubicBezTo>
                    <a:pt x="292" y="125"/>
                    <a:pt x="292" y="125"/>
                    <a:pt x="292" y="125"/>
                  </a:cubicBezTo>
                  <a:cubicBezTo>
                    <a:pt x="281" y="54"/>
                    <a:pt x="220" y="0"/>
                    <a:pt x="147" y="0"/>
                  </a:cubicBezTo>
                  <a:cubicBezTo>
                    <a:pt x="66" y="0"/>
                    <a:pt x="0" y="65"/>
                    <a:pt x="0" y="146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2" name="ïṧlïdé"/>
            <p:cNvSpPr/>
            <p:nvPr/>
          </p:nvSpPr>
          <p:spPr bwMode="auto">
            <a:xfrm rot="5400000">
              <a:off x="5995827" y="1571710"/>
              <a:ext cx="1718353" cy="1616511"/>
            </a:xfrm>
            <a:custGeom>
              <a:avLst/>
              <a:gdLst>
                <a:gd name="T0" fmla="*/ 61 w 823"/>
                <a:gd name="T1" fmla="*/ 147 h 774"/>
                <a:gd name="T2" fmla="*/ 147 w 823"/>
                <a:gd name="T3" fmla="*/ 60 h 774"/>
                <a:gd name="T4" fmla="*/ 233 w 823"/>
                <a:gd name="T5" fmla="*/ 147 h 774"/>
                <a:gd name="T6" fmla="*/ 147 w 823"/>
                <a:gd name="T7" fmla="*/ 233 h 774"/>
                <a:gd name="T8" fmla="*/ 61 w 823"/>
                <a:gd name="T9" fmla="*/ 147 h 774"/>
                <a:gd name="T10" fmla="*/ 0 w 823"/>
                <a:gd name="T11" fmla="*/ 147 h 774"/>
                <a:gd name="T12" fmla="*/ 147 w 823"/>
                <a:gd name="T13" fmla="*/ 293 h 774"/>
                <a:gd name="T14" fmla="*/ 289 w 823"/>
                <a:gd name="T15" fmla="*/ 180 h 774"/>
                <a:gd name="T16" fmla="*/ 581 w 823"/>
                <a:gd name="T17" fmla="*/ 180 h 774"/>
                <a:gd name="T18" fmla="*/ 774 w 823"/>
                <a:gd name="T19" fmla="*/ 330 h 774"/>
                <a:gd name="T20" fmla="*/ 774 w 823"/>
                <a:gd name="T21" fmla="*/ 774 h 774"/>
                <a:gd name="T22" fmla="*/ 823 w 823"/>
                <a:gd name="T23" fmla="*/ 774 h 774"/>
                <a:gd name="T24" fmla="*/ 823 w 823"/>
                <a:gd name="T25" fmla="*/ 330 h 774"/>
                <a:gd name="T26" fmla="*/ 778 w 823"/>
                <a:gd name="T27" fmla="*/ 203 h 774"/>
                <a:gd name="T28" fmla="*/ 581 w 823"/>
                <a:gd name="T29" fmla="*/ 131 h 774"/>
                <a:gd name="T30" fmla="*/ 292 w 823"/>
                <a:gd name="T31" fmla="*/ 131 h 774"/>
                <a:gd name="T32" fmla="*/ 147 w 823"/>
                <a:gd name="T33" fmla="*/ 0 h 774"/>
                <a:gd name="T34" fmla="*/ 0 w 823"/>
                <a:gd name="T35" fmla="*/ 147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23" h="774">
                  <a:moveTo>
                    <a:pt x="61" y="147"/>
                  </a:moveTo>
                  <a:cubicBezTo>
                    <a:pt x="61" y="99"/>
                    <a:pt x="99" y="60"/>
                    <a:pt x="147" y="60"/>
                  </a:cubicBezTo>
                  <a:cubicBezTo>
                    <a:pt x="194" y="60"/>
                    <a:pt x="233" y="99"/>
                    <a:pt x="233" y="147"/>
                  </a:cubicBezTo>
                  <a:cubicBezTo>
                    <a:pt x="233" y="194"/>
                    <a:pt x="194" y="233"/>
                    <a:pt x="147" y="233"/>
                  </a:cubicBezTo>
                  <a:cubicBezTo>
                    <a:pt x="99" y="233"/>
                    <a:pt x="61" y="194"/>
                    <a:pt x="61" y="147"/>
                  </a:cubicBezTo>
                  <a:moveTo>
                    <a:pt x="0" y="147"/>
                  </a:moveTo>
                  <a:cubicBezTo>
                    <a:pt x="0" y="227"/>
                    <a:pt x="66" y="293"/>
                    <a:pt x="147" y="293"/>
                  </a:cubicBezTo>
                  <a:cubicBezTo>
                    <a:pt x="216" y="293"/>
                    <a:pt x="274" y="245"/>
                    <a:pt x="289" y="180"/>
                  </a:cubicBezTo>
                  <a:cubicBezTo>
                    <a:pt x="581" y="180"/>
                    <a:pt x="581" y="180"/>
                    <a:pt x="581" y="180"/>
                  </a:cubicBezTo>
                  <a:cubicBezTo>
                    <a:pt x="653" y="180"/>
                    <a:pt x="774" y="200"/>
                    <a:pt x="774" y="330"/>
                  </a:cubicBezTo>
                  <a:cubicBezTo>
                    <a:pt x="774" y="774"/>
                    <a:pt x="774" y="774"/>
                    <a:pt x="774" y="774"/>
                  </a:cubicBezTo>
                  <a:cubicBezTo>
                    <a:pt x="823" y="774"/>
                    <a:pt x="823" y="774"/>
                    <a:pt x="823" y="774"/>
                  </a:cubicBezTo>
                  <a:cubicBezTo>
                    <a:pt x="823" y="330"/>
                    <a:pt x="823" y="330"/>
                    <a:pt x="823" y="330"/>
                  </a:cubicBezTo>
                  <a:cubicBezTo>
                    <a:pt x="823" y="295"/>
                    <a:pt x="815" y="245"/>
                    <a:pt x="778" y="203"/>
                  </a:cubicBezTo>
                  <a:cubicBezTo>
                    <a:pt x="737" y="155"/>
                    <a:pt x="671" y="131"/>
                    <a:pt x="581" y="131"/>
                  </a:cubicBezTo>
                  <a:cubicBezTo>
                    <a:pt x="292" y="131"/>
                    <a:pt x="292" y="131"/>
                    <a:pt x="292" y="131"/>
                  </a:cubicBezTo>
                  <a:cubicBezTo>
                    <a:pt x="285" y="58"/>
                    <a:pt x="222" y="0"/>
                    <a:pt x="147" y="0"/>
                  </a:cubicBezTo>
                  <a:cubicBezTo>
                    <a:pt x="66" y="0"/>
                    <a:pt x="0" y="66"/>
                    <a:pt x="0" y="14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3" name="îṣ1iḑê"/>
            <p:cNvSpPr/>
            <p:nvPr/>
          </p:nvSpPr>
          <p:spPr bwMode="auto">
            <a:xfrm rot="5400000">
              <a:off x="7064243" y="2695675"/>
              <a:ext cx="1925740" cy="3949620"/>
            </a:xfrm>
            <a:custGeom>
              <a:avLst/>
              <a:gdLst>
                <a:gd name="T0" fmla="*/ 689 w 921"/>
                <a:gd name="T1" fmla="*/ 146 h 1890"/>
                <a:gd name="T2" fmla="*/ 775 w 921"/>
                <a:gd name="T3" fmla="*/ 60 h 1890"/>
                <a:gd name="T4" fmla="*/ 861 w 921"/>
                <a:gd name="T5" fmla="*/ 146 h 1890"/>
                <a:gd name="T6" fmla="*/ 775 w 921"/>
                <a:gd name="T7" fmla="*/ 232 h 1890"/>
                <a:gd name="T8" fmla="*/ 689 w 921"/>
                <a:gd name="T9" fmla="*/ 146 h 1890"/>
                <a:gd name="T10" fmla="*/ 632 w 921"/>
                <a:gd name="T11" fmla="*/ 115 h 1890"/>
                <a:gd name="T12" fmla="*/ 252 w 921"/>
                <a:gd name="T13" fmla="*/ 115 h 1890"/>
                <a:gd name="T14" fmla="*/ 7 w 921"/>
                <a:gd name="T15" fmla="*/ 294 h 1890"/>
                <a:gd name="T16" fmla="*/ 7 w 921"/>
                <a:gd name="T17" fmla="*/ 1890 h 1890"/>
                <a:gd name="T18" fmla="*/ 56 w 921"/>
                <a:gd name="T19" fmla="*/ 1890 h 1890"/>
                <a:gd name="T20" fmla="*/ 56 w 921"/>
                <a:gd name="T21" fmla="*/ 298 h 1890"/>
                <a:gd name="T22" fmla="*/ 252 w 921"/>
                <a:gd name="T23" fmla="*/ 165 h 1890"/>
                <a:gd name="T24" fmla="*/ 630 w 921"/>
                <a:gd name="T25" fmla="*/ 165 h 1890"/>
                <a:gd name="T26" fmla="*/ 775 w 921"/>
                <a:gd name="T27" fmla="*/ 292 h 1890"/>
                <a:gd name="T28" fmla="*/ 921 w 921"/>
                <a:gd name="T29" fmla="*/ 146 h 1890"/>
                <a:gd name="T30" fmla="*/ 775 w 921"/>
                <a:gd name="T31" fmla="*/ 0 h 1890"/>
                <a:gd name="T32" fmla="*/ 632 w 921"/>
                <a:gd name="T33" fmla="*/ 115 h 1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1890">
                  <a:moveTo>
                    <a:pt x="689" y="146"/>
                  </a:moveTo>
                  <a:cubicBezTo>
                    <a:pt x="689" y="99"/>
                    <a:pt x="728" y="60"/>
                    <a:pt x="775" y="60"/>
                  </a:cubicBezTo>
                  <a:cubicBezTo>
                    <a:pt x="823" y="60"/>
                    <a:pt x="861" y="99"/>
                    <a:pt x="861" y="146"/>
                  </a:cubicBezTo>
                  <a:cubicBezTo>
                    <a:pt x="861" y="194"/>
                    <a:pt x="823" y="232"/>
                    <a:pt x="775" y="232"/>
                  </a:cubicBezTo>
                  <a:cubicBezTo>
                    <a:pt x="728" y="232"/>
                    <a:pt x="689" y="194"/>
                    <a:pt x="689" y="146"/>
                  </a:cubicBezTo>
                  <a:moveTo>
                    <a:pt x="632" y="115"/>
                  </a:moveTo>
                  <a:cubicBezTo>
                    <a:pt x="252" y="115"/>
                    <a:pt x="252" y="115"/>
                    <a:pt x="252" y="115"/>
                  </a:cubicBezTo>
                  <a:cubicBezTo>
                    <a:pt x="87" y="115"/>
                    <a:pt x="16" y="167"/>
                    <a:pt x="7" y="294"/>
                  </a:cubicBezTo>
                  <a:cubicBezTo>
                    <a:pt x="0" y="394"/>
                    <a:pt x="7" y="1829"/>
                    <a:pt x="7" y="1890"/>
                  </a:cubicBezTo>
                  <a:cubicBezTo>
                    <a:pt x="56" y="1890"/>
                    <a:pt x="56" y="1890"/>
                    <a:pt x="56" y="1890"/>
                  </a:cubicBezTo>
                  <a:cubicBezTo>
                    <a:pt x="56" y="1875"/>
                    <a:pt x="50" y="395"/>
                    <a:pt x="56" y="298"/>
                  </a:cubicBezTo>
                  <a:cubicBezTo>
                    <a:pt x="61" y="227"/>
                    <a:pt x="80" y="165"/>
                    <a:pt x="252" y="165"/>
                  </a:cubicBezTo>
                  <a:cubicBezTo>
                    <a:pt x="630" y="165"/>
                    <a:pt x="630" y="165"/>
                    <a:pt x="630" y="165"/>
                  </a:cubicBezTo>
                  <a:cubicBezTo>
                    <a:pt x="639" y="236"/>
                    <a:pt x="701" y="292"/>
                    <a:pt x="775" y="292"/>
                  </a:cubicBezTo>
                  <a:cubicBezTo>
                    <a:pt x="856" y="292"/>
                    <a:pt x="921" y="227"/>
                    <a:pt x="921" y="146"/>
                  </a:cubicBezTo>
                  <a:cubicBezTo>
                    <a:pt x="921" y="65"/>
                    <a:pt x="856" y="0"/>
                    <a:pt x="775" y="0"/>
                  </a:cubicBezTo>
                  <a:cubicBezTo>
                    <a:pt x="705" y="0"/>
                    <a:pt x="646" y="49"/>
                    <a:pt x="632" y="115"/>
                  </a:cubicBez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îsḷîḓê"/>
            <p:cNvSpPr/>
            <p:nvPr/>
          </p:nvSpPr>
          <p:spPr bwMode="auto">
            <a:xfrm rot="5400000">
              <a:off x="6386531" y="3575220"/>
              <a:ext cx="1718353" cy="2371994"/>
            </a:xfrm>
            <a:custGeom>
              <a:avLst/>
              <a:gdLst>
                <a:gd name="T0" fmla="*/ 590 w 822"/>
                <a:gd name="T1" fmla="*/ 147 h 1135"/>
                <a:gd name="T2" fmla="*/ 676 w 822"/>
                <a:gd name="T3" fmla="*/ 60 h 1135"/>
                <a:gd name="T4" fmla="*/ 762 w 822"/>
                <a:gd name="T5" fmla="*/ 147 h 1135"/>
                <a:gd name="T6" fmla="*/ 676 w 822"/>
                <a:gd name="T7" fmla="*/ 233 h 1135"/>
                <a:gd name="T8" fmla="*/ 590 w 822"/>
                <a:gd name="T9" fmla="*/ 147 h 1135"/>
                <a:gd name="T10" fmla="*/ 532 w 822"/>
                <a:gd name="T11" fmla="*/ 122 h 1135"/>
                <a:gd name="T12" fmla="*/ 202 w 822"/>
                <a:gd name="T13" fmla="*/ 119 h 1135"/>
                <a:gd name="T14" fmla="*/ 0 w 822"/>
                <a:gd name="T15" fmla="*/ 333 h 1135"/>
                <a:gd name="T16" fmla="*/ 0 w 822"/>
                <a:gd name="T17" fmla="*/ 1135 h 1135"/>
                <a:gd name="T18" fmla="*/ 49 w 822"/>
                <a:gd name="T19" fmla="*/ 1135 h 1135"/>
                <a:gd name="T20" fmla="*/ 49 w 822"/>
                <a:gd name="T21" fmla="*/ 333 h 1135"/>
                <a:gd name="T22" fmla="*/ 202 w 822"/>
                <a:gd name="T23" fmla="*/ 168 h 1135"/>
                <a:gd name="T24" fmla="*/ 532 w 822"/>
                <a:gd name="T25" fmla="*/ 171 h 1135"/>
                <a:gd name="T26" fmla="*/ 676 w 822"/>
                <a:gd name="T27" fmla="*/ 293 h 1135"/>
                <a:gd name="T28" fmla="*/ 822 w 822"/>
                <a:gd name="T29" fmla="*/ 147 h 1135"/>
                <a:gd name="T30" fmla="*/ 676 w 822"/>
                <a:gd name="T31" fmla="*/ 0 h 1135"/>
                <a:gd name="T32" fmla="*/ 532 w 822"/>
                <a:gd name="T33" fmla="*/ 122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22" h="1135">
                  <a:moveTo>
                    <a:pt x="590" y="147"/>
                  </a:moveTo>
                  <a:cubicBezTo>
                    <a:pt x="590" y="99"/>
                    <a:pt x="628" y="60"/>
                    <a:pt x="676" y="60"/>
                  </a:cubicBezTo>
                  <a:cubicBezTo>
                    <a:pt x="723" y="60"/>
                    <a:pt x="762" y="99"/>
                    <a:pt x="762" y="147"/>
                  </a:cubicBezTo>
                  <a:cubicBezTo>
                    <a:pt x="762" y="194"/>
                    <a:pt x="723" y="233"/>
                    <a:pt x="676" y="233"/>
                  </a:cubicBezTo>
                  <a:cubicBezTo>
                    <a:pt x="628" y="233"/>
                    <a:pt x="590" y="194"/>
                    <a:pt x="590" y="147"/>
                  </a:cubicBezTo>
                  <a:moveTo>
                    <a:pt x="532" y="122"/>
                  </a:moveTo>
                  <a:cubicBezTo>
                    <a:pt x="462" y="121"/>
                    <a:pt x="282" y="119"/>
                    <a:pt x="202" y="119"/>
                  </a:cubicBezTo>
                  <a:cubicBezTo>
                    <a:pt x="90" y="119"/>
                    <a:pt x="0" y="236"/>
                    <a:pt x="0" y="333"/>
                  </a:cubicBezTo>
                  <a:cubicBezTo>
                    <a:pt x="0" y="1135"/>
                    <a:pt x="0" y="1135"/>
                    <a:pt x="0" y="1135"/>
                  </a:cubicBezTo>
                  <a:cubicBezTo>
                    <a:pt x="49" y="1135"/>
                    <a:pt x="49" y="1135"/>
                    <a:pt x="49" y="1135"/>
                  </a:cubicBezTo>
                  <a:cubicBezTo>
                    <a:pt x="49" y="333"/>
                    <a:pt x="49" y="333"/>
                    <a:pt x="49" y="333"/>
                  </a:cubicBezTo>
                  <a:cubicBezTo>
                    <a:pt x="49" y="268"/>
                    <a:pt x="115" y="168"/>
                    <a:pt x="202" y="168"/>
                  </a:cubicBezTo>
                  <a:cubicBezTo>
                    <a:pt x="282" y="168"/>
                    <a:pt x="462" y="170"/>
                    <a:pt x="532" y="171"/>
                  </a:cubicBezTo>
                  <a:cubicBezTo>
                    <a:pt x="543" y="240"/>
                    <a:pt x="604" y="293"/>
                    <a:pt x="676" y="293"/>
                  </a:cubicBezTo>
                  <a:cubicBezTo>
                    <a:pt x="757" y="293"/>
                    <a:pt x="822" y="227"/>
                    <a:pt x="822" y="147"/>
                  </a:cubicBezTo>
                  <a:cubicBezTo>
                    <a:pt x="822" y="66"/>
                    <a:pt x="757" y="0"/>
                    <a:pt x="676" y="0"/>
                  </a:cubicBezTo>
                  <a:cubicBezTo>
                    <a:pt x="604" y="0"/>
                    <a:pt x="544" y="53"/>
                    <a:pt x="532" y="12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î$ľide"/>
            <p:cNvSpPr txBox="1"/>
            <p:nvPr/>
          </p:nvSpPr>
          <p:spPr>
            <a:xfrm flipH="1">
              <a:off x="5468249" y="2448633"/>
              <a:ext cx="1255502" cy="409082"/>
            </a:xfrm>
            <a:prstGeom prst="rect">
              <a:avLst/>
            </a:prstGeom>
          </p:spPr>
          <p:txBody>
            <a:bodyPr vert="horz" wrap="none" lIns="91440" tIns="45720" rIns="91440" bIns="45720">
              <a:normAutofit/>
            </a:bodyPr>
            <a:lstStyle/>
            <a:p>
              <a:pPr marL="0" indent="0" algn="ctr">
                <a:spcBef>
                  <a:spcPct val="0"/>
                </a:spcBef>
                <a:buNone/>
              </a:pPr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ead22db3-dbfd-4536-8aa8-ca79463f591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28650" y="7937"/>
            <a:ext cx="10815639" cy="6843713"/>
            <a:chOff x="628650" y="7937"/>
            <a:chExt cx="10815639" cy="6843713"/>
          </a:xfrm>
        </p:grpSpPr>
        <p:sp>
          <p:nvSpPr>
            <p:cNvPr id="6" name="iş1îdé"/>
            <p:cNvSpPr/>
            <p:nvPr/>
          </p:nvSpPr>
          <p:spPr bwMode="auto">
            <a:xfrm>
              <a:off x="4408488" y="3429000"/>
              <a:ext cx="4649788" cy="1825625"/>
            </a:xfrm>
            <a:custGeom>
              <a:avLst/>
              <a:gdLst>
                <a:gd name="T0" fmla="*/ 661 w 692"/>
                <a:gd name="T1" fmla="*/ 0 h 272"/>
                <a:gd name="T2" fmla="*/ 190 w 692"/>
                <a:gd name="T3" fmla="*/ 121 h 272"/>
                <a:gd name="T4" fmla="*/ 3 w 692"/>
                <a:gd name="T5" fmla="*/ 169 h 272"/>
                <a:gd name="T6" fmla="*/ 0 w 692"/>
                <a:gd name="T7" fmla="*/ 174 h 272"/>
                <a:gd name="T8" fmla="*/ 98 w 692"/>
                <a:gd name="T9" fmla="*/ 272 h 272"/>
                <a:gd name="T10" fmla="*/ 692 w 692"/>
                <a:gd name="T11" fmla="*/ 120 h 272"/>
                <a:gd name="T12" fmla="*/ 661 w 692"/>
                <a:gd name="T13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2" h="272">
                  <a:moveTo>
                    <a:pt x="661" y="0"/>
                  </a:moveTo>
                  <a:cubicBezTo>
                    <a:pt x="190" y="121"/>
                    <a:pt x="190" y="121"/>
                    <a:pt x="190" y="121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7" y="182"/>
                    <a:pt x="90" y="265"/>
                    <a:pt x="98" y="272"/>
                  </a:cubicBezTo>
                  <a:cubicBezTo>
                    <a:pt x="296" y="222"/>
                    <a:pt x="494" y="171"/>
                    <a:pt x="692" y="120"/>
                  </a:cubicBezTo>
                  <a:lnTo>
                    <a:pt x="661" y="0"/>
                  </a:lnTo>
                  <a:close/>
                </a:path>
              </a:pathLst>
            </a:custGeom>
            <a:solidFill>
              <a:schemeClr val="accent4"/>
            </a:solidFill>
            <a:ln w="26988" cap="flat">
              <a:noFill/>
              <a:prstDash val="solid"/>
              <a:miter lim="8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7" name="ïṧlîďe"/>
            <p:cNvSpPr/>
            <p:nvPr/>
          </p:nvSpPr>
          <p:spPr bwMode="auto">
            <a:xfrm>
              <a:off x="2668588" y="1176337"/>
              <a:ext cx="4387850" cy="1751013"/>
            </a:xfrm>
            <a:custGeom>
              <a:avLst/>
              <a:gdLst>
                <a:gd name="T0" fmla="*/ 2633 w 2764"/>
                <a:gd name="T1" fmla="*/ 0 h 1103"/>
                <a:gd name="T2" fmla="*/ 774 w 2764"/>
                <a:gd name="T3" fmla="*/ 473 h 1103"/>
                <a:gd name="T4" fmla="*/ 0 w 2764"/>
                <a:gd name="T5" fmla="*/ 672 h 1103"/>
                <a:gd name="T6" fmla="*/ 372 w 2764"/>
                <a:gd name="T7" fmla="*/ 1043 h 1103"/>
                <a:gd name="T8" fmla="*/ 432 w 2764"/>
                <a:gd name="T9" fmla="*/ 1103 h 1103"/>
                <a:gd name="T10" fmla="*/ 2764 w 2764"/>
                <a:gd name="T11" fmla="*/ 507 h 1103"/>
                <a:gd name="T12" fmla="*/ 2633 w 2764"/>
                <a:gd name="T13" fmla="*/ 0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4" h="1103">
                  <a:moveTo>
                    <a:pt x="2633" y="0"/>
                  </a:moveTo>
                  <a:lnTo>
                    <a:pt x="774" y="473"/>
                  </a:lnTo>
                  <a:lnTo>
                    <a:pt x="0" y="672"/>
                  </a:lnTo>
                  <a:lnTo>
                    <a:pt x="372" y="1043"/>
                  </a:lnTo>
                  <a:lnTo>
                    <a:pt x="432" y="1103"/>
                  </a:lnTo>
                  <a:lnTo>
                    <a:pt x="2764" y="507"/>
                  </a:lnTo>
                  <a:lnTo>
                    <a:pt x="2633" y="0"/>
                  </a:lnTo>
                  <a:close/>
                </a:path>
              </a:pathLst>
            </a:custGeom>
            <a:solidFill>
              <a:schemeClr val="accent2"/>
            </a:solidFill>
            <a:ln w="26988" cap="flat">
              <a:noFill/>
              <a:prstDash val="solid"/>
              <a:miter lim="8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" name="íṧ1íḑê"/>
            <p:cNvSpPr/>
            <p:nvPr/>
          </p:nvSpPr>
          <p:spPr bwMode="auto">
            <a:xfrm>
              <a:off x="2662238" y="7937"/>
              <a:ext cx="2606675" cy="2235200"/>
            </a:xfrm>
            <a:custGeom>
              <a:avLst/>
              <a:gdLst>
                <a:gd name="T0" fmla="*/ 4 w 1642"/>
                <a:gd name="T1" fmla="*/ 1408 h 1408"/>
                <a:gd name="T2" fmla="*/ 778 w 1642"/>
                <a:gd name="T3" fmla="*/ 1209 h 1408"/>
                <a:gd name="T4" fmla="*/ 1642 w 1642"/>
                <a:gd name="T5" fmla="*/ 0 h 1408"/>
                <a:gd name="T6" fmla="*/ 999 w 1642"/>
                <a:gd name="T7" fmla="*/ 0 h 1408"/>
                <a:gd name="T8" fmla="*/ 0 w 1642"/>
                <a:gd name="T9" fmla="*/ 1403 h 1408"/>
                <a:gd name="T10" fmla="*/ 4 w 1642"/>
                <a:gd name="T11" fmla="*/ 1408 h 1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42" h="1408">
                  <a:moveTo>
                    <a:pt x="4" y="1408"/>
                  </a:moveTo>
                  <a:lnTo>
                    <a:pt x="778" y="1209"/>
                  </a:lnTo>
                  <a:lnTo>
                    <a:pt x="1642" y="0"/>
                  </a:lnTo>
                  <a:lnTo>
                    <a:pt x="999" y="0"/>
                  </a:lnTo>
                  <a:lnTo>
                    <a:pt x="0" y="1403"/>
                  </a:lnTo>
                  <a:lnTo>
                    <a:pt x="4" y="1408"/>
                  </a:lnTo>
                  <a:close/>
                </a:path>
              </a:pathLst>
            </a:custGeom>
            <a:solidFill>
              <a:schemeClr val="accent1"/>
            </a:solidFill>
            <a:ln w="26988" cap="flat">
              <a:noFill/>
              <a:prstDash val="solid"/>
              <a:miter lim="8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îṣľîḋè"/>
            <p:cNvSpPr/>
            <p:nvPr/>
          </p:nvSpPr>
          <p:spPr bwMode="auto">
            <a:xfrm>
              <a:off x="6418263" y="3429000"/>
              <a:ext cx="3036888" cy="3422650"/>
            </a:xfrm>
            <a:custGeom>
              <a:avLst/>
              <a:gdLst>
                <a:gd name="T0" fmla="*/ 1545 w 1913"/>
                <a:gd name="T1" fmla="*/ 9 h 2156"/>
                <a:gd name="T2" fmla="*/ 1536 w 1913"/>
                <a:gd name="T3" fmla="*/ 0 h 2156"/>
                <a:gd name="T4" fmla="*/ 0 w 1913"/>
                <a:gd name="T5" fmla="*/ 2156 h 2156"/>
                <a:gd name="T6" fmla="*/ 643 w 1913"/>
                <a:gd name="T7" fmla="*/ 2156 h 2156"/>
                <a:gd name="T8" fmla="*/ 1913 w 1913"/>
                <a:gd name="T9" fmla="*/ 377 h 2156"/>
                <a:gd name="T10" fmla="*/ 1545 w 1913"/>
                <a:gd name="T11" fmla="*/ 9 h 2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13" h="2156">
                  <a:moveTo>
                    <a:pt x="1545" y="9"/>
                  </a:moveTo>
                  <a:lnTo>
                    <a:pt x="1536" y="0"/>
                  </a:lnTo>
                  <a:lnTo>
                    <a:pt x="0" y="2156"/>
                  </a:lnTo>
                  <a:lnTo>
                    <a:pt x="643" y="2156"/>
                  </a:lnTo>
                  <a:lnTo>
                    <a:pt x="1913" y="377"/>
                  </a:lnTo>
                  <a:lnTo>
                    <a:pt x="1545" y="9"/>
                  </a:lnTo>
                  <a:close/>
                </a:path>
              </a:pathLst>
            </a:custGeom>
            <a:solidFill>
              <a:schemeClr val="accent6"/>
            </a:solidFill>
            <a:ln w="26988" cap="flat">
              <a:noFill/>
              <a:prstDash val="solid"/>
              <a:miter lim="8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ïṥḻîḋe"/>
            <p:cNvSpPr/>
            <p:nvPr/>
          </p:nvSpPr>
          <p:spPr bwMode="auto">
            <a:xfrm>
              <a:off x="4429125" y="1176337"/>
              <a:ext cx="3016250" cy="3387725"/>
            </a:xfrm>
            <a:custGeom>
              <a:avLst/>
              <a:gdLst>
                <a:gd name="T0" fmla="*/ 1900 w 1900"/>
                <a:gd name="T1" fmla="*/ 376 h 2134"/>
                <a:gd name="T2" fmla="*/ 1532 w 1900"/>
                <a:gd name="T3" fmla="*/ 8 h 2134"/>
                <a:gd name="T4" fmla="*/ 1519 w 1900"/>
                <a:gd name="T5" fmla="*/ 0 h 2134"/>
                <a:gd name="T6" fmla="*/ 0 w 1900"/>
                <a:gd name="T7" fmla="*/ 2134 h 2134"/>
                <a:gd name="T8" fmla="*/ 791 w 1900"/>
                <a:gd name="T9" fmla="*/ 1931 h 2134"/>
                <a:gd name="T10" fmla="*/ 1900 w 1900"/>
                <a:gd name="T11" fmla="*/ 376 h 2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00" h="2134">
                  <a:moveTo>
                    <a:pt x="1900" y="376"/>
                  </a:moveTo>
                  <a:lnTo>
                    <a:pt x="1532" y="8"/>
                  </a:lnTo>
                  <a:lnTo>
                    <a:pt x="1519" y="0"/>
                  </a:lnTo>
                  <a:lnTo>
                    <a:pt x="0" y="2134"/>
                  </a:lnTo>
                  <a:lnTo>
                    <a:pt x="791" y="1931"/>
                  </a:lnTo>
                  <a:lnTo>
                    <a:pt x="1900" y="376"/>
                  </a:lnTo>
                  <a:close/>
                </a:path>
              </a:pathLst>
            </a:custGeom>
            <a:solidFill>
              <a:schemeClr val="accent3"/>
            </a:solidFill>
            <a:ln w="26988" cap="flat">
              <a:noFill/>
              <a:prstDash val="solid"/>
              <a:miter lim="800000"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1" name="îṥḷîḍè"/>
            <p:cNvGrpSpPr/>
            <p:nvPr/>
          </p:nvGrpSpPr>
          <p:grpSpPr>
            <a:xfrm>
              <a:off x="8986960" y="5223033"/>
              <a:ext cx="2457329" cy="932615"/>
              <a:chOff x="8958505" y="2768758"/>
              <a:chExt cx="2457329" cy="932615"/>
            </a:xfrm>
          </p:grpSpPr>
          <p:sp>
            <p:nvSpPr>
              <p:cNvPr id="24" name="íšļïḋè"/>
              <p:cNvSpPr txBox="1"/>
              <p:nvPr/>
            </p:nvSpPr>
            <p:spPr>
              <a:xfrm>
                <a:off x="8958505" y="3111817"/>
                <a:ext cx="2457329" cy="58955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ctr" anchorCtr="0"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Supporting text here. </a:t>
                </a:r>
                <a:endParaRPr lang="en-US" altLang="zh-CN" sz="9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When you copy &amp; paste, choose "keep text only" option.</a:t>
                </a:r>
                <a:endParaRPr lang="zh-CN" altLang="en-US" sz="900" dirty="0"/>
              </a:p>
            </p:txBody>
          </p:sp>
          <p:sp>
            <p:nvSpPr>
              <p:cNvPr id="25" name="iśliḓe"/>
              <p:cNvSpPr/>
              <p:nvPr/>
            </p:nvSpPr>
            <p:spPr>
              <a:xfrm>
                <a:off x="8958505" y="2768758"/>
                <a:ext cx="2457329" cy="343059"/>
              </a:xfrm>
              <a:prstGeom prst="rect">
                <a:avLst/>
              </a:prstGeom>
            </p:spPr>
            <p:txBody>
              <a:bodyPr wrap="none" lIns="90000" tIns="46800" rIns="90000" bIns="46800" anchor="ctr">
                <a:normAutofit/>
              </a:bodyPr>
              <a:lstStyle/>
              <a:p>
                <a:pPr lvl="0" defTabSz="914400">
                  <a:defRPr/>
                </a:pPr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12" name="îśḻiḋe"/>
            <p:cNvGrpSpPr/>
            <p:nvPr/>
          </p:nvGrpSpPr>
          <p:grpSpPr>
            <a:xfrm>
              <a:off x="628650" y="1093118"/>
              <a:ext cx="2092350" cy="932615"/>
              <a:chOff x="609600" y="3758531"/>
              <a:chExt cx="2092350" cy="932615"/>
            </a:xfrm>
          </p:grpSpPr>
          <p:sp>
            <p:nvSpPr>
              <p:cNvPr id="22" name="ís1ïḍè"/>
              <p:cNvSpPr txBox="1"/>
              <p:nvPr/>
            </p:nvSpPr>
            <p:spPr>
              <a:xfrm>
                <a:off x="650875" y="4101590"/>
                <a:ext cx="2051075" cy="58955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ctr" anchorCtr="0">
                <a:noAutofit/>
              </a:bodyPr>
              <a:lstStyle/>
              <a:p>
                <a:pPr algn="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Supporting text here. </a:t>
                </a:r>
                <a:endParaRPr lang="en-US" altLang="zh-CN" sz="900" dirty="0"/>
              </a:p>
              <a:p>
                <a:pPr algn="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When you copy &amp; paste, choose "keep text only" option.</a:t>
                </a:r>
                <a:endParaRPr lang="zh-CN" altLang="en-US" sz="900" dirty="0"/>
              </a:p>
            </p:txBody>
          </p:sp>
          <p:sp>
            <p:nvSpPr>
              <p:cNvPr id="23" name="íŝḷiḑé"/>
              <p:cNvSpPr/>
              <p:nvPr/>
            </p:nvSpPr>
            <p:spPr>
              <a:xfrm>
                <a:off x="609600" y="3758531"/>
                <a:ext cx="2086852" cy="343059"/>
              </a:xfrm>
              <a:prstGeom prst="rect">
                <a:avLst/>
              </a:prstGeom>
            </p:spPr>
            <p:txBody>
              <a:bodyPr wrap="none" lIns="90000" tIns="46800" rIns="90000" bIns="46800" anchor="ctr">
                <a:normAutofit/>
              </a:bodyPr>
              <a:lstStyle/>
              <a:p>
                <a:pPr lvl="0" algn="r" defTabSz="914400">
                  <a:defRPr/>
                </a:pPr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13" name="ïṥľíḍe"/>
            <p:cNvGrpSpPr/>
            <p:nvPr/>
          </p:nvGrpSpPr>
          <p:grpSpPr>
            <a:xfrm>
              <a:off x="3531000" y="5223033"/>
              <a:ext cx="2407615" cy="932615"/>
              <a:chOff x="610964" y="2768758"/>
              <a:chExt cx="2407615" cy="932615"/>
            </a:xfrm>
          </p:grpSpPr>
          <p:sp>
            <p:nvSpPr>
              <p:cNvPr id="20" name="íṥḷîḑé"/>
              <p:cNvSpPr txBox="1"/>
              <p:nvPr/>
            </p:nvSpPr>
            <p:spPr>
              <a:xfrm>
                <a:off x="610964" y="3111817"/>
                <a:ext cx="2407615" cy="58955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ctr" anchorCtr="0">
                <a:noAutofit/>
              </a:bodyPr>
              <a:lstStyle/>
              <a:p>
                <a:pPr algn="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Supporting text here. </a:t>
                </a:r>
                <a:endParaRPr lang="en-US" altLang="zh-CN" sz="900" dirty="0"/>
              </a:p>
              <a:p>
                <a:pPr algn="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When you copy &amp; paste, choose "keep text only" option.</a:t>
                </a:r>
                <a:endParaRPr lang="zh-CN" altLang="en-US" sz="900" dirty="0"/>
              </a:p>
            </p:txBody>
          </p:sp>
          <p:sp>
            <p:nvSpPr>
              <p:cNvPr id="21" name="ïśľiḋê"/>
              <p:cNvSpPr/>
              <p:nvPr/>
            </p:nvSpPr>
            <p:spPr>
              <a:xfrm>
                <a:off x="610964" y="2768758"/>
                <a:ext cx="2407615" cy="343059"/>
              </a:xfrm>
              <a:prstGeom prst="rect">
                <a:avLst/>
              </a:prstGeom>
            </p:spPr>
            <p:txBody>
              <a:bodyPr wrap="none" lIns="90000" tIns="46800" rIns="90000" bIns="46800" anchor="ctr">
                <a:normAutofit/>
              </a:bodyPr>
              <a:lstStyle/>
              <a:p>
                <a:pPr lvl="0" algn="r" defTabSz="914400">
                  <a:defRPr/>
                </a:pPr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14" name="ïsľîdé"/>
            <p:cNvGrpSpPr/>
            <p:nvPr/>
          </p:nvGrpSpPr>
          <p:grpSpPr>
            <a:xfrm>
              <a:off x="7658101" y="2025733"/>
              <a:ext cx="2457329" cy="932615"/>
              <a:chOff x="9029821" y="3042485"/>
              <a:chExt cx="2457329" cy="932615"/>
            </a:xfrm>
          </p:grpSpPr>
          <p:sp>
            <p:nvSpPr>
              <p:cNvPr id="18" name="îśļïḋè"/>
              <p:cNvSpPr txBox="1"/>
              <p:nvPr/>
            </p:nvSpPr>
            <p:spPr>
              <a:xfrm>
                <a:off x="9029821" y="3385544"/>
                <a:ext cx="2457329" cy="58955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ctr" anchorCtr="0"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Supporting text here. </a:t>
                </a:r>
                <a:endParaRPr lang="en-US" altLang="zh-CN" sz="9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When you copy &amp; paste, choose "keep text only" option.</a:t>
                </a:r>
                <a:endParaRPr lang="zh-CN" altLang="en-US" sz="900" dirty="0"/>
              </a:p>
            </p:txBody>
          </p:sp>
          <p:sp>
            <p:nvSpPr>
              <p:cNvPr id="19" name="îṩḻide"/>
              <p:cNvSpPr/>
              <p:nvPr/>
            </p:nvSpPr>
            <p:spPr>
              <a:xfrm>
                <a:off x="9029821" y="3042485"/>
                <a:ext cx="2457329" cy="343059"/>
              </a:xfrm>
              <a:prstGeom prst="rect">
                <a:avLst/>
              </a:prstGeom>
            </p:spPr>
            <p:txBody>
              <a:bodyPr wrap="none" lIns="90000" tIns="46800" rIns="90000" bIns="46800" anchor="ctr">
                <a:normAutofit/>
              </a:bodyPr>
              <a:lstStyle/>
              <a:p>
                <a:pPr lvl="0" defTabSz="914400">
                  <a:defRPr/>
                </a:pPr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15" name="îśḻïďe"/>
            <p:cNvGrpSpPr/>
            <p:nvPr/>
          </p:nvGrpSpPr>
          <p:grpSpPr>
            <a:xfrm>
              <a:off x="1612416" y="3170478"/>
              <a:ext cx="2407615" cy="932615"/>
              <a:chOff x="609599" y="3042485"/>
              <a:chExt cx="2407615" cy="932615"/>
            </a:xfrm>
          </p:grpSpPr>
          <p:sp>
            <p:nvSpPr>
              <p:cNvPr id="16" name="íS1îḋé"/>
              <p:cNvSpPr txBox="1"/>
              <p:nvPr/>
            </p:nvSpPr>
            <p:spPr>
              <a:xfrm>
                <a:off x="609599" y="3385544"/>
                <a:ext cx="2407615" cy="58955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ctr" anchorCtr="0">
                <a:noAutofit/>
              </a:bodyPr>
              <a:lstStyle/>
              <a:p>
                <a:pPr algn="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Supporting text here. </a:t>
                </a:r>
                <a:endParaRPr lang="en-US" altLang="zh-CN" sz="900" dirty="0"/>
              </a:p>
              <a:p>
                <a:pPr algn="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When you copy &amp; paste, choose "keep text only" option.</a:t>
                </a:r>
                <a:endParaRPr lang="zh-CN" altLang="en-US" sz="900" dirty="0"/>
              </a:p>
            </p:txBody>
          </p:sp>
          <p:sp>
            <p:nvSpPr>
              <p:cNvPr id="17" name="ísľïḓé"/>
              <p:cNvSpPr/>
              <p:nvPr/>
            </p:nvSpPr>
            <p:spPr>
              <a:xfrm>
                <a:off x="609599" y="3042485"/>
                <a:ext cx="2407615" cy="343059"/>
              </a:xfrm>
              <a:prstGeom prst="rect">
                <a:avLst/>
              </a:prstGeom>
            </p:spPr>
            <p:txBody>
              <a:bodyPr wrap="none" lIns="90000" tIns="46800" rIns="90000" bIns="46800" anchor="ctr">
                <a:normAutofit/>
              </a:bodyPr>
              <a:lstStyle/>
              <a:p>
                <a:pPr lvl="0" algn="r" defTabSz="914400">
                  <a:defRPr/>
                </a:pPr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713767e3-dc35-40d0-8e00-b7b14660c07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3292" y="1718066"/>
            <a:ext cx="10852716" cy="3828267"/>
            <a:chOff x="663292" y="1718071"/>
            <a:chExt cx="10852716" cy="3828267"/>
          </a:xfrm>
        </p:grpSpPr>
        <p:sp>
          <p:nvSpPr>
            <p:cNvPr id="6" name="íšlídê"/>
            <p:cNvSpPr/>
            <p:nvPr/>
          </p:nvSpPr>
          <p:spPr>
            <a:xfrm rot="5400000" flipV="1">
              <a:off x="4153171" y="3409135"/>
              <a:ext cx="130727" cy="130727"/>
            </a:xfrm>
            <a:prstGeom prst="ellipse">
              <a:avLst/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cxnSp>
          <p:nvCxnSpPr>
            <p:cNvPr id="7" name="直接连接符 6"/>
            <p:cNvCxnSpPr>
              <a:stCxn id="6" idx="0"/>
            </p:cNvCxnSpPr>
            <p:nvPr/>
          </p:nvCxnSpPr>
          <p:spPr>
            <a:xfrm flipH="1" flipV="1">
              <a:off x="2503662" y="3474202"/>
              <a:ext cx="1649509" cy="297"/>
            </a:xfrm>
            <a:prstGeom prst="line">
              <a:avLst/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" name="ïṩlïḍê"/>
            <p:cNvSpPr/>
            <p:nvPr/>
          </p:nvSpPr>
          <p:spPr>
            <a:xfrm rot="16200000">
              <a:off x="1695921" y="3078803"/>
              <a:ext cx="791389" cy="791392"/>
            </a:xfrm>
            <a:prstGeom prst="arc">
              <a:avLst>
                <a:gd name="adj1" fmla="val 2657162"/>
                <a:gd name="adj2" fmla="val 8176062"/>
              </a:avLst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9" name="íSlíḋê"/>
            <p:cNvSpPr/>
            <p:nvPr/>
          </p:nvSpPr>
          <p:spPr>
            <a:xfrm rot="10800000" flipV="1">
              <a:off x="1745663" y="3128266"/>
              <a:ext cx="692468" cy="69246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S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cxnSp>
          <p:nvCxnSpPr>
            <p:cNvPr id="10" name="直接连接符 9"/>
            <p:cNvCxnSpPr>
              <a:stCxn id="18" idx="0"/>
            </p:cNvCxnSpPr>
            <p:nvPr/>
          </p:nvCxnSpPr>
          <p:spPr>
            <a:xfrm rot="16200000" flipV="1">
              <a:off x="5993530" y="2649298"/>
              <a:ext cx="297" cy="1649509"/>
            </a:xfrm>
            <a:prstGeom prst="line">
              <a:avLst/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" name="ïṧlíďe"/>
            <p:cNvSpPr/>
            <p:nvPr/>
          </p:nvSpPr>
          <p:spPr>
            <a:xfrm rot="16200000">
              <a:off x="4361182" y="3078505"/>
              <a:ext cx="791389" cy="791392"/>
            </a:xfrm>
            <a:prstGeom prst="arc">
              <a:avLst>
                <a:gd name="adj1" fmla="val 2657162"/>
                <a:gd name="adj2" fmla="val 8176062"/>
              </a:avLst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ísľide"/>
            <p:cNvSpPr/>
            <p:nvPr/>
          </p:nvSpPr>
          <p:spPr>
            <a:xfrm rot="10800000" flipV="1">
              <a:off x="4410925" y="3127969"/>
              <a:ext cx="692468" cy="69246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W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cxnSp>
          <p:nvCxnSpPr>
            <p:cNvPr id="13" name="直接连接符 12"/>
            <p:cNvCxnSpPr>
              <a:stCxn id="19" idx="0"/>
            </p:cNvCxnSpPr>
            <p:nvPr/>
          </p:nvCxnSpPr>
          <p:spPr>
            <a:xfrm rot="16200000" flipV="1">
              <a:off x="8658793" y="2649297"/>
              <a:ext cx="297" cy="1649509"/>
            </a:xfrm>
            <a:prstGeom prst="line">
              <a:avLst/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" name="ïṥḻídê"/>
            <p:cNvSpPr/>
            <p:nvPr/>
          </p:nvSpPr>
          <p:spPr>
            <a:xfrm rot="16200000">
              <a:off x="7026446" y="3078504"/>
              <a:ext cx="791389" cy="791392"/>
            </a:xfrm>
            <a:prstGeom prst="arc">
              <a:avLst>
                <a:gd name="adj1" fmla="val 2657162"/>
                <a:gd name="adj2" fmla="val 8176062"/>
              </a:avLst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işḷïḓè"/>
            <p:cNvSpPr/>
            <p:nvPr/>
          </p:nvSpPr>
          <p:spPr>
            <a:xfrm rot="10800000" flipV="1">
              <a:off x="7076188" y="3127968"/>
              <a:ext cx="692468" cy="69246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O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íSļíḋê"/>
            <p:cNvSpPr/>
            <p:nvPr/>
          </p:nvSpPr>
          <p:spPr>
            <a:xfrm rot="16200000">
              <a:off x="9691707" y="3078504"/>
              <a:ext cx="791389" cy="791392"/>
            </a:xfrm>
            <a:prstGeom prst="arc">
              <a:avLst>
                <a:gd name="adj1" fmla="val 2657162"/>
                <a:gd name="adj2" fmla="val 8176062"/>
              </a:avLst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íśľîḋé"/>
            <p:cNvSpPr/>
            <p:nvPr/>
          </p:nvSpPr>
          <p:spPr>
            <a:xfrm rot="10800000" flipV="1">
              <a:off x="9741451" y="3127967"/>
              <a:ext cx="692468" cy="69246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T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î$ḻide"/>
            <p:cNvSpPr/>
            <p:nvPr/>
          </p:nvSpPr>
          <p:spPr>
            <a:xfrm rot="16200000">
              <a:off x="6818432" y="3408838"/>
              <a:ext cx="130727" cy="130727"/>
            </a:xfrm>
            <a:prstGeom prst="ellipse">
              <a:avLst/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íṣľídê"/>
            <p:cNvSpPr/>
            <p:nvPr/>
          </p:nvSpPr>
          <p:spPr>
            <a:xfrm rot="16200000">
              <a:off x="9483696" y="3408837"/>
              <a:ext cx="130727" cy="130727"/>
            </a:xfrm>
            <a:prstGeom prst="ellipse">
              <a:avLst/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grpSp>
          <p:nvGrpSpPr>
            <p:cNvPr id="20" name="iṧḻîḓé"/>
            <p:cNvGrpSpPr/>
            <p:nvPr/>
          </p:nvGrpSpPr>
          <p:grpSpPr>
            <a:xfrm>
              <a:off x="663292" y="4155151"/>
              <a:ext cx="2856646" cy="1391187"/>
              <a:chOff x="1137914" y="4323816"/>
              <a:chExt cx="2687394" cy="1308761"/>
            </a:xfrm>
          </p:grpSpPr>
          <p:sp>
            <p:nvSpPr>
              <p:cNvPr id="30" name="ïşḻíde"/>
              <p:cNvSpPr txBox="1"/>
              <p:nvPr/>
            </p:nvSpPr>
            <p:spPr bwMode="auto">
              <a:xfrm>
                <a:off x="1137914" y="4323816"/>
                <a:ext cx="268739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iS1ïďê"/>
              <p:cNvSpPr/>
              <p:nvPr/>
            </p:nvSpPr>
            <p:spPr bwMode="auto">
              <a:xfrm>
                <a:off x="1137914" y="4765622"/>
                <a:ext cx="2687394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……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1" name="îŝ1ïḍe"/>
            <p:cNvGrpSpPr/>
            <p:nvPr/>
          </p:nvGrpSpPr>
          <p:grpSpPr>
            <a:xfrm>
              <a:off x="3328649" y="1718071"/>
              <a:ext cx="2856646" cy="1391187"/>
              <a:chOff x="1137914" y="4323816"/>
              <a:chExt cx="2687394" cy="1308761"/>
            </a:xfrm>
          </p:grpSpPr>
          <p:sp>
            <p:nvSpPr>
              <p:cNvPr id="28" name="íšḷîḓé"/>
              <p:cNvSpPr txBox="1"/>
              <p:nvPr/>
            </p:nvSpPr>
            <p:spPr bwMode="auto">
              <a:xfrm>
                <a:off x="1137914" y="4323816"/>
                <a:ext cx="268739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" name="îṡlíďê"/>
              <p:cNvSpPr/>
              <p:nvPr/>
            </p:nvSpPr>
            <p:spPr bwMode="auto">
              <a:xfrm>
                <a:off x="1137914" y="4765622"/>
                <a:ext cx="2687394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……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2" name="íṡḷiďê"/>
            <p:cNvGrpSpPr/>
            <p:nvPr/>
          </p:nvGrpSpPr>
          <p:grpSpPr>
            <a:xfrm>
              <a:off x="8659362" y="1718071"/>
              <a:ext cx="2856646" cy="1391187"/>
              <a:chOff x="1137914" y="4323816"/>
              <a:chExt cx="2687394" cy="1308761"/>
            </a:xfrm>
          </p:grpSpPr>
          <p:sp>
            <p:nvSpPr>
              <p:cNvPr id="26" name="ïşḷîḋe"/>
              <p:cNvSpPr txBox="1"/>
              <p:nvPr/>
            </p:nvSpPr>
            <p:spPr bwMode="auto">
              <a:xfrm>
                <a:off x="1137914" y="4323816"/>
                <a:ext cx="268739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7" name="ïs1îḍè"/>
              <p:cNvSpPr/>
              <p:nvPr/>
            </p:nvSpPr>
            <p:spPr bwMode="auto">
              <a:xfrm>
                <a:off x="1137914" y="4765622"/>
                <a:ext cx="2687394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……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3" name="ïŝļíḓé"/>
            <p:cNvGrpSpPr/>
            <p:nvPr/>
          </p:nvGrpSpPr>
          <p:grpSpPr>
            <a:xfrm>
              <a:off x="5994006" y="4155151"/>
              <a:ext cx="2856646" cy="1391187"/>
              <a:chOff x="1137914" y="4323816"/>
              <a:chExt cx="2687394" cy="1308761"/>
            </a:xfrm>
          </p:grpSpPr>
          <p:sp>
            <p:nvSpPr>
              <p:cNvPr id="24" name="ïS1iḍè"/>
              <p:cNvSpPr txBox="1"/>
              <p:nvPr/>
            </p:nvSpPr>
            <p:spPr bwMode="auto">
              <a:xfrm>
                <a:off x="1137914" y="4323816"/>
                <a:ext cx="268739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" name="îṣlïḓe"/>
              <p:cNvSpPr/>
              <p:nvPr/>
            </p:nvSpPr>
            <p:spPr bwMode="auto">
              <a:xfrm>
                <a:off x="1137914" y="4765622"/>
                <a:ext cx="2687394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……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46" name="df6f470a-adaa-47b9-b23b-99f66dd82de9" descr="VhkAAB+LCAAAAAAABADtl1tv2jAUx7+Lt72xKr5QIG9AYUPTNgTVLpp4yMCApVyQY6q2KN+9Nrlgk6Skk5AWgXgp9v/Y5/zPwT91B96Lpw0FNph6Dhd3zFlxxxsJ6oEGGC2A7W9dtwF6zF8wf/WJB9tNCOw/uyxM3/nJxPqH426pivWZYI4bf7Vz+lT2lfnM23qJzLqx5JLzqC1BK15ki4VLddnIF5Q/ZDdAtbb/eyq4vGAYcM8R8sKdFX0AyRawsYyNVPCCPsqgBriP00rzSdJTBhTWqTZUmeMgFCzwDxFjR/pGZUoFxR4FHaQyLcoFmztu12Ur36O+yrgXCBEo/z8HnD0HvjC3ZX1UzNdy/wulm8TAKXuWFy4dN6SpDWtnQ7/Ji9Lq9gtQhk2o6wj2YCiMNQiirK5MpOw4ljWMk2eZmwd3ZK0ya8PkqFFq0D19FG+zVEXofhY1v6yYfTrqAD31JIW35Z3a8k9TcRSsV/N9uQyp+DWmfC6z6T0Z9qvfQTOvOXQE2B81xe/yU6y8xjgF3qDsHlOffCseuNja4nnT5+bV/piTdtytvPFFjZsVtC57sPqBG/DTD1Yqy+1LJ9icTqjyLRVNVn/l4wJJE1uwLavj23Atpe+Gw2a3j7oDkBYAo6LHKD2m6mN0pK8ydPuQ/Kh154cy9Eb3OFuthU/DMFmOM7VKWjfLlWK0JV58vS3/OUeaBkfQxXEEVeEIqsYRZHAE1Zcj6MqRc3GkbN70uTnNEaRzBNWEIy3SaWFomRgZ3N62UCFG0BUj9cFIy8AIvjiM4CoYwdUwgg2M4PpiBF8xci6MlM2bPjenMYJ1jOCaYIRA2EG4Y2Ck37rr4uL/RvAVI/XBSLutY4RcHEZIFYyQahghBkZIfTFCrhg5F0bK5k2fm9MYITpGSE0wApuw04ZtbHBk0FKfQo6Qy+PILHoBWCxf1VYZAAA="/>
          <p:cNvGrpSpPr>
            <a:grpSpLocks noChangeAspect="1"/>
          </p:cNvGrpSpPr>
          <p:nvPr/>
        </p:nvGrpSpPr>
        <p:grpSpPr>
          <a:xfrm>
            <a:off x="3844268" y="1386976"/>
            <a:ext cx="4501874" cy="4495210"/>
            <a:chOff x="3413919" y="750888"/>
            <a:chExt cx="5364163" cy="5356225"/>
          </a:xfrm>
        </p:grpSpPr>
        <p:sp>
          <p:nvSpPr>
            <p:cNvPr id="47" name="RelativeShape4"/>
            <p:cNvSpPr>
              <a:spLocks noChangeArrowheads="1"/>
            </p:cNvSpPr>
            <p:nvPr/>
          </p:nvSpPr>
          <p:spPr bwMode="auto">
            <a:xfrm>
              <a:off x="7039769" y="1079501"/>
              <a:ext cx="944563" cy="3891756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RelativeShape3"/>
            <p:cNvSpPr>
              <a:spLocks noChangeArrowheads="1"/>
            </p:cNvSpPr>
            <p:nvPr/>
          </p:nvSpPr>
          <p:spPr bwMode="auto">
            <a:xfrm>
              <a:off x="6095206" y="1079501"/>
              <a:ext cx="944563" cy="3891756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RelativeShape2"/>
            <p:cNvSpPr>
              <a:spLocks noChangeArrowheads="1"/>
            </p:cNvSpPr>
            <p:nvPr/>
          </p:nvSpPr>
          <p:spPr bwMode="auto">
            <a:xfrm>
              <a:off x="5150643" y="1079501"/>
              <a:ext cx="944563" cy="3891756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RelativeShape1"/>
            <p:cNvSpPr>
              <a:spLocks noChangeArrowheads="1"/>
            </p:cNvSpPr>
            <p:nvPr/>
          </p:nvSpPr>
          <p:spPr bwMode="auto">
            <a:xfrm>
              <a:off x="4217194" y="1079501"/>
              <a:ext cx="944563" cy="3891756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5"/>
            <p:cNvSpPr>
              <a:spLocks noEditPoints="1"/>
            </p:cNvSpPr>
            <p:nvPr/>
          </p:nvSpPr>
          <p:spPr bwMode="auto">
            <a:xfrm>
              <a:off x="5022056" y="2384426"/>
              <a:ext cx="2155825" cy="2152650"/>
            </a:xfrm>
            <a:custGeom>
              <a:avLst/>
              <a:gdLst>
                <a:gd name="T0" fmla="*/ 119 w 233"/>
                <a:gd name="T1" fmla="*/ 231 h 233"/>
                <a:gd name="T2" fmla="*/ 138 w 233"/>
                <a:gd name="T3" fmla="*/ 229 h 233"/>
                <a:gd name="T4" fmla="*/ 88 w 233"/>
                <a:gd name="T5" fmla="*/ 229 h 233"/>
                <a:gd name="T6" fmla="*/ 104 w 233"/>
                <a:gd name="T7" fmla="*/ 229 h 233"/>
                <a:gd name="T8" fmla="*/ 166 w 233"/>
                <a:gd name="T9" fmla="*/ 218 h 233"/>
                <a:gd name="T10" fmla="*/ 152 w 233"/>
                <a:gd name="T11" fmla="*/ 227 h 233"/>
                <a:gd name="T12" fmla="*/ 58 w 233"/>
                <a:gd name="T13" fmla="*/ 214 h 233"/>
                <a:gd name="T14" fmla="*/ 73 w 233"/>
                <a:gd name="T15" fmla="*/ 224 h 233"/>
                <a:gd name="T16" fmla="*/ 58 w 233"/>
                <a:gd name="T17" fmla="*/ 214 h 233"/>
                <a:gd name="T18" fmla="*/ 179 w 233"/>
                <a:gd name="T19" fmla="*/ 213 h 233"/>
                <a:gd name="T20" fmla="*/ 194 w 233"/>
                <a:gd name="T21" fmla="*/ 201 h 233"/>
                <a:gd name="T22" fmla="*/ 32 w 233"/>
                <a:gd name="T23" fmla="*/ 197 h 233"/>
                <a:gd name="T24" fmla="*/ 46 w 233"/>
                <a:gd name="T25" fmla="*/ 206 h 233"/>
                <a:gd name="T26" fmla="*/ 213 w 233"/>
                <a:gd name="T27" fmla="*/ 177 h 233"/>
                <a:gd name="T28" fmla="*/ 205 w 233"/>
                <a:gd name="T29" fmla="*/ 191 h 233"/>
                <a:gd name="T30" fmla="*/ 14 w 233"/>
                <a:gd name="T31" fmla="*/ 169 h 233"/>
                <a:gd name="T32" fmla="*/ 23 w 233"/>
                <a:gd name="T33" fmla="*/ 185 h 233"/>
                <a:gd name="T34" fmla="*/ 14 w 233"/>
                <a:gd name="T35" fmla="*/ 169 h 233"/>
                <a:gd name="T36" fmla="*/ 221 w 233"/>
                <a:gd name="T37" fmla="*/ 164 h 233"/>
                <a:gd name="T38" fmla="*/ 227 w 233"/>
                <a:gd name="T39" fmla="*/ 147 h 233"/>
                <a:gd name="T40" fmla="*/ 2 w 233"/>
                <a:gd name="T41" fmla="*/ 140 h 233"/>
                <a:gd name="T42" fmla="*/ 9 w 233"/>
                <a:gd name="T43" fmla="*/ 155 h 233"/>
                <a:gd name="T44" fmla="*/ 0 w 233"/>
                <a:gd name="T45" fmla="*/ 108 h 233"/>
                <a:gd name="T46" fmla="*/ 1 w 233"/>
                <a:gd name="T47" fmla="*/ 126 h 233"/>
                <a:gd name="T48" fmla="*/ 1 w 233"/>
                <a:gd name="T49" fmla="*/ 106 h 233"/>
                <a:gd name="T50" fmla="*/ 229 w 233"/>
                <a:gd name="T51" fmla="*/ 101 h 233"/>
                <a:gd name="T52" fmla="*/ 230 w 233"/>
                <a:gd name="T53" fmla="*/ 134 h 233"/>
                <a:gd name="T54" fmla="*/ 230 w 233"/>
                <a:gd name="T55" fmla="*/ 99 h 233"/>
                <a:gd name="T56" fmla="*/ 3 w 233"/>
                <a:gd name="T57" fmla="*/ 93 h 233"/>
                <a:gd name="T58" fmla="*/ 9 w 233"/>
                <a:gd name="T59" fmla="*/ 75 h 233"/>
                <a:gd name="T60" fmla="*/ 220 w 233"/>
                <a:gd name="T61" fmla="*/ 70 h 233"/>
                <a:gd name="T62" fmla="*/ 228 w 233"/>
                <a:gd name="T63" fmla="*/ 85 h 233"/>
                <a:gd name="T64" fmla="*/ 22 w 233"/>
                <a:gd name="T65" fmla="*/ 47 h 233"/>
                <a:gd name="T66" fmla="*/ 16 w 233"/>
                <a:gd name="T67" fmla="*/ 63 h 233"/>
                <a:gd name="T68" fmla="*/ 205 w 233"/>
                <a:gd name="T69" fmla="*/ 41 h 233"/>
                <a:gd name="T70" fmla="*/ 214 w 233"/>
                <a:gd name="T71" fmla="*/ 57 h 233"/>
                <a:gd name="T72" fmla="*/ 205 w 233"/>
                <a:gd name="T73" fmla="*/ 41 h 233"/>
                <a:gd name="T74" fmla="*/ 33 w 233"/>
                <a:gd name="T75" fmla="*/ 37 h 233"/>
                <a:gd name="T76" fmla="*/ 47 w 233"/>
                <a:gd name="T77" fmla="*/ 24 h 233"/>
                <a:gd name="T78" fmla="*/ 180 w 233"/>
                <a:gd name="T79" fmla="*/ 22 h 233"/>
                <a:gd name="T80" fmla="*/ 195 w 233"/>
                <a:gd name="T81" fmla="*/ 30 h 233"/>
                <a:gd name="T82" fmla="*/ 73 w 233"/>
                <a:gd name="T83" fmla="*/ 8 h 233"/>
                <a:gd name="T84" fmla="*/ 60 w 233"/>
                <a:gd name="T85" fmla="*/ 18 h 233"/>
                <a:gd name="T86" fmla="*/ 152 w 233"/>
                <a:gd name="T87" fmla="*/ 5 h 233"/>
                <a:gd name="T88" fmla="*/ 167 w 233"/>
                <a:gd name="T89" fmla="*/ 14 h 233"/>
                <a:gd name="T90" fmla="*/ 152 w 233"/>
                <a:gd name="T91" fmla="*/ 5 h 233"/>
                <a:gd name="T92" fmla="*/ 87 w 233"/>
                <a:gd name="T93" fmla="*/ 5 h 233"/>
                <a:gd name="T94" fmla="*/ 106 w 233"/>
                <a:gd name="T95" fmla="*/ 2 h 233"/>
                <a:gd name="T96" fmla="*/ 121 w 233"/>
                <a:gd name="T97" fmla="*/ 3 h 233"/>
                <a:gd name="T98" fmla="*/ 137 w 233"/>
                <a:gd name="T99" fmla="*/ 1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33" h="233">
                  <a:moveTo>
                    <a:pt x="136" y="228"/>
                  </a:moveTo>
                  <a:cubicBezTo>
                    <a:pt x="136" y="228"/>
                    <a:pt x="136" y="228"/>
                    <a:pt x="136" y="228"/>
                  </a:cubicBezTo>
                  <a:cubicBezTo>
                    <a:pt x="131" y="229"/>
                    <a:pt x="125" y="230"/>
                    <a:pt x="120" y="230"/>
                  </a:cubicBezTo>
                  <a:cubicBezTo>
                    <a:pt x="119" y="230"/>
                    <a:pt x="119" y="231"/>
                    <a:pt x="119" y="231"/>
                  </a:cubicBezTo>
                  <a:cubicBezTo>
                    <a:pt x="119" y="232"/>
                    <a:pt x="119" y="233"/>
                    <a:pt x="120" y="233"/>
                  </a:cubicBezTo>
                  <a:cubicBezTo>
                    <a:pt x="120" y="233"/>
                    <a:pt x="120" y="233"/>
                    <a:pt x="120" y="233"/>
                  </a:cubicBezTo>
                  <a:cubicBezTo>
                    <a:pt x="126" y="233"/>
                    <a:pt x="131" y="232"/>
                    <a:pt x="136" y="231"/>
                  </a:cubicBezTo>
                  <a:cubicBezTo>
                    <a:pt x="137" y="231"/>
                    <a:pt x="138" y="230"/>
                    <a:pt x="138" y="229"/>
                  </a:cubicBezTo>
                  <a:cubicBezTo>
                    <a:pt x="137" y="229"/>
                    <a:pt x="137" y="228"/>
                    <a:pt x="136" y="228"/>
                  </a:cubicBezTo>
                  <a:moveTo>
                    <a:pt x="88" y="226"/>
                  </a:moveTo>
                  <a:cubicBezTo>
                    <a:pt x="88" y="226"/>
                    <a:pt x="87" y="227"/>
                    <a:pt x="87" y="228"/>
                  </a:cubicBezTo>
                  <a:cubicBezTo>
                    <a:pt x="87" y="228"/>
                    <a:pt x="87" y="229"/>
                    <a:pt x="88" y="229"/>
                  </a:cubicBezTo>
                  <a:cubicBezTo>
                    <a:pt x="93" y="231"/>
                    <a:pt x="98" y="232"/>
                    <a:pt x="104" y="232"/>
                  </a:cubicBezTo>
                  <a:cubicBezTo>
                    <a:pt x="104" y="232"/>
                    <a:pt x="104" y="232"/>
                    <a:pt x="104" y="232"/>
                  </a:cubicBezTo>
                  <a:cubicBezTo>
                    <a:pt x="105" y="232"/>
                    <a:pt x="105" y="232"/>
                    <a:pt x="105" y="231"/>
                  </a:cubicBezTo>
                  <a:cubicBezTo>
                    <a:pt x="106" y="230"/>
                    <a:pt x="105" y="229"/>
                    <a:pt x="104" y="229"/>
                  </a:cubicBezTo>
                  <a:cubicBezTo>
                    <a:pt x="99" y="229"/>
                    <a:pt x="94" y="228"/>
                    <a:pt x="89" y="227"/>
                  </a:cubicBezTo>
                  <a:cubicBezTo>
                    <a:pt x="88" y="226"/>
                    <a:pt x="88" y="226"/>
                    <a:pt x="88" y="226"/>
                  </a:cubicBezTo>
                  <a:moveTo>
                    <a:pt x="167" y="218"/>
                  </a:moveTo>
                  <a:cubicBezTo>
                    <a:pt x="166" y="218"/>
                    <a:pt x="166" y="218"/>
                    <a:pt x="166" y="218"/>
                  </a:cubicBezTo>
                  <a:cubicBezTo>
                    <a:pt x="161" y="221"/>
                    <a:pt x="156" y="223"/>
                    <a:pt x="151" y="224"/>
                  </a:cubicBezTo>
                  <a:cubicBezTo>
                    <a:pt x="150" y="225"/>
                    <a:pt x="150" y="225"/>
                    <a:pt x="150" y="226"/>
                  </a:cubicBezTo>
                  <a:cubicBezTo>
                    <a:pt x="150" y="227"/>
                    <a:pt x="151" y="227"/>
                    <a:pt x="152" y="227"/>
                  </a:cubicBezTo>
                  <a:cubicBezTo>
                    <a:pt x="152" y="227"/>
                    <a:pt x="152" y="227"/>
                    <a:pt x="152" y="227"/>
                  </a:cubicBezTo>
                  <a:cubicBezTo>
                    <a:pt x="157" y="226"/>
                    <a:pt x="162" y="223"/>
                    <a:pt x="167" y="221"/>
                  </a:cubicBezTo>
                  <a:cubicBezTo>
                    <a:pt x="168" y="221"/>
                    <a:pt x="168" y="220"/>
                    <a:pt x="168" y="219"/>
                  </a:cubicBezTo>
                  <a:cubicBezTo>
                    <a:pt x="168" y="219"/>
                    <a:pt x="167" y="218"/>
                    <a:pt x="167" y="218"/>
                  </a:cubicBezTo>
                  <a:moveTo>
                    <a:pt x="58" y="214"/>
                  </a:moveTo>
                  <a:cubicBezTo>
                    <a:pt x="58" y="214"/>
                    <a:pt x="57" y="215"/>
                    <a:pt x="57" y="215"/>
                  </a:cubicBezTo>
                  <a:cubicBezTo>
                    <a:pt x="57" y="216"/>
                    <a:pt x="57" y="217"/>
                    <a:pt x="58" y="217"/>
                  </a:cubicBezTo>
                  <a:cubicBezTo>
                    <a:pt x="62" y="220"/>
                    <a:pt x="67" y="222"/>
                    <a:pt x="72" y="224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73" y="224"/>
                    <a:pt x="74" y="224"/>
                    <a:pt x="74" y="224"/>
                  </a:cubicBezTo>
                  <a:cubicBezTo>
                    <a:pt x="75" y="223"/>
                    <a:pt x="74" y="222"/>
                    <a:pt x="73" y="222"/>
                  </a:cubicBezTo>
                  <a:cubicBezTo>
                    <a:pt x="69" y="220"/>
                    <a:pt x="64" y="217"/>
                    <a:pt x="59" y="215"/>
                  </a:cubicBezTo>
                  <a:cubicBezTo>
                    <a:pt x="59" y="214"/>
                    <a:pt x="59" y="214"/>
                    <a:pt x="58" y="214"/>
                  </a:cubicBezTo>
                  <a:moveTo>
                    <a:pt x="193" y="200"/>
                  </a:moveTo>
                  <a:cubicBezTo>
                    <a:pt x="193" y="200"/>
                    <a:pt x="192" y="200"/>
                    <a:pt x="192" y="201"/>
                  </a:cubicBezTo>
                  <a:cubicBezTo>
                    <a:pt x="188" y="204"/>
                    <a:pt x="184" y="208"/>
                    <a:pt x="180" y="211"/>
                  </a:cubicBezTo>
                  <a:cubicBezTo>
                    <a:pt x="179" y="211"/>
                    <a:pt x="179" y="212"/>
                    <a:pt x="179" y="213"/>
                  </a:cubicBezTo>
                  <a:cubicBezTo>
                    <a:pt x="180" y="213"/>
                    <a:pt x="180" y="213"/>
                    <a:pt x="180" y="213"/>
                  </a:cubicBezTo>
                  <a:cubicBezTo>
                    <a:pt x="181" y="213"/>
                    <a:pt x="181" y="213"/>
                    <a:pt x="181" y="213"/>
                  </a:cubicBezTo>
                  <a:cubicBezTo>
                    <a:pt x="186" y="210"/>
                    <a:pt x="190" y="207"/>
                    <a:pt x="194" y="203"/>
                  </a:cubicBezTo>
                  <a:cubicBezTo>
                    <a:pt x="195" y="202"/>
                    <a:pt x="195" y="201"/>
                    <a:pt x="194" y="201"/>
                  </a:cubicBezTo>
                  <a:cubicBezTo>
                    <a:pt x="194" y="201"/>
                    <a:pt x="194" y="200"/>
                    <a:pt x="193" y="200"/>
                  </a:cubicBezTo>
                  <a:moveTo>
                    <a:pt x="33" y="195"/>
                  </a:moveTo>
                  <a:cubicBezTo>
                    <a:pt x="33" y="195"/>
                    <a:pt x="32" y="195"/>
                    <a:pt x="32" y="195"/>
                  </a:cubicBezTo>
                  <a:cubicBezTo>
                    <a:pt x="32" y="196"/>
                    <a:pt x="32" y="197"/>
                    <a:pt x="32" y="197"/>
                  </a:cubicBezTo>
                  <a:cubicBezTo>
                    <a:pt x="36" y="201"/>
                    <a:pt x="40" y="205"/>
                    <a:pt x="44" y="208"/>
                  </a:cubicBezTo>
                  <a:cubicBezTo>
                    <a:pt x="45" y="208"/>
                    <a:pt x="45" y="208"/>
                    <a:pt x="45" y="208"/>
                  </a:cubicBezTo>
                  <a:cubicBezTo>
                    <a:pt x="46" y="208"/>
                    <a:pt x="46" y="208"/>
                    <a:pt x="46" y="208"/>
                  </a:cubicBezTo>
                  <a:cubicBezTo>
                    <a:pt x="47" y="207"/>
                    <a:pt x="47" y="206"/>
                    <a:pt x="46" y="206"/>
                  </a:cubicBezTo>
                  <a:cubicBezTo>
                    <a:pt x="42" y="202"/>
                    <a:pt x="38" y="199"/>
                    <a:pt x="34" y="195"/>
                  </a:cubicBezTo>
                  <a:cubicBezTo>
                    <a:pt x="34" y="195"/>
                    <a:pt x="34" y="195"/>
                    <a:pt x="33" y="195"/>
                  </a:cubicBezTo>
                  <a:moveTo>
                    <a:pt x="214" y="176"/>
                  </a:moveTo>
                  <a:cubicBezTo>
                    <a:pt x="213" y="176"/>
                    <a:pt x="213" y="176"/>
                    <a:pt x="213" y="177"/>
                  </a:cubicBezTo>
                  <a:cubicBezTo>
                    <a:pt x="210" y="181"/>
                    <a:pt x="207" y="185"/>
                    <a:pt x="203" y="189"/>
                  </a:cubicBezTo>
                  <a:cubicBezTo>
                    <a:pt x="203" y="190"/>
                    <a:pt x="203" y="191"/>
                    <a:pt x="203" y="191"/>
                  </a:cubicBezTo>
                  <a:cubicBezTo>
                    <a:pt x="204" y="192"/>
                    <a:pt x="204" y="192"/>
                    <a:pt x="204" y="192"/>
                  </a:cubicBezTo>
                  <a:cubicBezTo>
                    <a:pt x="205" y="192"/>
                    <a:pt x="205" y="192"/>
                    <a:pt x="205" y="191"/>
                  </a:cubicBezTo>
                  <a:cubicBezTo>
                    <a:pt x="209" y="187"/>
                    <a:pt x="212" y="183"/>
                    <a:pt x="215" y="178"/>
                  </a:cubicBezTo>
                  <a:cubicBezTo>
                    <a:pt x="215" y="177"/>
                    <a:pt x="215" y="176"/>
                    <a:pt x="215" y="176"/>
                  </a:cubicBezTo>
                  <a:cubicBezTo>
                    <a:pt x="214" y="176"/>
                    <a:pt x="214" y="176"/>
                    <a:pt x="214" y="176"/>
                  </a:cubicBezTo>
                  <a:moveTo>
                    <a:pt x="14" y="169"/>
                  </a:moveTo>
                  <a:cubicBezTo>
                    <a:pt x="14" y="169"/>
                    <a:pt x="14" y="169"/>
                    <a:pt x="14" y="169"/>
                  </a:cubicBezTo>
                  <a:cubicBezTo>
                    <a:pt x="13" y="169"/>
                    <a:pt x="13" y="170"/>
                    <a:pt x="13" y="171"/>
                  </a:cubicBezTo>
                  <a:cubicBezTo>
                    <a:pt x="16" y="176"/>
                    <a:pt x="19" y="180"/>
                    <a:pt x="22" y="185"/>
                  </a:cubicBezTo>
                  <a:cubicBezTo>
                    <a:pt x="22" y="185"/>
                    <a:pt x="22" y="185"/>
                    <a:pt x="23" y="185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4" y="184"/>
                    <a:pt x="25" y="184"/>
                    <a:pt x="24" y="183"/>
                  </a:cubicBezTo>
                  <a:cubicBezTo>
                    <a:pt x="21" y="179"/>
                    <a:pt x="18" y="174"/>
                    <a:pt x="16" y="169"/>
                  </a:cubicBezTo>
                  <a:cubicBezTo>
                    <a:pt x="15" y="169"/>
                    <a:pt x="15" y="169"/>
                    <a:pt x="14" y="169"/>
                  </a:cubicBezTo>
                  <a:moveTo>
                    <a:pt x="227" y="147"/>
                  </a:moveTo>
                  <a:cubicBezTo>
                    <a:pt x="226" y="147"/>
                    <a:pt x="226" y="147"/>
                    <a:pt x="225" y="148"/>
                  </a:cubicBezTo>
                  <a:cubicBezTo>
                    <a:pt x="224" y="153"/>
                    <a:pt x="222" y="158"/>
                    <a:pt x="220" y="163"/>
                  </a:cubicBezTo>
                  <a:cubicBezTo>
                    <a:pt x="220" y="163"/>
                    <a:pt x="220" y="164"/>
                    <a:pt x="221" y="164"/>
                  </a:cubicBezTo>
                  <a:cubicBezTo>
                    <a:pt x="221" y="165"/>
                    <a:pt x="221" y="165"/>
                    <a:pt x="221" y="165"/>
                  </a:cubicBezTo>
                  <a:cubicBezTo>
                    <a:pt x="222" y="165"/>
                    <a:pt x="222" y="164"/>
                    <a:pt x="223" y="164"/>
                  </a:cubicBezTo>
                  <a:cubicBezTo>
                    <a:pt x="225" y="159"/>
                    <a:pt x="227" y="154"/>
                    <a:pt x="228" y="148"/>
                  </a:cubicBezTo>
                  <a:cubicBezTo>
                    <a:pt x="229" y="148"/>
                    <a:pt x="228" y="147"/>
                    <a:pt x="227" y="147"/>
                  </a:cubicBezTo>
                  <a:cubicBezTo>
                    <a:pt x="227" y="147"/>
                    <a:pt x="227" y="147"/>
                    <a:pt x="227" y="147"/>
                  </a:cubicBezTo>
                  <a:moveTo>
                    <a:pt x="3" y="138"/>
                  </a:moveTo>
                  <a:cubicBezTo>
                    <a:pt x="3" y="138"/>
                    <a:pt x="3" y="138"/>
                    <a:pt x="3" y="138"/>
                  </a:cubicBezTo>
                  <a:cubicBezTo>
                    <a:pt x="2" y="139"/>
                    <a:pt x="2" y="139"/>
                    <a:pt x="2" y="140"/>
                  </a:cubicBezTo>
                  <a:cubicBezTo>
                    <a:pt x="3" y="146"/>
                    <a:pt x="5" y="151"/>
                    <a:pt x="6" y="156"/>
                  </a:cubicBezTo>
                  <a:cubicBezTo>
                    <a:pt x="7" y="157"/>
                    <a:pt x="7" y="157"/>
                    <a:pt x="8" y="157"/>
                  </a:cubicBezTo>
                  <a:cubicBezTo>
                    <a:pt x="8" y="157"/>
                    <a:pt x="8" y="157"/>
                    <a:pt x="8" y="157"/>
                  </a:cubicBezTo>
                  <a:cubicBezTo>
                    <a:pt x="9" y="157"/>
                    <a:pt x="10" y="156"/>
                    <a:pt x="9" y="155"/>
                  </a:cubicBezTo>
                  <a:cubicBezTo>
                    <a:pt x="7" y="150"/>
                    <a:pt x="6" y="145"/>
                    <a:pt x="5" y="140"/>
                  </a:cubicBezTo>
                  <a:cubicBezTo>
                    <a:pt x="5" y="139"/>
                    <a:pt x="4" y="138"/>
                    <a:pt x="3" y="138"/>
                  </a:cubicBezTo>
                  <a:moveTo>
                    <a:pt x="1" y="106"/>
                  </a:moveTo>
                  <a:cubicBezTo>
                    <a:pt x="1" y="106"/>
                    <a:pt x="0" y="107"/>
                    <a:pt x="0" y="108"/>
                  </a:cubicBezTo>
                  <a:cubicBezTo>
                    <a:pt x="0" y="111"/>
                    <a:pt x="0" y="113"/>
                    <a:pt x="0" y="116"/>
                  </a:cubicBezTo>
                  <a:cubicBezTo>
                    <a:pt x="0" y="119"/>
                    <a:pt x="0" y="122"/>
                    <a:pt x="0" y="124"/>
                  </a:cubicBezTo>
                  <a:cubicBezTo>
                    <a:pt x="0" y="125"/>
                    <a:pt x="1" y="126"/>
                    <a:pt x="1" y="126"/>
                  </a:cubicBezTo>
                  <a:cubicBezTo>
                    <a:pt x="1" y="126"/>
                    <a:pt x="1" y="126"/>
                    <a:pt x="1" y="126"/>
                  </a:cubicBezTo>
                  <a:cubicBezTo>
                    <a:pt x="2" y="125"/>
                    <a:pt x="3" y="125"/>
                    <a:pt x="3" y="124"/>
                  </a:cubicBezTo>
                  <a:cubicBezTo>
                    <a:pt x="3" y="121"/>
                    <a:pt x="3" y="119"/>
                    <a:pt x="3" y="116"/>
                  </a:cubicBezTo>
                  <a:cubicBezTo>
                    <a:pt x="3" y="113"/>
                    <a:pt x="3" y="111"/>
                    <a:pt x="3" y="108"/>
                  </a:cubicBezTo>
                  <a:cubicBezTo>
                    <a:pt x="3" y="107"/>
                    <a:pt x="2" y="107"/>
                    <a:pt x="1" y="106"/>
                  </a:cubicBezTo>
                  <a:cubicBezTo>
                    <a:pt x="1" y="106"/>
                    <a:pt x="1" y="106"/>
                    <a:pt x="1" y="106"/>
                  </a:cubicBezTo>
                  <a:moveTo>
                    <a:pt x="230" y="99"/>
                  </a:moveTo>
                  <a:cubicBezTo>
                    <a:pt x="230" y="99"/>
                    <a:pt x="230" y="99"/>
                    <a:pt x="230" y="99"/>
                  </a:cubicBezTo>
                  <a:cubicBezTo>
                    <a:pt x="229" y="99"/>
                    <a:pt x="229" y="100"/>
                    <a:pt x="229" y="101"/>
                  </a:cubicBezTo>
                  <a:cubicBezTo>
                    <a:pt x="229" y="106"/>
                    <a:pt x="230" y="111"/>
                    <a:pt x="230" y="116"/>
                  </a:cubicBezTo>
                  <a:cubicBezTo>
                    <a:pt x="230" y="122"/>
                    <a:pt x="229" y="127"/>
                    <a:pt x="229" y="132"/>
                  </a:cubicBezTo>
                  <a:cubicBezTo>
                    <a:pt x="229" y="133"/>
                    <a:pt x="229" y="134"/>
                    <a:pt x="230" y="134"/>
                  </a:cubicBezTo>
                  <a:cubicBezTo>
                    <a:pt x="230" y="134"/>
                    <a:pt x="230" y="134"/>
                    <a:pt x="230" y="134"/>
                  </a:cubicBezTo>
                  <a:cubicBezTo>
                    <a:pt x="231" y="134"/>
                    <a:pt x="232" y="133"/>
                    <a:pt x="232" y="132"/>
                  </a:cubicBezTo>
                  <a:cubicBezTo>
                    <a:pt x="232" y="127"/>
                    <a:pt x="233" y="122"/>
                    <a:pt x="233" y="116"/>
                  </a:cubicBezTo>
                  <a:cubicBezTo>
                    <a:pt x="233" y="111"/>
                    <a:pt x="232" y="106"/>
                    <a:pt x="232" y="100"/>
                  </a:cubicBezTo>
                  <a:cubicBezTo>
                    <a:pt x="232" y="100"/>
                    <a:pt x="231" y="99"/>
                    <a:pt x="230" y="99"/>
                  </a:cubicBezTo>
                  <a:moveTo>
                    <a:pt x="8" y="75"/>
                  </a:moveTo>
                  <a:cubicBezTo>
                    <a:pt x="7" y="75"/>
                    <a:pt x="7" y="75"/>
                    <a:pt x="7" y="76"/>
                  </a:cubicBezTo>
                  <a:cubicBezTo>
                    <a:pt x="5" y="81"/>
                    <a:pt x="3" y="86"/>
                    <a:pt x="2" y="92"/>
                  </a:cubicBezTo>
                  <a:cubicBezTo>
                    <a:pt x="2" y="93"/>
                    <a:pt x="2" y="93"/>
                    <a:pt x="3" y="93"/>
                  </a:cubicBezTo>
                  <a:cubicBezTo>
                    <a:pt x="4" y="94"/>
                    <a:pt x="4" y="94"/>
                    <a:pt x="4" y="94"/>
                  </a:cubicBezTo>
                  <a:cubicBezTo>
                    <a:pt x="4" y="94"/>
                    <a:pt x="5" y="93"/>
                    <a:pt x="5" y="92"/>
                  </a:cubicBezTo>
                  <a:cubicBezTo>
                    <a:pt x="6" y="87"/>
                    <a:pt x="8" y="82"/>
                    <a:pt x="9" y="77"/>
                  </a:cubicBezTo>
                  <a:cubicBezTo>
                    <a:pt x="10" y="76"/>
                    <a:pt x="9" y="75"/>
                    <a:pt x="9" y="75"/>
                  </a:cubicBezTo>
                  <a:cubicBezTo>
                    <a:pt x="8" y="75"/>
                    <a:pt x="8" y="75"/>
                    <a:pt x="8" y="75"/>
                  </a:cubicBezTo>
                  <a:moveTo>
                    <a:pt x="222" y="68"/>
                  </a:moveTo>
                  <a:cubicBezTo>
                    <a:pt x="221" y="68"/>
                    <a:pt x="221" y="68"/>
                    <a:pt x="221" y="68"/>
                  </a:cubicBezTo>
                  <a:cubicBezTo>
                    <a:pt x="220" y="69"/>
                    <a:pt x="220" y="70"/>
                    <a:pt x="220" y="70"/>
                  </a:cubicBezTo>
                  <a:cubicBezTo>
                    <a:pt x="222" y="75"/>
                    <a:pt x="224" y="80"/>
                    <a:pt x="226" y="85"/>
                  </a:cubicBezTo>
                  <a:cubicBezTo>
                    <a:pt x="226" y="86"/>
                    <a:pt x="226" y="86"/>
                    <a:pt x="227" y="86"/>
                  </a:cubicBezTo>
                  <a:cubicBezTo>
                    <a:pt x="227" y="86"/>
                    <a:pt x="227" y="86"/>
                    <a:pt x="227" y="86"/>
                  </a:cubicBezTo>
                  <a:cubicBezTo>
                    <a:pt x="228" y="86"/>
                    <a:pt x="229" y="85"/>
                    <a:pt x="228" y="85"/>
                  </a:cubicBezTo>
                  <a:cubicBezTo>
                    <a:pt x="227" y="79"/>
                    <a:pt x="225" y="74"/>
                    <a:pt x="223" y="69"/>
                  </a:cubicBezTo>
                  <a:cubicBezTo>
                    <a:pt x="223" y="69"/>
                    <a:pt x="222" y="68"/>
                    <a:pt x="222" y="68"/>
                  </a:cubicBezTo>
                  <a:moveTo>
                    <a:pt x="23" y="47"/>
                  </a:moveTo>
                  <a:cubicBezTo>
                    <a:pt x="23" y="47"/>
                    <a:pt x="22" y="47"/>
                    <a:pt x="22" y="47"/>
                  </a:cubicBezTo>
                  <a:cubicBezTo>
                    <a:pt x="19" y="52"/>
                    <a:pt x="16" y="56"/>
                    <a:pt x="13" y="61"/>
                  </a:cubicBezTo>
                  <a:cubicBezTo>
                    <a:pt x="13" y="62"/>
                    <a:pt x="13" y="63"/>
                    <a:pt x="14" y="63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5" y="63"/>
                    <a:pt x="16" y="63"/>
                    <a:pt x="16" y="63"/>
                  </a:cubicBezTo>
                  <a:cubicBezTo>
                    <a:pt x="18" y="58"/>
                    <a:pt x="21" y="53"/>
                    <a:pt x="24" y="49"/>
                  </a:cubicBezTo>
                  <a:cubicBezTo>
                    <a:pt x="25" y="49"/>
                    <a:pt x="25" y="48"/>
                    <a:pt x="24" y="47"/>
                  </a:cubicBezTo>
                  <a:cubicBezTo>
                    <a:pt x="24" y="47"/>
                    <a:pt x="24" y="47"/>
                    <a:pt x="23" y="47"/>
                  </a:cubicBezTo>
                  <a:moveTo>
                    <a:pt x="205" y="41"/>
                  </a:moveTo>
                  <a:cubicBezTo>
                    <a:pt x="204" y="41"/>
                    <a:pt x="204" y="41"/>
                    <a:pt x="204" y="41"/>
                  </a:cubicBezTo>
                  <a:cubicBezTo>
                    <a:pt x="203" y="42"/>
                    <a:pt x="203" y="43"/>
                    <a:pt x="204" y="44"/>
                  </a:cubicBezTo>
                  <a:cubicBezTo>
                    <a:pt x="207" y="48"/>
                    <a:pt x="210" y="52"/>
                    <a:pt x="213" y="56"/>
                  </a:cubicBezTo>
                  <a:cubicBezTo>
                    <a:pt x="213" y="57"/>
                    <a:pt x="214" y="57"/>
                    <a:pt x="214" y="57"/>
                  </a:cubicBezTo>
                  <a:cubicBezTo>
                    <a:pt x="215" y="57"/>
                    <a:pt x="215" y="57"/>
                    <a:pt x="215" y="57"/>
                  </a:cubicBezTo>
                  <a:cubicBezTo>
                    <a:pt x="216" y="56"/>
                    <a:pt x="216" y="56"/>
                    <a:pt x="215" y="55"/>
                  </a:cubicBezTo>
                  <a:cubicBezTo>
                    <a:pt x="212" y="50"/>
                    <a:pt x="209" y="46"/>
                    <a:pt x="206" y="42"/>
                  </a:cubicBezTo>
                  <a:cubicBezTo>
                    <a:pt x="206" y="41"/>
                    <a:pt x="205" y="41"/>
                    <a:pt x="205" y="41"/>
                  </a:cubicBezTo>
                  <a:moveTo>
                    <a:pt x="46" y="24"/>
                  </a:moveTo>
                  <a:cubicBezTo>
                    <a:pt x="45" y="24"/>
                    <a:pt x="45" y="24"/>
                    <a:pt x="45" y="24"/>
                  </a:cubicBezTo>
                  <a:cubicBezTo>
                    <a:pt x="40" y="27"/>
                    <a:pt x="36" y="31"/>
                    <a:pt x="33" y="35"/>
                  </a:cubicBezTo>
                  <a:cubicBezTo>
                    <a:pt x="32" y="36"/>
                    <a:pt x="32" y="37"/>
                    <a:pt x="33" y="37"/>
                  </a:cubicBezTo>
                  <a:cubicBezTo>
                    <a:pt x="33" y="37"/>
                    <a:pt x="33" y="38"/>
                    <a:pt x="34" y="38"/>
                  </a:cubicBezTo>
                  <a:cubicBezTo>
                    <a:pt x="34" y="38"/>
                    <a:pt x="34" y="37"/>
                    <a:pt x="35" y="37"/>
                  </a:cubicBezTo>
                  <a:cubicBezTo>
                    <a:pt x="38" y="33"/>
                    <a:pt x="42" y="30"/>
                    <a:pt x="46" y="26"/>
                  </a:cubicBezTo>
                  <a:cubicBezTo>
                    <a:pt x="47" y="26"/>
                    <a:pt x="47" y="25"/>
                    <a:pt x="47" y="24"/>
                  </a:cubicBezTo>
                  <a:cubicBezTo>
                    <a:pt x="46" y="24"/>
                    <a:pt x="46" y="24"/>
                    <a:pt x="46" y="24"/>
                  </a:cubicBezTo>
                  <a:moveTo>
                    <a:pt x="181" y="20"/>
                  </a:moveTo>
                  <a:cubicBezTo>
                    <a:pt x="180" y="20"/>
                    <a:pt x="180" y="20"/>
                    <a:pt x="180" y="20"/>
                  </a:cubicBezTo>
                  <a:cubicBezTo>
                    <a:pt x="179" y="21"/>
                    <a:pt x="179" y="22"/>
                    <a:pt x="180" y="22"/>
                  </a:cubicBezTo>
                  <a:cubicBezTo>
                    <a:pt x="184" y="25"/>
                    <a:pt x="189" y="29"/>
                    <a:pt x="193" y="32"/>
                  </a:cubicBezTo>
                  <a:cubicBezTo>
                    <a:pt x="194" y="32"/>
                    <a:pt x="194" y="32"/>
                    <a:pt x="194" y="32"/>
                  </a:cubicBezTo>
                  <a:cubicBezTo>
                    <a:pt x="194" y="32"/>
                    <a:pt x="194" y="32"/>
                    <a:pt x="195" y="32"/>
                  </a:cubicBezTo>
                  <a:cubicBezTo>
                    <a:pt x="195" y="31"/>
                    <a:pt x="195" y="30"/>
                    <a:pt x="195" y="30"/>
                  </a:cubicBezTo>
                  <a:cubicBezTo>
                    <a:pt x="191" y="26"/>
                    <a:pt x="186" y="23"/>
                    <a:pt x="182" y="20"/>
                  </a:cubicBezTo>
                  <a:cubicBezTo>
                    <a:pt x="181" y="20"/>
                    <a:pt x="181" y="20"/>
                    <a:pt x="181" y="20"/>
                  </a:cubicBezTo>
                  <a:moveTo>
                    <a:pt x="73" y="8"/>
                  </a:moveTo>
                  <a:cubicBezTo>
                    <a:pt x="73" y="8"/>
                    <a:pt x="73" y="8"/>
                    <a:pt x="73" y="8"/>
                  </a:cubicBezTo>
                  <a:cubicBezTo>
                    <a:pt x="68" y="10"/>
                    <a:pt x="63" y="12"/>
                    <a:pt x="58" y="15"/>
                  </a:cubicBezTo>
                  <a:cubicBezTo>
                    <a:pt x="57" y="15"/>
                    <a:pt x="57" y="16"/>
                    <a:pt x="58" y="17"/>
                  </a:cubicBezTo>
                  <a:cubicBezTo>
                    <a:pt x="58" y="18"/>
                    <a:pt x="58" y="18"/>
                    <a:pt x="59" y="18"/>
                  </a:cubicBezTo>
                  <a:cubicBezTo>
                    <a:pt x="60" y="18"/>
                    <a:pt x="60" y="18"/>
                    <a:pt x="60" y="18"/>
                  </a:cubicBezTo>
                  <a:cubicBezTo>
                    <a:pt x="64" y="15"/>
                    <a:pt x="69" y="13"/>
                    <a:pt x="74" y="11"/>
                  </a:cubicBezTo>
                  <a:cubicBezTo>
                    <a:pt x="75" y="10"/>
                    <a:pt x="75" y="10"/>
                    <a:pt x="75" y="9"/>
                  </a:cubicBezTo>
                  <a:cubicBezTo>
                    <a:pt x="74" y="8"/>
                    <a:pt x="74" y="8"/>
                    <a:pt x="73" y="8"/>
                  </a:cubicBezTo>
                  <a:moveTo>
                    <a:pt x="152" y="5"/>
                  </a:moveTo>
                  <a:cubicBezTo>
                    <a:pt x="152" y="5"/>
                    <a:pt x="151" y="6"/>
                    <a:pt x="151" y="6"/>
                  </a:cubicBezTo>
                  <a:cubicBezTo>
                    <a:pt x="150" y="7"/>
                    <a:pt x="151" y="8"/>
                    <a:pt x="152" y="8"/>
                  </a:cubicBezTo>
                  <a:cubicBezTo>
                    <a:pt x="157" y="10"/>
                    <a:pt x="162" y="12"/>
                    <a:pt x="166" y="14"/>
                  </a:cubicBezTo>
                  <a:cubicBezTo>
                    <a:pt x="167" y="14"/>
                    <a:pt x="167" y="14"/>
                    <a:pt x="167" y="14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9" y="13"/>
                    <a:pt x="168" y="12"/>
                    <a:pt x="168" y="12"/>
                  </a:cubicBezTo>
                  <a:cubicBezTo>
                    <a:pt x="163" y="9"/>
                    <a:pt x="158" y="7"/>
                    <a:pt x="153" y="5"/>
                  </a:cubicBezTo>
                  <a:cubicBezTo>
                    <a:pt x="152" y="5"/>
                    <a:pt x="152" y="5"/>
                    <a:pt x="152" y="5"/>
                  </a:cubicBezTo>
                  <a:moveTo>
                    <a:pt x="104" y="0"/>
                  </a:moveTo>
                  <a:cubicBezTo>
                    <a:pt x="104" y="0"/>
                    <a:pt x="104" y="0"/>
                    <a:pt x="104" y="0"/>
                  </a:cubicBezTo>
                  <a:cubicBezTo>
                    <a:pt x="99" y="1"/>
                    <a:pt x="94" y="2"/>
                    <a:pt x="88" y="3"/>
                  </a:cubicBezTo>
                  <a:cubicBezTo>
                    <a:pt x="88" y="3"/>
                    <a:pt x="87" y="4"/>
                    <a:pt x="87" y="5"/>
                  </a:cubicBezTo>
                  <a:cubicBezTo>
                    <a:pt x="87" y="5"/>
                    <a:pt x="88" y="6"/>
                    <a:pt x="89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94" y="5"/>
                    <a:pt x="99" y="4"/>
                    <a:pt x="105" y="3"/>
                  </a:cubicBezTo>
                  <a:cubicBezTo>
                    <a:pt x="105" y="3"/>
                    <a:pt x="106" y="2"/>
                    <a:pt x="106" y="2"/>
                  </a:cubicBezTo>
                  <a:cubicBezTo>
                    <a:pt x="106" y="1"/>
                    <a:pt x="105" y="0"/>
                    <a:pt x="104" y="0"/>
                  </a:cubicBezTo>
                  <a:moveTo>
                    <a:pt x="121" y="0"/>
                  </a:moveTo>
                  <a:cubicBezTo>
                    <a:pt x="120" y="0"/>
                    <a:pt x="119" y="0"/>
                    <a:pt x="119" y="1"/>
                  </a:cubicBezTo>
                  <a:cubicBezTo>
                    <a:pt x="119" y="2"/>
                    <a:pt x="120" y="3"/>
                    <a:pt x="121" y="3"/>
                  </a:cubicBezTo>
                  <a:cubicBezTo>
                    <a:pt x="126" y="3"/>
                    <a:pt x="131" y="3"/>
                    <a:pt x="136" y="4"/>
                  </a:cubicBezTo>
                  <a:cubicBezTo>
                    <a:pt x="137" y="4"/>
                    <a:pt x="137" y="4"/>
                    <a:pt x="137" y="4"/>
                  </a:cubicBezTo>
                  <a:cubicBezTo>
                    <a:pt x="137" y="4"/>
                    <a:pt x="138" y="4"/>
                    <a:pt x="138" y="3"/>
                  </a:cubicBezTo>
                  <a:cubicBezTo>
                    <a:pt x="138" y="2"/>
                    <a:pt x="138" y="2"/>
                    <a:pt x="137" y="1"/>
                  </a:cubicBezTo>
                  <a:cubicBezTo>
                    <a:pt x="131" y="0"/>
                    <a:pt x="126" y="0"/>
                    <a:pt x="121" y="0"/>
                  </a:cubicBezTo>
                  <a:cubicBezTo>
                    <a:pt x="121" y="0"/>
                    <a:pt x="121" y="0"/>
                    <a:pt x="121" y="0"/>
                  </a:cubicBezTo>
                </a:path>
              </a:pathLst>
            </a:custGeom>
            <a:solidFill>
              <a:srgbClr val="EDED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ValueBack1"/>
            <p:cNvSpPr>
              <a:spLocks noEditPoints="1"/>
            </p:cNvSpPr>
            <p:nvPr/>
          </p:nvSpPr>
          <p:spPr bwMode="auto">
            <a:xfrm>
              <a:off x="4264819" y="1627188"/>
              <a:ext cx="3662363" cy="3657600"/>
            </a:xfrm>
            <a:custGeom>
              <a:avLst/>
              <a:gdLst>
                <a:gd name="T0" fmla="*/ 201 w 396"/>
                <a:gd name="T1" fmla="*/ 396 h 396"/>
                <a:gd name="T2" fmla="*/ 169 w 396"/>
                <a:gd name="T3" fmla="*/ 394 h 396"/>
                <a:gd name="T4" fmla="*/ 169 w 396"/>
                <a:gd name="T5" fmla="*/ 391 h 396"/>
                <a:gd name="T6" fmla="*/ 233 w 396"/>
                <a:gd name="T7" fmla="*/ 393 h 396"/>
                <a:gd name="T8" fmla="*/ 137 w 396"/>
                <a:gd name="T9" fmla="*/ 387 h 396"/>
                <a:gd name="T10" fmla="*/ 138 w 396"/>
                <a:gd name="T11" fmla="*/ 384 h 396"/>
                <a:gd name="T12" fmla="*/ 265 w 396"/>
                <a:gd name="T13" fmla="*/ 385 h 396"/>
                <a:gd name="T14" fmla="*/ 107 w 396"/>
                <a:gd name="T15" fmla="*/ 374 h 396"/>
                <a:gd name="T16" fmla="*/ 108 w 396"/>
                <a:gd name="T17" fmla="*/ 371 h 396"/>
                <a:gd name="T18" fmla="*/ 294 w 396"/>
                <a:gd name="T19" fmla="*/ 371 h 396"/>
                <a:gd name="T20" fmla="*/ 80 w 396"/>
                <a:gd name="T21" fmla="*/ 357 h 396"/>
                <a:gd name="T22" fmla="*/ 81 w 396"/>
                <a:gd name="T23" fmla="*/ 354 h 396"/>
                <a:gd name="T24" fmla="*/ 321 w 396"/>
                <a:gd name="T25" fmla="*/ 353 h 396"/>
                <a:gd name="T26" fmla="*/ 56 w 396"/>
                <a:gd name="T27" fmla="*/ 336 h 396"/>
                <a:gd name="T28" fmla="*/ 57 w 396"/>
                <a:gd name="T29" fmla="*/ 333 h 396"/>
                <a:gd name="T30" fmla="*/ 345 w 396"/>
                <a:gd name="T31" fmla="*/ 331 h 396"/>
                <a:gd name="T32" fmla="*/ 35 w 396"/>
                <a:gd name="T33" fmla="*/ 311 h 396"/>
                <a:gd name="T34" fmla="*/ 36 w 396"/>
                <a:gd name="T35" fmla="*/ 308 h 396"/>
                <a:gd name="T36" fmla="*/ 364 w 396"/>
                <a:gd name="T37" fmla="*/ 306 h 396"/>
                <a:gd name="T38" fmla="*/ 19 w 396"/>
                <a:gd name="T39" fmla="*/ 282 h 396"/>
                <a:gd name="T40" fmla="*/ 20 w 396"/>
                <a:gd name="T41" fmla="*/ 280 h 396"/>
                <a:gd name="T42" fmla="*/ 380 w 396"/>
                <a:gd name="T43" fmla="*/ 277 h 396"/>
                <a:gd name="T44" fmla="*/ 8 w 396"/>
                <a:gd name="T45" fmla="*/ 252 h 396"/>
                <a:gd name="T46" fmla="*/ 9 w 396"/>
                <a:gd name="T47" fmla="*/ 250 h 396"/>
                <a:gd name="T48" fmla="*/ 390 w 396"/>
                <a:gd name="T49" fmla="*/ 246 h 396"/>
                <a:gd name="T50" fmla="*/ 1 w 396"/>
                <a:gd name="T51" fmla="*/ 220 h 396"/>
                <a:gd name="T52" fmla="*/ 3 w 396"/>
                <a:gd name="T53" fmla="*/ 219 h 396"/>
                <a:gd name="T54" fmla="*/ 2 w 396"/>
                <a:gd name="T55" fmla="*/ 206 h 396"/>
                <a:gd name="T56" fmla="*/ 394 w 396"/>
                <a:gd name="T57" fmla="*/ 185 h 396"/>
                <a:gd name="T58" fmla="*/ 394 w 396"/>
                <a:gd name="T59" fmla="*/ 216 h 396"/>
                <a:gd name="T60" fmla="*/ 5 w 396"/>
                <a:gd name="T61" fmla="*/ 156 h 396"/>
                <a:gd name="T62" fmla="*/ 7 w 396"/>
                <a:gd name="T63" fmla="*/ 155 h 396"/>
                <a:gd name="T64" fmla="*/ 393 w 396"/>
                <a:gd name="T65" fmla="*/ 172 h 396"/>
                <a:gd name="T66" fmla="*/ 14 w 396"/>
                <a:gd name="T67" fmla="*/ 125 h 396"/>
                <a:gd name="T68" fmla="*/ 16 w 396"/>
                <a:gd name="T69" fmla="*/ 124 h 396"/>
                <a:gd name="T70" fmla="*/ 386 w 396"/>
                <a:gd name="T71" fmla="*/ 141 h 396"/>
                <a:gd name="T72" fmla="*/ 29 w 396"/>
                <a:gd name="T73" fmla="*/ 96 h 396"/>
                <a:gd name="T74" fmla="*/ 31 w 396"/>
                <a:gd name="T75" fmla="*/ 95 h 396"/>
                <a:gd name="T76" fmla="*/ 373 w 396"/>
                <a:gd name="T77" fmla="*/ 111 h 396"/>
                <a:gd name="T78" fmla="*/ 48 w 396"/>
                <a:gd name="T79" fmla="*/ 70 h 396"/>
                <a:gd name="T80" fmla="*/ 50 w 396"/>
                <a:gd name="T81" fmla="*/ 69 h 396"/>
                <a:gd name="T82" fmla="*/ 357 w 396"/>
                <a:gd name="T83" fmla="*/ 83 h 396"/>
                <a:gd name="T84" fmla="*/ 71 w 396"/>
                <a:gd name="T85" fmla="*/ 47 h 396"/>
                <a:gd name="T86" fmla="*/ 73 w 396"/>
                <a:gd name="T87" fmla="*/ 47 h 396"/>
                <a:gd name="T88" fmla="*/ 335 w 396"/>
                <a:gd name="T89" fmla="*/ 59 h 396"/>
                <a:gd name="T90" fmla="*/ 97 w 396"/>
                <a:gd name="T91" fmla="*/ 28 h 396"/>
                <a:gd name="T92" fmla="*/ 99 w 396"/>
                <a:gd name="T93" fmla="*/ 29 h 396"/>
                <a:gd name="T94" fmla="*/ 311 w 396"/>
                <a:gd name="T95" fmla="*/ 39 h 396"/>
                <a:gd name="T96" fmla="*/ 126 w 396"/>
                <a:gd name="T97" fmla="*/ 14 h 396"/>
                <a:gd name="T98" fmla="*/ 128 w 396"/>
                <a:gd name="T99" fmla="*/ 15 h 396"/>
                <a:gd name="T100" fmla="*/ 283 w 396"/>
                <a:gd name="T101" fmla="*/ 22 h 396"/>
                <a:gd name="T102" fmla="*/ 157 w 396"/>
                <a:gd name="T103" fmla="*/ 5 h 396"/>
                <a:gd name="T104" fmla="*/ 159 w 396"/>
                <a:gd name="T105" fmla="*/ 6 h 396"/>
                <a:gd name="T106" fmla="*/ 253 w 396"/>
                <a:gd name="T107" fmla="*/ 11 h 396"/>
                <a:gd name="T108" fmla="*/ 189 w 396"/>
                <a:gd name="T109" fmla="*/ 0 h 396"/>
                <a:gd name="T110" fmla="*/ 191 w 396"/>
                <a:gd name="T111" fmla="*/ 2 h 396"/>
                <a:gd name="T112" fmla="*/ 221 w 396"/>
                <a:gd name="T113" fmla="*/ 5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6" h="396">
                  <a:moveTo>
                    <a:pt x="217" y="392"/>
                  </a:moveTo>
                  <a:cubicBezTo>
                    <a:pt x="217" y="392"/>
                    <a:pt x="217" y="392"/>
                    <a:pt x="217" y="392"/>
                  </a:cubicBezTo>
                  <a:cubicBezTo>
                    <a:pt x="212" y="393"/>
                    <a:pt x="206" y="393"/>
                    <a:pt x="201" y="393"/>
                  </a:cubicBezTo>
                  <a:cubicBezTo>
                    <a:pt x="200" y="393"/>
                    <a:pt x="200" y="394"/>
                    <a:pt x="200" y="395"/>
                  </a:cubicBezTo>
                  <a:cubicBezTo>
                    <a:pt x="200" y="395"/>
                    <a:pt x="200" y="396"/>
                    <a:pt x="201" y="396"/>
                  </a:cubicBezTo>
                  <a:cubicBezTo>
                    <a:pt x="201" y="396"/>
                    <a:pt x="201" y="396"/>
                    <a:pt x="201" y="396"/>
                  </a:cubicBezTo>
                  <a:cubicBezTo>
                    <a:pt x="207" y="396"/>
                    <a:pt x="212" y="396"/>
                    <a:pt x="217" y="395"/>
                  </a:cubicBezTo>
                  <a:cubicBezTo>
                    <a:pt x="218" y="395"/>
                    <a:pt x="219" y="394"/>
                    <a:pt x="219" y="394"/>
                  </a:cubicBezTo>
                  <a:cubicBezTo>
                    <a:pt x="219" y="393"/>
                    <a:pt x="218" y="392"/>
                    <a:pt x="217" y="392"/>
                  </a:cubicBezTo>
                  <a:moveTo>
                    <a:pt x="169" y="391"/>
                  </a:moveTo>
                  <a:cubicBezTo>
                    <a:pt x="168" y="391"/>
                    <a:pt x="168" y="392"/>
                    <a:pt x="168" y="392"/>
                  </a:cubicBezTo>
                  <a:cubicBezTo>
                    <a:pt x="167" y="393"/>
                    <a:pt x="168" y="394"/>
                    <a:pt x="169" y="394"/>
                  </a:cubicBezTo>
                  <a:cubicBezTo>
                    <a:pt x="174" y="395"/>
                    <a:pt x="180" y="395"/>
                    <a:pt x="185" y="396"/>
                  </a:cubicBezTo>
                  <a:cubicBezTo>
                    <a:pt x="185" y="396"/>
                    <a:pt x="185" y="396"/>
                    <a:pt x="185" y="396"/>
                  </a:cubicBezTo>
                  <a:cubicBezTo>
                    <a:pt x="186" y="396"/>
                    <a:pt x="186" y="395"/>
                    <a:pt x="187" y="394"/>
                  </a:cubicBezTo>
                  <a:cubicBezTo>
                    <a:pt x="187" y="394"/>
                    <a:pt x="186" y="393"/>
                    <a:pt x="185" y="393"/>
                  </a:cubicBezTo>
                  <a:cubicBezTo>
                    <a:pt x="180" y="392"/>
                    <a:pt x="175" y="392"/>
                    <a:pt x="169" y="391"/>
                  </a:cubicBezTo>
                  <a:cubicBezTo>
                    <a:pt x="169" y="391"/>
                    <a:pt x="169" y="391"/>
                    <a:pt x="169" y="391"/>
                  </a:cubicBezTo>
                  <a:moveTo>
                    <a:pt x="249" y="387"/>
                  </a:moveTo>
                  <a:cubicBezTo>
                    <a:pt x="249" y="387"/>
                    <a:pt x="249" y="387"/>
                    <a:pt x="248" y="387"/>
                  </a:cubicBezTo>
                  <a:cubicBezTo>
                    <a:pt x="243" y="388"/>
                    <a:pt x="238" y="389"/>
                    <a:pt x="233" y="390"/>
                  </a:cubicBezTo>
                  <a:cubicBezTo>
                    <a:pt x="232" y="390"/>
                    <a:pt x="232" y="391"/>
                    <a:pt x="232" y="392"/>
                  </a:cubicBezTo>
                  <a:cubicBezTo>
                    <a:pt x="232" y="393"/>
                    <a:pt x="232" y="393"/>
                    <a:pt x="233" y="393"/>
                  </a:cubicBezTo>
                  <a:cubicBezTo>
                    <a:pt x="233" y="393"/>
                    <a:pt x="233" y="393"/>
                    <a:pt x="233" y="393"/>
                  </a:cubicBezTo>
                  <a:cubicBezTo>
                    <a:pt x="239" y="392"/>
                    <a:pt x="244" y="391"/>
                    <a:pt x="249" y="390"/>
                  </a:cubicBezTo>
                  <a:cubicBezTo>
                    <a:pt x="250" y="389"/>
                    <a:pt x="250" y="388"/>
                    <a:pt x="250" y="388"/>
                  </a:cubicBezTo>
                  <a:cubicBezTo>
                    <a:pt x="250" y="387"/>
                    <a:pt x="249" y="387"/>
                    <a:pt x="249" y="387"/>
                  </a:cubicBezTo>
                  <a:moveTo>
                    <a:pt x="138" y="384"/>
                  </a:moveTo>
                  <a:cubicBezTo>
                    <a:pt x="137" y="384"/>
                    <a:pt x="137" y="384"/>
                    <a:pt x="136" y="385"/>
                  </a:cubicBezTo>
                  <a:cubicBezTo>
                    <a:pt x="136" y="386"/>
                    <a:pt x="137" y="386"/>
                    <a:pt x="137" y="387"/>
                  </a:cubicBezTo>
                  <a:cubicBezTo>
                    <a:pt x="142" y="388"/>
                    <a:pt x="148" y="390"/>
                    <a:pt x="153" y="391"/>
                  </a:cubicBezTo>
                  <a:cubicBezTo>
                    <a:pt x="153" y="391"/>
                    <a:pt x="153" y="391"/>
                    <a:pt x="153" y="391"/>
                  </a:cubicBezTo>
                  <a:cubicBezTo>
                    <a:pt x="154" y="391"/>
                    <a:pt x="155" y="391"/>
                    <a:pt x="155" y="390"/>
                  </a:cubicBezTo>
                  <a:cubicBezTo>
                    <a:pt x="155" y="389"/>
                    <a:pt x="154" y="388"/>
                    <a:pt x="154" y="388"/>
                  </a:cubicBezTo>
                  <a:cubicBezTo>
                    <a:pt x="148" y="387"/>
                    <a:pt x="143" y="385"/>
                    <a:pt x="138" y="384"/>
                  </a:cubicBezTo>
                  <a:cubicBezTo>
                    <a:pt x="138" y="384"/>
                    <a:pt x="138" y="384"/>
                    <a:pt x="138" y="384"/>
                  </a:cubicBezTo>
                  <a:moveTo>
                    <a:pt x="279" y="376"/>
                  </a:moveTo>
                  <a:cubicBezTo>
                    <a:pt x="279" y="376"/>
                    <a:pt x="279" y="376"/>
                    <a:pt x="278" y="376"/>
                  </a:cubicBezTo>
                  <a:cubicBezTo>
                    <a:pt x="274" y="378"/>
                    <a:pt x="269" y="380"/>
                    <a:pt x="264" y="382"/>
                  </a:cubicBezTo>
                  <a:cubicBezTo>
                    <a:pt x="263" y="382"/>
                    <a:pt x="263" y="383"/>
                    <a:pt x="263" y="384"/>
                  </a:cubicBezTo>
                  <a:cubicBezTo>
                    <a:pt x="263" y="384"/>
                    <a:pt x="264" y="385"/>
                    <a:pt x="264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70" y="383"/>
                    <a:pt x="275" y="381"/>
                    <a:pt x="280" y="379"/>
                  </a:cubicBezTo>
                  <a:cubicBezTo>
                    <a:pt x="280" y="378"/>
                    <a:pt x="281" y="377"/>
                    <a:pt x="280" y="377"/>
                  </a:cubicBezTo>
                  <a:cubicBezTo>
                    <a:pt x="280" y="376"/>
                    <a:pt x="280" y="376"/>
                    <a:pt x="279" y="376"/>
                  </a:cubicBezTo>
                  <a:moveTo>
                    <a:pt x="108" y="371"/>
                  </a:moveTo>
                  <a:cubicBezTo>
                    <a:pt x="108" y="371"/>
                    <a:pt x="107" y="372"/>
                    <a:pt x="107" y="372"/>
                  </a:cubicBezTo>
                  <a:cubicBezTo>
                    <a:pt x="106" y="373"/>
                    <a:pt x="107" y="374"/>
                    <a:pt x="107" y="374"/>
                  </a:cubicBezTo>
                  <a:cubicBezTo>
                    <a:pt x="112" y="377"/>
                    <a:pt x="117" y="379"/>
                    <a:pt x="122" y="381"/>
                  </a:cubicBezTo>
                  <a:cubicBezTo>
                    <a:pt x="123" y="381"/>
                    <a:pt x="123" y="381"/>
                    <a:pt x="123" y="381"/>
                  </a:cubicBezTo>
                  <a:cubicBezTo>
                    <a:pt x="123" y="381"/>
                    <a:pt x="124" y="381"/>
                    <a:pt x="124" y="380"/>
                  </a:cubicBezTo>
                  <a:cubicBezTo>
                    <a:pt x="124" y="379"/>
                    <a:pt x="124" y="379"/>
                    <a:pt x="123" y="378"/>
                  </a:cubicBezTo>
                  <a:cubicBezTo>
                    <a:pt x="118" y="376"/>
                    <a:pt x="113" y="374"/>
                    <a:pt x="109" y="372"/>
                  </a:cubicBezTo>
                  <a:cubicBezTo>
                    <a:pt x="109" y="371"/>
                    <a:pt x="108" y="371"/>
                    <a:pt x="108" y="371"/>
                  </a:cubicBezTo>
                  <a:moveTo>
                    <a:pt x="307" y="360"/>
                  </a:moveTo>
                  <a:cubicBezTo>
                    <a:pt x="307" y="360"/>
                    <a:pt x="307" y="360"/>
                    <a:pt x="306" y="360"/>
                  </a:cubicBezTo>
                  <a:cubicBezTo>
                    <a:pt x="302" y="363"/>
                    <a:pt x="297" y="366"/>
                    <a:pt x="293" y="369"/>
                  </a:cubicBezTo>
                  <a:cubicBezTo>
                    <a:pt x="292" y="369"/>
                    <a:pt x="292" y="370"/>
                    <a:pt x="292" y="371"/>
                  </a:cubicBezTo>
                  <a:cubicBezTo>
                    <a:pt x="292" y="371"/>
                    <a:pt x="293" y="372"/>
                    <a:pt x="293" y="372"/>
                  </a:cubicBezTo>
                  <a:cubicBezTo>
                    <a:pt x="294" y="371"/>
                    <a:pt x="294" y="371"/>
                    <a:pt x="294" y="371"/>
                  </a:cubicBezTo>
                  <a:cubicBezTo>
                    <a:pt x="299" y="369"/>
                    <a:pt x="303" y="366"/>
                    <a:pt x="308" y="363"/>
                  </a:cubicBezTo>
                  <a:cubicBezTo>
                    <a:pt x="309" y="362"/>
                    <a:pt x="309" y="362"/>
                    <a:pt x="308" y="361"/>
                  </a:cubicBezTo>
                  <a:cubicBezTo>
                    <a:pt x="308" y="360"/>
                    <a:pt x="308" y="360"/>
                    <a:pt x="307" y="360"/>
                  </a:cubicBezTo>
                  <a:moveTo>
                    <a:pt x="81" y="354"/>
                  </a:moveTo>
                  <a:cubicBezTo>
                    <a:pt x="80" y="354"/>
                    <a:pt x="80" y="355"/>
                    <a:pt x="80" y="355"/>
                  </a:cubicBezTo>
                  <a:cubicBezTo>
                    <a:pt x="79" y="356"/>
                    <a:pt x="79" y="356"/>
                    <a:pt x="80" y="357"/>
                  </a:cubicBezTo>
                  <a:cubicBezTo>
                    <a:pt x="84" y="360"/>
                    <a:pt x="89" y="363"/>
                    <a:pt x="93" y="366"/>
                  </a:cubicBezTo>
                  <a:cubicBezTo>
                    <a:pt x="94" y="366"/>
                    <a:pt x="94" y="366"/>
                    <a:pt x="94" y="366"/>
                  </a:cubicBezTo>
                  <a:cubicBezTo>
                    <a:pt x="95" y="366"/>
                    <a:pt x="95" y="366"/>
                    <a:pt x="95" y="366"/>
                  </a:cubicBezTo>
                  <a:cubicBezTo>
                    <a:pt x="96" y="365"/>
                    <a:pt x="96" y="364"/>
                    <a:pt x="95" y="364"/>
                  </a:cubicBezTo>
                  <a:cubicBezTo>
                    <a:pt x="90" y="361"/>
                    <a:pt x="86" y="358"/>
                    <a:pt x="82" y="355"/>
                  </a:cubicBezTo>
                  <a:cubicBezTo>
                    <a:pt x="81" y="354"/>
                    <a:pt x="81" y="354"/>
                    <a:pt x="81" y="354"/>
                  </a:cubicBezTo>
                  <a:moveTo>
                    <a:pt x="332" y="340"/>
                  </a:moveTo>
                  <a:cubicBezTo>
                    <a:pt x="332" y="340"/>
                    <a:pt x="332" y="340"/>
                    <a:pt x="331" y="341"/>
                  </a:cubicBezTo>
                  <a:cubicBezTo>
                    <a:pt x="327" y="344"/>
                    <a:pt x="323" y="348"/>
                    <a:pt x="319" y="351"/>
                  </a:cubicBezTo>
                  <a:cubicBezTo>
                    <a:pt x="319" y="352"/>
                    <a:pt x="318" y="353"/>
                    <a:pt x="319" y="353"/>
                  </a:cubicBezTo>
                  <a:cubicBezTo>
                    <a:pt x="319" y="354"/>
                    <a:pt x="320" y="354"/>
                    <a:pt x="320" y="354"/>
                  </a:cubicBezTo>
                  <a:cubicBezTo>
                    <a:pt x="321" y="353"/>
                    <a:pt x="321" y="353"/>
                    <a:pt x="321" y="353"/>
                  </a:cubicBezTo>
                  <a:cubicBezTo>
                    <a:pt x="325" y="350"/>
                    <a:pt x="329" y="346"/>
                    <a:pt x="333" y="343"/>
                  </a:cubicBezTo>
                  <a:cubicBezTo>
                    <a:pt x="334" y="342"/>
                    <a:pt x="334" y="341"/>
                    <a:pt x="333" y="341"/>
                  </a:cubicBezTo>
                  <a:cubicBezTo>
                    <a:pt x="333" y="340"/>
                    <a:pt x="333" y="340"/>
                    <a:pt x="332" y="340"/>
                  </a:cubicBezTo>
                  <a:moveTo>
                    <a:pt x="57" y="333"/>
                  </a:moveTo>
                  <a:cubicBezTo>
                    <a:pt x="56" y="333"/>
                    <a:pt x="56" y="333"/>
                    <a:pt x="56" y="333"/>
                  </a:cubicBezTo>
                  <a:cubicBezTo>
                    <a:pt x="55" y="334"/>
                    <a:pt x="55" y="335"/>
                    <a:pt x="56" y="336"/>
                  </a:cubicBezTo>
                  <a:cubicBezTo>
                    <a:pt x="59" y="339"/>
                    <a:pt x="63" y="343"/>
                    <a:pt x="67" y="347"/>
                  </a:cubicBezTo>
                  <a:cubicBezTo>
                    <a:pt x="68" y="347"/>
                    <a:pt x="68" y="347"/>
                    <a:pt x="68" y="347"/>
                  </a:cubicBezTo>
                  <a:cubicBezTo>
                    <a:pt x="69" y="347"/>
                    <a:pt x="69" y="347"/>
                    <a:pt x="69" y="347"/>
                  </a:cubicBezTo>
                  <a:cubicBezTo>
                    <a:pt x="70" y="346"/>
                    <a:pt x="70" y="345"/>
                    <a:pt x="69" y="345"/>
                  </a:cubicBezTo>
                  <a:cubicBezTo>
                    <a:pt x="65" y="341"/>
                    <a:pt x="61" y="337"/>
                    <a:pt x="58" y="334"/>
                  </a:cubicBezTo>
                  <a:cubicBezTo>
                    <a:pt x="57" y="333"/>
                    <a:pt x="57" y="333"/>
                    <a:pt x="57" y="333"/>
                  </a:cubicBezTo>
                  <a:moveTo>
                    <a:pt x="354" y="316"/>
                  </a:moveTo>
                  <a:cubicBezTo>
                    <a:pt x="354" y="316"/>
                    <a:pt x="353" y="317"/>
                    <a:pt x="353" y="317"/>
                  </a:cubicBezTo>
                  <a:cubicBezTo>
                    <a:pt x="350" y="321"/>
                    <a:pt x="346" y="325"/>
                    <a:pt x="343" y="329"/>
                  </a:cubicBezTo>
                  <a:cubicBezTo>
                    <a:pt x="342" y="330"/>
                    <a:pt x="342" y="331"/>
                    <a:pt x="343" y="331"/>
                  </a:cubicBezTo>
                  <a:cubicBezTo>
                    <a:pt x="344" y="332"/>
                    <a:pt x="344" y="332"/>
                    <a:pt x="344" y="332"/>
                  </a:cubicBezTo>
                  <a:cubicBezTo>
                    <a:pt x="344" y="332"/>
                    <a:pt x="344" y="332"/>
                    <a:pt x="345" y="331"/>
                  </a:cubicBezTo>
                  <a:cubicBezTo>
                    <a:pt x="348" y="327"/>
                    <a:pt x="352" y="323"/>
                    <a:pt x="355" y="319"/>
                  </a:cubicBezTo>
                  <a:cubicBezTo>
                    <a:pt x="356" y="318"/>
                    <a:pt x="356" y="317"/>
                    <a:pt x="355" y="317"/>
                  </a:cubicBezTo>
                  <a:cubicBezTo>
                    <a:pt x="355" y="317"/>
                    <a:pt x="354" y="316"/>
                    <a:pt x="354" y="316"/>
                  </a:cubicBezTo>
                  <a:moveTo>
                    <a:pt x="36" y="308"/>
                  </a:moveTo>
                  <a:cubicBezTo>
                    <a:pt x="36" y="308"/>
                    <a:pt x="36" y="308"/>
                    <a:pt x="36" y="308"/>
                  </a:cubicBezTo>
                  <a:cubicBezTo>
                    <a:pt x="35" y="309"/>
                    <a:pt x="35" y="310"/>
                    <a:pt x="35" y="311"/>
                  </a:cubicBezTo>
                  <a:cubicBezTo>
                    <a:pt x="38" y="315"/>
                    <a:pt x="41" y="319"/>
                    <a:pt x="45" y="323"/>
                  </a:cubicBezTo>
                  <a:cubicBezTo>
                    <a:pt x="45" y="324"/>
                    <a:pt x="46" y="324"/>
                    <a:pt x="46" y="324"/>
                  </a:cubicBezTo>
                  <a:cubicBezTo>
                    <a:pt x="47" y="324"/>
                    <a:pt x="47" y="324"/>
                    <a:pt x="47" y="324"/>
                  </a:cubicBezTo>
                  <a:cubicBezTo>
                    <a:pt x="48" y="323"/>
                    <a:pt x="48" y="322"/>
                    <a:pt x="47" y="322"/>
                  </a:cubicBezTo>
                  <a:cubicBezTo>
                    <a:pt x="44" y="317"/>
                    <a:pt x="41" y="313"/>
                    <a:pt x="38" y="309"/>
                  </a:cubicBezTo>
                  <a:cubicBezTo>
                    <a:pt x="37" y="308"/>
                    <a:pt x="37" y="308"/>
                    <a:pt x="36" y="308"/>
                  </a:cubicBezTo>
                  <a:moveTo>
                    <a:pt x="371" y="289"/>
                  </a:moveTo>
                  <a:cubicBezTo>
                    <a:pt x="371" y="289"/>
                    <a:pt x="370" y="290"/>
                    <a:pt x="370" y="290"/>
                  </a:cubicBezTo>
                  <a:cubicBezTo>
                    <a:pt x="368" y="295"/>
                    <a:pt x="365" y="300"/>
                    <a:pt x="362" y="304"/>
                  </a:cubicBezTo>
                  <a:cubicBezTo>
                    <a:pt x="362" y="305"/>
                    <a:pt x="362" y="306"/>
                    <a:pt x="362" y="306"/>
                  </a:cubicBezTo>
                  <a:cubicBezTo>
                    <a:pt x="363" y="306"/>
                    <a:pt x="363" y="306"/>
                    <a:pt x="363" y="306"/>
                  </a:cubicBezTo>
                  <a:cubicBezTo>
                    <a:pt x="364" y="306"/>
                    <a:pt x="364" y="306"/>
                    <a:pt x="364" y="306"/>
                  </a:cubicBezTo>
                  <a:cubicBezTo>
                    <a:pt x="367" y="301"/>
                    <a:pt x="370" y="296"/>
                    <a:pt x="373" y="292"/>
                  </a:cubicBezTo>
                  <a:cubicBezTo>
                    <a:pt x="373" y="291"/>
                    <a:pt x="373" y="290"/>
                    <a:pt x="372" y="290"/>
                  </a:cubicBezTo>
                  <a:cubicBezTo>
                    <a:pt x="372" y="290"/>
                    <a:pt x="372" y="289"/>
                    <a:pt x="371" y="289"/>
                  </a:cubicBezTo>
                  <a:moveTo>
                    <a:pt x="20" y="280"/>
                  </a:moveTo>
                  <a:cubicBezTo>
                    <a:pt x="20" y="280"/>
                    <a:pt x="20" y="280"/>
                    <a:pt x="20" y="280"/>
                  </a:cubicBezTo>
                  <a:cubicBezTo>
                    <a:pt x="19" y="281"/>
                    <a:pt x="19" y="282"/>
                    <a:pt x="19" y="282"/>
                  </a:cubicBezTo>
                  <a:cubicBezTo>
                    <a:pt x="21" y="287"/>
                    <a:pt x="24" y="292"/>
                    <a:pt x="27" y="297"/>
                  </a:cubicBezTo>
                  <a:cubicBezTo>
                    <a:pt x="27" y="297"/>
                    <a:pt x="27" y="298"/>
                    <a:pt x="28" y="298"/>
                  </a:cubicBezTo>
                  <a:cubicBezTo>
                    <a:pt x="29" y="297"/>
                    <a:pt x="29" y="297"/>
                    <a:pt x="29" y="297"/>
                  </a:cubicBezTo>
                  <a:cubicBezTo>
                    <a:pt x="29" y="297"/>
                    <a:pt x="29" y="296"/>
                    <a:pt x="29" y="295"/>
                  </a:cubicBezTo>
                  <a:cubicBezTo>
                    <a:pt x="26" y="291"/>
                    <a:pt x="24" y="286"/>
                    <a:pt x="22" y="281"/>
                  </a:cubicBezTo>
                  <a:cubicBezTo>
                    <a:pt x="21" y="281"/>
                    <a:pt x="21" y="280"/>
                    <a:pt x="20" y="280"/>
                  </a:cubicBezTo>
                  <a:moveTo>
                    <a:pt x="384" y="260"/>
                  </a:moveTo>
                  <a:cubicBezTo>
                    <a:pt x="384" y="260"/>
                    <a:pt x="383" y="260"/>
                    <a:pt x="383" y="261"/>
                  </a:cubicBezTo>
                  <a:cubicBezTo>
                    <a:pt x="381" y="266"/>
                    <a:pt x="379" y="271"/>
                    <a:pt x="377" y="276"/>
                  </a:cubicBezTo>
                  <a:cubicBezTo>
                    <a:pt x="377" y="277"/>
                    <a:pt x="377" y="277"/>
                    <a:pt x="378" y="278"/>
                  </a:cubicBezTo>
                  <a:cubicBezTo>
                    <a:pt x="378" y="278"/>
                    <a:pt x="378" y="278"/>
                    <a:pt x="378" y="278"/>
                  </a:cubicBezTo>
                  <a:cubicBezTo>
                    <a:pt x="379" y="278"/>
                    <a:pt x="380" y="278"/>
                    <a:pt x="380" y="277"/>
                  </a:cubicBezTo>
                  <a:cubicBezTo>
                    <a:pt x="382" y="272"/>
                    <a:pt x="384" y="267"/>
                    <a:pt x="386" y="262"/>
                  </a:cubicBezTo>
                  <a:cubicBezTo>
                    <a:pt x="386" y="261"/>
                    <a:pt x="385" y="260"/>
                    <a:pt x="385" y="260"/>
                  </a:cubicBezTo>
                  <a:cubicBezTo>
                    <a:pt x="385" y="260"/>
                    <a:pt x="384" y="260"/>
                    <a:pt x="384" y="260"/>
                  </a:cubicBezTo>
                  <a:moveTo>
                    <a:pt x="9" y="250"/>
                  </a:moveTo>
                  <a:cubicBezTo>
                    <a:pt x="9" y="250"/>
                    <a:pt x="9" y="250"/>
                    <a:pt x="9" y="250"/>
                  </a:cubicBezTo>
                  <a:cubicBezTo>
                    <a:pt x="8" y="251"/>
                    <a:pt x="7" y="251"/>
                    <a:pt x="8" y="252"/>
                  </a:cubicBezTo>
                  <a:cubicBezTo>
                    <a:pt x="9" y="257"/>
                    <a:pt x="11" y="262"/>
                    <a:pt x="13" y="268"/>
                  </a:cubicBezTo>
                  <a:cubicBezTo>
                    <a:pt x="13" y="268"/>
                    <a:pt x="14" y="268"/>
                    <a:pt x="14" y="268"/>
                  </a:cubicBezTo>
                  <a:cubicBezTo>
                    <a:pt x="15" y="268"/>
                    <a:pt x="15" y="268"/>
                    <a:pt x="15" y="268"/>
                  </a:cubicBezTo>
                  <a:cubicBezTo>
                    <a:pt x="15" y="268"/>
                    <a:pt x="16" y="267"/>
                    <a:pt x="15" y="266"/>
                  </a:cubicBezTo>
                  <a:cubicBezTo>
                    <a:pt x="14" y="262"/>
                    <a:pt x="12" y="256"/>
                    <a:pt x="11" y="251"/>
                  </a:cubicBezTo>
                  <a:cubicBezTo>
                    <a:pt x="10" y="251"/>
                    <a:pt x="10" y="250"/>
                    <a:pt x="9" y="250"/>
                  </a:cubicBezTo>
                  <a:moveTo>
                    <a:pt x="392" y="229"/>
                  </a:moveTo>
                  <a:cubicBezTo>
                    <a:pt x="391" y="229"/>
                    <a:pt x="391" y="229"/>
                    <a:pt x="391" y="230"/>
                  </a:cubicBezTo>
                  <a:cubicBezTo>
                    <a:pt x="390" y="235"/>
                    <a:pt x="389" y="241"/>
                    <a:pt x="387" y="246"/>
                  </a:cubicBezTo>
                  <a:cubicBezTo>
                    <a:pt x="387" y="246"/>
                    <a:pt x="388" y="247"/>
                    <a:pt x="388" y="247"/>
                  </a:cubicBezTo>
                  <a:cubicBezTo>
                    <a:pt x="389" y="247"/>
                    <a:pt x="389" y="247"/>
                    <a:pt x="389" y="247"/>
                  </a:cubicBezTo>
                  <a:cubicBezTo>
                    <a:pt x="389" y="247"/>
                    <a:pt x="390" y="247"/>
                    <a:pt x="390" y="246"/>
                  </a:cubicBezTo>
                  <a:cubicBezTo>
                    <a:pt x="392" y="241"/>
                    <a:pt x="393" y="236"/>
                    <a:pt x="393" y="231"/>
                  </a:cubicBezTo>
                  <a:cubicBezTo>
                    <a:pt x="394" y="230"/>
                    <a:pt x="393" y="229"/>
                    <a:pt x="392" y="229"/>
                  </a:cubicBezTo>
                  <a:cubicBezTo>
                    <a:pt x="392" y="229"/>
                    <a:pt x="392" y="229"/>
                    <a:pt x="392" y="229"/>
                  </a:cubicBezTo>
                  <a:moveTo>
                    <a:pt x="3" y="219"/>
                  </a:moveTo>
                  <a:cubicBezTo>
                    <a:pt x="3" y="219"/>
                    <a:pt x="3" y="219"/>
                    <a:pt x="3" y="219"/>
                  </a:cubicBezTo>
                  <a:cubicBezTo>
                    <a:pt x="2" y="219"/>
                    <a:pt x="1" y="220"/>
                    <a:pt x="1" y="220"/>
                  </a:cubicBezTo>
                  <a:cubicBezTo>
                    <a:pt x="2" y="226"/>
                    <a:pt x="3" y="231"/>
                    <a:pt x="4" y="236"/>
                  </a:cubicBezTo>
                  <a:cubicBezTo>
                    <a:pt x="4" y="237"/>
                    <a:pt x="5" y="238"/>
                    <a:pt x="5" y="238"/>
                  </a:cubicBezTo>
                  <a:cubicBezTo>
                    <a:pt x="6" y="238"/>
                    <a:pt x="6" y="238"/>
                    <a:pt x="6" y="238"/>
                  </a:cubicBezTo>
                  <a:cubicBezTo>
                    <a:pt x="6" y="237"/>
                    <a:pt x="7" y="237"/>
                    <a:pt x="7" y="236"/>
                  </a:cubicBezTo>
                  <a:cubicBezTo>
                    <a:pt x="6" y="231"/>
                    <a:pt x="5" y="225"/>
                    <a:pt x="4" y="220"/>
                  </a:cubicBezTo>
                  <a:cubicBezTo>
                    <a:pt x="4" y="219"/>
                    <a:pt x="4" y="219"/>
                    <a:pt x="3" y="219"/>
                  </a:cubicBezTo>
                  <a:moveTo>
                    <a:pt x="2" y="187"/>
                  </a:moveTo>
                  <a:cubicBezTo>
                    <a:pt x="1" y="187"/>
                    <a:pt x="1" y="187"/>
                    <a:pt x="1" y="188"/>
                  </a:cubicBezTo>
                  <a:cubicBezTo>
                    <a:pt x="0" y="191"/>
                    <a:pt x="0" y="195"/>
                    <a:pt x="0" y="198"/>
                  </a:cubicBezTo>
                  <a:cubicBezTo>
                    <a:pt x="0" y="200"/>
                    <a:pt x="0" y="202"/>
                    <a:pt x="0" y="204"/>
                  </a:cubicBezTo>
                  <a:cubicBezTo>
                    <a:pt x="0" y="205"/>
                    <a:pt x="1" y="206"/>
                    <a:pt x="2" y="206"/>
                  </a:cubicBezTo>
                  <a:cubicBezTo>
                    <a:pt x="2" y="206"/>
                    <a:pt x="2" y="206"/>
                    <a:pt x="2" y="206"/>
                  </a:cubicBezTo>
                  <a:cubicBezTo>
                    <a:pt x="3" y="206"/>
                    <a:pt x="3" y="205"/>
                    <a:pt x="3" y="204"/>
                  </a:cubicBezTo>
                  <a:cubicBezTo>
                    <a:pt x="3" y="202"/>
                    <a:pt x="3" y="200"/>
                    <a:pt x="3" y="198"/>
                  </a:cubicBezTo>
                  <a:cubicBezTo>
                    <a:pt x="3" y="195"/>
                    <a:pt x="3" y="191"/>
                    <a:pt x="3" y="188"/>
                  </a:cubicBezTo>
                  <a:cubicBezTo>
                    <a:pt x="4" y="187"/>
                    <a:pt x="3" y="187"/>
                    <a:pt x="2" y="187"/>
                  </a:cubicBezTo>
                  <a:cubicBezTo>
                    <a:pt x="2" y="187"/>
                    <a:pt x="2" y="187"/>
                    <a:pt x="2" y="187"/>
                  </a:cubicBezTo>
                  <a:moveTo>
                    <a:pt x="394" y="185"/>
                  </a:moveTo>
                  <a:cubicBezTo>
                    <a:pt x="394" y="185"/>
                    <a:pt x="394" y="185"/>
                    <a:pt x="394" y="185"/>
                  </a:cubicBezTo>
                  <a:cubicBezTo>
                    <a:pt x="393" y="185"/>
                    <a:pt x="393" y="186"/>
                    <a:pt x="393" y="187"/>
                  </a:cubicBezTo>
                  <a:cubicBezTo>
                    <a:pt x="393" y="190"/>
                    <a:pt x="393" y="194"/>
                    <a:pt x="393" y="198"/>
                  </a:cubicBezTo>
                  <a:cubicBezTo>
                    <a:pt x="393" y="204"/>
                    <a:pt x="393" y="209"/>
                    <a:pt x="392" y="214"/>
                  </a:cubicBezTo>
                  <a:cubicBezTo>
                    <a:pt x="392" y="215"/>
                    <a:pt x="393" y="216"/>
                    <a:pt x="394" y="216"/>
                  </a:cubicBezTo>
                  <a:cubicBezTo>
                    <a:pt x="394" y="216"/>
                    <a:pt x="394" y="216"/>
                    <a:pt x="394" y="216"/>
                  </a:cubicBezTo>
                  <a:cubicBezTo>
                    <a:pt x="395" y="216"/>
                    <a:pt x="395" y="215"/>
                    <a:pt x="395" y="214"/>
                  </a:cubicBezTo>
                  <a:cubicBezTo>
                    <a:pt x="396" y="209"/>
                    <a:pt x="396" y="204"/>
                    <a:pt x="396" y="198"/>
                  </a:cubicBezTo>
                  <a:cubicBezTo>
                    <a:pt x="396" y="194"/>
                    <a:pt x="396" y="190"/>
                    <a:pt x="396" y="186"/>
                  </a:cubicBezTo>
                  <a:cubicBezTo>
                    <a:pt x="396" y="186"/>
                    <a:pt x="395" y="185"/>
                    <a:pt x="394" y="185"/>
                  </a:cubicBezTo>
                  <a:moveTo>
                    <a:pt x="6" y="155"/>
                  </a:moveTo>
                  <a:cubicBezTo>
                    <a:pt x="6" y="155"/>
                    <a:pt x="5" y="155"/>
                    <a:pt x="5" y="156"/>
                  </a:cubicBezTo>
                  <a:cubicBezTo>
                    <a:pt x="4" y="161"/>
                    <a:pt x="3" y="167"/>
                    <a:pt x="2" y="172"/>
                  </a:cubicBezTo>
                  <a:cubicBezTo>
                    <a:pt x="2" y="173"/>
                    <a:pt x="2" y="173"/>
                    <a:pt x="3" y="174"/>
                  </a:cubicBezTo>
                  <a:cubicBezTo>
                    <a:pt x="3" y="174"/>
                    <a:pt x="3" y="174"/>
                    <a:pt x="3" y="174"/>
                  </a:cubicBezTo>
                  <a:cubicBezTo>
                    <a:pt x="4" y="174"/>
                    <a:pt x="5" y="173"/>
                    <a:pt x="5" y="172"/>
                  </a:cubicBezTo>
                  <a:cubicBezTo>
                    <a:pt x="6" y="167"/>
                    <a:pt x="7" y="162"/>
                    <a:pt x="8" y="157"/>
                  </a:cubicBezTo>
                  <a:cubicBezTo>
                    <a:pt x="8" y="156"/>
                    <a:pt x="7" y="155"/>
                    <a:pt x="7" y="155"/>
                  </a:cubicBezTo>
                  <a:cubicBezTo>
                    <a:pt x="6" y="155"/>
                    <a:pt x="6" y="155"/>
                    <a:pt x="6" y="155"/>
                  </a:cubicBezTo>
                  <a:moveTo>
                    <a:pt x="390" y="153"/>
                  </a:moveTo>
                  <a:cubicBezTo>
                    <a:pt x="390" y="153"/>
                    <a:pt x="390" y="153"/>
                    <a:pt x="389" y="153"/>
                  </a:cubicBezTo>
                  <a:cubicBezTo>
                    <a:pt x="389" y="153"/>
                    <a:pt x="388" y="154"/>
                    <a:pt x="388" y="155"/>
                  </a:cubicBezTo>
                  <a:cubicBezTo>
                    <a:pt x="389" y="160"/>
                    <a:pt x="390" y="165"/>
                    <a:pt x="391" y="171"/>
                  </a:cubicBezTo>
                  <a:cubicBezTo>
                    <a:pt x="391" y="171"/>
                    <a:pt x="392" y="172"/>
                    <a:pt x="393" y="172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4" y="172"/>
                    <a:pt x="394" y="171"/>
                    <a:pt x="394" y="170"/>
                  </a:cubicBezTo>
                  <a:cubicBezTo>
                    <a:pt x="393" y="165"/>
                    <a:pt x="392" y="160"/>
                    <a:pt x="391" y="154"/>
                  </a:cubicBezTo>
                  <a:cubicBezTo>
                    <a:pt x="391" y="154"/>
                    <a:pt x="390" y="153"/>
                    <a:pt x="390" y="153"/>
                  </a:cubicBezTo>
                  <a:moveTo>
                    <a:pt x="16" y="124"/>
                  </a:moveTo>
                  <a:cubicBezTo>
                    <a:pt x="15" y="124"/>
                    <a:pt x="15" y="124"/>
                    <a:pt x="14" y="125"/>
                  </a:cubicBezTo>
                  <a:cubicBezTo>
                    <a:pt x="12" y="130"/>
                    <a:pt x="10" y="135"/>
                    <a:pt x="9" y="140"/>
                  </a:cubicBezTo>
                  <a:cubicBezTo>
                    <a:pt x="9" y="141"/>
                    <a:pt x="9" y="142"/>
                    <a:pt x="10" y="142"/>
                  </a:cubicBezTo>
                  <a:cubicBezTo>
                    <a:pt x="10" y="142"/>
                    <a:pt x="10" y="142"/>
                    <a:pt x="10" y="142"/>
                  </a:cubicBezTo>
                  <a:cubicBezTo>
                    <a:pt x="11" y="142"/>
                    <a:pt x="12" y="142"/>
                    <a:pt x="12" y="141"/>
                  </a:cubicBezTo>
                  <a:cubicBezTo>
                    <a:pt x="13" y="136"/>
                    <a:pt x="15" y="131"/>
                    <a:pt x="17" y="126"/>
                  </a:cubicBezTo>
                  <a:cubicBezTo>
                    <a:pt x="17" y="125"/>
                    <a:pt x="17" y="124"/>
                    <a:pt x="16" y="124"/>
                  </a:cubicBezTo>
                  <a:cubicBezTo>
                    <a:pt x="16" y="124"/>
                    <a:pt x="16" y="124"/>
                    <a:pt x="16" y="124"/>
                  </a:cubicBezTo>
                  <a:moveTo>
                    <a:pt x="380" y="122"/>
                  </a:moveTo>
                  <a:cubicBezTo>
                    <a:pt x="380" y="122"/>
                    <a:pt x="380" y="123"/>
                    <a:pt x="380" y="123"/>
                  </a:cubicBezTo>
                  <a:cubicBezTo>
                    <a:pt x="379" y="123"/>
                    <a:pt x="378" y="124"/>
                    <a:pt x="379" y="125"/>
                  </a:cubicBezTo>
                  <a:cubicBezTo>
                    <a:pt x="381" y="129"/>
                    <a:pt x="383" y="134"/>
                    <a:pt x="384" y="140"/>
                  </a:cubicBezTo>
                  <a:cubicBezTo>
                    <a:pt x="384" y="140"/>
                    <a:pt x="385" y="141"/>
                    <a:pt x="386" y="141"/>
                  </a:cubicBezTo>
                  <a:cubicBezTo>
                    <a:pt x="386" y="140"/>
                    <a:pt x="386" y="140"/>
                    <a:pt x="386" y="140"/>
                  </a:cubicBezTo>
                  <a:cubicBezTo>
                    <a:pt x="387" y="140"/>
                    <a:pt x="387" y="139"/>
                    <a:pt x="387" y="139"/>
                  </a:cubicBezTo>
                  <a:cubicBezTo>
                    <a:pt x="385" y="133"/>
                    <a:pt x="383" y="128"/>
                    <a:pt x="381" y="123"/>
                  </a:cubicBezTo>
                  <a:cubicBezTo>
                    <a:pt x="381" y="123"/>
                    <a:pt x="381" y="122"/>
                    <a:pt x="380" y="122"/>
                  </a:cubicBezTo>
                  <a:moveTo>
                    <a:pt x="30" y="95"/>
                  </a:moveTo>
                  <a:cubicBezTo>
                    <a:pt x="29" y="95"/>
                    <a:pt x="29" y="95"/>
                    <a:pt x="29" y="96"/>
                  </a:cubicBezTo>
                  <a:cubicBezTo>
                    <a:pt x="26" y="101"/>
                    <a:pt x="23" y="105"/>
                    <a:pt x="21" y="110"/>
                  </a:cubicBezTo>
                  <a:cubicBezTo>
                    <a:pt x="21" y="111"/>
                    <a:pt x="21" y="112"/>
                    <a:pt x="22" y="112"/>
                  </a:cubicBezTo>
                  <a:cubicBezTo>
                    <a:pt x="22" y="112"/>
                    <a:pt x="22" y="112"/>
                    <a:pt x="22" y="112"/>
                  </a:cubicBezTo>
                  <a:cubicBezTo>
                    <a:pt x="23" y="112"/>
                    <a:pt x="23" y="112"/>
                    <a:pt x="24" y="111"/>
                  </a:cubicBezTo>
                  <a:cubicBezTo>
                    <a:pt x="26" y="107"/>
                    <a:pt x="28" y="102"/>
                    <a:pt x="31" y="97"/>
                  </a:cubicBezTo>
                  <a:cubicBezTo>
                    <a:pt x="32" y="97"/>
                    <a:pt x="31" y="96"/>
                    <a:pt x="31" y="95"/>
                  </a:cubicBezTo>
                  <a:cubicBezTo>
                    <a:pt x="31" y="95"/>
                    <a:pt x="30" y="95"/>
                    <a:pt x="30" y="95"/>
                  </a:cubicBezTo>
                  <a:moveTo>
                    <a:pt x="366" y="94"/>
                  </a:moveTo>
                  <a:cubicBezTo>
                    <a:pt x="365" y="94"/>
                    <a:pt x="365" y="94"/>
                    <a:pt x="365" y="94"/>
                  </a:cubicBezTo>
                  <a:cubicBezTo>
                    <a:pt x="364" y="94"/>
                    <a:pt x="364" y="95"/>
                    <a:pt x="364" y="96"/>
                  </a:cubicBezTo>
                  <a:cubicBezTo>
                    <a:pt x="367" y="101"/>
                    <a:pt x="370" y="105"/>
                    <a:pt x="372" y="110"/>
                  </a:cubicBezTo>
                  <a:cubicBezTo>
                    <a:pt x="372" y="111"/>
                    <a:pt x="373" y="111"/>
                    <a:pt x="373" y="111"/>
                  </a:cubicBezTo>
                  <a:cubicBezTo>
                    <a:pt x="374" y="111"/>
                    <a:pt x="374" y="111"/>
                    <a:pt x="374" y="111"/>
                  </a:cubicBezTo>
                  <a:cubicBezTo>
                    <a:pt x="375" y="110"/>
                    <a:pt x="375" y="109"/>
                    <a:pt x="375" y="109"/>
                  </a:cubicBezTo>
                  <a:cubicBezTo>
                    <a:pt x="372" y="104"/>
                    <a:pt x="370" y="99"/>
                    <a:pt x="367" y="95"/>
                  </a:cubicBezTo>
                  <a:cubicBezTo>
                    <a:pt x="367" y="94"/>
                    <a:pt x="366" y="94"/>
                    <a:pt x="366" y="94"/>
                  </a:cubicBezTo>
                  <a:moveTo>
                    <a:pt x="49" y="69"/>
                  </a:moveTo>
                  <a:cubicBezTo>
                    <a:pt x="48" y="69"/>
                    <a:pt x="48" y="69"/>
                    <a:pt x="48" y="70"/>
                  </a:cubicBezTo>
                  <a:cubicBezTo>
                    <a:pt x="44" y="74"/>
                    <a:pt x="41" y="78"/>
                    <a:pt x="38" y="82"/>
                  </a:cubicBezTo>
                  <a:cubicBezTo>
                    <a:pt x="37" y="83"/>
                    <a:pt x="37" y="84"/>
                    <a:pt x="38" y="84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5"/>
                    <a:pt x="40" y="85"/>
                    <a:pt x="40" y="84"/>
                  </a:cubicBezTo>
                  <a:cubicBezTo>
                    <a:pt x="43" y="80"/>
                    <a:pt x="47" y="76"/>
                    <a:pt x="50" y="72"/>
                  </a:cubicBezTo>
                  <a:cubicBezTo>
                    <a:pt x="50" y="71"/>
                    <a:pt x="50" y="70"/>
                    <a:pt x="50" y="69"/>
                  </a:cubicBezTo>
                  <a:cubicBezTo>
                    <a:pt x="49" y="69"/>
                    <a:pt x="49" y="69"/>
                    <a:pt x="49" y="69"/>
                  </a:cubicBezTo>
                  <a:moveTo>
                    <a:pt x="347" y="68"/>
                  </a:moveTo>
                  <a:cubicBezTo>
                    <a:pt x="346" y="68"/>
                    <a:pt x="346" y="68"/>
                    <a:pt x="346" y="68"/>
                  </a:cubicBezTo>
                  <a:cubicBezTo>
                    <a:pt x="345" y="69"/>
                    <a:pt x="345" y="70"/>
                    <a:pt x="345" y="70"/>
                  </a:cubicBezTo>
                  <a:cubicBezTo>
                    <a:pt x="349" y="74"/>
                    <a:pt x="352" y="79"/>
                    <a:pt x="355" y="83"/>
                  </a:cubicBezTo>
                  <a:cubicBezTo>
                    <a:pt x="356" y="83"/>
                    <a:pt x="356" y="83"/>
                    <a:pt x="357" y="83"/>
                  </a:cubicBezTo>
                  <a:cubicBezTo>
                    <a:pt x="357" y="83"/>
                    <a:pt x="357" y="83"/>
                    <a:pt x="357" y="83"/>
                  </a:cubicBezTo>
                  <a:cubicBezTo>
                    <a:pt x="358" y="83"/>
                    <a:pt x="358" y="82"/>
                    <a:pt x="358" y="81"/>
                  </a:cubicBezTo>
                  <a:cubicBezTo>
                    <a:pt x="355" y="77"/>
                    <a:pt x="351" y="73"/>
                    <a:pt x="348" y="68"/>
                  </a:cubicBezTo>
                  <a:cubicBezTo>
                    <a:pt x="347" y="68"/>
                    <a:pt x="347" y="68"/>
                    <a:pt x="347" y="68"/>
                  </a:cubicBezTo>
                  <a:moveTo>
                    <a:pt x="72" y="46"/>
                  </a:moveTo>
                  <a:cubicBezTo>
                    <a:pt x="71" y="46"/>
                    <a:pt x="71" y="47"/>
                    <a:pt x="71" y="47"/>
                  </a:cubicBezTo>
                  <a:cubicBezTo>
                    <a:pt x="67" y="50"/>
                    <a:pt x="63" y="54"/>
                    <a:pt x="59" y="58"/>
                  </a:cubicBezTo>
                  <a:cubicBezTo>
                    <a:pt x="58" y="58"/>
                    <a:pt x="58" y="59"/>
                    <a:pt x="59" y="60"/>
                  </a:cubicBezTo>
                  <a:cubicBezTo>
                    <a:pt x="59" y="60"/>
                    <a:pt x="59" y="60"/>
                    <a:pt x="60" y="60"/>
                  </a:cubicBezTo>
                  <a:cubicBezTo>
                    <a:pt x="60" y="60"/>
                    <a:pt x="61" y="60"/>
                    <a:pt x="61" y="60"/>
                  </a:cubicBezTo>
                  <a:cubicBezTo>
                    <a:pt x="65" y="56"/>
                    <a:pt x="69" y="53"/>
                    <a:pt x="73" y="49"/>
                  </a:cubicBezTo>
                  <a:cubicBezTo>
                    <a:pt x="73" y="49"/>
                    <a:pt x="73" y="48"/>
                    <a:pt x="73" y="47"/>
                  </a:cubicBezTo>
                  <a:cubicBezTo>
                    <a:pt x="72" y="47"/>
                    <a:pt x="72" y="46"/>
                    <a:pt x="72" y="46"/>
                  </a:cubicBezTo>
                  <a:moveTo>
                    <a:pt x="324" y="45"/>
                  </a:moveTo>
                  <a:cubicBezTo>
                    <a:pt x="323" y="45"/>
                    <a:pt x="323" y="46"/>
                    <a:pt x="322" y="46"/>
                  </a:cubicBezTo>
                  <a:cubicBezTo>
                    <a:pt x="322" y="47"/>
                    <a:pt x="322" y="48"/>
                    <a:pt x="323" y="48"/>
                  </a:cubicBezTo>
                  <a:cubicBezTo>
                    <a:pt x="327" y="51"/>
                    <a:pt x="331" y="55"/>
                    <a:pt x="334" y="59"/>
                  </a:cubicBezTo>
                  <a:cubicBezTo>
                    <a:pt x="335" y="59"/>
                    <a:pt x="335" y="59"/>
                    <a:pt x="335" y="59"/>
                  </a:cubicBezTo>
                  <a:cubicBezTo>
                    <a:pt x="336" y="59"/>
                    <a:pt x="336" y="59"/>
                    <a:pt x="337" y="59"/>
                  </a:cubicBezTo>
                  <a:cubicBezTo>
                    <a:pt x="337" y="58"/>
                    <a:pt x="337" y="57"/>
                    <a:pt x="337" y="57"/>
                  </a:cubicBezTo>
                  <a:cubicBezTo>
                    <a:pt x="333" y="53"/>
                    <a:pt x="329" y="49"/>
                    <a:pt x="324" y="46"/>
                  </a:cubicBezTo>
                  <a:cubicBezTo>
                    <a:pt x="324" y="46"/>
                    <a:pt x="324" y="45"/>
                    <a:pt x="324" y="45"/>
                  </a:cubicBezTo>
                  <a:moveTo>
                    <a:pt x="98" y="28"/>
                  </a:moveTo>
                  <a:cubicBezTo>
                    <a:pt x="98" y="28"/>
                    <a:pt x="97" y="28"/>
                    <a:pt x="97" y="28"/>
                  </a:cubicBezTo>
                  <a:cubicBezTo>
                    <a:pt x="92" y="31"/>
                    <a:pt x="88" y="34"/>
                    <a:pt x="83" y="37"/>
                  </a:cubicBezTo>
                  <a:cubicBezTo>
                    <a:pt x="83" y="37"/>
                    <a:pt x="83" y="38"/>
                    <a:pt x="83" y="39"/>
                  </a:cubicBezTo>
                  <a:cubicBezTo>
                    <a:pt x="83" y="39"/>
                    <a:pt x="84" y="40"/>
                    <a:pt x="84" y="40"/>
                  </a:cubicBezTo>
                  <a:cubicBezTo>
                    <a:pt x="85" y="39"/>
                    <a:pt x="85" y="39"/>
                    <a:pt x="85" y="39"/>
                  </a:cubicBezTo>
                  <a:cubicBezTo>
                    <a:pt x="90" y="36"/>
                    <a:pt x="94" y="33"/>
                    <a:pt x="99" y="31"/>
                  </a:cubicBezTo>
                  <a:cubicBezTo>
                    <a:pt x="99" y="30"/>
                    <a:pt x="99" y="29"/>
                    <a:pt x="99" y="29"/>
                  </a:cubicBezTo>
                  <a:cubicBezTo>
                    <a:pt x="99" y="28"/>
                    <a:pt x="98" y="28"/>
                    <a:pt x="98" y="28"/>
                  </a:cubicBezTo>
                  <a:moveTo>
                    <a:pt x="297" y="27"/>
                  </a:moveTo>
                  <a:cubicBezTo>
                    <a:pt x="297" y="27"/>
                    <a:pt x="296" y="27"/>
                    <a:pt x="296" y="28"/>
                  </a:cubicBezTo>
                  <a:cubicBezTo>
                    <a:pt x="295" y="28"/>
                    <a:pt x="296" y="29"/>
                    <a:pt x="296" y="30"/>
                  </a:cubicBezTo>
                  <a:cubicBezTo>
                    <a:pt x="301" y="32"/>
                    <a:pt x="306" y="35"/>
                    <a:pt x="310" y="38"/>
                  </a:cubicBezTo>
                  <a:cubicBezTo>
                    <a:pt x="311" y="39"/>
                    <a:pt x="311" y="39"/>
                    <a:pt x="311" y="39"/>
                  </a:cubicBezTo>
                  <a:cubicBezTo>
                    <a:pt x="311" y="39"/>
                    <a:pt x="312" y="38"/>
                    <a:pt x="312" y="38"/>
                  </a:cubicBezTo>
                  <a:cubicBezTo>
                    <a:pt x="312" y="37"/>
                    <a:pt x="312" y="36"/>
                    <a:pt x="312" y="36"/>
                  </a:cubicBezTo>
                  <a:cubicBezTo>
                    <a:pt x="307" y="33"/>
                    <a:pt x="303" y="30"/>
                    <a:pt x="298" y="27"/>
                  </a:cubicBezTo>
                  <a:cubicBezTo>
                    <a:pt x="298" y="27"/>
                    <a:pt x="297" y="27"/>
                    <a:pt x="297" y="27"/>
                  </a:cubicBezTo>
                  <a:moveTo>
                    <a:pt x="127" y="14"/>
                  </a:moveTo>
                  <a:cubicBezTo>
                    <a:pt x="126" y="14"/>
                    <a:pt x="126" y="14"/>
                    <a:pt x="126" y="14"/>
                  </a:cubicBezTo>
                  <a:cubicBezTo>
                    <a:pt x="121" y="16"/>
                    <a:pt x="116" y="18"/>
                    <a:pt x="111" y="20"/>
                  </a:cubicBezTo>
                  <a:cubicBezTo>
                    <a:pt x="111" y="21"/>
                    <a:pt x="110" y="22"/>
                    <a:pt x="111" y="22"/>
                  </a:cubicBezTo>
                  <a:cubicBezTo>
                    <a:pt x="111" y="23"/>
                    <a:pt x="111" y="23"/>
                    <a:pt x="112" y="23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7" y="21"/>
                    <a:pt x="122" y="19"/>
                    <a:pt x="127" y="17"/>
                  </a:cubicBezTo>
                  <a:cubicBezTo>
                    <a:pt x="128" y="16"/>
                    <a:pt x="128" y="15"/>
                    <a:pt x="128" y="15"/>
                  </a:cubicBezTo>
                  <a:cubicBezTo>
                    <a:pt x="128" y="14"/>
                    <a:pt x="127" y="14"/>
                    <a:pt x="127" y="14"/>
                  </a:cubicBezTo>
                  <a:moveTo>
                    <a:pt x="268" y="13"/>
                  </a:moveTo>
                  <a:cubicBezTo>
                    <a:pt x="268" y="13"/>
                    <a:pt x="267" y="14"/>
                    <a:pt x="267" y="14"/>
                  </a:cubicBezTo>
                  <a:cubicBezTo>
                    <a:pt x="267" y="15"/>
                    <a:pt x="267" y="16"/>
                    <a:pt x="268" y="16"/>
                  </a:cubicBezTo>
                  <a:cubicBezTo>
                    <a:pt x="273" y="18"/>
                    <a:pt x="278" y="20"/>
                    <a:pt x="282" y="22"/>
                  </a:cubicBezTo>
                  <a:cubicBezTo>
                    <a:pt x="283" y="22"/>
                    <a:pt x="283" y="22"/>
                    <a:pt x="283" y="22"/>
                  </a:cubicBezTo>
                  <a:cubicBezTo>
                    <a:pt x="284" y="22"/>
                    <a:pt x="284" y="22"/>
                    <a:pt x="284" y="22"/>
                  </a:cubicBezTo>
                  <a:cubicBezTo>
                    <a:pt x="285" y="21"/>
                    <a:pt x="284" y="20"/>
                    <a:pt x="284" y="20"/>
                  </a:cubicBezTo>
                  <a:cubicBezTo>
                    <a:pt x="279" y="17"/>
                    <a:pt x="274" y="15"/>
                    <a:pt x="269" y="13"/>
                  </a:cubicBezTo>
                  <a:cubicBezTo>
                    <a:pt x="269" y="13"/>
                    <a:pt x="268" y="13"/>
                    <a:pt x="268" y="13"/>
                  </a:cubicBezTo>
                  <a:moveTo>
                    <a:pt x="157" y="5"/>
                  </a:moveTo>
                  <a:cubicBezTo>
                    <a:pt x="157" y="5"/>
                    <a:pt x="157" y="5"/>
                    <a:pt x="157" y="5"/>
                  </a:cubicBezTo>
                  <a:cubicBezTo>
                    <a:pt x="152" y="6"/>
                    <a:pt x="147" y="7"/>
                    <a:pt x="141" y="9"/>
                  </a:cubicBezTo>
                  <a:cubicBezTo>
                    <a:pt x="141" y="9"/>
                    <a:pt x="140" y="10"/>
                    <a:pt x="140" y="10"/>
                  </a:cubicBezTo>
                  <a:cubicBezTo>
                    <a:pt x="141" y="11"/>
                    <a:pt x="141" y="11"/>
                    <a:pt x="142" y="11"/>
                  </a:cubicBezTo>
                  <a:cubicBezTo>
                    <a:pt x="142" y="11"/>
                    <a:pt x="142" y="11"/>
                    <a:pt x="142" y="11"/>
                  </a:cubicBezTo>
                  <a:cubicBezTo>
                    <a:pt x="147" y="10"/>
                    <a:pt x="153" y="9"/>
                    <a:pt x="158" y="7"/>
                  </a:cubicBezTo>
                  <a:cubicBezTo>
                    <a:pt x="159" y="7"/>
                    <a:pt x="159" y="7"/>
                    <a:pt x="159" y="6"/>
                  </a:cubicBezTo>
                  <a:cubicBezTo>
                    <a:pt x="159" y="5"/>
                    <a:pt x="158" y="5"/>
                    <a:pt x="157" y="5"/>
                  </a:cubicBezTo>
                  <a:moveTo>
                    <a:pt x="237" y="4"/>
                  </a:moveTo>
                  <a:cubicBezTo>
                    <a:pt x="237" y="4"/>
                    <a:pt x="236" y="5"/>
                    <a:pt x="236" y="5"/>
                  </a:cubicBezTo>
                  <a:cubicBezTo>
                    <a:pt x="236" y="6"/>
                    <a:pt x="236" y="7"/>
                    <a:pt x="237" y="7"/>
                  </a:cubicBezTo>
                  <a:cubicBezTo>
                    <a:pt x="242" y="8"/>
                    <a:pt x="247" y="9"/>
                    <a:pt x="253" y="11"/>
                  </a:cubicBezTo>
                  <a:cubicBezTo>
                    <a:pt x="253" y="11"/>
                    <a:pt x="253" y="11"/>
                    <a:pt x="253" y="11"/>
                  </a:cubicBezTo>
                  <a:cubicBezTo>
                    <a:pt x="254" y="11"/>
                    <a:pt x="254" y="11"/>
                    <a:pt x="254" y="10"/>
                  </a:cubicBezTo>
                  <a:cubicBezTo>
                    <a:pt x="255" y="9"/>
                    <a:pt x="254" y="8"/>
                    <a:pt x="253" y="8"/>
                  </a:cubicBezTo>
                  <a:cubicBezTo>
                    <a:pt x="248" y="7"/>
                    <a:pt x="243" y="5"/>
                    <a:pt x="238" y="4"/>
                  </a:cubicBezTo>
                  <a:cubicBezTo>
                    <a:pt x="238" y="4"/>
                    <a:pt x="237" y="4"/>
                    <a:pt x="237" y="4"/>
                  </a:cubicBezTo>
                  <a:moveTo>
                    <a:pt x="189" y="0"/>
                  </a:moveTo>
                  <a:cubicBezTo>
                    <a:pt x="189" y="0"/>
                    <a:pt x="189" y="0"/>
                    <a:pt x="189" y="0"/>
                  </a:cubicBezTo>
                  <a:cubicBezTo>
                    <a:pt x="184" y="1"/>
                    <a:pt x="178" y="1"/>
                    <a:pt x="173" y="2"/>
                  </a:cubicBezTo>
                  <a:cubicBezTo>
                    <a:pt x="172" y="2"/>
                    <a:pt x="172" y="3"/>
                    <a:pt x="172" y="4"/>
                  </a:cubicBezTo>
                  <a:cubicBezTo>
                    <a:pt x="172" y="4"/>
                    <a:pt x="173" y="5"/>
                    <a:pt x="173" y="5"/>
                  </a:cubicBezTo>
                  <a:cubicBezTo>
                    <a:pt x="173" y="5"/>
                    <a:pt x="173" y="5"/>
                    <a:pt x="173" y="5"/>
                  </a:cubicBezTo>
                  <a:cubicBezTo>
                    <a:pt x="179" y="4"/>
                    <a:pt x="184" y="4"/>
                    <a:pt x="189" y="3"/>
                  </a:cubicBezTo>
                  <a:cubicBezTo>
                    <a:pt x="190" y="3"/>
                    <a:pt x="191" y="3"/>
                    <a:pt x="191" y="2"/>
                  </a:cubicBezTo>
                  <a:cubicBezTo>
                    <a:pt x="191" y="1"/>
                    <a:pt x="190" y="0"/>
                    <a:pt x="189" y="0"/>
                  </a:cubicBezTo>
                  <a:moveTo>
                    <a:pt x="205" y="0"/>
                  </a:moveTo>
                  <a:cubicBezTo>
                    <a:pt x="205" y="0"/>
                    <a:pt x="204" y="1"/>
                    <a:pt x="204" y="2"/>
                  </a:cubicBezTo>
                  <a:cubicBezTo>
                    <a:pt x="204" y="3"/>
                    <a:pt x="205" y="3"/>
                    <a:pt x="205" y="3"/>
                  </a:cubicBezTo>
                  <a:cubicBezTo>
                    <a:pt x="211" y="4"/>
                    <a:pt x="216" y="4"/>
                    <a:pt x="221" y="5"/>
                  </a:cubicBezTo>
                  <a:cubicBezTo>
                    <a:pt x="221" y="5"/>
                    <a:pt x="221" y="5"/>
                    <a:pt x="221" y="5"/>
                  </a:cubicBezTo>
                  <a:cubicBezTo>
                    <a:pt x="222" y="5"/>
                    <a:pt x="223" y="4"/>
                    <a:pt x="223" y="3"/>
                  </a:cubicBezTo>
                  <a:cubicBezTo>
                    <a:pt x="223" y="3"/>
                    <a:pt x="222" y="2"/>
                    <a:pt x="222" y="2"/>
                  </a:cubicBezTo>
                  <a:cubicBezTo>
                    <a:pt x="216" y="1"/>
                    <a:pt x="211" y="1"/>
                    <a:pt x="205" y="0"/>
                  </a:cubicBezTo>
                  <a:cubicBezTo>
                    <a:pt x="205" y="0"/>
                    <a:pt x="205" y="0"/>
                    <a:pt x="205" y="0"/>
                  </a:cubicBezTo>
                </a:path>
              </a:pathLst>
            </a:custGeom>
            <a:solidFill>
              <a:srgbClr val="EDED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ValueBack2"/>
            <p:cNvSpPr>
              <a:spLocks noEditPoints="1"/>
            </p:cNvSpPr>
            <p:nvPr/>
          </p:nvSpPr>
          <p:spPr bwMode="auto">
            <a:xfrm>
              <a:off x="3413919" y="750888"/>
              <a:ext cx="5364163" cy="5356225"/>
            </a:xfrm>
            <a:custGeom>
              <a:avLst/>
              <a:gdLst>
                <a:gd name="T0" fmla="*/ 293 w 580"/>
                <a:gd name="T1" fmla="*/ 577 h 580"/>
                <a:gd name="T2" fmla="*/ 309 w 580"/>
                <a:gd name="T3" fmla="*/ 579 h 580"/>
                <a:gd name="T4" fmla="*/ 261 w 580"/>
                <a:gd name="T5" fmla="*/ 578 h 580"/>
                <a:gd name="T6" fmla="*/ 341 w 580"/>
                <a:gd name="T7" fmla="*/ 572 h 580"/>
                <a:gd name="T8" fmla="*/ 212 w 580"/>
                <a:gd name="T9" fmla="*/ 568 h 580"/>
                <a:gd name="T10" fmla="*/ 388 w 580"/>
                <a:gd name="T11" fmla="*/ 560 h 580"/>
                <a:gd name="T12" fmla="*/ 388 w 580"/>
                <a:gd name="T13" fmla="*/ 560 h 580"/>
                <a:gd name="T14" fmla="*/ 184 w 580"/>
                <a:gd name="T15" fmla="*/ 556 h 580"/>
                <a:gd name="T16" fmla="*/ 418 w 580"/>
                <a:gd name="T17" fmla="*/ 550 h 580"/>
                <a:gd name="T18" fmla="*/ 170 w 580"/>
                <a:gd name="T19" fmla="*/ 552 h 580"/>
                <a:gd name="T20" fmla="*/ 432 w 580"/>
                <a:gd name="T21" fmla="*/ 543 h 580"/>
                <a:gd name="T22" fmla="*/ 139 w 580"/>
                <a:gd name="T23" fmla="*/ 538 h 580"/>
                <a:gd name="T24" fmla="*/ 458 w 580"/>
                <a:gd name="T25" fmla="*/ 523 h 580"/>
                <a:gd name="T26" fmla="*/ 100 w 580"/>
                <a:gd name="T27" fmla="*/ 507 h 580"/>
                <a:gd name="T28" fmla="*/ 495 w 580"/>
                <a:gd name="T29" fmla="*/ 491 h 580"/>
                <a:gd name="T30" fmla="*/ 495 w 580"/>
                <a:gd name="T31" fmla="*/ 491 h 580"/>
                <a:gd name="T32" fmla="*/ 79 w 580"/>
                <a:gd name="T33" fmla="*/ 484 h 580"/>
                <a:gd name="T34" fmla="*/ 518 w 580"/>
                <a:gd name="T35" fmla="*/ 470 h 580"/>
                <a:gd name="T36" fmla="*/ 68 w 580"/>
                <a:gd name="T37" fmla="*/ 474 h 580"/>
                <a:gd name="T38" fmla="*/ 526 w 580"/>
                <a:gd name="T39" fmla="*/ 457 h 580"/>
                <a:gd name="T40" fmla="*/ 47 w 580"/>
                <a:gd name="T41" fmla="*/ 448 h 580"/>
                <a:gd name="T42" fmla="*/ 542 w 580"/>
                <a:gd name="T43" fmla="*/ 428 h 580"/>
                <a:gd name="T44" fmla="*/ 25 w 580"/>
                <a:gd name="T45" fmla="*/ 404 h 580"/>
                <a:gd name="T46" fmla="*/ 563 w 580"/>
                <a:gd name="T47" fmla="*/ 383 h 580"/>
                <a:gd name="T48" fmla="*/ 563 w 580"/>
                <a:gd name="T49" fmla="*/ 383 h 580"/>
                <a:gd name="T50" fmla="*/ 16 w 580"/>
                <a:gd name="T51" fmla="*/ 374 h 580"/>
                <a:gd name="T52" fmla="*/ 573 w 580"/>
                <a:gd name="T53" fmla="*/ 354 h 580"/>
                <a:gd name="T54" fmla="*/ 10 w 580"/>
                <a:gd name="T55" fmla="*/ 361 h 580"/>
                <a:gd name="T56" fmla="*/ 575 w 580"/>
                <a:gd name="T57" fmla="*/ 339 h 580"/>
                <a:gd name="T58" fmla="*/ 3 w 580"/>
                <a:gd name="T59" fmla="*/ 328 h 580"/>
                <a:gd name="T60" fmla="*/ 0 w 580"/>
                <a:gd name="T61" fmla="*/ 290 h 580"/>
                <a:gd name="T62" fmla="*/ 579 w 580"/>
                <a:gd name="T63" fmla="*/ 276 h 580"/>
                <a:gd name="T64" fmla="*/ 580 w 580"/>
                <a:gd name="T65" fmla="*/ 290 h 580"/>
                <a:gd name="T66" fmla="*/ 4 w 580"/>
                <a:gd name="T67" fmla="*/ 264 h 580"/>
                <a:gd name="T68" fmla="*/ 577 w 580"/>
                <a:gd name="T69" fmla="*/ 263 h 580"/>
                <a:gd name="T70" fmla="*/ 7 w 580"/>
                <a:gd name="T71" fmla="*/ 233 h 580"/>
                <a:gd name="T72" fmla="*/ 567 w 580"/>
                <a:gd name="T73" fmla="*/ 214 h 580"/>
                <a:gd name="T74" fmla="*/ 19 w 580"/>
                <a:gd name="T75" fmla="*/ 185 h 580"/>
                <a:gd name="T76" fmla="*/ 559 w 580"/>
                <a:gd name="T77" fmla="*/ 182 h 580"/>
                <a:gd name="T78" fmla="*/ 559 w 580"/>
                <a:gd name="T79" fmla="*/ 182 h 580"/>
                <a:gd name="T80" fmla="*/ 35 w 580"/>
                <a:gd name="T81" fmla="*/ 155 h 580"/>
                <a:gd name="T82" fmla="*/ 554 w 580"/>
                <a:gd name="T83" fmla="*/ 168 h 580"/>
                <a:gd name="T84" fmla="*/ 43 w 580"/>
                <a:gd name="T85" fmla="*/ 143 h 580"/>
                <a:gd name="T86" fmla="*/ 537 w 580"/>
                <a:gd name="T87" fmla="*/ 142 h 580"/>
                <a:gd name="T88" fmla="*/ 59 w 580"/>
                <a:gd name="T89" fmla="*/ 117 h 580"/>
                <a:gd name="T90" fmla="*/ 508 w 580"/>
                <a:gd name="T91" fmla="*/ 102 h 580"/>
                <a:gd name="T92" fmla="*/ 91 w 580"/>
                <a:gd name="T93" fmla="*/ 78 h 580"/>
                <a:gd name="T94" fmla="*/ 487 w 580"/>
                <a:gd name="T95" fmla="*/ 77 h 580"/>
                <a:gd name="T96" fmla="*/ 487 w 580"/>
                <a:gd name="T97" fmla="*/ 77 h 580"/>
                <a:gd name="T98" fmla="*/ 118 w 580"/>
                <a:gd name="T99" fmla="*/ 58 h 580"/>
                <a:gd name="T100" fmla="*/ 476 w 580"/>
                <a:gd name="T101" fmla="*/ 66 h 580"/>
                <a:gd name="T102" fmla="*/ 131 w 580"/>
                <a:gd name="T103" fmla="*/ 51 h 580"/>
                <a:gd name="T104" fmla="*/ 449 w 580"/>
                <a:gd name="T105" fmla="*/ 50 h 580"/>
                <a:gd name="T106" fmla="*/ 156 w 580"/>
                <a:gd name="T107" fmla="*/ 34 h 580"/>
                <a:gd name="T108" fmla="*/ 406 w 580"/>
                <a:gd name="T109" fmla="*/ 27 h 580"/>
                <a:gd name="T110" fmla="*/ 202 w 580"/>
                <a:gd name="T111" fmla="*/ 13 h 580"/>
                <a:gd name="T112" fmla="*/ 376 w 580"/>
                <a:gd name="T113" fmla="*/ 13 h 580"/>
                <a:gd name="T114" fmla="*/ 376 w 580"/>
                <a:gd name="T115" fmla="*/ 13 h 580"/>
                <a:gd name="T116" fmla="*/ 235 w 580"/>
                <a:gd name="T117" fmla="*/ 6 h 580"/>
                <a:gd name="T118" fmla="*/ 361 w 580"/>
                <a:gd name="T119" fmla="*/ 8 h 580"/>
                <a:gd name="T120" fmla="*/ 249 w 580"/>
                <a:gd name="T121" fmla="*/ 5 h 580"/>
                <a:gd name="T122" fmla="*/ 329 w 580"/>
                <a:gd name="T123" fmla="*/ 5 h 580"/>
                <a:gd name="T124" fmla="*/ 281 w 580"/>
                <a:gd name="T125" fmla="*/ 3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0" h="580">
                  <a:moveTo>
                    <a:pt x="277" y="577"/>
                  </a:moveTo>
                  <a:cubicBezTo>
                    <a:pt x="276" y="577"/>
                    <a:pt x="276" y="577"/>
                    <a:pt x="276" y="578"/>
                  </a:cubicBezTo>
                  <a:cubicBezTo>
                    <a:pt x="276" y="579"/>
                    <a:pt x="276" y="579"/>
                    <a:pt x="277" y="580"/>
                  </a:cubicBezTo>
                  <a:cubicBezTo>
                    <a:pt x="281" y="580"/>
                    <a:pt x="286" y="580"/>
                    <a:pt x="290" y="580"/>
                  </a:cubicBezTo>
                  <a:cubicBezTo>
                    <a:pt x="291" y="580"/>
                    <a:pt x="292" y="580"/>
                    <a:pt x="293" y="580"/>
                  </a:cubicBezTo>
                  <a:cubicBezTo>
                    <a:pt x="294" y="580"/>
                    <a:pt x="295" y="579"/>
                    <a:pt x="295" y="578"/>
                  </a:cubicBezTo>
                  <a:cubicBezTo>
                    <a:pt x="295" y="577"/>
                    <a:pt x="294" y="577"/>
                    <a:pt x="293" y="577"/>
                  </a:cubicBezTo>
                  <a:cubicBezTo>
                    <a:pt x="293" y="577"/>
                    <a:pt x="293" y="577"/>
                    <a:pt x="293" y="577"/>
                  </a:cubicBezTo>
                  <a:cubicBezTo>
                    <a:pt x="292" y="577"/>
                    <a:pt x="291" y="577"/>
                    <a:pt x="290" y="577"/>
                  </a:cubicBezTo>
                  <a:cubicBezTo>
                    <a:pt x="286" y="577"/>
                    <a:pt x="282" y="577"/>
                    <a:pt x="277" y="577"/>
                  </a:cubicBezTo>
                  <a:cubicBezTo>
                    <a:pt x="277" y="577"/>
                    <a:pt x="277" y="577"/>
                    <a:pt x="277" y="577"/>
                  </a:cubicBezTo>
                  <a:moveTo>
                    <a:pt x="325" y="575"/>
                  </a:moveTo>
                  <a:cubicBezTo>
                    <a:pt x="325" y="575"/>
                    <a:pt x="325" y="575"/>
                    <a:pt x="325" y="575"/>
                  </a:cubicBezTo>
                  <a:cubicBezTo>
                    <a:pt x="320" y="575"/>
                    <a:pt x="315" y="576"/>
                    <a:pt x="309" y="576"/>
                  </a:cubicBezTo>
                  <a:cubicBezTo>
                    <a:pt x="308" y="576"/>
                    <a:pt x="308" y="577"/>
                    <a:pt x="308" y="578"/>
                  </a:cubicBezTo>
                  <a:cubicBezTo>
                    <a:pt x="308" y="579"/>
                    <a:pt x="309" y="579"/>
                    <a:pt x="309" y="579"/>
                  </a:cubicBezTo>
                  <a:cubicBezTo>
                    <a:pt x="309" y="579"/>
                    <a:pt x="309" y="579"/>
                    <a:pt x="309" y="579"/>
                  </a:cubicBezTo>
                  <a:cubicBezTo>
                    <a:pt x="315" y="579"/>
                    <a:pt x="320" y="578"/>
                    <a:pt x="326" y="578"/>
                  </a:cubicBezTo>
                  <a:cubicBezTo>
                    <a:pt x="326" y="578"/>
                    <a:pt x="327" y="577"/>
                    <a:pt x="327" y="576"/>
                  </a:cubicBezTo>
                  <a:cubicBezTo>
                    <a:pt x="327" y="575"/>
                    <a:pt x="326" y="575"/>
                    <a:pt x="325" y="575"/>
                  </a:cubicBezTo>
                  <a:moveTo>
                    <a:pt x="245" y="573"/>
                  </a:moveTo>
                  <a:cubicBezTo>
                    <a:pt x="244" y="573"/>
                    <a:pt x="244" y="574"/>
                    <a:pt x="244" y="575"/>
                  </a:cubicBezTo>
                  <a:cubicBezTo>
                    <a:pt x="244" y="575"/>
                    <a:pt x="244" y="576"/>
                    <a:pt x="245" y="576"/>
                  </a:cubicBezTo>
                  <a:cubicBezTo>
                    <a:pt x="250" y="577"/>
                    <a:pt x="256" y="578"/>
                    <a:pt x="261" y="578"/>
                  </a:cubicBezTo>
                  <a:cubicBezTo>
                    <a:pt x="261" y="578"/>
                    <a:pt x="261" y="578"/>
                    <a:pt x="261" y="578"/>
                  </a:cubicBezTo>
                  <a:cubicBezTo>
                    <a:pt x="262" y="578"/>
                    <a:pt x="263" y="578"/>
                    <a:pt x="263" y="577"/>
                  </a:cubicBezTo>
                  <a:cubicBezTo>
                    <a:pt x="263" y="576"/>
                    <a:pt x="262" y="575"/>
                    <a:pt x="261" y="575"/>
                  </a:cubicBezTo>
                  <a:cubicBezTo>
                    <a:pt x="256" y="575"/>
                    <a:pt x="251" y="574"/>
                    <a:pt x="245" y="573"/>
                  </a:cubicBezTo>
                  <a:cubicBezTo>
                    <a:pt x="245" y="573"/>
                    <a:pt x="245" y="573"/>
                    <a:pt x="245" y="573"/>
                  </a:cubicBezTo>
                  <a:moveTo>
                    <a:pt x="357" y="569"/>
                  </a:moveTo>
                  <a:cubicBezTo>
                    <a:pt x="357" y="569"/>
                    <a:pt x="357" y="569"/>
                    <a:pt x="357" y="569"/>
                  </a:cubicBezTo>
                  <a:cubicBezTo>
                    <a:pt x="351" y="570"/>
                    <a:pt x="346" y="571"/>
                    <a:pt x="341" y="572"/>
                  </a:cubicBezTo>
                  <a:cubicBezTo>
                    <a:pt x="340" y="572"/>
                    <a:pt x="340" y="573"/>
                    <a:pt x="340" y="574"/>
                  </a:cubicBezTo>
                  <a:cubicBezTo>
                    <a:pt x="340" y="575"/>
                    <a:pt x="341" y="575"/>
                    <a:pt x="341" y="575"/>
                  </a:cubicBezTo>
                  <a:cubicBezTo>
                    <a:pt x="341" y="575"/>
                    <a:pt x="341" y="575"/>
                    <a:pt x="341" y="575"/>
                  </a:cubicBezTo>
                  <a:cubicBezTo>
                    <a:pt x="347" y="574"/>
                    <a:pt x="352" y="573"/>
                    <a:pt x="357" y="572"/>
                  </a:cubicBezTo>
                  <a:cubicBezTo>
                    <a:pt x="358" y="572"/>
                    <a:pt x="359" y="571"/>
                    <a:pt x="358" y="570"/>
                  </a:cubicBezTo>
                  <a:cubicBezTo>
                    <a:pt x="358" y="570"/>
                    <a:pt x="358" y="569"/>
                    <a:pt x="357" y="569"/>
                  </a:cubicBezTo>
                  <a:moveTo>
                    <a:pt x="214" y="567"/>
                  </a:moveTo>
                  <a:cubicBezTo>
                    <a:pt x="213" y="567"/>
                    <a:pt x="212" y="567"/>
                    <a:pt x="212" y="568"/>
                  </a:cubicBezTo>
                  <a:cubicBezTo>
                    <a:pt x="212" y="568"/>
                    <a:pt x="213" y="569"/>
                    <a:pt x="213" y="570"/>
                  </a:cubicBezTo>
                  <a:cubicBezTo>
                    <a:pt x="219" y="571"/>
                    <a:pt x="224" y="572"/>
                    <a:pt x="229" y="573"/>
                  </a:cubicBezTo>
                  <a:cubicBezTo>
                    <a:pt x="229" y="573"/>
                    <a:pt x="229" y="573"/>
                    <a:pt x="229" y="573"/>
                  </a:cubicBezTo>
                  <a:cubicBezTo>
                    <a:pt x="230" y="573"/>
                    <a:pt x="231" y="573"/>
                    <a:pt x="231" y="572"/>
                  </a:cubicBezTo>
                  <a:cubicBezTo>
                    <a:pt x="231" y="571"/>
                    <a:pt x="230" y="571"/>
                    <a:pt x="230" y="570"/>
                  </a:cubicBezTo>
                  <a:cubicBezTo>
                    <a:pt x="224" y="569"/>
                    <a:pt x="219" y="568"/>
                    <a:pt x="214" y="567"/>
                  </a:cubicBezTo>
                  <a:cubicBezTo>
                    <a:pt x="214" y="567"/>
                    <a:pt x="214" y="567"/>
                    <a:pt x="214" y="567"/>
                  </a:cubicBezTo>
                  <a:moveTo>
                    <a:pt x="388" y="560"/>
                  </a:moveTo>
                  <a:cubicBezTo>
                    <a:pt x="388" y="560"/>
                    <a:pt x="387" y="560"/>
                    <a:pt x="387" y="560"/>
                  </a:cubicBezTo>
                  <a:cubicBezTo>
                    <a:pt x="382" y="562"/>
                    <a:pt x="377" y="563"/>
                    <a:pt x="372" y="565"/>
                  </a:cubicBezTo>
                  <a:cubicBezTo>
                    <a:pt x="371" y="565"/>
                    <a:pt x="371" y="566"/>
                    <a:pt x="371" y="567"/>
                  </a:cubicBezTo>
                  <a:cubicBezTo>
                    <a:pt x="371" y="567"/>
                    <a:pt x="372" y="568"/>
                    <a:pt x="373" y="568"/>
                  </a:cubicBezTo>
                  <a:cubicBezTo>
                    <a:pt x="373" y="568"/>
                    <a:pt x="373" y="568"/>
                    <a:pt x="373" y="568"/>
                  </a:cubicBezTo>
                  <a:cubicBezTo>
                    <a:pt x="378" y="566"/>
                    <a:pt x="383" y="565"/>
                    <a:pt x="388" y="563"/>
                  </a:cubicBezTo>
                  <a:cubicBezTo>
                    <a:pt x="389" y="563"/>
                    <a:pt x="389" y="562"/>
                    <a:pt x="389" y="561"/>
                  </a:cubicBezTo>
                  <a:cubicBezTo>
                    <a:pt x="389" y="560"/>
                    <a:pt x="388" y="560"/>
                    <a:pt x="388" y="560"/>
                  </a:cubicBezTo>
                  <a:moveTo>
                    <a:pt x="183" y="556"/>
                  </a:moveTo>
                  <a:cubicBezTo>
                    <a:pt x="183" y="556"/>
                    <a:pt x="182" y="557"/>
                    <a:pt x="182" y="557"/>
                  </a:cubicBezTo>
                  <a:cubicBezTo>
                    <a:pt x="182" y="558"/>
                    <a:pt x="182" y="559"/>
                    <a:pt x="183" y="559"/>
                  </a:cubicBezTo>
                  <a:cubicBezTo>
                    <a:pt x="188" y="561"/>
                    <a:pt x="193" y="563"/>
                    <a:pt x="198" y="565"/>
                  </a:cubicBezTo>
                  <a:cubicBezTo>
                    <a:pt x="198" y="565"/>
                    <a:pt x="198" y="565"/>
                    <a:pt x="198" y="565"/>
                  </a:cubicBezTo>
                  <a:cubicBezTo>
                    <a:pt x="199" y="565"/>
                    <a:pt x="200" y="564"/>
                    <a:pt x="200" y="564"/>
                  </a:cubicBezTo>
                  <a:cubicBezTo>
                    <a:pt x="200" y="563"/>
                    <a:pt x="200" y="562"/>
                    <a:pt x="199" y="562"/>
                  </a:cubicBezTo>
                  <a:cubicBezTo>
                    <a:pt x="194" y="560"/>
                    <a:pt x="189" y="558"/>
                    <a:pt x="184" y="556"/>
                  </a:cubicBezTo>
                  <a:cubicBezTo>
                    <a:pt x="184" y="556"/>
                    <a:pt x="183" y="556"/>
                    <a:pt x="183" y="556"/>
                  </a:cubicBezTo>
                  <a:moveTo>
                    <a:pt x="417" y="547"/>
                  </a:moveTo>
                  <a:cubicBezTo>
                    <a:pt x="417" y="547"/>
                    <a:pt x="417" y="547"/>
                    <a:pt x="417" y="548"/>
                  </a:cubicBezTo>
                  <a:cubicBezTo>
                    <a:pt x="412" y="550"/>
                    <a:pt x="407" y="552"/>
                    <a:pt x="402" y="554"/>
                  </a:cubicBezTo>
                  <a:cubicBezTo>
                    <a:pt x="401" y="554"/>
                    <a:pt x="401" y="555"/>
                    <a:pt x="401" y="556"/>
                  </a:cubicBezTo>
                  <a:cubicBezTo>
                    <a:pt x="402" y="557"/>
                    <a:pt x="402" y="557"/>
                    <a:pt x="403" y="557"/>
                  </a:cubicBezTo>
                  <a:cubicBezTo>
                    <a:pt x="403" y="557"/>
                    <a:pt x="403" y="557"/>
                    <a:pt x="403" y="557"/>
                  </a:cubicBezTo>
                  <a:cubicBezTo>
                    <a:pt x="408" y="555"/>
                    <a:pt x="413" y="553"/>
                    <a:pt x="418" y="550"/>
                  </a:cubicBezTo>
                  <a:cubicBezTo>
                    <a:pt x="419" y="550"/>
                    <a:pt x="419" y="549"/>
                    <a:pt x="419" y="548"/>
                  </a:cubicBezTo>
                  <a:cubicBezTo>
                    <a:pt x="418" y="548"/>
                    <a:pt x="418" y="547"/>
                    <a:pt x="417" y="547"/>
                  </a:cubicBezTo>
                  <a:moveTo>
                    <a:pt x="154" y="543"/>
                  </a:moveTo>
                  <a:cubicBezTo>
                    <a:pt x="153" y="543"/>
                    <a:pt x="153" y="543"/>
                    <a:pt x="153" y="544"/>
                  </a:cubicBezTo>
                  <a:cubicBezTo>
                    <a:pt x="152" y="544"/>
                    <a:pt x="153" y="545"/>
                    <a:pt x="153" y="546"/>
                  </a:cubicBezTo>
                  <a:cubicBezTo>
                    <a:pt x="158" y="548"/>
                    <a:pt x="163" y="551"/>
                    <a:pt x="168" y="553"/>
                  </a:cubicBezTo>
                  <a:cubicBezTo>
                    <a:pt x="168" y="553"/>
                    <a:pt x="168" y="553"/>
                    <a:pt x="168" y="553"/>
                  </a:cubicBezTo>
                  <a:cubicBezTo>
                    <a:pt x="169" y="553"/>
                    <a:pt x="170" y="553"/>
                    <a:pt x="170" y="552"/>
                  </a:cubicBezTo>
                  <a:cubicBezTo>
                    <a:pt x="170" y="551"/>
                    <a:pt x="170" y="550"/>
                    <a:pt x="169" y="550"/>
                  </a:cubicBezTo>
                  <a:cubicBezTo>
                    <a:pt x="164" y="548"/>
                    <a:pt x="159" y="545"/>
                    <a:pt x="155" y="543"/>
                  </a:cubicBezTo>
                  <a:cubicBezTo>
                    <a:pt x="154" y="543"/>
                    <a:pt x="154" y="543"/>
                    <a:pt x="154" y="543"/>
                  </a:cubicBezTo>
                  <a:moveTo>
                    <a:pt x="445" y="532"/>
                  </a:moveTo>
                  <a:cubicBezTo>
                    <a:pt x="445" y="532"/>
                    <a:pt x="445" y="532"/>
                    <a:pt x="445" y="532"/>
                  </a:cubicBezTo>
                  <a:cubicBezTo>
                    <a:pt x="440" y="535"/>
                    <a:pt x="435" y="537"/>
                    <a:pt x="431" y="540"/>
                  </a:cubicBezTo>
                  <a:cubicBezTo>
                    <a:pt x="430" y="540"/>
                    <a:pt x="430" y="541"/>
                    <a:pt x="430" y="542"/>
                  </a:cubicBezTo>
                  <a:cubicBezTo>
                    <a:pt x="431" y="543"/>
                    <a:pt x="431" y="543"/>
                    <a:pt x="432" y="543"/>
                  </a:cubicBezTo>
                  <a:cubicBezTo>
                    <a:pt x="432" y="543"/>
                    <a:pt x="432" y="543"/>
                    <a:pt x="432" y="543"/>
                  </a:cubicBezTo>
                  <a:cubicBezTo>
                    <a:pt x="437" y="540"/>
                    <a:pt x="442" y="537"/>
                    <a:pt x="446" y="534"/>
                  </a:cubicBezTo>
                  <a:cubicBezTo>
                    <a:pt x="447" y="534"/>
                    <a:pt x="447" y="533"/>
                    <a:pt x="447" y="532"/>
                  </a:cubicBezTo>
                  <a:cubicBezTo>
                    <a:pt x="446" y="532"/>
                    <a:pt x="446" y="532"/>
                    <a:pt x="445" y="532"/>
                  </a:cubicBezTo>
                  <a:moveTo>
                    <a:pt x="127" y="526"/>
                  </a:moveTo>
                  <a:cubicBezTo>
                    <a:pt x="126" y="526"/>
                    <a:pt x="126" y="526"/>
                    <a:pt x="125" y="527"/>
                  </a:cubicBezTo>
                  <a:cubicBezTo>
                    <a:pt x="125" y="527"/>
                    <a:pt x="125" y="528"/>
                    <a:pt x="126" y="529"/>
                  </a:cubicBezTo>
                  <a:cubicBezTo>
                    <a:pt x="130" y="532"/>
                    <a:pt x="135" y="535"/>
                    <a:pt x="139" y="538"/>
                  </a:cubicBezTo>
                  <a:cubicBezTo>
                    <a:pt x="140" y="538"/>
                    <a:pt x="140" y="538"/>
                    <a:pt x="140" y="538"/>
                  </a:cubicBezTo>
                  <a:cubicBezTo>
                    <a:pt x="141" y="538"/>
                    <a:pt x="141" y="537"/>
                    <a:pt x="141" y="537"/>
                  </a:cubicBezTo>
                  <a:cubicBezTo>
                    <a:pt x="142" y="536"/>
                    <a:pt x="142" y="535"/>
                    <a:pt x="141" y="535"/>
                  </a:cubicBezTo>
                  <a:cubicBezTo>
                    <a:pt x="136" y="532"/>
                    <a:pt x="132" y="529"/>
                    <a:pt x="127" y="526"/>
                  </a:cubicBezTo>
                  <a:cubicBezTo>
                    <a:pt x="127" y="526"/>
                    <a:pt x="127" y="526"/>
                    <a:pt x="127" y="526"/>
                  </a:cubicBezTo>
                  <a:moveTo>
                    <a:pt x="471" y="513"/>
                  </a:moveTo>
                  <a:cubicBezTo>
                    <a:pt x="471" y="513"/>
                    <a:pt x="471" y="513"/>
                    <a:pt x="470" y="513"/>
                  </a:cubicBezTo>
                  <a:cubicBezTo>
                    <a:pt x="466" y="516"/>
                    <a:pt x="462" y="520"/>
                    <a:pt x="458" y="523"/>
                  </a:cubicBezTo>
                  <a:cubicBezTo>
                    <a:pt x="457" y="523"/>
                    <a:pt x="457" y="524"/>
                    <a:pt x="457" y="525"/>
                  </a:cubicBezTo>
                  <a:cubicBezTo>
                    <a:pt x="458" y="525"/>
                    <a:pt x="458" y="526"/>
                    <a:pt x="459" y="526"/>
                  </a:cubicBezTo>
                  <a:cubicBezTo>
                    <a:pt x="460" y="525"/>
                    <a:pt x="460" y="525"/>
                    <a:pt x="460" y="525"/>
                  </a:cubicBezTo>
                  <a:cubicBezTo>
                    <a:pt x="464" y="522"/>
                    <a:pt x="468" y="519"/>
                    <a:pt x="472" y="515"/>
                  </a:cubicBezTo>
                  <a:cubicBezTo>
                    <a:pt x="473" y="515"/>
                    <a:pt x="473" y="514"/>
                    <a:pt x="473" y="513"/>
                  </a:cubicBezTo>
                  <a:cubicBezTo>
                    <a:pt x="472" y="513"/>
                    <a:pt x="472" y="513"/>
                    <a:pt x="471" y="513"/>
                  </a:cubicBezTo>
                  <a:moveTo>
                    <a:pt x="101" y="506"/>
                  </a:moveTo>
                  <a:cubicBezTo>
                    <a:pt x="101" y="506"/>
                    <a:pt x="100" y="506"/>
                    <a:pt x="100" y="507"/>
                  </a:cubicBezTo>
                  <a:cubicBezTo>
                    <a:pt x="99" y="507"/>
                    <a:pt x="100" y="508"/>
                    <a:pt x="100" y="509"/>
                  </a:cubicBezTo>
                  <a:cubicBezTo>
                    <a:pt x="104" y="512"/>
                    <a:pt x="108" y="516"/>
                    <a:pt x="113" y="519"/>
                  </a:cubicBezTo>
                  <a:cubicBezTo>
                    <a:pt x="114" y="519"/>
                    <a:pt x="114" y="519"/>
                    <a:pt x="114" y="519"/>
                  </a:cubicBezTo>
                  <a:cubicBezTo>
                    <a:pt x="114" y="519"/>
                    <a:pt x="114" y="519"/>
                    <a:pt x="115" y="519"/>
                  </a:cubicBezTo>
                  <a:cubicBezTo>
                    <a:pt x="115" y="518"/>
                    <a:pt x="115" y="517"/>
                    <a:pt x="114" y="517"/>
                  </a:cubicBezTo>
                  <a:cubicBezTo>
                    <a:pt x="110" y="514"/>
                    <a:pt x="106" y="510"/>
                    <a:pt x="102" y="507"/>
                  </a:cubicBezTo>
                  <a:cubicBezTo>
                    <a:pt x="102" y="506"/>
                    <a:pt x="101" y="506"/>
                    <a:pt x="101" y="506"/>
                  </a:cubicBezTo>
                  <a:moveTo>
                    <a:pt x="495" y="491"/>
                  </a:moveTo>
                  <a:cubicBezTo>
                    <a:pt x="495" y="491"/>
                    <a:pt x="495" y="491"/>
                    <a:pt x="494" y="492"/>
                  </a:cubicBezTo>
                  <a:cubicBezTo>
                    <a:pt x="490" y="496"/>
                    <a:pt x="487" y="499"/>
                    <a:pt x="483" y="503"/>
                  </a:cubicBezTo>
                  <a:cubicBezTo>
                    <a:pt x="482" y="503"/>
                    <a:pt x="482" y="504"/>
                    <a:pt x="483" y="505"/>
                  </a:cubicBezTo>
                  <a:cubicBezTo>
                    <a:pt x="483" y="505"/>
                    <a:pt x="483" y="505"/>
                    <a:pt x="484" y="505"/>
                  </a:cubicBezTo>
                  <a:cubicBezTo>
                    <a:pt x="485" y="505"/>
                    <a:pt x="485" y="505"/>
                    <a:pt x="485" y="505"/>
                  </a:cubicBezTo>
                  <a:cubicBezTo>
                    <a:pt x="489" y="501"/>
                    <a:pt x="493" y="498"/>
                    <a:pt x="496" y="494"/>
                  </a:cubicBezTo>
                  <a:cubicBezTo>
                    <a:pt x="497" y="493"/>
                    <a:pt x="497" y="492"/>
                    <a:pt x="496" y="492"/>
                  </a:cubicBezTo>
                  <a:cubicBezTo>
                    <a:pt x="496" y="491"/>
                    <a:pt x="496" y="491"/>
                    <a:pt x="495" y="491"/>
                  </a:cubicBezTo>
                  <a:moveTo>
                    <a:pt x="78" y="484"/>
                  </a:moveTo>
                  <a:cubicBezTo>
                    <a:pt x="78" y="484"/>
                    <a:pt x="77" y="484"/>
                    <a:pt x="77" y="484"/>
                  </a:cubicBezTo>
                  <a:cubicBezTo>
                    <a:pt x="76" y="485"/>
                    <a:pt x="76" y="486"/>
                    <a:pt x="77" y="486"/>
                  </a:cubicBezTo>
                  <a:cubicBezTo>
                    <a:pt x="81" y="490"/>
                    <a:pt x="84" y="494"/>
                    <a:pt x="88" y="498"/>
                  </a:cubicBezTo>
                  <a:cubicBezTo>
                    <a:pt x="88" y="498"/>
                    <a:pt x="89" y="498"/>
                    <a:pt x="89" y="498"/>
                  </a:cubicBezTo>
                  <a:cubicBezTo>
                    <a:pt x="90" y="498"/>
                    <a:pt x="90" y="498"/>
                    <a:pt x="90" y="498"/>
                  </a:cubicBezTo>
                  <a:cubicBezTo>
                    <a:pt x="91" y="497"/>
                    <a:pt x="91" y="496"/>
                    <a:pt x="90" y="496"/>
                  </a:cubicBezTo>
                  <a:cubicBezTo>
                    <a:pt x="86" y="492"/>
                    <a:pt x="83" y="488"/>
                    <a:pt x="79" y="484"/>
                  </a:cubicBezTo>
                  <a:cubicBezTo>
                    <a:pt x="79" y="484"/>
                    <a:pt x="78" y="484"/>
                    <a:pt x="78" y="484"/>
                  </a:cubicBezTo>
                  <a:moveTo>
                    <a:pt x="517" y="467"/>
                  </a:moveTo>
                  <a:cubicBezTo>
                    <a:pt x="516" y="467"/>
                    <a:pt x="516" y="467"/>
                    <a:pt x="515" y="468"/>
                  </a:cubicBezTo>
                  <a:cubicBezTo>
                    <a:pt x="512" y="472"/>
                    <a:pt x="509" y="476"/>
                    <a:pt x="505" y="480"/>
                  </a:cubicBezTo>
                  <a:cubicBezTo>
                    <a:pt x="505" y="481"/>
                    <a:pt x="505" y="482"/>
                    <a:pt x="505" y="482"/>
                  </a:cubicBezTo>
                  <a:cubicBezTo>
                    <a:pt x="506" y="483"/>
                    <a:pt x="506" y="483"/>
                    <a:pt x="506" y="483"/>
                  </a:cubicBezTo>
                  <a:cubicBezTo>
                    <a:pt x="507" y="483"/>
                    <a:pt x="507" y="482"/>
                    <a:pt x="507" y="482"/>
                  </a:cubicBezTo>
                  <a:cubicBezTo>
                    <a:pt x="511" y="478"/>
                    <a:pt x="514" y="474"/>
                    <a:pt x="518" y="470"/>
                  </a:cubicBezTo>
                  <a:cubicBezTo>
                    <a:pt x="518" y="469"/>
                    <a:pt x="518" y="468"/>
                    <a:pt x="518" y="468"/>
                  </a:cubicBezTo>
                  <a:cubicBezTo>
                    <a:pt x="517" y="467"/>
                    <a:pt x="517" y="467"/>
                    <a:pt x="517" y="467"/>
                  </a:cubicBezTo>
                  <a:moveTo>
                    <a:pt x="58" y="459"/>
                  </a:moveTo>
                  <a:cubicBezTo>
                    <a:pt x="57" y="459"/>
                    <a:pt x="57" y="459"/>
                    <a:pt x="57" y="459"/>
                  </a:cubicBezTo>
                  <a:cubicBezTo>
                    <a:pt x="56" y="460"/>
                    <a:pt x="56" y="461"/>
                    <a:pt x="56" y="461"/>
                  </a:cubicBezTo>
                  <a:cubicBezTo>
                    <a:pt x="60" y="466"/>
                    <a:pt x="63" y="470"/>
                    <a:pt x="66" y="474"/>
                  </a:cubicBezTo>
                  <a:cubicBezTo>
                    <a:pt x="67" y="475"/>
                    <a:pt x="67" y="475"/>
                    <a:pt x="67" y="475"/>
                  </a:cubicBezTo>
                  <a:cubicBezTo>
                    <a:pt x="68" y="474"/>
                    <a:pt x="68" y="474"/>
                    <a:pt x="68" y="474"/>
                  </a:cubicBezTo>
                  <a:cubicBezTo>
                    <a:pt x="69" y="474"/>
                    <a:pt x="69" y="473"/>
                    <a:pt x="69" y="472"/>
                  </a:cubicBezTo>
                  <a:cubicBezTo>
                    <a:pt x="65" y="468"/>
                    <a:pt x="62" y="464"/>
                    <a:pt x="59" y="460"/>
                  </a:cubicBezTo>
                  <a:cubicBezTo>
                    <a:pt x="58" y="459"/>
                    <a:pt x="58" y="459"/>
                    <a:pt x="58" y="459"/>
                  </a:cubicBezTo>
                  <a:moveTo>
                    <a:pt x="535" y="441"/>
                  </a:moveTo>
                  <a:cubicBezTo>
                    <a:pt x="535" y="441"/>
                    <a:pt x="534" y="441"/>
                    <a:pt x="534" y="442"/>
                  </a:cubicBezTo>
                  <a:cubicBezTo>
                    <a:pt x="531" y="446"/>
                    <a:pt x="528" y="451"/>
                    <a:pt x="525" y="455"/>
                  </a:cubicBezTo>
                  <a:cubicBezTo>
                    <a:pt x="525" y="456"/>
                    <a:pt x="525" y="457"/>
                    <a:pt x="525" y="457"/>
                  </a:cubicBezTo>
                  <a:cubicBezTo>
                    <a:pt x="526" y="457"/>
                    <a:pt x="526" y="457"/>
                    <a:pt x="526" y="457"/>
                  </a:cubicBezTo>
                  <a:cubicBezTo>
                    <a:pt x="527" y="457"/>
                    <a:pt x="527" y="457"/>
                    <a:pt x="527" y="457"/>
                  </a:cubicBezTo>
                  <a:cubicBezTo>
                    <a:pt x="531" y="452"/>
                    <a:pt x="534" y="448"/>
                    <a:pt x="536" y="443"/>
                  </a:cubicBezTo>
                  <a:cubicBezTo>
                    <a:pt x="537" y="442"/>
                    <a:pt x="537" y="442"/>
                    <a:pt x="536" y="441"/>
                  </a:cubicBezTo>
                  <a:cubicBezTo>
                    <a:pt x="536" y="441"/>
                    <a:pt x="535" y="441"/>
                    <a:pt x="535" y="441"/>
                  </a:cubicBezTo>
                  <a:moveTo>
                    <a:pt x="40" y="432"/>
                  </a:moveTo>
                  <a:cubicBezTo>
                    <a:pt x="40" y="432"/>
                    <a:pt x="39" y="432"/>
                    <a:pt x="39" y="432"/>
                  </a:cubicBezTo>
                  <a:cubicBezTo>
                    <a:pt x="39" y="433"/>
                    <a:pt x="38" y="434"/>
                    <a:pt x="39" y="434"/>
                  </a:cubicBezTo>
                  <a:cubicBezTo>
                    <a:pt x="41" y="439"/>
                    <a:pt x="44" y="444"/>
                    <a:pt x="47" y="448"/>
                  </a:cubicBezTo>
                  <a:cubicBezTo>
                    <a:pt x="47" y="449"/>
                    <a:pt x="48" y="449"/>
                    <a:pt x="48" y="449"/>
                  </a:cubicBezTo>
                  <a:cubicBezTo>
                    <a:pt x="49" y="449"/>
                    <a:pt x="49" y="449"/>
                    <a:pt x="49" y="449"/>
                  </a:cubicBezTo>
                  <a:cubicBezTo>
                    <a:pt x="50" y="448"/>
                    <a:pt x="50" y="447"/>
                    <a:pt x="50" y="447"/>
                  </a:cubicBezTo>
                  <a:cubicBezTo>
                    <a:pt x="47" y="442"/>
                    <a:pt x="44" y="438"/>
                    <a:pt x="41" y="433"/>
                  </a:cubicBezTo>
                  <a:cubicBezTo>
                    <a:pt x="41" y="432"/>
                    <a:pt x="40" y="432"/>
                    <a:pt x="40" y="432"/>
                  </a:cubicBezTo>
                  <a:moveTo>
                    <a:pt x="551" y="413"/>
                  </a:moveTo>
                  <a:cubicBezTo>
                    <a:pt x="550" y="413"/>
                    <a:pt x="550" y="413"/>
                    <a:pt x="549" y="414"/>
                  </a:cubicBezTo>
                  <a:cubicBezTo>
                    <a:pt x="547" y="418"/>
                    <a:pt x="545" y="423"/>
                    <a:pt x="542" y="428"/>
                  </a:cubicBezTo>
                  <a:cubicBezTo>
                    <a:pt x="542" y="429"/>
                    <a:pt x="542" y="429"/>
                    <a:pt x="543" y="430"/>
                  </a:cubicBezTo>
                  <a:cubicBezTo>
                    <a:pt x="543" y="430"/>
                    <a:pt x="543" y="430"/>
                    <a:pt x="543" y="430"/>
                  </a:cubicBezTo>
                  <a:cubicBezTo>
                    <a:pt x="544" y="430"/>
                    <a:pt x="544" y="430"/>
                    <a:pt x="545" y="429"/>
                  </a:cubicBezTo>
                  <a:cubicBezTo>
                    <a:pt x="547" y="424"/>
                    <a:pt x="550" y="420"/>
                    <a:pt x="552" y="415"/>
                  </a:cubicBezTo>
                  <a:cubicBezTo>
                    <a:pt x="552" y="414"/>
                    <a:pt x="552" y="413"/>
                    <a:pt x="551" y="413"/>
                  </a:cubicBezTo>
                  <a:cubicBezTo>
                    <a:pt x="551" y="413"/>
                    <a:pt x="551" y="413"/>
                    <a:pt x="551" y="413"/>
                  </a:cubicBezTo>
                  <a:moveTo>
                    <a:pt x="25" y="404"/>
                  </a:moveTo>
                  <a:cubicBezTo>
                    <a:pt x="25" y="404"/>
                    <a:pt x="25" y="404"/>
                    <a:pt x="25" y="404"/>
                  </a:cubicBezTo>
                  <a:cubicBezTo>
                    <a:pt x="24" y="404"/>
                    <a:pt x="24" y="405"/>
                    <a:pt x="24" y="406"/>
                  </a:cubicBezTo>
                  <a:cubicBezTo>
                    <a:pt x="26" y="411"/>
                    <a:pt x="29" y="415"/>
                    <a:pt x="31" y="420"/>
                  </a:cubicBezTo>
                  <a:cubicBezTo>
                    <a:pt x="31" y="421"/>
                    <a:pt x="32" y="421"/>
                    <a:pt x="32" y="421"/>
                  </a:cubicBezTo>
                  <a:cubicBezTo>
                    <a:pt x="33" y="421"/>
                    <a:pt x="33" y="421"/>
                    <a:pt x="33" y="421"/>
                  </a:cubicBezTo>
                  <a:cubicBezTo>
                    <a:pt x="34" y="421"/>
                    <a:pt x="34" y="420"/>
                    <a:pt x="34" y="419"/>
                  </a:cubicBezTo>
                  <a:cubicBezTo>
                    <a:pt x="31" y="414"/>
                    <a:pt x="29" y="409"/>
                    <a:pt x="27" y="404"/>
                  </a:cubicBezTo>
                  <a:cubicBezTo>
                    <a:pt x="27" y="404"/>
                    <a:pt x="26" y="404"/>
                    <a:pt x="25" y="404"/>
                  </a:cubicBezTo>
                  <a:moveTo>
                    <a:pt x="563" y="383"/>
                  </a:moveTo>
                  <a:cubicBezTo>
                    <a:pt x="562" y="383"/>
                    <a:pt x="562" y="383"/>
                    <a:pt x="562" y="384"/>
                  </a:cubicBezTo>
                  <a:cubicBezTo>
                    <a:pt x="560" y="389"/>
                    <a:pt x="558" y="394"/>
                    <a:pt x="556" y="399"/>
                  </a:cubicBezTo>
                  <a:cubicBezTo>
                    <a:pt x="556" y="400"/>
                    <a:pt x="556" y="401"/>
                    <a:pt x="557" y="401"/>
                  </a:cubicBezTo>
                  <a:cubicBezTo>
                    <a:pt x="557" y="401"/>
                    <a:pt x="557" y="401"/>
                    <a:pt x="557" y="401"/>
                  </a:cubicBezTo>
                  <a:cubicBezTo>
                    <a:pt x="558" y="401"/>
                    <a:pt x="558" y="401"/>
                    <a:pt x="559" y="400"/>
                  </a:cubicBezTo>
                  <a:cubicBezTo>
                    <a:pt x="561" y="395"/>
                    <a:pt x="563" y="390"/>
                    <a:pt x="564" y="385"/>
                  </a:cubicBezTo>
                  <a:cubicBezTo>
                    <a:pt x="565" y="384"/>
                    <a:pt x="564" y="383"/>
                    <a:pt x="563" y="383"/>
                  </a:cubicBezTo>
                  <a:cubicBezTo>
                    <a:pt x="563" y="383"/>
                    <a:pt x="563" y="383"/>
                    <a:pt x="563" y="383"/>
                  </a:cubicBezTo>
                  <a:moveTo>
                    <a:pt x="14" y="373"/>
                  </a:moveTo>
                  <a:cubicBezTo>
                    <a:pt x="14" y="373"/>
                    <a:pt x="14" y="373"/>
                    <a:pt x="14" y="373"/>
                  </a:cubicBezTo>
                  <a:cubicBezTo>
                    <a:pt x="13" y="374"/>
                    <a:pt x="13" y="375"/>
                    <a:pt x="13" y="375"/>
                  </a:cubicBezTo>
                  <a:cubicBezTo>
                    <a:pt x="14" y="380"/>
                    <a:pt x="16" y="386"/>
                    <a:pt x="18" y="391"/>
                  </a:cubicBezTo>
                  <a:cubicBezTo>
                    <a:pt x="18" y="391"/>
                    <a:pt x="19" y="392"/>
                    <a:pt x="19" y="392"/>
                  </a:cubicBezTo>
                  <a:cubicBezTo>
                    <a:pt x="20" y="392"/>
                    <a:pt x="20" y="392"/>
                    <a:pt x="20" y="392"/>
                  </a:cubicBezTo>
                  <a:cubicBezTo>
                    <a:pt x="21" y="391"/>
                    <a:pt x="21" y="390"/>
                    <a:pt x="21" y="390"/>
                  </a:cubicBezTo>
                  <a:cubicBezTo>
                    <a:pt x="19" y="385"/>
                    <a:pt x="17" y="380"/>
                    <a:pt x="16" y="374"/>
                  </a:cubicBezTo>
                  <a:cubicBezTo>
                    <a:pt x="16" y="374"/>
                    <a:pt x="15" y="373"/>
                    <a:pt x="14" y="373"/>
                  </a:cubicBezTo>
                  <a:moveTo>
                    <a:pt x="572" y="352"/>
                  </a:moveTo>
                  <a:cubicBezTo>
                    <a:pt x="571" y="352"/>
                    <a:pt x="570" y="352"/>
                    <a:pt x="570" y="353"/>
                  </a:cubicBezTo>
                  <a:cubicBezTo>
                    <a:pt x="569" y="358"/>
                    <a:pt x="568" y="364"/>
                    <a:pt x="566" y="369"/>
                  </a:cubicBezTo>
                  <a:cubicBezTo>
                    <a:pt x="566" y="369"/>
                    <a:pt x="567" y="370"/>
                    <a:pt x="567" y="370"/>
                  </a:cubicBezTo>
                  <a:cubicBezTo>
                    <a:pt x="568" y="371"/>
                    <a:pt x="568" y="371"/>
                    <a:pt x="568" y="371"/>
                  </a:cubicBezTo>
                  <a:cubicBezTo>
                    <a:pt x="568" y="371"/>
                    <a:pt x="569" y="370"/>
                    <a:pt x="569" y="369"/>
                  </a:cubicBezTo>
                  <a:cubicBezTo>
                    <a:pt x="571" y="364"/>
                    <a:pt x="572" y="359"/>
                    <a:pt x="573" y="354"/>
                  </a:cubicBezTo>
                  <a:cubicBezTo>
                    <a:pt x="573" y="353"/>
                    <a:pt x="573" y="352"/>
                    <a:pt x="572" y="352"/>
                  </a:cubicBezTo>
                  <a:cubicBezTo>
                    <a:pt x="572" y="352"/>
                    <a:pt x="572" y="352"/>
                    <a:pt x="572" y="352"/>
                  </a:cubicBezTo>
                  <a:moveTo>
                    <a:pt x="7" y="342"/>
                  </a:moveTo>
                  <a:cubicBezTo>
                    <a:pt x="6" y="342"/>
                    <a:pt x="6" y="342"/>
                    <a:pt x="6" y="342"/>
                  </a:cubicBezTo>
                  <a:cubicBezTo>
                    <a:pt x="5" y="342"/>
                    <a:pt x="5" y="343"/>
                    <a:pt x="5" y="344"/>
                  </a:cubicBezTo>
                  <a:cubicBezTo>
                    <a:pt x="6" y="349"/>
                    <a:pt x="7" y="355"/>
                    <a:pt x="9" y="360"/>
                  </a:cubicBezTo>
                  <a:cubicBezTo>
                    <a:pt x="9" y="360"/>
                    <a:pt x="9" y="361"/>
                    <a:pt x="10" y="361"/>
                  </a:cubicBezTo>
                  <a:cubicBezTo>
                    <a:pt x="10" y="361"/>
                    <a:pt x="10" y="361"/>
                    <a:pt x="10" y="361"/>
                  </a:cubicBezTo>
                  <a:cubicBezTo>
                    <a:pt x="11" y="361"/>
                    <a:pt x="12" y="360"/>
                    <a:pt x="11" y="359"/>
                  </a:cubicBezTo>
                  <a:cubicBezTo>
                    <a:pt x="10" y="354"/>
                    <a:pt x="9" y="349"/>
                    <a:pt x="8" y="343"/>
                  </a:cubicBezTo>
                  <a:cubicBezTo>
                    <a:pt x="8" y="343"/>
                    <a:pt x="7" y="342"/>
                    <a:pt x="7" y="342"/>
                  </a:cubicBezTo>
                  <a:moveTo>
                    <a:pt x="577" y="320"/>
                  </a:moveTo>
                  <a:cubicBezTo>
                    <a:pt x="576" y="320"/>
                    <a:pt x="576" y="321"/>
                    <a:pt x="576" y="322"/>
                  </a:cubicBezTo>
                  <a:cubicBezTo>
                    <a:pt x="575" y="327"/>
                    <a:pt x="574" y="332"/>
                    <a:pt x="573" y="337"/>
                  </a:cubicBezTo>
                  <a:cubicBezTo>
                    <a:pt x="573" y="338"/>
                    <a:pt x="574" y="339"/>
                    <a:pt x="575" y="339"/>
                  </a:cubicBezTo>
                  <a:cubicBezTo>
                    <a:pt x="575" y="339"/>
                    <a:pt x="575" y="339"/>
                    <a:pt x="575" y="339"/>
                  </a:cubicBezTo>
                  <a:cubicBezTo>
                    <a:pt x="576" y="339"/>
                    <a:pt x="576" y="339"/>
                    <a:pt x="576" y="338"/>
                  </a:cubicBezTo>
                  <a:cubicBezTo>
                    <a:pt x="577" y="333"/>
                    <a:pt x="578" y="327"/>
                    <a:pt x="579" y="322"/>
                  </a:cubicBezTo>
                  <a:cubicBezTo>
                    <a:pt x="579" y="321"/>
                    <a:pt x="578" y="320"/>
                    <a:pt x="577" y="320"/>
                  </a:cubicBezTo>
                  <a:cubicBezTo>
                    <a:pt x="577" y="320"/>
                    <a:pt x="577" y="320"/>
                    <a:pt x="577" y="320"/>
                  </a:cubicBezTo>
                  <a:moveTo>
                    <a:pt x="2" y="310"/>
                  </a:moveTo>
                  <a:cubicBezTo>
                    <a:pt x="2" y="310"/>
                    <a:pt x="2" y="310"/>
                    <a:pt x="2" y="310"/>
                  </a:cubicBezTo>
                  <a:cubicBezTo>
                    <a:pt x="1" y="310"/>
                    <a:pt x="1" y="311"/>
                    <a:pt x="1" y="312"/>
                  </a:cubicBezTo>
                  <a:cubicBezTo>
                    <a:pt x="1" y="317"/>
                    <a:pt x="2" y="323"/>
                    <a:pt x="3" y="328"/>
                  </a:cubicBezTo>
                  <a:cubicBezTo>
                    <a:pt x="3" y="329"/>
                    <a:pt x="3" y="329"/>
                    <a:pt x="4" y="329"/>
                  </a:cubicBezTo>
                  <a:cubicBezTo>
                    <a:pt x="4" y="329"/>
                    <a:pt x="4" y="329"/>
                    <a:pt x="4" y="329"/>
                  </a:cubicBezTo>
                  <a:cubicBezTo>
                    <a:pt x="5" y="329"/>
                    <a:pt x="6" y="328"/>
                    <a:pt x="5" y="328"/>
                  </a:cubicBezTo>
                  <a:cubicBezTo>
                    <a:pt x="5" y="322"/>
                    <a:pt x="4" y="317"/>
                    <a:pt x="4" y="312"/>
                  </a:cubicBezTo>
                  <a:cubicBezTo>
                    <a:pt x="4" y="311"/>
                    <a:pt x="3" y="310"/>
                    <a:pt x="2" y="310"/>
                  </a:cubicBezTo>
                  <a:moveTo>
                    <a:pt x="2" y="278"/>
                  </a:moveTo>
                  <a:cubicBezTo>
                    <a:pt x="1" y="278"/>
                    <a:pt x="0" y="279"/>
                    <a:pt x="0" y="280"/>
                  </a:cubicBezTo>
                  <a:cubicBezTo>
                    <a:pt x="0" y="283"/>
                    <a:pt x="0" y="286"/>
                    <a:pt x="0" y="290"/>
                  </a:cubicBezTo>
                  <a:cubicBezTo>
                    <a:pt x="0" y="292"/>
                    <a:pt x="0" y="294"/>
                    <a:pt x="0" y="296"/>
                  </a:cubicBezTo>
                  <a:cubicBezTo>
                    <a:pt x="0" y="297"/>
                    <a:pt x="1" y="297"/>
                    <a:pt x="2" y="297"/>
                  </a:cubicBezTo>
                  <a:cubicBezTo>
                    <a:pt x="2" y="297"/>
                    <a:pt x="2" y="297"/>
                    <a:pt x="2" y="297"/>
                  </a:cubicBezTo>
                  <a:cubicBezTo>
                    <a:pt x="2" y="297"/>
                    <a:pt x="3" y="297"/>
                    <a:pt x="3" y="296"/>
                  </a:cubicBezTo>
                  <a:cubicBezTo>
                    <a:pt x="3" y="294"/>
                    <a:pt x="3" y="292"/>
                    <a:pt x="3" y="290"/>
                  </a:cubicBezTo>
                  <a:cubicBezTo>
                    <a:pt x="3" y="286"/>
                    <a:pt x="3" y="283"/>
                    <a:pt x="3" y="280"/>
                  </a:cubicBezTo>
                  <a:cubicBezTo>
                    <a:pt x="3" y="279"/>
                    <a:pt x="3" y="278"/>
                    <a:pt x="2" y="278"/>
                  </a:cubicBezTo>
                  <a:moveTo>
                    <a:pt x="579" y="276"/>
                  </a:moveTo>
                  <a:cubicBezTo>
                    <a:pt x="579" y="276"/>
                    <a:pt x="579" y="276"/>
                    <a:pt x="579" y="276"/>
                  </a:cubicBezTo>
                  <a:cubicBezTo>
                    <a:pt x="578" y="276"/>
                    <a:pt x="577" y="277"/>
                    <a:pt x="577" y="278"/>
                  </a:cubicBezTo>
                  <a:cubicBezTo>
                    <a:pt x="577" y="282"/>
                    <a:pt x="577" y="286"/>
                    <a:pt x="577" y="290"/>
                  </a:cubicBezTo>
                  <a:cubicBezTo>
                    <a:pt x="577" y="295"/>
                    <a:pt x="577" y="300"/>
                    <a:pt x="577" y="306"/>
                  </a:cubicBezTo>
                  <a:cubicBezTo>
                    <a:pt x="577" y="306"/>
                    <a:pt x="577" y="307"/>
                    <a:pt x="578" y="307"/>
                  </a:cubicBezTo>
                  <a:cubicBezTo>
                    <a:pt x="578" y="307"/>
                    <a:pt x="578" y="307"/>
                    <a:pt x="578" y="307"/>
                  </a:cubicBezTo>
                  <a:cubicBezTo>
                    <a:pt x="579" y="307"/>
                    <a:pt x="580" y="307"/>
                    <a:pt x="580" y="306"/>
                  </a:cubicBezTo>
                  <a:cubicBezTo>
                    <a:pt x="580" y="300"/>
                    <a:pt x="580" y="295"/>
                    <a:pt x="580" y="290"/>
                  </a:cubicBezTo>
                  <a:cubicBezTo>
                    <a:pt x="580" y="286"/>
                    <a:pt x="580" y="282"/>
                    <a:pt x="580" y="277"/>
                  </a:cubicBezTo>
                  <a:cubicBezTo>
                    <a:pt x="580" y="277"/>
                    <a:pt x="579" y="276"/>
                    <a:pt x="579" y="276"/>
                  </a:cubicBezTo>
                  <a:moveTo>
                    <a:pt x="5" y="246"/>
                  </a:moveTo>
                  <a:cubicBezTo>
                    <a:pt x="4" y="246"/>
                    <a:pt x="3" y="247"/>
                    <a:pt x="3" y="247"/>
                  </a:cubicBezTo>
                  <a:cubicBezTo>
                    <a:pt x="2" y="253"/>
                    <a:pt x="2" y="258"/>
                    <a:pt x="1" y="263"/>
                  </a:cubicBezTo>
                  <a:cubicBezTo>
                    <a:pt x="1" y="264"/>
                    <a:pt x="2" y="265"/>
                    <a:pt x="3" y="265"/>
                  </a:cubicBezTo>
                  <a:cubicBezTo>
                    <a:pt x="3" y="265"/>
                    <a:pt x="3" y="265"/>
                    <a:pt x="3" y="265"/>
                  </a:cubicBezTo>
                  <a:cubicBezTo>
                    <a:pt x="3" y="265"/>
                    <a:pt x="4" y="265"/>
                    <a:pt x="4" y="264"/>
                  </a:cubicBezTo>
                  <a:cubicBezTo>
                    <a:pt x="5" y="258"/>
                    <a:pt x="5" y="253"/>
                    <a:pt x="6" y="248"/>
                  </a:cubicBezTo>
                  <a:cubicBezTo>
                    <a:pt x="6" y="247"/>
                    <a:pt x="6" y="246"/>
                    <a:pt x="5" y="246"/>
                  </a:cubicBezTo>
                  <a:cubicBezTo>
                    <a:pt x="5" y="246"/>
                    <a:pt x="5" y="246"/>
                    <a:pt x="5" y="246"/>
                  </a:cubicBezTo>
                  <a:moveTo>
                    <a:pt x="575" y="244"/>
                  </a:moveTo>
                  <a:cubicBezTo>
                    <a:pt x="575" y="244"/>
                    <a:pt x="575" y="244"/>
                    <a:pt x="575" y="244"/>
                  </a:cubicBezTo>
                  <a:cubicBezTo>
                    <a:pt x="574" y="244"/>
                    <a:pt x="574" y="245"/>
                    <a:pt x="574" y="246"/>
                  </a:cubicBezTo>
                  <a:cubicBezTo>
                    <a:pt x="575" y="251"/>
                    <a:pt x="575" y="256"/>
                    <a:pt x="576" y="262"/>
                  </a:cubicBezTo>
                  <a:cubicBezTo>
                    <a:pt x="576" y="262"/>
                    <a:pt x="577" y="263"/>
                    <a:pt x="577" y="263"/>
                  </a:cubicBezTo>
                  <a:cubicBezTo>
                    <a:pt x="578" y="263"/>
                    <a:pt x="578" y="263"/>
                    <a:pt x="578" y="263"/>
                  </a:cubicBezTo>
                  <a:cubicBezTo>
                    <a:pt x="578" y="263"/>
                    <a:pt x="579" y="262"/>
                    <a:pt x="579" y="261"/>
                  </a:cubicBezTo>
                  <a:cubicBezTo>
                    <a:pt x="578" y="256"/>
                    <a:pt x="578" y="251"/>
                    <a:pt x="577" y="245"/>
                  </a:cubicBezTo>
                  <a:cubicBezTo>
                    <a:pt x="577" y="245"/>
                    <a:pt x="576" y="244"/>
                    <a:pt x="575" y="244"/>
                  </a:cubicBezTo>
                  <a:moveTo>
                    <a:pt x="11" y="215"/>
                  </a:moveTo>
                  <a:cubicBezTo>
                    <a:pt x="10" y="215"/>
                    <a:pt x="10" y="215"/>
                    <a:pt x="10" y="216"/>
                  </a:cubicBezTo>
                  <a:cubicBezTo>
                    <a:pt x="8" y="221"/>
                    <a:pt x="7" y="226"/>
                    <a:pt x="6" y="231"/>
                  </a:cubicBezTo>
                  <a:cubicBezTo>
                    <a:pt x="6" y="232"/>
                    <a:pt x="6" y="233"/>
                    <a:pt x="7" y="233"/>
                  </a:cubicBezTo>
                  <a:cubicBezTo>
                    <a:pt x="7" y="233"/>
                    <a:pt x="7" y="233"/>
                    <a:pt x="7" y="233"/>
                  </a:cubicBezTo>
                  <a:cubicBezTo>
                    <a:pt x="8" y="233"/>
                    <a:pt x="9" y="233"/>
                    <a:pt x="9" y="232"/>
                  </a:cubicBezTo>
                  <a:cubicBezTo>
                    <a:pt x="10" y="227"/>
                    <a:pt x="11" y="222"/>
                    <a:pt x="12" y="216"/>
                  </a:cubicBezTo>
                  <a:cubicBezTo>
                    <a:pt x="13" y="216"/>
                    <a:pt x="12" y="215"/>
                    <a:pt x="11" y="215"/>
                  </a:cubicBezTo>
                  <a:cubicBezTo>
                    <a:pt x="11" y="215"/>
                    <a:pt x="11" y="215"/>
                    <a:pt x="11" y="215"/>
                  </a:cubicBezTo>
                  <a:moveTo>
                    <a:pt x="569" y="213"/>
                  </a:moveTo>
                  <a:cubicBezTo>
                    <a:pt x="569" y="213"/>
                    <a:pt x="569" y="213"/>
                    <a:pt x="568" y="213"/>
                  </a:cubicBezTo>
                  <a:cubicBezTo>
                    <a:pt x="568" y="213"/>
                    <a:pt x="567" y="214"/>
                    <a:pt x="567" y="214"/>
                  </a:cubicBezTo>
                  <a:cubicBezTo>
                    <a:pt x="569" y="220"/>
                    <a:pt x="570" y="225"/>
                    <a:pt x="571" y="230"/>
                  </a:cubicBezTo>
                  <a:cubicBezTo>
                    <a:pt x="571" y="231"/>
                    <a:pt x="572" y="231"/>
                    <a:pt x="573" y="231"/>
                  </a:cubicBezTo>
                  <a:cubicBezTo>
                    <a:pt x="573" y="231"/>
                    <a:pt x="573" y="231"/>
                    <a:pt x="573" y="231"/>
                  </a:cubicBezTo>
                  <a:cubicBezTo>
                    <a:pt x="574" y="231"/>
                    <a:pt x="574" y="230"/>
                    <a:pt x="574" y="229"/>
                  </a:cubicBezTo>
                  <a:cubicBezTo>
                    <a:pt x="573" y="224"/>
                    <a:pt x="572" y="219"/>
                    <a:pt x="570" y="214"/>
                  </a:cubicBezTo>
                  <a:cubicBezTo>
                    <a:pt x="570" y="213"/>
                    <a:pt x="569" y="213"/>
                    <a:pt x="569" y="213"/>
                  </a:cubicBezTo>
                  <a:moveTo>
                    <a:pt x="21" y="184"/>
                  </a:moveTo>
                  <a:cubicBezTo>
                    <a:pt x="20" y="184"/>
                    <a:pt x="20" y="184"/>
                    <a:pt x="19" y="185"/>
                  </a:cubicBezTo>
                  <a:cubicBezTo>
                    <a:pt x="18" y="190"/>
                    <a:pt x="16" y="195"/>
                    <a:pt x="14" y="200"/>
                  </a:cubicBezTo>
                  <a:cubicBezTo>
                    <a:pt x="14" y="201"/>
                    <a:pt x="14" y="202"/>
                    <a:pt x="15" y="202"/>
                  </a:cubicBezTo>
                  <a:cubicBezTo>
                    <a:pt x="15" y="202"/>
                    <a:pt x="15" y="202"/>
                    <a:pt x="15" y="202"/>
                  </a:cubicBezTo>
                  <a:cubicBezTo>
                    <a:pt x="16" y="202"/>
                    <a:pt x="17" y="202"/>
                    <a:pt x="17" y="201"/>
                  </a:cubicBezTo>
                  <a:cubicBezTo>
                    <a:pt x="19" y="196"/>
                    <a:pt x="20" y="191"/>
                    <a:pt x="22" y="186"/>
                  </a:cubicBezTo>
                  <a:cubicBezTo>
                    <a:pt x="23" y="185"/>
                    <a:pt x="22" y="184"/>
                    <a:pt x="21" y="184"/>
                  </a:cubicBezTo>
                  <a:cubicBezTo>
                    <a:pt x="21" y="184"/>
                    <a:pt x="21" y="184"/>
                    <a:pt x="21" y="184"/>
                  </a:cubicBezTo>
                  <a:moveTo>
                    <a:pt x="559" y="182"/>
                  </a:moveTo>
                  <a:cubicBezTo>
                    <a:pt x="559" y="182"/>
                    <a:pt x="558" y="182"/>
                    <a:pt x="558" y="182"/>
                  </a:cubicBezTo>
                  <a:cubicBezTo>
                    <a:pt x="557" y="182"/>
                    <a:pt x="557" y="183"/>
                    <a:pt x="557" y="184"/>
                  </a:cubicBezTo>
                  <a:cubicBezTo>
                    <a:pt x="559" y="189"/>
                    <a:pt x="561" y="194"/>
                    <a:pt x="563" y="199"/>
                  </a:cubicBezTo>
                  <a:cubicBezTo>
                    <a:pt x="563" y="200"/>
                    <a:pt x="564" y="200"/>
                    <a:pt x="564" y="200"/>
                  </a:cubicBezTo>
                  <a:cubicBezTo>
                    <a:pt x="565" y="200"/>
                    <a:pt x="565" y="200"/>
                    <a:pt x="565" y="200"/>
                  </a:cubicBezTo>
                  <a:cubicBezTo>
                    <a:pt x="565" y="200"/>
                    <a:pt x="566" y="199"/>
                    <a:pt x="566" y="198"/>
                  </a:cubicBezTo>
                  <a:cubicBezTo>
                    <a:pt x="564" y="193"/>
                    <a:pt x="562" y="188"/>
                    <a:pt x="560" y="183"/>
                  </a:cubicBezTo>
                  <a:cubicBezTo>
                    <a:pt x="560" y="182"/>
                    <a:pt x="559" y="182"/>
                    <a:pt x="559" y="182"/>
                  </a:cubicBezTo>
                  <a:moveTo>
                    <a:pt x="34" y="155"/>
                  </a:moveTo>
                  <a:cubicBezTo>
                    <a:pt x="34" y="155"/>
                    <a:pt x="33" y="155"/>
                    <a:pt x="33" y="155"/>
                  </a:cubicBezTo>
                  <a:cubicBezTo>
                    <a:pt x="30" y="160"/>
                    <a:pt x="28" y="165"/>
                    <a:pt x="26" y="170"/>
                  </a:cubicBezTo>
                  <a:cubicBezTo>
                    <a:pt x="25" y="171"/>
                    <a:pt x="26" y="172"/>
                    <a:pt x="27" y="172"/>
                  </a:cubicBezTo>
                  <a:cubicBezTo>
                    <a:pt x="27" y="172"/>
                    <a:pt x="27" y="172"/>
                    <a:pt x="27" y="172"/>
                  </a:cubicBezTo>
                  <a:cubicBezTo>
                    <a:pt x="28" y="172"/>
                    <a:pt x="28" y="172"/>
                    <a:pt x="28" y="171"/>
                  </a:cubicBezTo>
                  <a:cubicBezTo>
                    <a:pt x="31" y="166"/>
                    <a:pt x="33" y="162"/>
                    <a:pt x="35" y="157"/>
                  </a:cubicBezTo>
                  <a:cubicBezTo>
                    <a:pt x="36" y="156"/>
                    <a:pt x="36" y="155"/>
                    <a:pt x="35" y="155"/>
                  </a:cubicBezTo>
                  <a:cubicBezTo>
                    <a:pt x="35" y="155"/>
                    <a:pt x="34" y="155"/>
                    <a:pt x="34" y="155"/>
                  </a:cubicBezTo>
                  <a:moveTo>
                    <a:pt x="545" y="153"/>
                  </a:moveTo>
                  <a:cubicBezTo>
                    <a:pt x="545" y="153"/>
                    <a:pt x="545" y="153"/>
                    <a:pt x="545" y="153"/>
                  </a:cubicBezTo>
                  <a:cubicBezTo>
                    <a:pt x="544" y="153"/>
                    <a:pt x="544" y="154"/>
                    <a:pt x="544" y="155"/>
                  </a:cubicBezTo>
                  <a:cubicBezTo>
                    <a:pt x="546" y="160"/>
                    <a:pt x="549" y="165"/>
                    <a:pt x="551" y="169"/>
                  </a:cubicBezTo>
                  <a:cubicBezTo>
                    <a:pt x="551" y="170"/>
                    <a:pt x="552" y="170"/>
                    <a:pt x="552" y="170"/>
                  </a:cubicBezTo>
                  <a:cubicBezTo>
                    <a:pt x="553" y="170"/>
                    <a:pt x="553" y="170"/>
                    <a:pt x="553" y="170"/>
                  </a:cubicBezTo>
                  <a:cubicBezTo>
                    <a:pt x="554" y="170"/>
                    <a:pt x="554" y="169"/>
                    <a:pt x="554" y="168"/>
                  </a:cubicBezTo>
                  <a:cubicBezTo>
                    <a:pt x="551" y="163"/>
                    <a:pt x="549" y="158"/>
                    <a:pt x="547" y="154"/>
                  </a:cubicBezTo>
                  <a:cubicBezTo>
                    <a:pt x="546" y="153"/>
                    <a:pt x="546" y="153"/>
                    <a:pt x="545" y="153"/>
                  </a:cubicBezTo>
                  <a:moveTo>
                    <a:pt x="51" y="127"/>
                  </a:moveTo>
                  <a:cubicBezTo>
                    <a:pt x="50" y="127"/>
                    <a:pt x="50" y="127"/>
                    <a:pt x="49" y="128"/>
                  </a:cubicBezTo>
                  <a:cubicBezTo>
                    <a:pt x="46" y="132"/>
                    <a:pt x="44" y="137"/>
                    <a:pt x="41" y="141"/>
                  </a:cubicBezTo>
                  <a:cubicBezTo>
                    <a:pt x="40" y="142"/>
                    <a:pt x="41" y="143"/>
                    <a:pt x="41" y="143"/>
                  </a:cubicBezTo>
                  <a:cubicBezTo>
                    <a:pt x="42" y="144"/>
                    <a:pt x="42" y="144"/>
                    <a:pt x="42" y="144"/>
                  </a:cubicBezTo>
                  <a:cubicBezTo>
                    <a:pt x="43" y="144"/>
                    <a:pt x="43" y="143"/>
                    <a:pt x="43" y="143"/>
                  </a:cubicBezTo>
                  <a:cubicBezTo>
                    <a:pt x="46" y="138"/>
                    <a:pt x="49" y="134"/>
                    <a:pt x="52" y="129"/>
                  </a:cubicBezTo>
                  <a:cubicBezTo>
                    <a:pt x="52" y="129"/>
                    <a:pt x="52" y="128"/>
                    <a:pt x="51" y="127"/>
                  </a:cubicBezTo>
                  <a:cubicBezTo>
                    <a:pt x="51" y="127"/>
                    <a:pt x="51" y="127"/>
                    <a:pt x="51" y="127"/>
                  </a:cubicBezTo>
                  <a:moveTo>
                    <a:pt x="529" y="125"/>
                  </a:moveTo>
                  <a:cubicBezTo>
                    <a:pt x="528" y="125"/>
                    <a:pt x="528" y="126"/>
                    <a:pt x="528" y="126"/>
                  </a:cubicBezTo>
                  <a:cubicBezTo>
                    <a:pt x="527" y="126"/>
                    <a:pt x="527" y="127"/>
                    <a:pt x="527" y="128"/>
                  </a:cubicBezTo>
                  <a:cubicBezTo>
                    <a:pt x="530" y="132"/>
                    <a:pt x="533" y="137"/>
                    <a:pt x="536" y="141"/>
                  </a:cubicBezTo>
                  <a:cubicBezTo>
                    <a:pt x="536" y="142"/>
                    <a:pt x="537" y="142"/>
                    <a:pt x="537" y="142"/>
                  </a:cubicBezTo>
                  <a:cubicBezTo>
                    <a:pt x="538" y="142"/>
                    <a:pt x="538" y="142"/>
                    <a:pt x="538" y="142"/>
                  </a:cubicBezTo>
                  <a:cubicBezTo>
                    <a:pt x="539" y="141"/>
                    <a:pt x="539" y="140"/>
                    <a:pt x="539" y="140"/>
                  </a:cubicBezTo>
                  <a:cubicBezTo>
                    <a:pt x="536" y="135"/>
                    <a:pt x="533" y="130"/>
                    <a:pt x="530" y="126"/>
                  </a:cubicBezTo>
                  <a:cubicBezTo>
                    <a:pt x="530" y="126"/>
                    <a:pt x="529" y="125"/>
                    <a:pt x="529" y="125"/>
                  </a:cubicBezTo>
                  <a:moveTo>
                    <a:pt x="70" y="101"/>
                  </a:moveTo>
                  <a:cubicBezTo>
                    <a:pt x="70" y="101"/>
                    <a:pt x="69" y="102"/>
                    <a:pt x="69" y="102"/>
                  </a:cubicBezTo>
                  <a:cubicBezTo>
                    <a:pt x="65" y="106"/>
                    <a:pt x="62" y="110"/>
                    <a:pt x="59" y="115"/>
                  </a:cubicBezTo>
                  <a:cubicBezTo>
                    <a:pt x="58" y="115"/>
                    <a:pt x="58" y="116"/>
                    <a:pt x="59" y="117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60" y="117"/>
                    <a:pt x="61" y="117"/>
                    <a:pt x="61" y="116"/>
                  </a:cubicBezTo>
                  <a:cubicBezTo>
                    <a:pt x="64" y="112"/>
                    <a:pt x="68" y="108"/>
                    <a:pt x="71" y="104"/>
                  </a:cubicBezTo>
                  <a:cubicBezTo>
                    <a:pt x="72" y="103"/>
                    <a:pt x="72" y="102"/>
                    <a:pt x="71" y="102"/>
                  </a:cubicBezTo>
                  <a:cubicBezTo>
                    <a:pt x="71" y="102"/>
                    <a:pt x="70" y="101"/>
                    <a:pt x="70" y="101"/>
                  </a:cubicBezTo>
                  <a:moveTo>
                    <a:pt x="509" y="100"/>
                  </a:moveTo>
                  <a:cubicBezTo>
                    <a:pt x="509" y="100"/>
                    <a:pt x="508" y="100"/>
                    <a:pt x="508" y="100"/>
                  </a:cubicBezTo>
                  <a:cubicBezTo>
                    <a:pt x="507" y="101"/>
                    <a:pt x="507" y="102"/>
                    <a:pt x="508" y="102"/>
                  </a:cubicBezTo>
                  <a:cubicBezTo>
                    <a:pt x="511" y="106"/>
                    <a:pt x="515" y="111"/>
                    <a:pt x="518" y="115"/>
                  </a:cubicBezTo>
                  <a:cubicBezTo>
                    <a:pt x="518" y="115"/>
                    <a:pt x="519" y="115"/>
                    <a:pt x="519" y="115"/>
                  </a:cubicBezTo>
                  <a:cubicBezTo>
                    <a:pt x="520" y="115"/>
                    <a:pt x="520" y="115"/>
                    <a:pt x="520" y="115"/>
                  </a:cubicBezTo>
                  <a:cubicBezTo>
                    <a:pt x="521" y="115"/>
                    <a:pt x="521" y="114"/>
                    <a:pt x="520" y="113"/>
                  </a:cubicBezTo>
                  <a:cubicBezTo>
                    <a:pt x="517" y="109"/>
                    <a:pt x="514" y="105"/>
                    <a:pt x="510" y="100"/>
                  </a:cubicBezTo>
                  <a:cubicBezTo>
                    <a:pt x="510" y="100"/>
                    <a:pt x="509" y="100"/>
                    <a:pt x="509" y="100"/>
                  </a:cubicBezTo>
                  <a:moveTo>
                    <a:pt x="92" y="78"/>
                  </a:moveTo>
                  <a:cubicBezTo>
                    <a:pt x="92" y="78"/>
                    <a:pt x="92" y="78"/>
                    <a:pt x="91" y="78"/>
                  </a:cubicBezTo>
                  <a:cubicBezTo>
                    <a:pt x="87" y="82"/>
                    <a:pt x="83" y="86"/>
                    <a:pt x="80" y="90"/>
                  </a:cubicBezTo>
                  <a:cubicBezTo>
                    <a:pt x="79" y="90"/>
                    <a:pt x="79" y="91"/>
                    <a:pt x="80" y="92"/>
                  </a:cubicBezTo>
                  <a:cubicBezTo>
                    <a:pt x="80" y="92"/>
                    <a:pt x="80" y="92"/>
                    <a:pt x="81" y="92"/>
                  </a:cubicBezTo>
                  <a:cubicBezTo>
                    <a:pt x="81" y="92"/>
                    <a:pt x="82" y="92"/>
                    <a:pt x="82" y="92"/>
                  </a:cubicBezTo>
                  <a:cubicBezTo>
                    <a:pt x="86" y="88"/>
                    <a:pt x="89" y="84"/>
                    <a:pt x="93" y="81"/>
                  </a:cubicBezTo>
                  <a:cubicBezTo>
                    <a:pt x="94" y="80"/>
                    <a:pt x="94" y="79"/>
                    <a:pt x="93" y="79"/>
                  </a:cubicBezTo>
                  <a:cubicBezTo>
                    <a:pt x="93" y="78"/>
                    <a:pt x="93" y="78"/>
                    <a:pt x="92" y="78"/>
                  </a:cubicBezTo>
                  <a:moveTo>
                    <a:pt x="487" y="77"/>
                  </a:moveTo>
                  <a:cubicBezTo>
                    <a:pt x="486" y="77"/>
                    <a:pt x="486" y="77"/>
                    <a:pt x="486" y="77"/>
                  </a:cubicBezTo>
                  <a:cubicBezTo>
                    <a:pt x="485" y="78"/>
                    <a:pt x="485" y="79"/>
                    <a:pt x="486" y="79"/>
                  </a:cubicBezTo>
                  <a:cubicBezTo>
                    <a:pt x="490" y="83"/>
                    <a:pt x="493" y="87"/>
                    <a:pt x="497" y="91"/>
                  </a:cubicBezTo>
                  <a:cubicBezTo>
                    <a:pt x="497" y="91"/>
                    <a:pt x="498" y="91"/>
                    <a:pt x="498" y="91"/>
                  </a:cubicBezTo>
                  <a:cubicBezTo>
                    <a:pt x="499" y="91"/>
                    <a:pt x="499" y="91"/>
                    <a:pt x="499" y="91"/>
                  </a:cubicBezTo>
                  <a:cubicBezTo>
                    <a:pt x="500" y="90"/>
                    <a:pt x="500" y="89"/>
                    <a:pt x="499" y="88"/>
                  </a:cubicBezTo>
                  <a:cubicBezTo>
                    <a:pt x="496" y="85"/>
                    <a:pt x="492" y="81"/>
                    <a:pt x="488" y="77"/>
                  </a:cubicBezTo>
                  <a:cubicBezTo>
                    <a:pt x="487" y="77"/>
                    <a:pt x="487" y="77"/>
                    <a:pt x="487" y="77"/>
                  </a:cubicBezTo>
                  <a:moveTo>
                    <a:pt x="117" y="57"/>
                  </a:moveTo>
                  <a:cubicBezTo>
                    <a:pt x="117" y="57"/>
                    <a:pt x="116" y="57"/>
                    <a:pt x="116" y="58"/>
                  </a:cubicBezTo>
                  <a:cubicBezTo>
                    <a:pt x="112" y="61"/>
                    <a:pt x="107" y="64"/>
                    <a:pt x="103" y="68"/>
                  </a:cubicBezTo>
                  <a:cubicBezTo>
                    <a:pt x="103" y="68"/>
                    <a:pt x="103" y="69"/>
                    <a:pt x="103" y="70"/>
                  </a:cubicBezTo>
                  <a:cubicBezTo>
                    <a:pt x="103" y="70"/>
                    <a:pt x="104" y="70"/>
                    <a:pt x="104" y="70"/>
                  </a:cubicBezTo>
                  <a:cubicBezTo>
                    <a:pt x="105" y="70"/>
                    <a:pt x="105" y="70"/>
                    <a:pt x="105" y="70"/>
                  </a:cubicBezTo>
                  <a:cubicBezTo>
                    <a:pt x="109" y="67"/>
                    <a:pt x="113" y="63"/>
                    <a:pt x="118" y="60"/>
                  </a:cubicBezTo>
                  <a:cubicBezTo>
                    <a:pt x="118" y="60"/>
                    <a:pt x="118" y="59"/>
                    <a:pt x="118" y="58"/>
                  </a:cubicBezTo>
                  <a:cubicBezTo>
                    <a:pt x="118" y="58"/>
                    <a:pt x="117" y="57"/>
                    <a:pt x="117" y="57"/>
                  </a:cubicBezTo>
                  <a:moveTo>
                    <a:pt x="462" y="56"/>
                  </a:moveTo>
                  <a:cubicBezTo>
                    <a:pt x="462" y="56"/>
                    <a:pt x="461" y="56"/>
                    <a:pt x="461" y="57"/>
                  </a:cubicBezTo>
                  <a:cubicBezTo>
                    <a:pt x="460" y="57"/>
                    <a:pt x="460" y="58"/>
                    <a:pt x="461" y="59"/>
                  </a:cubicBezTo>
                  <a:cubicBezTo>
                    <a:pt x="465" y="62"/>
                    <a:pt x="470" y="65"/>
                    <a:pt x="474" y="69"/>
                  </a:cubicBezTo>
                  <a:cubicBezTo>
                    <a:pt x="475" y="69"/>
                    <a:pt x="475" y="69"/>
                    <a:pt x="475" y="69"/>
                  </a:cubicBezTo>
                  <a:cubicBezTo>
                    <a:pt x="475" y="69"/>
                    <a:pt x="475" y="69"/>
                    <a:pt x="476" y="69"/>
                  </a:cubicBezTo>
                  <a:cubicBezTo>
                    <a:pt x="476" y="68"/>
                    <a:pt x="476" y="67"/>
                    <a:pt x="476" y="66"/>
                  </a:cubicBezTo>
                  <a:cubicBezTo>
                    <a:pt x="471" y="63"/>
                    <a:pt x="467" y="60"/>
                    <a:pt x="463" y="56"/>
                  </a:cubicBezTo>
                  <a:cubicBezTo>
                    <a:pt x="463" y="56"/>
                    <a:pt x="462" y="56"/>
                    <a:pt x="462" y="56"/>
                  </a:cubicBezTo>
                  <a:moveTo>
                    <a:pt x="144" y="39"/>
                  </a:moveTo>
                  <a:cubicBezTo>
                    <a:pt x="143" y="39"/>
                    <a:pt x="143" y="40"/>
                    <a:pt x="143" y="40"/>
                  </a:cubicBezTo>
                  <a:cubicBezTo>
                    <a:pt x="138" y="42"/>
                    <a:pt x="134" y="45"/>
                    <a:pt x="129" y="48"/>
                  </a:cubicBezTo>
                  <a:cubicBezTo>
                    <a:pt x="128" y="49"/>
                    <a:pt x="128" y="50"/>
                    <a:pt x="129" y="50"/>
                  </a:cubicBezTo>
                  <a:cubicBezTo>
                    <a:pt x="129" y="51"/>
                    <a:pt x="129" y="51"/>
                    <a:pt x="130" y="5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35" y="48"/>
                    <a:pt x="140" y="45"/>
                    <a:pt x="144" y="42"/>
                  </a:cubicBezTo>
                  <a:cubicBezTo>
                    <a:pt x="145" y="42"/>
                    <a:pt x="145" y="41"/>
                    <a:pt x="145" y="40"/>
                  </a:cubicBezTo>
                  <a:cubicBezTo>
                    <a:pt x="145" y="40"/>
                    <a:pt x="144" y="39"/>
                    <a:pt x="144" y="39"/>
                  </a:cubicBezTo>
                  <a:moveTo>
                    <a:pt x="435" y="38"/>
                  </a:moveTo>
                  <a:cubicBezTo>
                    <a:pt x="435" y="38"/>
                    <a:pt x="434" y="39"/>
                    <a:pt x="434" y="39"/>
                  </a:cubicBezTo>
                  <a:cubicBezTo>
                    <a:pt x="433" y="40"/>
                    <a:pt x="434" y="41"/>
                    <a:pt x="434" y="41"/>
                  </a:cubicBezTo>
                  <a:cubicBezTo>
                    <a:pt x="439" y="44"/>
                    <a:pt x="444" y="47"/>
                    <a:pt x="448" y="50"/>
                  </a:cubicBezTo>
                  <a:cubicBezTo>
                    <a:pt x="449" y="50"/>
                    <a:pt x="449" y="50"/>
                    <a:pt x="449" y="50"/>
                  </a:cubicBezTo>
                  <a:cubicBezTo>
                    <a:pt x="449" y="50"/>
                    <a:pt x="450" y="50"/>
                    <a:pt x="450" y="49"/>
                  </a:cubicBezTo>
                  <a:cubicBezTo>
                    <a:pt x="450" y="49"/>
                    <a:pt x="450" y="48"/>
                    <a:pt x="450" y="47"/>
                  </a:cubicBezTo>
                  <a:cubicBezTo>
                    <a:pt x="445" y="44"/>
                    <a:pt x="441" y="41"/>
                    <a:pt x="436" y="39"/>
                  </a:cubicBezTo>
                  <a:cubicBezTo>
                    <a:pt x="436" y="39"/>
                    <a:pt x="435" y="38"/>
                    <a:pt x="435" y="38"/>
                  </a:cubicBezTo>
                  <a:moveTo>
                    <a:pt x="172" y="25"/>
                  </a:moveTo>
                  <a:cubicBezTo>
                    <a:pt x="172" y="25"/>
                    <a:pt x="172" y="25"/>
                    <a:pt x="171" y="25"/>
                  </a:cubicBezTo>
                  <a:cubicBezTo>
                    <a:pt x="167" y="27"/>
                    <a:pt x="162" y="29"/>
                    <a:pt x="157" y="32"/>
                  </a:cubicBezTo>
                  <a:cubicBezTo>
                    <a:pt x="156" y="32"/>
                    <a:pt x="156" y="33"/>
                    <a:pt x="156" y="34"/>
                  </a:cubicBezTo>
                  <a:cubicBezTo>
                    <a:pt x="157" y="34"/>
                    <a:pt x="157" y="35"/>
                    <a:pt x="158" y="35"/>
                  </a:cubicBezTo>
                  <a:cubicBezTo>
                    <a:pt x="158" y="34"/>
                    <a:pt x="158" y="34"/>
                    <a:pt x="158" y="34"/>
                  </a:cubicBezTo>
                  <a:cubicBezTo>
                    <a:pt x="163" y="32"/>
                    <a:pt x="168" y="30"/>
                    <a:pt x="173" y="28"/>
                  </a:cubicBezTo>
                  <a:cubicBezTo>
                    <a:pt x="173" y="27"/>
                    <a:pt x="174" y="26"/>
                    <a:pt x="173" y="26"/>
                  </a:cubicBezTo>
                  <a:cubicBezTo>
                    <a:pt x="173" y="25"/>
                    <a:pt x="173" y="25"/>
                    <a:pt x="172" y="25"/>
                  </a:cubicBezTo>
                  <a:moveTo>
                    <a:pt x="406" y="24"/>
                  </a:moveTo>
                  <a:cubicBezTo>
                    <a:pt x="406" y="24"/>
                    <a:pt x="405" y="24"/>
                    <a:pt x="405" y="25"/>
                  </a:cubicBezTo>
                  <a:cubicBezTo>
                    <a:pt x="405" y="26"/>
                    <a:pt x="405" y="26"/>
                    <a:pt x="406" y="27"/>
                  </a:cubicBezTo>
                  <a:cubicBezTo>
                    <a:pt x="411" y="29"/>
                    <a:pt x="416" y="31"/>
                    <a:pt x="420" y="34"/>
                  </a:cubicBezTo>
                  <a:cubicBezTo>
                    <a:pt x="421" y="34"/>
                    <a:pt x="421" y="34"/>
                    <a:pt x="421" y="34"/>
                  </a:cubicBezTo>
                  <a:cubicBezTo>
                    <a:pt x="422" y="34"/>
                    <a:pt x="422" y="33"/>
                    <a:pt x="422" y="33"/>
                  </a:cubicBezTo>
                  <a:cubicBezTo>
                    <a:pt x="423" y="32"/>
                    <a:pt x="422" y="31"/>
                    <a:pt x="422" y="31"/>
                  </a:cubicBezTo>
                  <a:cubicBezTo>
                    <a:pt x="417" y="29"/>
                    <a:pt x="412" y="26"/>
                    <a:pt x="407" y="24"/>
                  </a:cubicBezTo>
                  <a:cubicBezTo>
                    <a:pt x="407" y="24"/>
                    <a:pt x="407" y="24"/>
                    <a:pt x="406" y="24"/>
                  </a:cubicBezTo>
                  <a:moveTo>
                    <a:pt x="202" y="13"/>
                  </a:moveTo>
                  <a:cubicBezTo>
                    <a:pt x="202" y="13"/>
                    <a:pt x="202" y="13"/>
                    <a:pt x="202" y="13"/>
                  </a:cubicBezTo>
                  <a:cubicBezTo>
                    <a:pt x="196" y="15"/>
                    <a:pt x="191" y="17"/>
                    <a:pt x="186" y="19"/>
                  </a:cubicBezTo>
                  <a:cubicBezTo>
                    <a:pt x="186" y="19"/>
                    <a:pt x="185" y="20"/>
                    <a:pt x="185" y="21"/>
                  </a:cubicBezTo>
                  <a:cubicBezTo>
                    <a:pt x="186" y="21"/>
                    <a:pt x="186" y="22"/>
                    <a:pt x="187" y="22"/>
                  </a:cubicBezTo>
                  <a:cubicBezTo>
                    <a:pt x="187" y="21"/>
                    <a:pt x="187" y="21"/>
                    <a:pt x="187" y="21"/>
                  </a:cubicBezTo>
                  <a:cubicBezTo>
                    <a:pt x="192" y="20"/>
                    <a:pt x="197" y="18"/>
                    <a:pt x="202" y="16"/>
                  </a:cubicBezTo>
                  <a:cubicBezTo>
                    <a:pt x="203" y="16"/>
                    <a:pt x="204" y="15"/>
                    <a:pt x="203" y="14"/>
                  </a:cubicBezTo>
                  <a:cubicBezTo>
                    <a:pt x="203" y="14"/>
                    <a:pt x="203" y="13"/>
                    <a:pt x="202" y="13"/>
                  </a:cubicBezTo>
                  <a:moveTo>
                    <a:pt x="376" y="13"/>
                  </a:moveTo>
                  <a:cubicBezTo>
                    <a:pt x="376" y="13"/>
                    <a:pt x="375" y="13"/>
                    <a:pt x="375" y="14"/>
                  </a:cubicBezTo>
                  <a:cubicBezTo>
                    <a:pt x="375" y="14"/>
                    <a:pt x="375" y="15"/>
                    <a:pt x="376" y="15"/>
                  </a:cubicBezTo>
                  <a:cubicBezTo>
                    <a:pt x="381" y="17"/>
                    <a:pt x="386" y="19"/>
                    <a:pt x="391" y="21"/>
                  </a:cubicBezTo>
                  <a:cubicBezTo>
                    <a:pt x="392" y="21"/>
                    <a:pt x="392" y="21"/>
                    <a:pt x="392" y="21"/>
                  </a:cubicBezTo>
                  <a:cubicBezTo>
                    <a:pt x="392" y="21"/>
                    <a:pt x="393" y="20"/>
                    <a:pt x="393" y="20"/>
                  </a:cubicBezTo>
                  <a:cubicBezTo>
                    <a:pt x="393" y="19"/>
                    <a:pt x="393" y="18"/>
                    <a:pt x="392" y="18"/>
                  </a:cubicBezTo>
                  <a:cubicBezTo>
                    <a:pt x="387" y="16"/>
                    <a:pt x="382" y="14"/>
                    <a:pt x="377" y="13"/>
                  </a:cubicBezTo>
                  <a:cubicBezTo>
                    <a:pt x="377" y="13"/>
                    <a:pt x="376" y="13"/>
                    <a:pt x="376" y="13"/>
                  </a:cubicBezTo>
                  <a:moveTo>
                    <a:pt x="233" y="5"/>
                  </a:moveTo>
                  <a:cubicBezTo>
                    <a:pt x="233" y="5"/>
                    <a:pt x="233" y="5"/>
                    <a:pt x="233" y="5"/>
                  </a:cubicBezTo>
                  <a:cubicBezTo>
                    <a:pt x="228" y="6"/>
                    <a:pt x="222" y="7"/>
                    <a:pt x="217" y="9"/>
                  </a:cubicBezTo>
                  <a:cubicBezTo>
                    <a:pt x="216" y="9"/>
                    <a:pt x="216" y="10"/>
                    <a:pt x="216" y="11"/>
                  </a:cubicBezTo>
                  <a:cubicBezTo>
                    <a:pt x="216" y="11"/>
                    <a:pt x="217" y="12"/>
                    <a:pt x="217" y="12"/>
                  </a:cubicBezTo>
                  <a:cubicBezTo>
                    <a:pt x="218" y="12"/>
                    <a:pt x="218" y="12"/>
                    <a:pt x="218" y="12"/>
                  </a:cubicBezTo>
                  <a:cubicBezTo>
                    <a:pt x="223" y="10"/>
                    <a:pt x="228" y="9"/>
                    <a:pt x="233" y="8"/>
                  </a:cubicBezTo>
                  <a:cubicBezTo>
                    <a:pt x="234" y="8"/>
                    <a:pt x="235" y="7"/>
                    <a:pt x="235" y="6"/>
                  </a:cubicBezTo>
                  <a:cubicBezTo>
                    <a:pt x="234" y="6"/>
                    <a:pt x="234" y="5"/>
                    <a:pt x="233" y="5"/>
                  </a:cubicBezTo>
                  <a:moveTo>
                    <a:pt x="345" y="5"/>
                  </a:moveTo>
                  <a:cubicBezTo>
                    <a:pt x="344" y="5"/>
                    <a:pt x="344" y="5"/>
                    <a:pt x="344" y="6"/>
                  </a:cubicBezTo>
                  <a:cubicBezTo>
                    <a:pt x="343" y="7"/>
                    <a:pt x="344" y="8"/>
                    <a:pt x="345" y="8"/>
                  </a:cubicBezTo>
                  <a:cubicBezTo>
                    <a:pt x="350" y="9"/>
                    <a:pt x="355" y="10"/>
                    <a:pt x="360" y="11"/>
                  </a:cubicBezTo>
                  <a:cubicBezTo>
                    <a:pt x="361" y="11"/>
                    <a:pt x="361" y="11"/>
                    <a:pt x="361" y="11"/>
                  </a:cubicBezTo>
                  <a:cubicBezTo>
                    <a:pt x="361" y="11"/>
                    <a:pt x="362" y="11"/>
                    <a:pt x="362" y="10"/>
                  </a:cubicBezTo>
                  <a:cubicBezTo>
                    <a:pt x="362" y="9"/>
                    <a:pt x="362" y="8"/>
                    <a:pt x="361" y="8"/>
                  </a:cubicBezTo>
                  <a:cubicBezTo>
                    <a:pt x="356" y="7"/>
                    <a:pt x="351" y="6"/>
                    <a:pt x="345" y="5"/>
                  </a:cubicBezTo>
                  <a:cubicBezTo>
                    <a:pt x="345" y="5"/>
                    <a:pt x="345" y="5"/>
                    <a:pt x="345" y="5"/>
                  </a:cubicBezTo>
                  <a:moveTo>
                    <a:pt x="265" y="1"/>
                  </a:moveTo>
                  <a:cubicBezTo>
                    <a:pt x="265" y="1"/>
                    <a:pt x="265" y="1"/>
                    <a:pt x="265" y="1"/>
                  </a:cubicBezTo>
                  <a:cubicBezTo>
                    <a:pt x="260" y="1"/>
                    <a:pt x="254" y="2"/>
                    <a:pt x="249" y="2"/>
                  </a:cubicBezTo>
                  <a:cubicBezTo>
                    <a:pt x="248" y="3"/>
                    <a:pt x="247" y="3"/>
                    <a:pt x="248" y="4"/>
                  </a:cubicBezTo>
                  <a:cubicBezTo>
                    <a:pt x="248" y="5"/>
                    <a:pt x="248" y="5"/>
                    <a:pt x="249" y="5"/>
                  </a:cubicBezTo>
                  <a:cubicBezTo>
                    <a:pt x="249" y="5"/>
                    <a:pt x="249" y="5"/>
                    <a:pt x="249" y="5"/>
                  </a:cubicBezTo>
                  <a:cubicBezTo>
                    <a:pt x="254" y="5"/>
                    <a:pt x="260" y="4"/>
                    <a:pt x="265" y="4"/>
                  </a:cubicBezTo>
                  <a:cubicBezTo>
                    <a:pt x="266" y="3"/>
                    <a:pt x="267" y="3"/>
                    <a:pt x="266" y="2"/>
                  </a:cubicBezTo>
                  <a:cubicBezTo>
                    <a:pt x="266" y="1"/>
                    <a:pt x="266" y="1"/>
                    <a:pt x="265" y="1"/>
                  </a:cubicBezTo>
                  <a:moveTo>
                    <a:pt x="313" y="0"/>
                  </a:moveTo>
                  <a:cubicBezTo>
                    <a:pt x="312" y="0"/>
                    <a:pt x="312" y="1"/>
                    <a:pt x="312" y="2"/>
                  </a:cubicBezTo>
                  <a:cubicBezTo>
                    <a:pt x="312" y="3"/>
                    <a:pt x="312" y="3"/>
                    <a:pt x="313" y="3"/>
                  </a:cubicBezTo>
                  <a:cubicBezTo>
                    <a:pt x="318" y="4"/>
                    <a:pt x="324" y="4"/>
                    <a:pt x="329" y="5"/>
                  </a:cubicBezTo>
                  <a:cubicBezTo>
                    <a:pt x="329" y="5"/>
                    <a:pt x="329" y="5"/>
                    <a:pt x="329" y="5"/>
                  </a:cubicBezTo>
                  <a:cubicBezTo>
                    <a:pt x="330" y="5"/>
                    <a:pt x="331" y="5"/>
                    <a:pt x="331" y="4"/>
                  </a:cubicBezTo>
                  <a:cubicBezTo>
                    <a:pt x="331" y="3"/>
                    <a:pt x="330" y="2"/>
                    <a:pt x="329" y="2"/>
                  </a:cubicBezTo>
                  <a:cubicBezTo>
                    <a:pt x="324" y="1"/>
                    <a:pt x="319" y="1"/>
                    <a:pt x="313" y="0"/>
                  </a:cubicBezTo>
                  <a:cubicBezTo>
                    <a:pt x="313" y="0"/>
                    <a:pt x="313" y="0"/>
                    <a:pt x="313" y="0"/>
                  </a:cubicBezTo>
                  <a:moveTo>
                    <a:pt x="290" y="0"/>
                  </a:moveTo>
                  <a:cubicBezTo>
                    <a:pt x="287" y="0"/>
                    <a:pt x="284" y="0"/>
                    <a:pt x="281" y="0"/>
                  </a:cubicBezTo>
                  <a:cubicBezTo>
                    <a:pt x="280" y="0"/>
                    <a:pt x="280" y="0"/>
                    <a:pt x="280" y="1"/>
                  </a:cubicBezTo>
                  <a:cubicBezTo>
                    <a:pt x="280" y="2"/>
                    <a:pt x="280" y="3"/>
                    <a:pt x="281" y="3"/>
                  </a:cubicBezTo>
                  <a:cubicBezTo>
                    <a:pt x="281" y="3"/>
                    <a:pt x="281" y="3"/>
                    <a:pt x="281" y="3"/>
                  </a:cubicBezTo>
                  <a:cubicBezTo>
                    <a:pt x="284" y="3"/>
                    <a:pt x="287" y="2"/>
                    <a:pt x="290" y="2"/>
                  </a:cubicBezTo>
                  <a:cubicBezTo>
                    <a:pt x="293" y="2"/>
                    <a:pt x="295" y="2"/>
                    <a:pt x="297" y="3"/>
                  </a:cubicBezTo>
                  <a:cubicBezTo>
                    <a:pt x="297" y="3"/>
                    <a:pt x="297" y="3"/>
                    <a:pt x="297" y="3"/>
                  </a:cubicBezTo>
                  <a:cubicBezTo>
                    <a:pt x="298" y="3"/>
                    <a:pt x="299" y="2"/>
                    <a:pt x="299" y="1"/>
                  </a:cubicBezTo>
                  <a:cubicBezTo>
                    <a:pt x="299" y="0"/>
                    <a:pt x="298" y="0"/>
                    <a:pt x="297" y="0"/>
                  </a:cubicBezTo>
                  <a:cubicBezTo>
                    <a:pt x="295" y="0"/>
                    <a:pt x="293" y="0"/>
                    <a:pt x="290" y="0"/>
                  </a:cubicBezTo>
                </a:path>
              </a:pathLst>
            </a:custGeom>
            <a:solidFill>
              <a:srgbClr val="EDED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ValueShape4"/>
            <p:cNvSpPr>
              <a:spLocks noChangeArrowheads="1"/>
            </p:cNvSpPr>
            <p:nvPr/>
          </p:nvSpPr>
          <p:spPr bwMode="auto">
            <a:xfrm>
              <a:off x="7039769" y="1507594"/>
              <a:ext cx="944563" cy="3463663"/>
            </a:xfrm>
            <a:prstGeom prst="rect">
              <a:avLst/>
            </a:prstGeom>
            <a:solidFill>
              <a:srgbClr val="E7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ValueShape3"/>
            <p:cNvSpPr>
              <a:spLocks noChangeArrowheads="1"/>
            </p:cNvSpPr>
            <p:nvPr/>
          </p:nvSpPr>
          <p:spPr bwMode="auto">
            <a:xfrm>
              <a:off x="6095206" y="1974605"/>
              <a:ext cx="944563" cy="2996652"/>
            </a:xfrm>
            <a:prstGeom prst="rect">
              <a:avLst/>
            </a:prstGeom>
            <a:solidFill>
              <a:srgbClr val="C7DA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ValueShape2"/>
            <p:cNvSpPr>
              <a:spLocks noChangeArrowheads="1"/>
            </p:cNvSpPr>
            <p:nvPr/>
          </p:nvSpPr>
          <p:spPr bwMode="auto">
            <a:xfrm>
              <a:off x="5150643" y="3103214"/>
              <a:ext cx="944563" cy="1868043"/>
            </a:xfrm>
            <a:prstGeom prst="rect">
              <a:avLst/>
            </a:prstGeom>
            <a:solidFill>
              <a:srgbClr val="5E66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ValueShape1"/>
            <p:cNvSpPr>
              <a:spLocks noChangeArrowheads="1"/>
            </p:cNvSpPr>
            <p:nvPr/>
          </p:nvSpPr>
          <p:spPr bwMode="auto">
            <a:xfrm>
              <a:off x="4217194" y="2869709"/>
              <a:ext cx="944563" cy="2101548"/>
            </a:xfrm>
            <a:prstGeom prst="rect">
              <a:avLst/>
            </a:prstGeom>
            <a:solidFill>
              <a:srgbClr val="5AC2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ValueBack1"/>
            <p:cNvSpPr/>
            <p:nvPr/>
          </p:nvSpPr>
          <p:spPr bwMode="auto">
            <a:xfrm>
              <a:off x="4217194" y="4971257"/>
              <a:ext cx="1239838" cy="147637"/>
            </a:xfrm>
            <a:custGeom>
              <a:avLst/>
              <a:gdLst>
                <a:gd name="T0" fmla="*/ 595 w 781"/>
                <a:gd name="T1" fmla="*/ 0 h 93"/>
                <a:gd name="T2" fmla="*/ 781 w 781"/>
                <a:gd name="T3" fmla="*/ 93 h 93"/>
                <a:gd name="T4" fmla="*/ 193 w 781"/>
                <a:gd name="T5" fmla="*/ 93 h 93"/>
                <a:gd name="T6" fmla="*/ 0 w 781"/>
                <a:gd name="T7" fmla="*/ 0 h 93"/>
                <a:gd name="T8" fmla="*/ 595 w 781"/>
                <a:gd name="T9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1" h="93">
                  <a:moveTo>
                    <a:pt x="595" y="0"/>
                  </a:moveTo>
                  <a:lnTo>
                    <a:pt x="781" y="93"/>
                  </a:lnTo>
                  <a:lnTo>
                    <a:pt x="193" y="93"/>
                  </a:lnTo>
                  <a:lnTo>
                    <a:pt x="0" y="0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73CB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ValueBack2"/>
            <p:cNvSpPr/>
            <p:nvPr/>
          </p:nvSpPr>
          <p:spPr bwMode="auto">
            <a:xfrm>
              <a:off x="5161756" y="4971257"/>
              <a:ext cx="1239838" cy="147637"/>
            </a:xfrm>
            <a:custGeom>
              <a:avLst/>
              <a:gdLst>
                <a:gd name="T0" fmla="*/ 588 w 781"/>
                <a:gd name="T1" fmla="*/ 0 h 93"/>
                <a:gd name="T2" fmla="*/ 781 w 781"/>
                <a:gd name="T3" fmla="*/ 93 h 93"/>
                <a:gd name="T4" fmla="*/ 186 w 781"/>
                <a:gd name="T5" fmla="*/ 93 h 93"/>
                <a:gd name="T6" fmla="*/ 0 w 781"/>
                <a:gd name="T7" fmla="*/ 0 h 93"/>
                <a:gd name="T8" fmla="*/ 588 w 781"/>
                <a:gd name="T9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1" h="93">
                  <a:moveTo>
                    <a:pt x="588" y="0"/>
                  </a:moveTo>
                  <a:lnTo>
                    <a:pt x="781" y="93"/>
                  </a:lnTo>
                  <a:lnTo>
                    <a:pt x="186" y="93"/>
                  </a:lnTo>
                  <a:lnTo>
                    <a:pt x="0" y="0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646C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ValueBack3"/>
            <p:cNvSpPr/>
            <p:nvPr/>
          </p:nvSpPr>
          <p:spPr bwMode="auto">
            <a:xfrm>
              <a:off x="6095206" y="4971257"/>
              <a:ext cx="1239838" cy="147637"/>
            </a:xfrm>
            <a:custGeom>
              <a:avLst/>
              <a:gdLst>
                <a:gd name="T0" fmla="*/ 595 w 781"/>
                <a:gd name="T1" fmla="*/ 0 h 93"/>
                <a:gd name="T2" fmla="*/ 781 w 781"/>
                <a:gd name="T3" fmla="*/ 93 h 93"/>
                <a:gd name="T4" fmla="*/ 193 w 781"/>
                <a:gd name="T5" fmla="*/ 93 h 93"/>
                <a:gd name="T6" fmla="*/ 0 w 781"/>
                <a:gd name="T7" fmla="*/ 0 h 93"/>
                <a:gd name="T8" fmla="*/ 595 w 781"/>
                <a:gd name="T9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1" h="93">
                  <a:moveTo>
                    <a:pt x="595" y="0"/>
                  </a:moveTo>
                  <a:lnTo>
                    <a:pt x="781" y="93"/>
                  </a:lnTo>
                  <a:lnTo>
                    <a:pt x="193" y="93"/>
                  </a:lnTo>
                  <a:lnTo>
                    <a:pt x="0" y="0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D8E0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ValueBack4"/>
            <p:cNvSpPr/>
            <p:nvPr/>
          </p:nvSpPr>
          <p:spPr bwMode="auto">
            <a:xfrm>
              <a:off x="7039769" y="4971257"/>
              <a:ext cx="1238250" cy="147637"/>
            </a:xfrm>
            <a:custGeom>
              <a:avLst/>
              <a:gdLst>
                <a:gd name="T0" fmla="*/ 588 w 780"/>
                <a:gd name="T1" fmla="*/ 0 h 93"/>
                <a:gd name="T2" fmla="*/ 780 w 780"/>
                <a:gd name="T3" fmla="*/ 93 h 93"/>
                <a:gd name="T4" fmla="*/ 186 w 780"/>
                <a:gd name="T5" fmla="*/ 93 h 93"/>
                <a:gd name="T6" fmla="*/ 0 w 780"/>
                <a:gd name="T7" fmla="*/ 0 h 93"/>
                <a:gd name="T8" fmla="*/ 588 w 780"/>
                <a:gd name="T9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0" h="93">
                  <a:moveTo>
                    <a:pt x="588" y="0"/>
                  </a:moveTo>
                  <a:lnTo>
                    <a:pt x="780" y="93"/>
                  </a:lnTo>
                  <a:lnTo>
                    <a:pt x="186" y="93"/>
                  </a:lnTo>
                  <a:lnTo>
                    <a:pt x="0" y="0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ValueText1"/>
            <p:cNvSpPr/>
            <p:nvPr/>
          </p:nvSpPr>
          <p:spPr>
            <a:xfrm>
              <a:off x="4394213" y="2338236"/>
              <a:ext cx="590525" cy="442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82824" tIns="91400" rIns="0" bIns="91400" anchor="ctr" anchorCtr="0">
              <a:prstTxWarp prst="textPlain">
                <a:avLst/>
              </a:prstTxWarp>
              <a:normAutofit fontScale="47500" lnSpcReduction="20000"/>
            </a:bodyPr>
            <a:lstStyle/>
            <a:p>
              <a:pPr>
                <a:buSzPct val="25000"/>
              </a:pPr>
              <a:r>
                <a:rPr lang="de-DE" sz="3200">
                  <a:solidFill>
                    <a:srgbClr val="5E6672"/>
                  </a:solidFill>
                  <a:latin typeface="Impact" panose="020B0806030902050204" pitchFamily="34" charset="0"/>
                </a:rPr>
                <a:t>54%</a:t>
              </a:r>
              <a:endParaRPr lang="de-DE" sz="3200" dirty="0">
                <a:solidFill>
                  <a:srgbClr val="5E6672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3" name="ValueText2"/>
            <p:cNvSpPr/>
            <p:nvPr/>
          </p:nvSpPr>
          <p:spPr>
            <a:xfrm>
              <a:off x="5327662" y="2571741"/>
              <a:ext cx="590525" cy="442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82824" tIns="91400" rIns="0" bIns="91400" anchor="ctr" anchorCtr="0">
              <a:prstTxWarp prst="textPlain">
                <a:avLst/>
              </a:prstTxWarp>
              <a:normAutofit fontScale="47500" lnSpcReduction="20000"/>
            </a:bodyPr>
            <a:lstStyle/>
            <a:p>
              <a:pPr>
                <a:buSzPct val="25000"/>
              </a:pPr>
              <a:r>
                <a:rPr lang="de-DE" sz="3200">
                  <a:solidFill>
                    <a:srgbClr val="5E6672"/>
                  </a:solidFill>
                  <a:latin typeface="Impact" panose="020B0806030902050204" pitchFamily="34" charset="0"/>
                </a:rPr>
                <a:t>48%</a:t>
              </a:r>
              <a:endParaRPr lang="de-DE" sz="3200" dirty="0">
                <a:solidFill>
                  <a:srgbClr val="5E6672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4" name="ValueText3"/>
            <p:cNvSpPr/>
            <p:nvPr/>
          </p:nvSpPr>
          <p:spPr>
            <a:xfrm>
              <a:off x="6272225" y="1443132"/>
              <a:ext cx="590525" cy="442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82824" tIns="91400" rIns="0" bIns="91400" anchor="ctr" anchorCtr="0">
              <a:prstTxWarp prst="textPlain">
                <a:avLst/>
              </a:prstTxWarp>
              <a:normAutofit fontScale="47500" lnSpcReduction="20000"/>
            </a:bodyPr>
            <a:lstStyle/>
            <a:p>
              <a:pPr>
                <a:buSzPct val="25000"/>
              </a:pPr>
              <a:r>
                <a:rPr lang="de-DE" sz="3200">
                  <a:solidFill>
                    <a:srgbClr val="5E6672"/>
                  </a:solidFill>
                  <a:latin typeface="Impact" panose="020B0806030902050204" pitchFamily="34" charset="0"/>
                </a:rPr>
                <a:t>77%</a:t>
              </a:r>
              <a:endParaRPr lang="de-DE" sz="3200" dirty="0">
                <a:solidFill>
                  <a:srgbClr val="5E6672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5" name="ValueText4"/>
            <p:cNvSpPr/>
            <p:nvPr/>
          </p:nvSpPr>
          <p:spPr>
            <a:xfrm>
              <a:off x="7216787" y="976121"/>
              <a:ext cx="590525" cy="442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82824" tIns="91400" rIns="0" bIns="91400" anchor="ctr" anchorCtr="0">
              <a:prstTxWarp prst="textPlain">
                <a:avLst/>
              </a:prstTxWarp>
              <a:normAutofit fontScale="47500" lnSpcReduction="20000"/>
            </a:bodyPr>
            <a:lstStyle/>
            <a:p>
              <a:pPr>
                <a:buSzPct val="25000"/>
              </a:pPr>
              <a:r>
                <a:rPr lang="de-DE" sz="3200">
                  <a:solidFill>
                    <a:srgbClr val="5E6672"/>
                  </a:solidFill>
                  <a:latin typeface="Impact" panose="020B0806030902050204" pitchFamily="34" charset="0"/>
                </a:rPr>
                <a:t>89%</a:t>
              </a:r>
              <a:endParaRPr lang="de-DE" sz="3200" dirty="0">
                <a:solidFill>
                  <a:srgbClr val="5E6672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66" name="CustomText1"/>
            <p:cNvSpPr/>
            <p:nvPr/>
          </p:nvSpPr>
          <p:spPr>
            <a:xfrm>
              <a:off x="4494079" y="5778205"/>
              <a:ext cx="3226350" cy="312095"/>
            </a:xfrm>
            <a:prstGeom prst="rect">
              <a:avLst/>
            </a:prstGeom>
            <a:noFill/>
          </p:spPr>
          <p:txBody>
            <a:bodyPr wrap="none" lIns="0" tIns="0" rIns="0" bIns="0">
              <a:normAutofit fontScale="92500" lnSpcReduction="10000"/>
            </a:bodyPr>
            <a:lstStyle/>
            <a:p>
              <a:pPr algn="ctr"/>
              <a:r>
                <a:rPr lang="en-US" altLang="zh-CN" sz="2000" dirty="0"/>
                <a:t>Supporting text here</a:t>
              </a:r>
              <a:endParaRPr lang="en-US" altLang="zh-CN" sz="2000" dirty="0"/>
            </a:p>
          </p:txBody>
        </p:sp>
        <p:sp>
          <p:nvSpPr>
            <p:cNvPr id="67" name="CustomText2"/>
            <p:cNvSpPr/>
            <p:nvPr/>
          </p:nvSpPr>
          <p:spPr>
            <a:xfrm>
              <a:off x="4963997" y="5387191"/>
              <a:ext cx="2286513" cy="423813"/>
            </a:xfrm>
            <a:prstGeom prst="rect">
              <a:avLst/>
            </a:prstGeom>
            <a:noFill/>
          </p:spPr>
          <p:txBody>
            <a:bodyPr wrap="none">
              <a:normAutofit fontScale="70000" lnSpcReduction="20000"/>
            </a:bodyPr>
            <a:lstStyle/>
            <a:p>
              <a:pPr algn="ctr"/>
              <a:r>
                <a:rPr lang="en-US" altLang="zh-CN" sz="2800" b="1" dirty="0"/>
                <a:t>TEXT HERE</a:t>
              </a:r>
              <a:endParaRPr lang="en-US" altLang="zh-CN" sz="2800" b="1" dirty="0"/>
            </a:p>
          </p:txBody>
        </p:sp>
        <p:cxnSp>
          <p:nvCxnSpPr>
            <p:cNvPr id="68" name="ExtraShape"/>
            <p:cNvCxnSpPr/>
            <p:nvPr/>
          </p:nvCxnSpPr>
          <p:spPr>
            <a:xfrm flipH="1">
              <a:off x="4896820" y="5762298"/>
              <a:ext cx="2229653" cy="0"/>
            </a:xfrm>
            <a:prstGeom prst="straightConnector1">
              <a:avLst/>
            </a:prstGeom>
            <a:noFill/>
            <a:ln w="12700" cap="flat" cmpd="sng">
              <a:solidFill>
                <a:schemeClr val="tx2">
                  <a:lumMod val="90000"/>
                </a:schemeClr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53604" y="1790699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ea088165-c03c-41ca-90b6-909522d3c9e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0"/>
            <a:ext cx="12192000" cy="6143625"/>
            <a:chOff x="0" y="0"/>
            <a:chExt cx="12192000" cy="6143625"/>
          </a:xfrm>
        </p:grpSpPr>
        <p:sp>
          <p:nvSpPr>
            <p:cNvPr id="6" name="îšļïḋé"/>
            <p:cNvSpPr/>
            <p:nvPr/>
          </p:nvSpPr>
          <p:spPr>
            <a:xfrm>
              <a:off x="9997797" y="1420911"/>
              <a:ext cx="1231900" cy="4722713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7" name="îş1íḑê"/>
            <p:cNvSpPr/>
            <p:nvPr/>
          </p:nvSpPr>
          <p:spPr>
            <a:xfrm>
              <a:off x="1018897" y="1420911"/>
              <a:ext cx="1231900" cy="123931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8" name="íṡḷïḓê"/>
            <p:cNvSpPr/>
            <p:nvPr/>
          </p:nvSpPr>
          <p:spPr>
            <a:xfrm>
              <a:off x="3317597" y="1420912"/>
              <a:ext cx="1231900" cy="211016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" name="işḷídé"/>
            <p:cNvSpPr/>
            <p:nvPr/>
          </p:nvSpPr>
          <p:spPr>
            <a:xfrm>
              <a:off x="5616297" y="1420911"/>
              <a:ext cx="1231900" cy="2981013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" name="íşľiḋe"/>
            <p:cNvSpPr/>
            <p:nvPr/>
          </p:nvSpPr>
          <p:spPr>
            <a:xfrm>
              <a:off x="7914997" y="1420911"/>
              <a:ext cx="1231900" cy="385186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1" name="íṧľïḍè"/>
            <p:cNvSpPr txBox="1"/>
            <p:nvPr/>
          </p:nvSpPr>
          <p:spPr>
            <a:xfrm>
              <a:off x="1018897" y="2070695"/>
              <a:ext cx="1231900" cy="461665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$</a:t>
              </a:r>
              <a:r>
                <a:rPr lang="en-US" sz="2400" dirty="0">
                  <a:solidFill>
                    <a:schemeClr val="bg1"/>
                  </a:solidFill>
                </a:rPr>
                <a:t>100k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îşľîḓé"/>
            <p:cNvSpPr txBox="1"/>
            <p:nvPr/>
          </p:nvSpPr>
          <p:spPr>
            <a:xfrm>
              <a:off x="3317597" y="3056504"/>
              <a:ext cx="1231900" cy="461665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$</a:t>
              </a:r>
              <a:r>
                <a:rPr lang="en-US" sz="2400" dirty="0">
                  <a:solidFill>
                    <a:schemeClr val="bg1"/>
                  </a:solidFill>
                </a:rPr>
                <a:t>110k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3" name="ïṡļîḋé"/>
            <p:cNvSpPr txBox="1"/>
            <p:nvPr/>
          </p:nvSpPr>
          <p:spPr>
            <a:xfrm>
              <a:off x="5616297" y="3922291"/>
              <a:ext cx="1231900" cy="461665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$</a:t>
              </a:r>
              <a:r>
                <a:rPr lang="en-US" sz="2400" dirty="0">
                  <a:solidFill>
                    <a:schemeClr val="bg1"/>
                  </a:solidFill>
                </a:rPr>
                <a:t>130k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4" name="ïṣļiḓê"/>
            <p:cNvSpPr txBox="1"/>
            <p:nvPr/>
          </p:nvSpPr>
          <p:spPr>
            <a:xfrm>
              <a:off x="7914997" y="4727430"/>
              <a:ext cx="1231900" cy="461665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$</a:t>
              </a:r>
              <a:r>
                <a:rPr lang="en-US" sz="2400" dirty="0">
                  <a:solidFill>
                    <a:schemeClr val="bg1"/>
                  </a:solidFill>
                </a:rPr>
                <a:t>150k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5" name="í$ḻiḑe"/>
            <p:cNvSpPr txBox="1"/>
            <p:nvPr/>
          </p:nvSpPr>
          <p:spPr>
            <a:xfrm>
              <a:off x="9997797" y="5605454"/>
              <a:ext cx="1231900" cy="461665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$</a:t>
              </a:r>
              <a:r>
                <a:rPr lang="en-US" sz="2400" dirty="0">
                  <a:solidFill>
                    <a:schemeClr val="bg1"/>
                  </a:solidFill>
                </a:rPr>
                <a:t>180k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  <p:grpSp>
          <p:nvGrpSpPr>
            <p:cNvPr id="16" name="îṩ1iḓé"/>
            <p:cNvGrpSpPr/>
            <p:nvPr/>
          </p:nvGrpSpPr>
          <p:grpSpPr>
            <a:xfrm>
              <a:off x="962303" y="4717174"/>
              <a:ext cx="5864017" cy="1426451"/>
              <a:chOff x="687278" y="2398652"/>
              <a:chExt cx="3524773" cy="1426451"/>
            </a:xfrm>
          </p:grpSpPr>
          <p:sp>
            <p:nvSpPr>
              <p:cNvPr id="24" name="íṩḷiďé"/>
              <p:cNvSpPr/>
              <p:nvPr/>
            </p:nvSpPr>
            <p:spPr>
              <a:xfrm>
                <a:off x="687278" y="2840457"/>
                <a:ext cx="3524773" cy="98464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25" name="íṥḻíḍé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sp>
          <p:nvSpPr>
            <p:cNvPr id="17" name="íṩliḍé"/>
            <p:cNvSpPr/>
            <p:nvPr/>
          </p:nvSpPr>
          <p:spPr>
            <a:xfrm>
              <a:off x="0" y="0"/>
              <a:ext cx="12192000" cy="1663382"/>
            </a:xfrm>
            <a:prstGeom prst="round2SameRect">
              <a:avLst>
                <a:gd name="adj1" fmla="val 0"/>
                <a:gd name="adj2" fmla="val 0"/>
              </a:avLst>
            </a:prstGeom>
            <a:blipFill>
              <a:blip r:embed="rId2"/>
              <a:stretch>
                <a:fillRect t="-157340" b="-154954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D1DADD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200"/>
            </a:p>
          </p:txBody>
        </p:sp>
        <p:sp>
          <p:nvSpPr>
            <p:cNvPr id="18" name="iṣḷïḍé"/>
            <p:cNvSpPr/>
            <p:nvPr/>
          </p:nvSpPr>
          <p:spPr bwMode="auto">
            <a:xfrm>
              <a:off x="0" y="1288572"/>
              <a:ext cx="12192000" cy="374810"/>
            </a:xfrm>
            <a:prstGeom prst="rect">
              <a:avLst/>
            </a:prstGeom>
            <a:solidFill>
              <a:schemeClr val="tx1">
                <a:alpha val="9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19" name="í$ḻíḍe"/>
            <p:cNvSpPr txBox="1"/>
            <p:nvPr/>
          </p:nvSpPr>
          <p:spPr>
            <a:xfrm>
              <a:off x="1450225" y="1358703"/>
              <a:ext cx="369244" cy="234548"/>
            </a:xfrm>
            <a:prstGeom prst="rect">
              <a:avLst/>
            </a:prstGeom>
            <a:noFill/>
          </p:spPr>
          <p:txBody>
            <a:bodyPr wrap="none" anchor="ctr">
              <a:prstTxWarp prst="textPlain">
                <a:avLst/>
              </a:prstTxWarp>
              <a:normAutofit fontScale="47500" lnSpcReduction="20000"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Impact" panose="020B0806030902050204" pitchFamily="34" charset="0"/>
                </a:rPr>
                <a:t>2016</a:t>
              </a:r>
              <a:endParaRPr lang="en-US" sz="24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20" name="îṥľiḍè"/>
            <p:cNvSpPr txBox="1"/>
            <p:nvPr/>
          </p:nvSpPr>
          <p:spPr>
            <a:xfrm>
              <a:off x="3748925" y="1358703"/>
              <a:ext cx="369244" cy="234548"/>
            </a:xfrm>
            <a:prstGeom prst="rect">
              <a:avLst/>
            </a:prstGeom>
            <a:noFill/>
          </p:spPr>
          <p:txBody>
            <a:bodyPr wrap="none" anchor="ctr">
              <a:prstTxWarp prst="textPlain">
                <a:avLst/>
              </a:prstTxWarp>
              <a:normAutofit fontScale="47500" lnSpcReduction="20000"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Impact" panose="020B0806030902050204" pitchFamily="34" charset="0"/>
                </a:rPr>
                <a:t>2017</a:t>
              </a:r>
              <a:endParaRPr lang="en-US" sz="24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21" name="îšľïḋê"/>
            <p:cNvSpPr txBox="1"/>
            <p:nvPr/>
          </p:nvSpPr>
          <p:spPr>
            <a:xfrm>
              <a:off x="6041740" y="1358703"/>
              <a:ext cx="369244" cy="234548"/>
            </a:xfrm>
            <a:prstGeom prst="rect">
              <a:avLst/>
            </a:prstGeom>
            <a:noFill/>
          </p:spPr>
          <p:txBody>
            <a:bodyPr wrap="none" anchor="ctr">
              <a:prstTxWarp prst="textPlain">
                <a:avLst/>
              </a:prstTxWarp>
              <a:normAutofit fontScale="47500" lnSpcReduction="20000"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Impact" panose="020B0806030902050204" pitchFamily="34" charset="0"/>
                </a:rPr>
                <a:t>2018</a:t>
              </a:r>
              <a:endParaRPr lang="en-US" sz="24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22" name="îṩlïḓè"/>
            <p:cNvSpPr txBox="1"/>
            <p:nvPr/>
          </p:nvSpPr>
          <p:spPr>
            <a:xfrm>
              <a:off x="8346325" y="1358703"/>
              <a:ext cx="369244" cy="234548"/>
            </a:xfrm>
            <a:prstGeom prst="rect">
              <a:avLst/>
            </a:prstGeom>
            <a:noFill/>
          </p:spPr>
          <p:txBody>
            <a:bodyPr wrap="none" anchor="ctr">
              <a:prstTxWarp prst="textPlain">
                <a:avLst/>
              </a:prstTxWarp>
              <a:normAutofit fontScale="47500" lnSpcReduction="20000"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Impact" panose="020B0806030902050204" pitchFamily="34" charset="0"/>
                </a:rPr>
                <a:t>2019</a:t>
              </a:r>
              <a:endParaRPr lang="en-US" sz="24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23" name="î$ḻiďê"/>
            <p:cNvSpPr txBox="1"/>
            <p:nvPr/>
          </p:nvSpPr>
          <p:spPr>
            <a:xfrm>
              <a:off x="10429125" y="1358703"/>
              <a:ext cx="369244" cy="234548"/>
            </a:xfrm>
            <a:prstGeom prst="rect">
              <a:avLst/>
            </a:prstGeom>
            <a:noFill/>
          </p:spPr>
          <p:txBody>
            <a:bodyPr wrap="none" anchor="ctr">
              <a:prstTxWarp prst="textPlain">
                <a:avLst/>
              </a:prstTxWarp>
              <a:normAutofit fontScale="47500" lnSpcReduction="20000"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Impact" panose="020B0806030902050204" pitchFamily="34" charset="0"/>
                </a:rPr>
                <a:t>2020</a:t>
              </a:r>
              <a:endParaRPr lang="en-US" sz="24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ea8196ce-cd1a-4fec-a71d-d24a165c23f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21109" y="1391756"/>
            <a:ext cx="10799378" cy="4464496"/>
            <a:chOff x="721109" y="1391756"/>
            <a:chExt cx="10799378" cy="4464496"/>
          </a:xfrm>
        </p:grpSpPr>
        <p:grpSp>
          <p:nvGrpSpPr>
            <p:cNvPr id="6" name="íṣļîḑè"/>
            <p:cNvGrpSpPr/>
            <p:nvPr/>
          </p:nvGrpSpPr>
          <p:grpSpPr>
            <a:xfrm>
              <a:off x="721109" y="1484784"/>
              <a:ext cx="3307537" cy="4199806"/>
              <a:chOff x="1416748" y="1485488"/>
              <a:chExt cx="3227861" cy="4098637"/>
            </a:xfrm>
          </p:grpSpPr>
          <p:grpSp>
            <p:nvGrpSpPr>
              <p:cNvPr id="28" name="iśľîḓé"/>
              <p:cNvGrpSpPr/>
              <p:nvPr/>
            </p:nvGrpSpPr>
            <p:grpSpPr>
              <a:xfrm>
                <a:off x="1416748" y="1485488"/>
                <a:ext cx="3227861" cy="4098637"/>
                <a:chOff x="1416748" y="1485488"/>
                <a:chExt cx="3227861" cy="4098637"/>
              </a:xfrm>
            </p:grpSpPr>
            <p:sp>
              <p:nvSpPr>
                <p:cNvPr id="37" name="ïşlîďê"/>
                <p:cNvSpPr/>
                <p:nvPr/>
              </p:nvSpPr>
              <p:spPr bwMode="auto">
                <a:xfrm>
                  <a:off x="1975274" y="4686140"/>
                  <a:ext cx="380771" cy="274472"/>
                </a:xfrm>
                <a:custGeom>
                  <a:avLst/>
                  <a:gdLst>
                    <a:gd name="T0" fmla="*/ 38 w 101"/>
                    <a:gd name="T1" fmla="*/ 73 h 73"/>
                    <a:gd name="T2" fmla="*/ 38 w 101"/>
                    <a:gd name="T3" fmla="*/ 62 h 73"/>
                    <a:gd name="T4" fmla="*/ 46 w 101"/>
                    <a:gd name="T5" fmla="*/ 50 h 73"/>
                    <a:gd name="T6" fmla="*/ 10 w 101"/>
                    <a:gd name="T7" fmla="*/ 33 h 73"/>
                    <a:gd name="T8" fmla="*/ 3 w 101"/>
                    <a:gd name="T9" fmla="*/ 0 h 73"/>
                    <a:gd name="T10" fmla="*/ 98 w 101"/>
                    <a:gd name="T11" fmla="*/ 2 h 73"/>
                    <a:gd name="T12" fmla="*/ 68 w 101"/>
                    <a:gd name="T13" fmla="*/ 42 h 73"/>
                    <a:gd name="T14" fmla="*/ 56 w 101"/>
                    <a:gd name="T15" fmla="*/ 62 h 73"/>
                    <a:gd name="T16" fmla="*/ 68 w 101"/>
                    <a:gd name="T17" fmla="*/ 68 h 73"/>
                    <a:gd name="T18" fmla="*/ 38 w 101"/>
                    <a:gd name="T19" fmla="*/ 65 h 73"/>
                    <a:gd name="T20" fmla="*/ 38 w 101"/>
                    <a:gd name="T21" fmla="*/ 70 h 73"/>
                    <a:gd name="T22" fmla="*/ 65 w 101"/>
                    <a:gd name="T23" fmla="*/ 68 h 73"/>
                    <a:gd name="T24" fmla="*/ 53 w 101"/>
                    <a:gd name="T25" fmla="*/ 65 h 73"/>
                    <a:gd name="T26" fmla="*/ 54 w 101"/>
                    <a:gd name="T27" fmla="*/ 47 h 73"/>
                    <a:gd name="T28" fmla="*/ 67 w 101"/>
                    <a:gd name="T29" fmla="*/ 39 h 73"/>
                    <a:gd name="T30" fmla="*/ 88 w 101"/>
                    <a:gd name="T31" fmla="*/ 31 h 73"/>
                    <a:gd name="T32" fmla="*/ 5 w 101"/>
                    <a:gd name="T33" fmla="*/ 3 h 73"/>
                    <a:gd name="T34" fmla="*/ 33 w 101"/>
                    <a:gd name="T35" fmla="*/ 39 h 73"/>
                    <a:gd name="T36" fmla="*/ 34 w 101"/>
                    <a:gd name="T37" fmla="*/ 39 h 73"/>
                    <a:gd name="T38" fmla="*/ 49 w 101"/>
                    <a:gd name="T39" fmla="*/ 48 h 73"/>
                    <a:gd name="T40" fmla="*/ 38 w 101"/>
                    <a:gd name="T41" fmla="*/ 65 h 73"/>
                    <a:gd name="T42" fmla="*/ 71 w 101"/>
                    <a:gd name="T43" fmla="*/ 31 h 73"/>
                    <a:gd name="T44" fmla="*/ 78 w 101"/>
                    <a:gd name="T45" fmla="*/ 7 h 73"/>
                    <a:gd name="T46" fmla="*/ 91 w 101"/>
                    <a:gd name="T47" fmla="*/ 8 h 73"/>
                    <a:gd name="T48" fmla="*/ 70 w 101"/>
                    <a:gd name="T49" fmla="*/ 34 h 73"/>
                    <a:gd name="T50" fmla="*/ 75 w 101"/>
                    <a:gd name="T51" fmla="*/ 30 h 73"/>
                    <a:gd name="T52" fmla="*/ 81 w 101"/>
                    <a:gd name="T53" fmla="*/ 10 h 73"/>
                    <a:gd name="T54" fmla="*/ 27 w 101"/>
                    <a:gd name="T55" fmla="*/ 34 h 73"/>
                    <a:gd name="T56" fmla="*/ 9 w 101"/>
                    <a:gd name="T57" fmla="*/ 7 h 73"/>
                    <a:gd name="T58" fmla="*/ 22 w 101"/>
                    <a:gd name="T59" fmla="*/ 9 h 73"/>
                    <a:gd name="T60" fmla="*/ 30 w 101"/>
                    <a:gd name="T61" fmla="*/ 34 h 73"/>
                    <a:gd name="T62" fmla="*/ 25 w 101"/>
                    <a:gd name="T63" fmla="*/ 30 h 73"/>
                    <a:gd name="T64" fmla="*/ 12 w 101"/>
                    <a:gd name="T65" fmla="*/ 10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01" h="73">
                      <a:moveTo>
                        <a:pt x="62" y="73"/>
                      </a:moveTo>
                      <a:cubicBezTo>
                        <a:pt x="38" y="73"/>
                        <a:pt x="38" y="73"/>
                        <a:pt x="38" y="73"/>
                      </a:cubicBezTo>
                      <a:cubicBezTo>
                        <a:pt x="34" y="73"/>
                        <a:pt x="32" y="71"/>
                        <a:pt x="32" y="68"/>
                      </a:cubicBezTo>
                      <a:cubicBezTo>
                        <a:pt x="32" y="65"/>
                        <a:pt x="34" y="62"/>
                        <a:pt x="38" y="62"/>
                      </a:cubicBezTo>
                      <a:cubicBezTo>
                        <a:pt x="46" y="62"/>
                        <a:pt x="46" y="62"/>
                        <a:pt x="46" y="62"/>
                      </a:cubicBezTo>
                      <a:cubicBezTo>
                        <a:pt x="46" y="50"/>
                        <a:pt x="46" y="50"/>
                        <a:pt x="46" y="50"/>
                      </a:cubicBezTo>
                      <a:cubicBezTo>
                        <a:pt x="41" y="49"/>
                        <a:pt x="36" y="46"/>
                        <a:pt x="32" y="42"/>
                      </a:cubicBezTo>
                      <a:cubicBezTo>
                        <a:pt x="23" y="42"/>
                        <a:pt x="15" y="39"/>
                        <a:pt x="10" y="33"/>
                      </a:cubicBezTo>
                      <a:cubicBezTo>
                        <a:pt x="0" y="21"/>
                        <a:pt x="2" y="2"/>
                        <a:pt x="3" y="2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98" y="2"/>
                        <a:pt x="98" y="2"/>
                        <a:pt x="98" y="2"/>
                      </a:cubicBezTo>
                      <a:cubicBezTo>
                        <a:pt x="98" y="2"/>
                        <a:pt x="101" y="21"/>
                        <a:pt x="90" y="33"/>
                      </a:cubicBezTo>
                      <a:cubicBezTo>
                        <a:pt x="85" y="39"/>
                        <a:pt x="78" y="42"/>
                        <a:pt x="68" y="42"/>
                      </a:cubicBezTo>
                      <a:cubicBezTo>
                        <a:pt x="64" y="46"/>
                        <a:pt x="60" y="49"/>
                        <a:pt x="56" y="50"/>
                      </a:cubicBezTo>
                      <a:cubicBezTo>
                        <a:pt x="56" y="62"/>
                        <a:pt x="56" y="62"/>
                        <a:pt x="56" y="62"/>
                      </a:cubicBezTo>
                      <a:cubicBezTo>
                        <a:pt x="62" y="62"/>
                        <a:pt x="62" y="62"/>
                        <a:pt x="62" y="62"/>
                      </a:cubicBezTo>
                      <a:cubicBezTo>
                        <a:pt x="65" y="62"/>
                        <a:pt x="68" y="65"/>
                        <a:pt x="68" y="68"/>
                      </a:cubicBezTo>
                      <a:cubicBezTo>
                        <a:pt x="68" y="71"/>
                        <a:pt x="65" y="73"/>
                        <a:pt x="62" y="73"/>
                      </a:cubicBezTo>
                      <a:close/>
                      <a:moveTo>
                        <a:pt x="38" y="65"/>
                      </a:moveTo>
                      <a:cubicBezTo>
                        <a:pt x="36" y="65"/>
                        <a:pt x="35" y="66"/>
                        <a:pt x="35" y="68"/>
                      </a:cubicBezTo>
                      <a:cubicBezTo>
                        <a:pt x="35" y="69"/>
                        <a:pt x="36" y="70"/>
                        <a:pt x="38" y="70"/>
                      </a:cubicBezTo>
                      <a:cubicBezTo>
                        <a:pt x="62" y="70"/>
                        <a:pt x="62" y="70"/>
                        <a:pt x="62" y="70"/>
                      </a:cubicBezTo>
                      <a:cubicBezTo>
                        <a:pt x="64" y="70"/>
                        <a:pt x="65" y="69"/>
                        <a:pt x="65" y="68"/>
                      </a:cubicBezTo>
                      <a:cubicBezTo>
                        <a:pt x="65" y="66"/>
                        <a:pt x="64" y="65"/>
                        <a:pt x="62" y="65"/>
                      </a:cubicBezTo>
                      <a:cubicBezTo>
                        <a:pt x="53" y="65"/>
                        <a:pt x="53" y="65"/>
                        <a:pt x="53" y="65"/>
                      </a:cubicBezTo>
                      <a:cubicBezTo>
                        <a:pt x="53" y="48"/>
                        <a:pt x="53" y="48"/>
                        <a:pt x="53" y="48"/>
                      </a:cubicBezTo>
                      <a:cubicBezTo>
                        <a:pt x="54" y="47"/>
                        <a:pt x="54" y="47"/>
                        <a:pt x="54" y="47"/>
                      </a:cubicBezTo>
                      <a:cubicBezTo>
                        <a:pt x="58" y="46"/>
                        <a:pt x="63" y="44"/>
                        <a:pt x="66" y="39"/>
                      </a:cubicBezTo>
                      <a:cubicBezTo>
                        <a:pt x="67" y="39"/>
                        <a:pt x="67" y="39"/>
                        <a:pt x="67" y="39"/>
                      </a:cubicBezTo>
                      <a:cubicBezTo>
                        <a:pt x="68" y="39"/>
                        <a:pt x="68" y="39"/>
                        <a:pt x="68" y="39"/>
                      </a:cubicBezTo>
                      <a:cubicBezTo>
                        <a:pt x="77" y="39"/>
                        <a:pt x="83" y="36"/>
                        <a:pt x="88" y="31"/>
                      </a:cubicBezTo>
                      <a:cubicBezTo>
                        <a:pt x="96" y="22"/>
                        <a:pt x="96" y="8"/>
                        <a:pt x="9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8"/>
                        <a:pt x="5" y="22"/>
                        <a:pt x="13" y="31"/>
                      </a:cubicBezTo>
                      <a:cubicBezTo>
                        <a:pt x="17" y="36"/>
                        <a:pt x="24" y="39"/>
                        <a:pt x="33" y="39"/>
                      </a:cubicBezTo>
                      <a:cubicBezTo>
                        <a:pt x="34" y="39"/>
                        <a:pt x="34" y="39"/>
                        <a:pt x="34" y="39"/>
                      </a:cubicBezTo>
                      <a:cubicBezTo>
                        <a:pt x="34" y="39"/>
                        <a:pt x="34" y="39"/>
                        <a:pt x="34" y="39"/>
                      </a:cubicBezTo>
                      <a:cubicBezTo>
                        <a:pt x="38" y="44"/>
                        <a:pt x="43" y="47"/>
                        <a:pt x="47" y="48"/>
                      </a:cubicBezTo>
                      <a:cubicBezTo>
                        <a:pt x="49" y="48"/>
                        <a:pt x="49" y="48"/>
                        <a:pt x="49" y="48"/>
                      </a:cubicBezTo>
                      <a:cubicBezTo>
                        <a:pt x="49" y="65"/>
                        <a:pt x="49" y="65"/>
                        <a:pt x="49" y="65"/>
                      </a:cubicBezTo>
                      <a:lnTo>
                        <a:pt x="38" y="65"/>
                      </a:lnTo>
                      <a:close/>
                      <a:moveTo>
                        <a:pt x="70" y="34"/>
                      </a:moveTo>
                      <a:cubicBezTo>
                        <a:pt x="71" y="31"/>
                        <a:pt x="71" y="31"/>
                        <a:pt x="71" y="31"/>
                      </a:cubicBezTo>
                      <a:cubicBezTo>
                        <a:pt x="75" y="25"/>
                        <a:pt x="77" y="17"/>
                        <a:pt x="78" y="9"/>
                      </a:cubicBezTo>
                      <a:cubicBezTo>
                        <a:pt x="78" y="7"/>
                        <a:pt x="78" y="7"/>
                        <a:pt x="78" y="7"/>
                      </a:cubicBezTo>
                      <a:cubicBezTo>
                        <a:pt x="91" y="7"/>
                        <a:pt x="91" y="7"/>
                        <a:pt x="91" y="7"/>
                      </a:cubicBezTo>
                      <a:cubicBezTo>
                        <a:pt x="91" y="8"/>
                        <a:pt x="91" y="8"/>
                        <a:pt x="91" y="8"/>
                      </a:cubicBezTo>
                      <a:cubicBezTo>
                        <a:pt x="91" y="28"/>
                        <a:pt x="78" y="33"/>
                        <a:pt x="73" y="34"/>
                      </a:cubicBezTo>
                      <a:lnTo>
                        <a:pt x="70" y="34"/>
                      </a:lnTo>
                      <a:close/>
                      <a:moveTo>
                        <a:pt x="81" y="10"/>
                      </a:moveTo>
                      <a:cubicBezTo>
                        <a:pt x="80" y="17"/>
                        <a:pt x="78" y="24"/>
                        <a:pt x="75" y="30"/>
                      </a:cubicBezTo>
                      <a:cubicBezTo>
                        <a:pt x="81" y="28"/>
                        <a:pt x="88" y="23"/>
                        <a:pt x="88" y="10"/>
                      </a:cubicBezTo>
                      <a:lnTo>
                        <a:pt x="81" y="10"/>
                      </a:lnTo>
                      <a:close/>
                      <a:moveTo>
                        <a:pt x="30" y="34"/>
                      </a:moveTo>
                      <a:cubicBezTo>
                        <a:pt x="27" y="34"/>
                        <a:pt x="27" y="34"/>
                        <a:pt x="27" y="34"/>
                      </a:cubicBezTo>
                      <a:cubicBezTo>
                        <a:pt x="22" y="32"/>
                        <a:pt x="10" y="28"/>
                        <a:pt x="9" y="8"/>
                      </a:cubicBezTo>
                      <a:cubicBezTo>
                        <a:pt x="9" y="7"/>
                        <a:pt x="9" y="7"/>
                        <a:pt x="9" y="7"/>
                      </a:cubicBezTo>
                      <a:cubicBezTo>
                        <a:pt x="22" y="7"/>
                        <a:pt x="22" y="7"/>
                        <a:pt x="22" y="7"/>
                      </a:cubicBezTo>
                      <a:cubicBezTo>
                        <a:pt x="22" y="9"/>
                        <a:pt x="22" y="9"/>
                        <a:pt x="22" y="9"/>
                      </a:cubicBezTo>
                      <a:cubicBezTo>
                        <a:pt x="23" y="17"/>
                        <a:pt x="25" y="25"/>
                        <a:pt x="29" y="31"/>
                      </a:cubicBezTo>
                      <a:lnTo>
                        <a:pt x="30" y="34"/>
                      </a:lnTo>
                      <a:close/>
                      <a:moveTo>
                        <a:pt x="12" y="10"/>
                      </a:moveTo>
                      <a:cubicBezTo>
                        <a:pt x="13" y="23"/>
                        <a:pt x="19" y="28"/>
                        <a:pt x="25" y="30"/>
                      </a:cubicBezTo>
                      <a:cubicBezTo>
                        <a:pt x="22" y="24"/>
                        <a:pt x="20" y="17"/>
                        <a:pt x="19" y="10"/>
                      </a:cubicBezTo>
                      <a:lnTo>
                        <a:pt x="12" y="1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38" name="iṣļîḍè"/>
                <p:cNvGrpSpPr/>
                <p:nvPr/>
              </p:nvGrpSpPr>
              <p:grpSpPr>
                <a:xfrm>
                  <a:off x="3359518" y="4532488"/>
                  <a:ext cx="312551" cy="393463"/>
                  <a:chOff x="4541592" y="4960612"/>
                  <a:chExt cx="312551" cy="393463"/>
                </a:xfrm>
              </p:grpSpPr>
              <p:sp>
                <p:nvSpPr>
                  <p:cNvPr id="122" name="íśḻïḍé"/>
                  <p:cNvSpPr/>
                  <p:nvPr/>
                </p:nvSpPr>
                <p:spPr bwMode="auto">
                  <a:xfrm>
                    <a:off x="4541592" y="4978064"/>
                    <a:ext cx="304617" cy="376011"/>
                  </a:xfrm>
                  <a:custGeom>
                    <a:avLst/>
                    <a:gdLst>
                      <a:gd name="T0" fmla="*/ 190 w 192"/>
                      <a:gd name="T1" fmla="*/ 29 h 237"/>
                      <a:gd name="T2" fmla="*/ 164 w 192"/>
                      <a:gd name="T3" fmla="*/ 67 h 237"/>
                      <a:gd name="T4" fmla="*/ 159 w 192"/>
                      <a:gd name="T5" fmla="*/ 71 h 237"/>
                      <a:gd name="T6" fmla="*/ 69 w 192"/>
                      <a:gd name="T7" fmla="*/ 199 h 237"/>
                      <a:gd name="T8" fmla="*/ 5 w 192"/>
                      <a:gd name="T9" fmla="*/ 230 h 237"/>
                      <a:gd name="T10" fmla="*/ 14 w 192"/>
                      <a:gd name="T11" fmla="*/ 164 h 237"/>
                      <a:gd name="T12" fmla="*/ 109 w 192"/>
                      <a:gd name="T13" fmla="*/ 36 h 237"/>
                      <a:gd name="T14" fmla="*/ 112 w 192"/>
                      <a:gd name="T15" fmla="*/ 34 h 237"/>
                      <a:gd name="T16" fmla="*/ 133 w 192"/>
                      <a:gd name="T17" fmla="*/ 3 h 237"/>
                      <a:gd name="T18" fmla="*/ 128 w 192"/>
                      <a:gd name="T19" fmla="*/ 0 h 237"/>
                      <a:gd name="T20" fmla="*/ 12 w 192"/>
                      <a:gd name="T21" fmla="*/ 161 h 237"/>
                      <a:gd name="T22" fmla="*/ 0 w 192"/>
                      <a:gd name="T23" fmla="*/ 237 h 237"/>
                      <a:gd name="T24" fmla="*/ 71 w 192"/>
                      <a:gd name="T25" fmla="*/ 204 h 237"/>
                      <a:gd name="T26" fmla="*/ 71 w 192"/>
                      <a:gd name="T27" fmla="*/ 204 h 237"/>
                      <a:gd name="T28" fmla="*/ 173 w 192"/>
                      <a:gd name="T29" fmla="*/ 62 h 237"/>
                      <a:gd name="T30" fmla="*/ 192 w 192"/>
                      <a:gd name="T31" fmla="*/ 31 h 237"/>
                      <a:gd name="T32" fmla="*/ 190 w 192"/>
                      <a:gd name="T33" fmla="*/ 29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92" h="237">
                        <a:moveTo>
                          <a:pt x="190" y="29"/>
                        </a:moveTo>
                        <a:lnTo>
                          <a:pt x="164" y="67"/>
                        </a:lnTo>
                        <a:lnTo>
                          <a:pt x="159" y="71"/>
                        </a:lnTo>
                        <a:lnTo>
                          <a:pt x="69" y="199"/>
                        </a:lnTo>
                        <a:lnTo>
                          <a:pt x="5" y="230"/>
                        </a:lnTo>
                        <a:lnTo>
                          <a:pt x="14" y="164"/>
                        </a:lnTo>
                        <a:lnTo>
                          <a:pt x="109" y="36"/>
                        </a:lnTo>
                        <a:lnTo>
                          <a:pt x="112" y="34"/>
                        </a:lnTo>
                        <a:lnTo>
                          <a:pt x="133" y="3"/>
                        </a:lnTo>
                        <a:lnTo>
                          <a:pt x="128" y="0"/>
                        </a:lnTo>
                        <a:lnTo>
                          <a:pt x="12" y="161"/>
                        </a:lnTo>
                        <a:lnTo>
                          <a:pt x="0" y="237"/>
                        </a:lnTo>
                        <a:lnTo>
                          <a:pt x="71" y="204"/>
                        </a:lnTo>
                        <a:lnTo>
                          <a:pt x="71" y="204"/>
                        </a:lnTo>
                        <a:lnTo>
                          <a:pt x="173" y="62"/>
                        </a:lnTo>
                        <a:lnTo>
                          <a:pt x="192" y="31"/>
                        </a:lnTo>
                        <a:lnTo>
                          <a:pt x="190" y="29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3" name="i$ľïdê"/>
                  <p:cNvSpPr/>
                  <p:nvPr/>
                </p:nvSpPr>
                <p:spPr bwMode="auto">
                  <a:xfrm>
                    <a:off x="4587603" y="5035181"/>
                    <a:ext cx="153896" cy="211010"/>
                  </a:xfrm>
                  <a:custGeom>
                    <a:avLst/>
                    <a:gdLst>
                      <a:gd name="T0" fmla="*/ 41 w 41"/>
                      <a:gd name="T1" fmla="*/ 0 h 56"/>
                      <a:gd name="T2" fmla="*/ 40 w 41"/>
                      <a:gd name="T3" fmla="*/ 2 h 56"/>
                      <a:gd name="T4" fmla="*/ 2 w 41"/>
                      <a:gd name="T5" fmla="*/ 56 h 56"/>
                      <a:gd name="T6" fmla="*/ 0 w 41"/>
                      <a:gd name="T7" fmla="*/ 55 h 56"/>
                      <a:gd name="T8" fmla="*/ 38 w 41"/>
                      <a:gd name="T9" fmla="*/ 1 h 56"/>
                      <a:gd name="T10" fmla="*/ 39 w 41"/>
                      <a:gd name="T11" fmla="*/ 0 h 56"/>
                      <a:gd name="T12" fmla="*/ 41 w 41"/>
                      <a:gd name="T13" fmla="*/ 0 h 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1" h="56">
                        <a:moveTo>
                          <a:pt x="41" y="0"/>
                        </a:moveTo>
                        <a:cubicBezTo>
                          <a:pt x="40" y="2"/>
                          <a:pt x="40" y="2"/>
                          <a:pt x="40" y="2"/>
                        </a:cubicBezTo>
                        <a:cubicBezTo>
                          <a:pt x="2" y="56"/>
                          <a:pt x="2" y="56"/>
                          <a:pt x="2" y="56"/>
                        </a:cubicBezTo>
                        <a:cubicBezTo>
                          <a:pt x="0" y="55"/>
                          <a:pt x="0" y="55"/>
                          <a:pt x="0" y="55"/>
                        </a:cubicBezTo>
                        <a:cubicBezTo>
                          <a:pt x="38" y="1"/>
                          <a:pt x="38" y="1"/>
                          <a:pt x="38" y="1"/>
                        </a:cubicBezTo>
                        <a:cubicBezTo>
                          <a:pt x="39" y="0"/>
                          <a:pt x="39" y="0"/>
                          <a:pt x="39" y="0"/>
                        </a:cubicBezTo>
                        <a:cubicBezTo>
                          <a:pt x="40" y="0"/>
                          <a:pt x="41" y="0"/>
                          <a:pt x="41" y="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4" name="iṩļîḓe"/>
                  <p:cNvSpPr/>
                  <p:nvPr/>
                </p:nvSpPr>
                <p:spPr bwMode="auto">
                  <a:xfrm>
                    <a:off x="4609814" y="5043113"/>
                    <a:ext cx="158655" cy="220529"/>
                  </a:xfrm>
                  <a:custGeom>
                    <a:avLst/>
                    <a:gdLst>
                      <a:gd name="T0" fmla="*/ 42 w 42"/>
                      <a:gd name="T1" fmla="*/ 1 h 59"/>
                      <a:gd name="T2" fmla="*/ 41 w 42"/>
                      <a:gd name="T3" fmla="*/ 3 h 59"/>
                      <a:gd name="T4" fmla="*/ 2 w 42"/>
                      <a:gd name="T5" fmla="*/ 59 h 59"/>
                      <a:gd name="T6" fmla="*/ 0 w 42"/>
                      <a:gd name="T7" fmla="*/ 58 h 59"/>
                      <a:gd name="T8" fmla="*/ 39 w 42"/>
                      <a:gd name="T9" fmla="*/ 2 h 59"/>
                      <a:gd name="T10" fmla="*/ 40 w 42"/>
                      <a:gd name="T11" fmla="*/ 0 h 59"/>
                      <a:gd name="T12" fmla="*/ 42 w 42"/>
                      <a:gd name="T13" fmla="*/ 1 h 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2" h="59">
                        <a:moveTo>
                          <a:pt x="42" y="1"/>
                        </a:moveTo>
                        <a:cubicBezTo>
                          <a:pt x="41" y="3"/>
                          <a:pt x="41" y="3"/>
                          <a:pt x="41" y="3"/>
                        </a:cubicBezTo>
                        <a:cubicBezTo>
                          <a:pt x="2" y="59"/>
                          <a:pt x="2" y="59"/>
                          <a:pt x="2" y="59"/>
                        </a:cubicBezTo>
                        <a:cubicBezTo>
                          <a:pt x="0" y="58"/>
                          <a:pt x="0" y="58"/>
                          <a:pt x="0" y="58"/>
                        </a:cubicBezTo>
                        <a:cubicBezTo>
                          <a:pt x="39" y="2"/>
                          <a:pt x="39" y="2"/>
                          <a:pt x="39" y="2"/>
                        </a:cubicBezTo>
                        <a:cubicBezTo>
                          <a:pt x="40" y="0"/>
                          <a:pt x="40" y="0"/>
                          <a:pt x="40" y="0"/>
                        </a:cubicBezTo>
                        <a:cubicBezTo>
                          <a:pt x="41" y="1"/>
                          <a:pt x="41" y="1"/>
                          <a:pt x="42" y="1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5" name="íśļíḑê"/>
                  <p:cNvSpPr/>
                  <p:nvPr/>
                </p:nvSpPr>
                <p:spPr bwMode="auto">
                  <a:xfrm>
                    <a:off x="4632026" y="5060565"/>
                    <a:ext cx="158655" cy="218943"/>
                  </a:xfrm>
                  <a:custGeom>
                    <a:avLst/>
                    <a:gdLst>
                      <a:gd name="T0" fmla="*/ 42 w 42"/>
                      <a:gd name="T1" fmla="*/ 2 h 58"/>
                      <a:gd name="T2" fmla="*/ 41 w 42"/>
                      <a:gd name="T3" fmla="*/ 4 h 58"/>
                      <a:gd name="T4" fmla="*/ 2 w 42"/>
                      <a:gd name="T5" fmla="*/ 58 h 58"/>
                      <a:gd name="T6" fmla="*/ 0 w 42"/>
                      <a:gd name="T7" fmla="*/ 57 h 58"/>
                      <a:gd name="T8" fmla="*/ 40 w 42"/>
                      <a:gd name="T9" fmla="*/ 2 h 58"/>
                      <a:gd name="T10" fmla="*/ 41 w 42"/>
                      <a:gd name="T11" fmla="*/ 0 h 58"/>
                      <a:gd name="T12" fmla="*/ 42 w 42"/>
                      <a:gd name="T13" fmla="*/ 2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2" h="58">
                        <a:moveTo>
                          <a:pt x="42" y="2"/>
                        </a:moveTo>
                        <a:cubicBezTo>
                          <a:pt x="41" y="4"/>
                          <a:pt x="41" y="4"/>
                          <a:pt x="41" y="4"/>
                        </a:cubicBezTo>
                        <a:cubicBezTo>
                          <a:pt x="2" y="58"/>
                          <a:pt x="2" y="58"/>
                          <a:pt x="2" y="58"/>
                        </a:cubicBezTo>
                        <a:cubicBezTo>
                          <a:pt x="0" y="57"/>
                          <a:pt x="0" y="57"/>
                          <a:pt x="0" y="57"/>
                        </a:cubicBezTo>
                        <a:cubicBezTo>
                          <a:pt x="40" y="2"/>
                          <a:pt x="40" y="2"/>
                          <a:pt x="40" y="2"/>
                        </a:cubicBezTo>
                        <a:cubicBezTo>
                          <a:pt x="41" y="0"/>
                          <a:pt x="41" y="0"/>
                          <a:pt x="41" y="0"/>
                        </a:cubicBezTo>
                        <a:cubicBezTo>
                          <a:pt x="41" y="1"/>
                          <a:pt x="42" y="1"/>
                          <a:pt x="42" y="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6" name="iṥ1îdè"/>
                  <p:cNvSpPr/>
                  <p:nvPr/>
                </p:nvSpPr>
                <p:spPr bwMode="auto">
                  <a:xfrm>
                    <a:off x="4560631" y="5230325"/>
                    <a:ext cx="98366" cy="71394"/>
                  </a:xfrm>
                  <a:custGeom>
                    <a:avLst/>
                    <a:gdLst>
                      <a:gd name="T0" fmla="*/ 26 w 26"/>
                      <a:gd name="T1" fmla="*/ 17 h 19"/>
                      <a:gd name="T2" fmla="*/ 22 w 26"/>
                      <a:gd name="T3" fmla="*/ 19 h 19"/>
                      <a:gd name="T4" fmla="*/ 0 w 26"/>
                      <a:gd name="T5" fmla="*/ 4 h 19"/>
                      <a:gd name="T6" fmla="*/ 1 w 26"/>
                      <a:gd name="T7" fmla="*/ 0 h 19"/>
                      <a:gd name="T8" fmla="*/ 26 w 26"/>
                      <a:gd name="T9" fmla="*/ 17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6" h="19">
                        <a:moveTo>
                          <a:pt x="26" y="17"/>
                        </a:moveTo>
                        <a:cubicBezTo>
                          <a:pt x="22" y="19"/>
                          <a:pt x="22" y="19"/>
                          <a:pt x="22" y="19"/>
                        </a:cubicBezTo>
                        <a:cubicBezTo>
                          <a:pt x="15" y="5"/>
                          <a:pt x="0" y="4"/>
                          <a:pt x="0" y="4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17" y="2"/>
                          <a:pt x="26" y="17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7" name="îSļîḑè"/>
                  <p:cNvSpPr/>
                  <p:nvPr/>
                </p:nvSpPr>
                <p:spPr bwMode="auto">
                  <a:xfrm>
                    <a:off x="4549526" y="5298547"/>
                    <a:ext cx="41250" cy="33317"/>
                  </a:xfrm>
                  <a:custGeom>
                    <a:avLst/>
                    <a:gdLst>
                      <a:gd name="T0" fmla="*/ 11 w 11"/>
                      <a:gd name="T1" fmla="*/ 8 h 9"/>
                      <a:gd name="T2" fmla="*/ 8 w 11"/>
                      <a:gd name="T3" fmla="*/ 9 h 9"/>
                      <a:gd name="T4" fmla="*/ 0 w 11"/>
                      <a:gd name="T5" fmla="*/ 3 h 9"/>
                      <a:gd name="T6" fmla="*/ 1 w 11"/>
                      <a:gd name="T7" fmla="*/ 0 h 9"/>
                      <a:gd name="T8" fmla="*/ 11 w 11"/>
                      <a:gd name="T9" fmla="*/ 8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" h="9">
                        <a:moveTo>
                          <a:pt x="11" y="8"/>
                        </a:moveTo>
                        <a:cubicBezTo>
                          <a:pt x="8" y="9"/>
                          <a:pt x="8" y="9"/>
                          <a:pt x="8" y="9"/>
                        </a:cubicBezTo>
                        <a:cubicBezTo>
                          <a:pt x="5" y="5"/>
                          <a:pt x="0" y="3"/>
                          <a:pt x="0" y="3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0"/>
                          <a:pt x="8" y="2"/>
                          <a:pt x="11" y="8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8" name="íṧḷídê"/>
                  <p:cNvSpPr/>
                  <p:nvPr/>
                </p:nvSpPr>
                <p:spPr bwMode="auto">
                  <a:xfrm>
                    <a:off x="4703420" y="4960612"/>
                    <a:ext cx="150723" cy="138029"/>
                  </a:xfrm>
                  <a:custGeom>
                    <a:avLst/>
                    <a:gdLst>
                      <a:gd name="T0" fmla="*/ 15 w 40"/>
                      <a:gd name="T1" fmla="*/ 22 h 37"/>
                      <a:gd name="T2" fmla="*/ 10 w 40"/>
                      <a:gd name="T3" fmla="*/ 20 h 37"/>
                      <a:gd name="T4" fmla="*/ 4 w 40"/>
                      <a:gd name="T5" fmla="*/ 19 h 37"/>
                      <a:gd name="T6" fmla="*/ 3 w 40"/>
                      <a:gd name="T7" fmla="*/ 20 h 37"/>
                      <a:gd name="T8" fmla="*/ 9 w 40"/>
                      <a:gd name="T9" fmla="*/ 22 h 37"/>
                      <a:gd name="T10" fmla="*/ 14 w 40"/>
                      <a:gd name="T11" fmla="*/ 24 h 37"/>
                      <a:gd name="T12" fmla="*/ 21 w 40"/>
                      <a:gd name="T13" fmla="*/ 29 h 37"/>
                      <a:gd name="T14" fmla="*/ 17 w 40"/>
                      <a:gd name="T15" fmla="*/ 23 h 37"/>
                      <a:gd name="T16" fmla="*/ 15 w 40"/>
                      <a:gd name="T17" fmla="*/ 22 h 37"/>
                      <a:gd name="T18" fmla="*/ 10 w 40"/>
                      <a:gd name="T19" fmla="*/ 20 h 37"/>
                      <a:gd name="T20" fmla="*/ 4 w 40"/>
                      <a:gd name="T21" fmla="*/ 19 h 37"/>
                      <a:gd name="T22" fmla="*/ 3 w 40"/>
                      <a:gd name="T23" fmla="*/ 20 h 37"/>
                      <a:gd name="T24" fmla="*/ 9 w 40"/>
                      <a:gd name="T25" fmla="*/ 22 h 37"/>
                      <a:gd name="T26" fmla="*/ 14 w 40"/>
                      <a:gd name="T27" fmla="*/ 24 h 37"/>
                      <a:gd name="T28" fmla="*/ 21 w 40"/>
                      <a:gd name="T29" fmla="*/ 29 h 37"/>
                      <a:gd name="T30" fmla="*/ 17 w 40"/>
                      <a:gd name="T31" fmla="*/ 23 h 37"/>
                      <a:gd name="T32" fmla="*/ 29 w 40"/>
                      <a:gd name="T33" fmla="*/ 2 h 37"/>
                      <a:gd name="T34" fmla="*/ 15 w 40"/>
                      <a:gd name="T35" fmla="*/ 1 h 37"/>
                      <a:gd name="T36" fmla="*/ 11 w 40"/>
                      <a:gd name="T37" fmla="*/ 5 h 37"/>
                      <a:gd name="T38" fmla="*/ 2 w 40"/>
                      <a:gd name="T39" fmla="*/ 20 h 37"/>
                      <a:gd name="T40" fmla="*/ 7 w 40"/>
                      <a:gd name="T41" fmla="*/ 21 h 37"/>
                      <a:gd name="T42" fmla="*/ 13 w 40"/>
                      <a:gd name="T43" fmla="*/ 23 h 37"/>
                      <a:gd name="T44" fmla="*/ 16 w 40"/>
                      <a:gd name="T45" fmla="*/ 25 h 37"/>
                      <a:gd name="T46" fmla="*/ 22 w 40"/>
                      <a:gd name="T47" fmla="*/ 31 h 37"/>
                      <a:gd name="T48" fmla="*/ 24 w 40"/>
                      <a:gd name="T49" fmla="*/ 35 h 37"/>
                      <a:gd name="T50" fmla="*/ 30 w 40"/>
                      <a:gd name="T51" fmla="*/ 31 h 37"/>
                      <a:gd name="T52" fmla="*/ 26 w 40"/>
                      <a:gd name="T53" fmla="*/ 33 h 37"/>
                      <a:gd name="T54" fmla="*/ 22 w 40"/>
                      <a:gd name="T55" fmla="*/ 27 h 37"/>
                      <a:gd name="T56" fmla="*/ 15 w 40"/>
                      <a:gd name="T57" fmla="*/ 22 h 37"/>
                      <a:gd name="T58" fmla="*/ 10 w 40"/>
                      <a:gd name="T59" fmla="*/ 20 h 37"/>
                      <a:gd name="T60" fmla="*/ 4 w 40"/>
                      <a:gd name="T61" fmla="*/ 19 h 37"/>
                      <a:gd name="T62" fmla="*/ 13 w 40"/>
                      <a:gd name="T63" fmla="*/ 6 h 37"/>
                      <a:gd name="T64" fmla="*/ 28 w 40"/>
                      <a:gd name="T65" fmla="*/ 4 h 37"/>
                      <a:gd name="T66" fmla="*/ 37 w 40"/>
                      <a:gd name="T67" fmla="*/ 17 h 37"/>
                      <a:gd name="T68" fmla="*/ 17 w 40"/>
                      <a:gd name="T69" fmla="*/ 23 h 37"/>
                      <a:gd name="T70" fmla="*/ 13 w 40"/>
                      <a:gd name="T71" fmla="*/ 22 h 37"/>
                      <a:gd name="T72" fmla="*/ 8 w 40"/>
                      <a:gd name="T73" fmla="*/ 20 h 37"/>
                      <a:gd name="T74" fmla="*/ 4 w 40"/>
                      <a:gd name="T75" fmla="*/ 19 h 37"/>
                      <a:gd name="T76" fmla="*/ 7 w 40"/>
                      <a:gd name="T77" fmla="*/ 21 h 37"/>
                      <a:gd name="T78" fmla="*/ 13 w 40"/>
                      <a:gd name="T79" fmla="*/ 23 h 37"/>
                      <a:gd name="T80" fmla="*/ 16 w 40"/>
                      <a:gd name="T81" fmla="*/ 25 h 37"/>
                      <a:gd name="T82" fmla="*/ 22 w 40"/>
                      <a:gd name="T83" fmla="*/ 27 h 37"/>
                      <a:gd name="T84" fmla="*/ 17 w 40"/>
                      <a:gd name="T85" fmla="*/ 23 h 37"/>
                      <a:gd name="T86" fmla="*/ 13 w 40"/>
                      <a:gd name="T87" fmla="*/ 22 h 37"/>
                      <a:gd name="T88" fmla="*/ 8 w 40"/>
                      <a:gd name="T89" fmla="*/ 20 h 37"/>
                      <a:gd name="T90" fmla="*/ 4 w 40"/>
                      <a:gd name="T91" fmla="*/ 19 h 37"/>
                      <a:gd name="T92" fmla="*/ 7 w 40"/>
                      <a:gd name="T93" fmla="*/ 21 h 37"/>
                      <a:gd name="T94" fmla="*/ 13 w 40"/>
                      <a:gd name="T95" fmla="*/ 23 h 37"/>
                      <a:gd name="T96" fmla="*/ 16 w 40"/>
                      <a:gd name="T97" fmla="*/ 25 h 37"/>
                      <a:gd name="T98" fmla="*/ 22 w 40"/>
                      <a:gd name="T99" fmla="*/ 2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40" h="37">
                        <a:moveTo>
                          <a:pt x="17" y="23"/>
                        </a:moveTo>
                        <a:cubicBezTo>
                          <a:pt x="16" y="23"/>
                          <a:pt x="16" y="23"/>
                          <a:pt x="15" y="22"/>
                        </a:cubicBezTo>
                        <a:cubicBezTo>
                          <a:pt x="15" y="22"/>
                          <a:pt x="14" y="22"/>
                          <a:pt x="13" y="22"/>
                        </a:cubicBezTo>
                        <a:cubicBezTo>
                          <a:pt x="12" y="21"/>
                          <a:pt x="11" y="21"/>
                          <a:pt x="10" y="20"/>
                        </a:cubicBezTo>
                        <a:cubicBezTo>
                          <a:pt x="10" y="20"/>
                          <a:pt x="9" y="20"/>
                          <a:pt x="8" y="20"/>
                        </a:cubicBezTo>
                        <a:cubicBezTo>
                          <a:pt x="7" y="19"/>
                          <a:pt x="5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cubicBezTo>
                          <a:pt x="3" y="20"/>
                          <a:pt x="5" y="21"/>
                          <a:pt x="7" y="21"/>
                        </a:cubicBezTo>
                        <a:cubicBezTo>
                          <a:pt x="8" y="21"/>
                          <a:pt x="9" y="22"/>
                          <a:pt x="9" y="22"/>
                        </a:cubicBezTo>
                        <a:cubicBezTo>
                          <a:pt x="10" y="22"/>
                          <a:pt x="11" y="23"/>
                          <a:pt x="13" y="23"/>
                        </a:cubicBezTo>
                        <a:cubicBezTo>
                          <a:pt x="13" y="23"/>
                          <a:pt x="14" y="24"/>
                          <a:pt x="14" y="24"/>
                        </a:cubicBezTo>
                        <a:cubicBezTo>
                          <a:pt x="15" y="24"/>
                          <a:pt x="15" y="25"/>
                          <a:pt x="16" y="25"/>
                        </a:cubicBezTo>
                        <a:cubicBezTo>
                          <a:pt x="18" y="26"/>
                          <a:pt x="19" y="27"/>
                          <a:pt x="21" y="29"/>
                        </a:cubicBezTo>
                        <a:cubicBezTo>
                          <a:pt x="22" y="27"/>
                          <a:pt x="22" y="27"/>
                          <a:pt x="22" y="27"/>
                        </a:cubicBezTo>
                        <a:cubicBezTo>
                          <a:pt x="20" y="26"/>
                          <a:pt x="19" y="25"/>
                          <a:pt x="17" y="23"/>
                        </a:cubicBezTo>
                        <a:close/>
                        <a:moveTo>
                          <a:pt x="17" y="23"/>
                        </a:moveTo>
                        <a:cubicBezTo>
                          <a:pt x="16" y="23"/>
                          <a:pt x="16" y="23"/>
                          <a:pt x="15" y="22"/>
                        </a:cubicBezTo>
                        <a:cubicBezTo>
                          <a:pt x="15" y="22"/>
                          <a:pt x="14" y="22"/>
                          <a:pt x="13" y="22"/>
                        </a:cubicBezTo>
                        <a:cubicBezTo>
                          <a:pt x="12" y="21"/>
                          <a:pt x="11" y="21"/>
                          <a:pt x="10" y="20"/>
                        </a:cubicBezTo>
                        <a:cubicBezTo>
                          <a:pt x="10" y="20"/>
                          <a:pt x="9" y="20"/>
                          <a:pt x="8" y="20"/>
                        </a:cubicBezTo>
                        <a:cubicBezTo>
                          <a:pt x="7" y="19"/>
                          <a:pt x="5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cubicBezTo>
                          <a:pt x="3" y="20"/>
                          <a:pt x="5" y="21"/>
                          <a:pt x="7" y="21"/>
                        </a:cubicBezTo>
                        <a:cubicBezTo>
                          <a:pt x="8" y="21"/>
                          <a:pt x="9" y="22"/>
                          <a:pt x="9" y="22"/>
                        </a:cubicBezTo>
                        <a:cubicBezTo>
                          <a:pt x="10" y="22"/>
                          <a:pt x="11" y="23"/>
                          <a:pt x="13" y="23"/>
                        </a:cubicBezTo>
                        <a:cubicBezTo>
                          <a:pt x="13" y="23"/>
                          <a:pt x="14" y="24"/>
                          <a:pt x="14" y="24"/>
                        </a:cubicBezTo>
                        <a:cubicBezTo>
                          <a:pt x="15" y="24"/>
                          <a:pt x="15" y="25"/>
                          <a:pt x="16" y="25"/>
                        </a:cubicBezTo>
                        <a:cubicBezTo>
                          <a:pt x="18" y="26"/>
                          <a:pt x="19" y="27"/>
                          <a:pt x="21" y="29"/>
                        </a:cubicBezTo>
                        <a:cubicBezTo>
                          <a:pt x="22" y="27"/>
                          <a:pt x="22" y="27"/>
                          <a:pt x="22" y="27"/>
                        </a:cubicBezTo>
                        <a:cubicBezTo>
                          <a:pt x="20" y="26"/>
                          <a:pt x="19" y="25"/>
                          <a:pt x="17" y="23"/>
                        </a:cubicBezTo>
                        <a:close/>
                        <a:moveTo>
                          <a:pt x="40" y="15"/>
                        </a:moveTo>
                        <a:cubicBezTo>
                          <a:pt x="40" y="15"/>
                          <a:pt x="37" y="6"/>
                          <a:pt x="29" y="2"/>
                        </a:cubicBezTo>
                        <a:cubicBezTo>
                          <a:pt x="25" y="0"/>
                          <a:pt x="20" y="0"/>
                          <a:pt x="15" y="0"/>
                        </a:cubicBezTo>
                        <a:cubicBezTo>
                          <a:pt x="15" y="1"/>
                          <a:pt x="15" y="1"/>
                          <a:pt x="15" y="1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0" y="20"/>
                          <a:pt x="0" y="20"/>
                          <a:pt x="0" y="20"/>
                        </a:cubicBezTo>
                        <a:cubicBezTo>
                          <a:pt x="2" y="20"/>
                          <a:pt x="2" y="20"/>
                          <a:pt x="2" y="20"/>
                        </a:cubicBezTo>
                        <a:cubicBezTo>
                          <a:pt x="2" y="20"/>
                          <a:pt x="2" y="20"/>
                          <a:pt x="3" y="20"/>
                        </a:cubicBezTo>
                        <a:cubicBezTo>
                          <a:pt x="3" y="20"/>
                          <a:pt x="5" y="21"/>
                          <a:pt x="7" y="21"/>
                        </a:cubicBezTo>
                        <a:cubicBezTo>
                          <a:pt x="8" y="21"/>
                          <a:pt x="9" y="22"/>
                          <a:pt x="9" y="22"/>
                        </a:cubicBezTo>
                        <a:cubicBezTo>
                          <a:pt x="10" y="22"/>
                          <a:pt x="11" y="23"/>
                          <a:pt x="13" y="23"/>
                        </a:cubicBezTo>
                        <a:cubicBezTo>
                          <a:pt x="13" y="23"/>
                          <a:pt x="14" y="24"/>
                          <a:pt x="14" y="24"/>
                        </a:cubicBezTo>
                        <a:cubicBezTo>
                          <a:pt x="15" y="24"/>
                          <a:pt x="15" y="25"/>
                          <a:pt x="16" y="25"/>
                        </a:cubicBezTo>
                        <a:cubicBezTo>
                          <a:pt x="18" y="26"/>
                          <a:pt x="19" y="27"/>
                          <a:pt x="21" y="29"/>
                        </a:cubicBezTo>
                        <a:cubicBezTo>
                          <a:pt x="21" y="29"/>
                          <a:pt x="22" y="30"/>
                          <a:pt x="22" y="31"/>
                        </a:cubicBezTo>
                        <a:cubicBezTo>
                          <a:pt x="23" y="32"/>
                          <a:pt x="24" y="33"/>
                          <a:pt x="24" y="35"/>
                        </a:cubicBezTo>
                        <a:cubicBezTo>
                          <a:pt x="24" y="35"/>
                          <a:pt x="24" y="35"/>
                          <a:pt x="24" y="35"/>
                        </a:cubicBezTo>
                        <a:cubicBezTo>
                          <a:pt x="25" y="37"/>
                          <a:pt x="25" y="37"/>
                          <a:pt x="25" y="37"/>
                        </a:cubicBezTo>
                        <a:cubicBezTo>
                          <a:pt x="30" y="31"/>
                          <a:pt x="30" y="31"/>
                          <a:pt x="30" y="31"/>
                        </a:cubicBezTo>
                        <a:cubicBezTo>
                          <a:pt x="40" y="15"/>
                          <a:pt x="40" y="15"/>
                          <a:pt x="40" y="15"/>
                        </a:cubicBezTo>
                        <a:close/>
                        <a:moveTo>
                          <a:pt x="26" y="33"/>
                        </a:moveTo>
                        <a:cubicBezTo>
                          <a:pt x="25" y="31"/>
                          <a:pt x="24" y="30"/>
                          <a:pt x="23" y="29"/>
                        </a:cubicBezTo>
                        <a:cubicBezTo>
                          <a:pt x="23" y="28"/>
                          <a:pt x="22" y="28"/>
                          <a:pt x="22" y="27"/>
                        </a:cubicBezTo>
                        <a:cubicBezTo>
                          <a:pt x="20" y="26"/>
                          <a:pt x="19" y="25"/>
                          <a:pt x="17" y="23"/>
                        </a:cubicBezTo>
                        <a:cubicBezTo>
                          <a:pt x="16" y="23"/>
                          <a:pt x="16" y="23"/>
                          <a:pt x="15" y="22"/>
                        </a:cubicBezTo>
                        <a:cubicBezTo>
                          <a:pt x="15" y="22"/>
                          <a:pt x="14" y="22"/>
                          <a:pt x="13" y="22"/>
                        </a:cubicBezTo>
                        <a:cubicBezTo>
                          <a:pt x="12" y="21"/>
                          <a:pt x="11" y="21"/>
                          <a:pt x="10" y="20"/>
                        </a:cubicBezTo>
                        <a:cubicBezTo>
                          <a:pt x="10" y="20"/>
                          <a:pt x="9" y="20"/>
                          <a:pt x="8" y="20"/>
                        </a:cubicBezTo>
                        <a:cubicBezTo>
                          <a:pt x="7" y="19"/>
                          <a:pt x="5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13" y="6"/>
                          <a:pt x="13" y="6"/>
                          <a:pt x="13" y="6"/>
                        </a:cubicBezTo>
                        <a:cubicBezTo>
                          <a:pt x="16" y="2"/>
                          <a:pt x="16" y="2"/>
                          <a:pt x="16" y="2"/>
                        </a:cubicBezTo>
                        <a:cubicBezTo>
                          <a:pt x="20" y="2"/>
                          <a:pt x="24" y="2"/>
                          <a:pt x="28" y="4"/>
                        </a:cubicBezTo>
                        <a:cubicBezTo>
                          <a:pt x="35" y="7"/>
                          <a:pt x="38" y="13"/>
                          <a:pt x="38" y="15"/>
                        </a:cubicBezTo>
                        <a:cubicBezTo>
                          <a:pt x="37" y="17"/>
                          <a:pt x="37" y="17"/>
                          <a:pt x="37" y="17"/>
                        </a:cubicBezTo>
                        <a:lnTo>
                          <a:pt x="26" y="33"/>
                        </a:lnTo>
                        <a:close/>
                        <a:moveTo>
                          <a:pt x="17" y="23"/>
                        </a:moveTo>
                        <a:cubicBezTo>
                          <a:pt x="16" y="23"/>
                          <a:pt x="16" y="23"/>
                          <a:pt x="15" y="22"/>
                        </a:cubicBezTo>
                        <a:cubicBezTo>
                          <a:pt x="15" y="22"/>
                          <a:pt x="14" y="22"/>
                          <a:pt x="13" y="22"/>
                        </a:cubicBezTo>
                        <a:cubicBezTo>
                          <a:pt x="12" y="21"/>
                          <a:pt x="11" y="21"/>
                          <a:pt x="10" y="20"/>
                        </a:cubicBezTo>
                        <a:cubicBezTo>
                          <a:pt x="10" y="20"/>
                          <a:pt x="9" y="20"/>
                          <a:pt x="8" y="20"/>
                        </a:cubicBezTo>
                        <a:cubicBezTo>
                          <a:pt x="7" y="19"/>
                          <a:pt x="5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cubicBezTo>
                          <a:pt x="3" y="20"/>
                          <a:pt x="5" y="21"/>
                          <a:pt x="7" y="21"/>
                        </a:cubicBezTo>
                        <a:cubicBezTo>
                          <a:pt x="8" y="21"/>
                          <a:pt x="9" y="22"/>
                          <a:pt x="9" y="22"/>
                        </a:cubicBezTo>
                        <a:cubicBezTo>
                          <a:pt x="10" y="22"/>
                          <a:pt x="11" y="23"/>
                          <a:pt x="13" y="23"/>
                        </a:cubicBezTo>
                        <a:cubicBezTo>
                          <a:pt x="13" y="23"/>
                          <a:pt x="14" y="24"/>
                          <a:pt x="14" y="24"/>
                        </a:cubicBezTo>
                        <a:cubicBezTo>
                          <a:pt x="15" y="24"/>
                          <a:pt x="15" y="25"/>
                          <a:pt x="16" y="25"/>
                        </a:cubicBezTo>
                        <a:cubicBezTo>
                          <a:pt x="18" y="26"/>
                          <a:pt x="19" y="27"/>
                          <a:pt x="21" y="29"/>
                        </a:cubicBezTo>
                        <a:cubicBezTo>
                          <a:pt x="22" y="27"/>
                          <a:pt x="22" y="27"/>
                          <a:pt x="22" y="27"/>
                        </a:cubicBezTo>
                        <a:cubicBezTo>
                          <a:pt x="20" y="26"/>
                          <a:pt x="19" y="25"/>
                          <a:pt x="17" y="23"/>
                        </a:cubicBezTo>
                        <a:close/>
                        <a:moveTo>
                          <a:pt x="17" y="23"/>
                        </a:moveTo>
                        <a:cubicBezTo>
                          <a:pt x="16" y="23"/>
                          <a:pt x="16" y="23"/>
                          <a:pt x="15" y="22"/>
                        </a:cubicBezTo>
                        <a:cubicBezTo>
                          <a:pt x="15" y="22"/>
                          <a:pt x="14" y="22"/>
                          <a:pt x="13" y="22"/>
                        </a:cubicBezTo>
                        <a:cubicBezTo>
                          <a:pt x="12" y="21"/>
                          <a:pt x="11" y="21"/>
                          <a:pt x="10" y="20"/>
                        </a:cubicBezTo>
                        <a:cubicBezTo>
                          <a:pt x="10" y="20"/>
                          <a:pt x="9" y="20"/>
                          <a:pt x="8" y="20"/>
                        </a:cubicBezTo>
                        <a:cubicBezTo>
                          <a:pt x="7" y="19"/>
                          <a:pt x="5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cubicBezTo>
                          <a:pt x="3" y="20"/>
                          <a:pt x="5" y="21"/>
                          <a:pt x="7" y="21"/>
                        </a:cubicBezTo>
                        <a:cubicBezTo>
                          <a:pt x="8" y="21"/>
                          <a:pt x="9" y="22"/>
                          <a:pt x="9" y="22"/>
                        </a:cubicBezTo>
                        <a:cubicBezTo>
                          <a:pt x="10" y="22"/>
                          <a:pt x="11" y="23"/>
                          <a:pt x="13" y="23"/>
                        </a:cubicBezTo>
                        <a:cubicBezTo>
                          <a:pt x="13" y="23"/>
                          <a:pt x="14" y="24"/>
                          <a:pt x="14" y="24"/>
                        </a:cubicBezTo>
                        <a:cubicBezTo>
                          <a:pt x="15" y="24"/>
                          <a:pt x="15" y="25"/>
                          <a:pt x="16" y="25"/>
                        </a:cubicBezTo>
                        <a:cubicBezTo>
                          <a:pt x="18" y="26"/>
                          <a:pt x="19" y="27"/>
                          <a:pt x="21" y="29"/>
                        </a:cubicBezTo>
                        <a:cubicBezTo>
                          <a:pt x="22" y="27"/>
                          <a:pt x="22" y="27"/>
                          <a:pt x="22" y="27"/>
                        </a:cubicBezTo>
                        <a:cubicBezTo>
                          <a:pt x="20" y="26"/>
                          <a:pt x="19" y="25"/>
                          <a:pt x="17" y="2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39" name="îŝļíḍè"/>
                <p:cNvGrpSpPr/>
                <p:nvPr/>
              </p:nvGrpSpPr>
              <p:grpSpPr>
                <a:xfrm>
                  <a:off x="1416748" y="2456247"/>
                  <a:ext cx="312549" cy="442646"/>
                  <a:chOff x="5698186" y="1950933"/>
                  <a:chExt cx="312549" cy="442646"/>
                </a:xfrm>
              </p:grpSpPr>
              <p:sp>
                <p:nvSpPr>
                  <p:cNvPr id="119" name="îṣľide"/>
                  <p:cNvSpPr/>
                  <p:nvPr/>
                </p:nvSpPr>
                <p:spPr bwMode="auto">
                  <a:xfrm>
                    <a:off x="5702945" y="1950933"/>
                    <a:ext cx="307790" cy="442646"/>
                  </a:xfrm>
                  <a:custGeom>
                    <a:avLst/>
                    <a:gdLst>
                      <a:gd name="T0" fmla="*/ 82 w 82"/>
                      <a:gd name="T1" fmla="*/ 118 h 118"/>
                      <a:gd name="T2" fmla="*/ 29 w 82"/>
                      <a:gd name="T3" fmla="*/ 116 h 118"/>
                      <a:gd name="T4" fmla="*/ 47 w 82"/>
                      <a:gd name="T5" fmla="*/ 96 h 118"/>
                      <a:gd name="T6" fmla="*/ 30 w 82"/>
                      <a:gd name="T7" fmla="*/ 1 h 118"/>
                      <a:gd name="T8" fmla="*/ 31 w 82"/>
                      <a:gd name="T9" fmla="*/ 0 h 118"/>
                      <a:gd name="T10" fmla="*/ 59 w 82"/>
                      <a:gd name="T11" fmla="*/ 18 h 118"/>
                      <a:gd name="T12" fmla="*/ 58 w 82"/>
                      <a:gd name="T13" fmla="*/ 20 h 118"/>
                      <a:gd name="T14" fmla="*/ 60 w 82"/>
                      <a:gd name="T15" fmla="*/ 86 h 118"/>
                      <a:gd name="T16" fmla="*/ 79 w 82"/>
                      <a:gd name="T17" fmla="*/ 70 h 118"/>
                      <a:gd name="T18" fmla="*/ 82 w 82"/>
                      <a:gd name="T19" fmla="*/ 118 h 118"/>
                      <a:gd name="T20" fmla="*/ 36 w 82"/>
                      <a:gd name="T21" fmla="*/ 113 h 118"/>
                      <a:gd name="T22" fmla="*/ 79 w 82"/>
                      <a:gd name="T23" fmla="*/ 115 h 118"/>
                      <a:gd name="T24" fmla="*/ 76 w 82"/>
                      <a:gd name="T25" fmla="*/ 76 h 118"/>
                      <a:gd name="T26" fmla="*/ 59 w 82"/>
                      <a:gd name="T27" fmla="*/ 90 h 118"/>
                      <a:gd name="T28" fmla="*/ 59 w 82"/>
                      <a:gd name="T29" fmla="*/ 89 h 118"/>
                      <a:gd name="T30" fmla="*/ 55 w 82"/>
                      <a:gd name="T31" fmla="*/ 19 h 118"/>
                      <a:gd name="T32" fmla="*/ 32 w 82"/>
                      <a:gd name="T33" fmla="*/ 4 h 118"/>
                      <a:gd name="T34" fmla="*/ 50 w 82"/>
                      <a:gd name="T35" fmla="*/ 95 h 118"/>
                      <a:gd name="T36" fmla="*/ 52 w 82"/>
                      <a:gd name="T37" fmla="*/ 96 h 118"/>
                      <a:gd name="T38" fmla="*/ 36 w 82"/>
                      <a:gd name="T39" fmla="*/ 113 h 1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82" h="118">
                        <a:moveTo>
                          <a:pt x="82" y="118"/>
                        </a:moveTo>
                        <a:cubicBezTo>
                          <a:pt x="29" y="116"/>
                          <a:pt x="29" y="116"/>
                          <a:pt x="29" y="116"/>
                        </a:cubicBezTo>
                        <a:cubicBezTo>
                          <a:pt x="47" y="96"/>
                          <a:pt x="47" y="96"/>
                          <a:pt x="47" y="96"/>
                        </a:cubicBezTo>
                        <a:cubicBezTo>
                          <a:pt x="0" y="62"/>
                          <a:pt x="30" y="2"/>
                          <a:pt x="30" y="1"/>
                        </a:cubicBezTo>
                        <a:cubicBezTo>
                          <a:pt x="31" y="0"/>
                          <a:pt x="31" y="0"/>
                          <a:pt x="31" y="0"/>
                        </a:cubicBezTo>
                        <a:cubicBezTo>
                          <a:pt x="59" y="18"/>
                          <a:pt x="59" y="18"/>
                          <a:pt x="59" y="18"/>
                        </a:cubicBezTo>
                        <a:cubicBezTo>
                          <a:pt x="58" y="20"/>
                          <a:pt x="58" y="20"/>
                          <a:pt x="58" y="20"/>
                        </a:cubicBezTo>
                        <a:cubicBezTo>
                          <a:pt x="34" y="53"/>
                          <a:pt x="55" y="80"/>
                          <a:pt x="60" y="86"/>
                        </a:cubicBezTo>
                        <a:cubicBezTo>
                          <a:pt x="79" y="70"/>
                          <a:pt x="79" y="70"/>
                          <a:pt x="79" y="70"/>
                        </a:cubicBezTo>
                        <a:lnTo>
                          <a:pt x="82" y="118"/>
                        </a:lnTo>
                        <a:close/>
                        <a:moveTo>
                          <a:pt x="36" y="113"/>
                        </a:moveTo>
                        <a:cubicBezTo>
                          <a:pt x="79" y="115"/>
                          <a:pt x="79" y="115"/>
                          <a:pt x="79" y="115"/>
                        </a:cubicBezTo>
                        <a:cubicBezTo>
                          <a:pt x="76" y="76"/>
                          <a:pt x="76" y="76"/>
                          <a:pt x="76" y="76"/>
                        </a:cubicBezTo>
                        <a:cubicBezTo>
                          <a:pt x="59" y="90"/>
                          <a:pt x="59" y="90"/>
                          <a:pt x="59" y="90"/>
                        </a:cubicBezTo>
                        <a:cubicBezTo>
                          <a:pt x="59" y="89"/>
                          <a:pt x="59" y="89"/>
                          <a:pt x="59" y="89"/>
                        </a:cubicBezTo>
                        <a:cubicBezTo>
                          <a:pt x="58" y="88"/>
                          <a:pt x="28" y="58"/>
                          <a:pt x="55" y="19"/>
                        </a:cubicBezTo>
                        <a:cubicBezTo>
                          <a:pt x="32" y="4"/>
                          <a:pt x="32" y="4"/>
                          <a:pt x="32" y="4"/>
                        </a:cubicBezTo>
                        <a:cubicBezTo>
                          <a:pt x="28" y="14"/>
                          <a:pt x="7" y="65"/>
                          <a:pt x="50" y="95"/>
                        </a:cubicBezTo>
                        <a:cubicBezTo>
                          <a:pt x="52" y="96"/>
                          <a:pt x="52" y="96"/>
                          <a:pt x="52" y="96"/>
                        </a:cubicBezTo>
                        <a:lnTo>
                          <a:pt x="36" y="11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0" name="isliḍé"/>
                  <p:cNvSpPr/>
                  <p:nvPr/>
                </p:nvSpPr>
                <p:spPr bwMode="auto">
                  <a:xfrm>
                    <a:off x="5698186" y="1954106"/>
                    <a:ext cx="199905" cy="431541"/>
                  </a:xfrm>
                  <a:custGeom>
                    <a:avLst/>
                    <a:gdLst>
                      <a:gd name="T0" fmla="*/ 34 w 53"/>
                      <a:gd name="T1" fmla="*/ 115 h 115"/>
                      <a:gd name="T2" fmla="*/ 22 w 53"/>
                      <a:gd name="T3" fmla="*/ 113 h 115"/>
                      <a:gd name="T4" fmla="*/ 37 w 53"/>
                      <a:gd name="T5" fmla="*/ 96 h 115"/>
                      <a:gd name="T6" fmla="*/ 20 w 53"/>
                      <a:gd name="T7" fmla="*/ 10 h 115"/>
                      <a:gd name="T8" fmla="*/ 21 w 53"/>
                      <a:gd name="T9" fmla="*/ 10 h 115"/>
                      <a:gd name="T10" fmla="*/ 31 w 53"/>
                      <a:gd name="T11" fmla="*/ 0 h 115"/>
                      <a:gd name="T12" fmla="*/ 33 w 53"/>
                      <a:gd name="T13" fmla="*/ 2 h 115"/>
                      <a:gd name="T14" fmla="*/ 23 w 53"/>
                      <a:gd name="T15" fmla="*/ 12 h 115"/>
                      <a:gd name="T16" fmla="*/ 40 w 53"/>
                      <a:gd name="T17" fmla="*/ 94 h 115"/>
                      <a:gd name="T18" fmla="*/ 53 w 53"/>
                      <a:gd name="T19" fmla="*/ 94 h 115"/>
                      <a:gd name="T20" fmla="*/ 34 w 53"/>
                      <a:gd name="T21" fmla="*/ 115 h 115"/>
                      <a:gd name="T22" fmla="*/ 28 w 53"/>
                      <a:gd name="T23" fmla="*/ 111 h 115"/>
                      <a:gd name="T24" fmla="*/ 33 w 53"/>
                      <a:gd name="T25" fmla="*/ 112 h 115"/>
                      <a:gd name="T26" fmla="*/ 46 w 53"/>
                      <a:gd name="T27" fmla="*/ 97 h 115"/>
                      <a:gd name="T28" fmla="*/ 40 w 53"/>
                      <a:gd name="T29" fmla="*/ 97 h 115"/>
                      <a:gd name="T30" fmla="*/ 28 w 53"/>
                      <a:gd name="T31" fmla="*/ 111 h 1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53" h="115">
                        <a:moveTo>
                          <a:pt x="34" y="115"/>
                        </a:moveTo>
                        <a:cubicBezTo>
                          <a:pt x="22" y="113"/>
                          <a:pt x="22" y="113"/>
                          <a:pt x="22" y="113"/>
                        </a:cubicBezTo>
                        <a:cubicBezTo>
                          <a:pt x="37" y="96"/>
                          <a:pt x="37" y="96"/>
                          <a:pt x="37" y="96"/>
                        </a:cubicBezTo>
                        <a:cubicBezTo>
                          <a:pt x="30" y="90"/>
                          <a:pt x="0" y="59"/>
                          <a:pt x="20" y="10"/>
                        </a:cubicBezTo>
                        <a:cubicBezTo>
                          <a:pt x="21" y="10"/>
                          <a:pt x="21" y="10"/>
                          <a:pt x="21" y="10"/>
                        </a:cubicBezTo>
                        <a:cubicBezTo>
                          <a:pt x="31" y="0"/>
                          <a:pt x="31" y="0"/>
                          <a:pt x="31" y="0"/>
                        </a:cubicBezTo>
                        <a:cubicBezTo>
                          <a:pt x="33" y="2"/>
                          <a:pt x="33" y="2"/>
                          <a:pt x="33" y="2"/>
                        </a:cubicBezTo>
                        <a:cubicBezTo>
                          <a:pt x="23" y="12"/>
                          <a:pt x="23" y="12"/>
                          <a:pt x="23" y="12"/>
                        </a:cubicBezTo>
                        <a:cubicBezTo>
                          <a:pt x="3" y="61"/>
                          <a:pt x="36" y="91"/>
                          <a:pt x="40" y="94"/>
                        </a:cubicBezTo>
                        <a:cubicBezTo>
                          <a:pt x="53" y="94"/>
                          <a:pt x="53" y="94"/>
                          <a:pt x="53" y="94"/>
                        </a:cubicBezTo>
                        <a:lnTo>
                          <a:pt x="34" y="115"/>
                        </a:lnTo>
                        <a:close/>
                        <a:moveTo>
                          <a:pt x="28" y="111"/>
                        </a:moveTo>
                        <a:cubicBezTo>
                          <a:pt x="33" y="112"/>
                          <a:pt x="33" y="112"/>
                          <a:pt x="33" y="112"/>
                        </a:cubicBezTo>
                        <a:cubicBezTo>
                          <a:pt x="46" y="97"/>
                          <a:pt x="46" y="97"/>
                          <a:pt x="46" y="97"/>
                        </a:cubicBezTo>
                        <a:cubicBezTo>
                          <a:pt x="40" y="97"/>
                          <a:pt x="40" y="97"/>
                          <a:pt x="40" y="97"/>
                        </a:cubicBezTo>
                        <a:lnTo>
                          <a:pt x="28" y="111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1" name="işḷïḓê"/>
                  <p:cNvSpPr/>
                  <p:nvPr/>
                </p:nvSpPr>
                <p:spPr bwMode="auto">
                  <a:xfrm>
                    <a:off x="5906023" y="2217473"/>
                    <a:ext cx="90433" cy="44423"/>
                  </a:xfrm>
                  <a:custGeom>
                    <a:avLst/>
                    <a:gdLst>
                      <a:gd name="T0" fmla="*/ 5 w 57"/>
                      <a:gd name="T1" fmla="*/ 28 h 28"/>
                      <a:gd name="T2" fmla="*/ 0 w 57"/>
                      <a:gd name="T3" fmla="*/ 23 h 28"/>
                      <a:gd name="T4" fmla="*/ 24 w 57"/>
                      <a:gd name="T5" fmla="*/ 0 h 28"/>
                      <a:gd name="T6" fmla="*/ 57 w 57"/>
                      <a:gd name="T7" fmla="*/ 0 h 28"/>
                      <a:gd name="T8" fmla="*/ 57 w 57"/>
                      <a:gd name="T9" fmla="*/ 7 h 28"/>
                      <a:gd name="T10" fmla="*/ 28 w 57"/>
                      <a:gd name="T11" fmla="*/ 7 h 28"/>
                      <a:gd name="T12" fmla="*/ 5 w 57"/>
                      <a:gd name="T13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7" h="28">
                        <a:moveTo>
                          <a:pt x="5" y="28"/>
                        </a:moveTo>
                        <a:lnTo>
                          <a:pt x="0" y="23"/>
                        </a:lnTo>
                        <a:lnTo>
                          <a:pt x="24" y="0"/>
                        </a:lnTo>
                        <a:lnTo>
                          <a:pt x="57" y="0"/>
                        </a:lnTo>
                        <a:lnTo>
                          <a:pt x="57" y="7"/>
                        </a:lnTo>
                        <a:lnTo>
                          <a:pt x="28" y="7"/>
                        </a:lnTo>
                        <a:lnTo>
                          <a:pt x="5" y="28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0" name="ïṥļïḍé"/>
                <p:cNvGrpSpPr/>
                <p:nvPr/>
              </p:nvGrpSpPr>
              <p:grpSpPr>
                <a:xfrm>
                  <a:off x="2170350" y="4994742"/>
                  <a:ext cx="230051" cy="326829"/>
                  <a:chOff x="4382937" y="5523837"/>
                  <a:chExt cx="230051" cy="326829"/>
                </a:xfrm>
              </p:grpSpPr>
              <p:sp>
                <p:nvSpPr>
                  <p:cNvPr id="116" name="íṥ1iḋe"/>
                  <p:cNvSpPr/>
                  <p:nvPr/>
                </p:nvSpPr>
                <p:spPr bwMode="auto">
                  <a:xfrm>
                    <a:off x="4382937" y="5523837"/>
                    <a:ext cx="226877" cy="326829"/>
                  </a:xfrm>
                  <a:custGeom>
                    <a:avLst/>
                    <a:gdLst>
                      <a:gd name="T0" fmla="*/ 0 w 60"/>
                      <a:gd name="T1" fmla="*/ 87 h 87"/>
                      <a:gd name="T2" fmla="*/ 2 w 60"/>
                      <a:gd name="T3" fmla="*/ 50 h 87"/>
                      <a:gd name="T4" fmla="*/ 16 w 60"/>
                      <a:gd name="T5" fmla="*/ 62 h 87"/>
                      <a:gd name="T6" fmla="*/ 17 w 60"/>
                      <a:gd name="T7" fmla="*/ 15 h 87"/>
                      <a:gd name="T8" fmla="*/ 16 w 60"/>
                      <a:gd name="T9" fmla="*/ 14 h 87"/>
                      <a:gd name="T10" fmla="*/ 38 w 60"/>
                      <a:gd name="T11" fmla="*/ 0 h 87"/>
                      <a:gd name="T12" fmla="*/ 38 w 60"/>
                      <a:gd name="T13" fmla="*/ 1 h 87"/>
                      <a:gd name="T14" fmla="*/ 26 w 60"/>
                      <a:gd name="T15" fmla="*/ 70 h 87"/>
                      <a:gd name="T16" fmla="*/ 40 w 60"/>
                      <a:gd name="T17" fmla="*/ 85 h 87"/>
                      <a:gd name="T18" fmla="*/ 0 w 60"/>
                      <a:gd name="T19" fmla="*/ 87 h 87"/>
                      <a:gd name="T20" fmla="*/ 5 w 60"/>
                      <a:gd name="T21" fmla="*/ 56 h 87"/>
                      <a:gd name="T22" fmla="*/ 3 w 60"/>
                      <a:gd name="T23" fmla="*/ 83 h 87"/>
                      <a:gd name="T24" fmla="*/ 33 w 60"/>
                      <a:gd name="T25" fmla="*/ 82 h 87"/>
                      <a:gd name="T26" fmla="*/ 22 w 60"/>
                      <a:gd name="T27" fmla="*/ 70 h 87"/>
                      <a:gd name="T28" fmla="*/ 23 w 60"/>
                      <a:gd name="T29" fmla="*/ 69 h 87"/>
                      <a:gd name="T30" fmla="*/ 36 w 60"/>
                      <a:gd name="T31" fmla="*/ 4 h 87"/>
                      <a:gd name="T32" fmla="*/ 20 w 60"/>
                      <a:gd name="T33" fmla="*/ 14 h 87"/>
                      <a:gd name="T34" fmla="*/ 18 w 60"/>
                      <a:gd name="T35" fmla="*/ 65 h 87"/>
                      <a:gd name="T36" fmla="*/ 17 w 60"/>
                      <a:gd name="T37" fmla="*/ 66 h 87"/>
                      <a:gd name="T38" fmla="*/ 5 w 60"/>
                      <a:gd name="T39" fmla="*/ 56 h 8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60" h="87">
                        <a:moveTo>
                          <a:pt x="0" y="87"/>
                        </a:moveTo>
                        <a:cubicBezTo>
                          <a:pt x="2" y="50"/>
                          <a:pt x="2" y="50"/>
                          <a:pt x="2" y="50"/>
                        </a:cubicBezTo>
                        <a:cubicBezTo>
                          <a:pt x="16" y="62"/>
                          <a:pt x="16" y="62"/>
                          <a:pt x="16" y="62"/>
                        </a:cubicBezTo>
                        <a:cubicBezTo>
                          <a:pt x="20" y="57"/>
                          <a:pt x="35" y="39"/>
                          <a:pt x="17" y="15"/>
                        </a:cubicBezTo>
                        <a:cubicBezTo>
                          <a:pt x="16" y="14"/>
                          <a:pt x="16" y="14"/>
                          <a:pt x="16" y="14"/>
                        </a:cubicBezTo>
                        <a:cubicBezTo>
                          <a:pt x="38" y="0"/>
                          <a:pt x="38" y="0"/>
                          <a:pt x="38" y="0"/>
                        </a:cubicBezTo>
                        <a:cubicBezTo>
                          <a:pt x="38" y="1"/>
                          <a:pt x="38" y="1"/>
                          <a:pt x="38" y="1"/>
                        </a:cubicBezTo>
                        <a:cubicBezTo>
                          <a:pt x="39" y="1"/>
                          <a:pt x="60" y="45"/>
                          <a:pt x="26" y="70"/>
                        </a:cubicBezTo>
                        <a:cubicBezTo>
                          <a:pt x="40" y="85"/>
                          <a:pt x="40" y="85"/>
                          <a:pt x="40" y="85"/>
                        </a:cubicBezTo>
                        <a:lnTo>
                          <a:pt x="0" y="87"/>
                        </a:lnTo>
                        <a:close/>
                        <a:moveTo>
                          <a:pt x="5" y="56"/>
                        </a:moveTo>
                        <a:cubicBezTo>
                          <a:pt x="3" y="83"/>
                          <a:pt x="3" y="83"/>
                          <a:pt x="3" y="83"/>
                        </a:cubicBezTo>
                        <a:cubicBezTo>
                          <a:pt x="33" y="82"/>
                          <a:pt x="33" y="82"/>
                          <a:pt x="33" y="82"/>
                        </a:cubicBezTo>
                        <a:cubicBezTo>
                          <a:pt x="22" y="70"/>
                          <a:pt x="22" y="70"/>
                          <a:pt x="22" y="70"/>
                        </a:cubicBezTo>
                        <a:cubicBezTo>
                          <a:pt x="23" y="69"/>
                          <a:pt x="23" y="69"/>
                          <a:pt x="23" y="69"/>
                        </a:cubicBezTo>
                        <a:cubicBezTo>
                          <a:pt x="53" y="48"/>
                          <a:pt x="40" y="12"/>
                          <a:pt x="36" y="4"/>
                        </a:cubicBezTo>
                        <a:cubicBezTo>
                          <a:pt x="20" y="14"/>
                          <a:pt x="20" y="14"/>
                          <a:pt x="20" y="14"/>
                        </a:cubicBezTo>
                        <a:cubicBezTo>
                          <a:pt x="40" y="42"/>
                          <a:pt x="18" y="65"/>
                          <a:pt x="18" y="65"/>
                        </a:cubicBezTo>
                        <a:cubicBezTo>
                          <a:pt x="17" y="66"/>
                          <a:pt x="17" y="66"/>
                          <a:pt x="17" y="66"/>
                        </a:cubicBezTo>
                        <a:lnTo>
                          <a:pt x="5" y="5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7" name="íŝḻiḋê"/>
                  <p:cNvSpPr/>
                  <p:nvPr/>
                </p:nvSpPr>
                <p:spPr bwMode="auto">
                  <a:xfrm>
                    <a:off x="4462265" y="5527010"/>
                    <a:ext cx="150723" cy="315723"/>
                  </a:xfrm>
                  <a:custGeom>
                    <a:avLst/>
                    <a:gdLst>
                      <a:gd name="T0" fmla="*/ 15 w 40"/>
                      <a:gd name="T1" fmla="*/ 84 h 84"/>
                      <a:gd name="T2" fmla="*/ 0 w 40"/>
                      <a:gd name="T3" fmla="*/ 68 h 84"/>
                      <a:gd name="T4" fmla="*/ 11 w 40"/>
                      <a:gd name="T5" fmla="*/ 68 h 84"/>
                      <a:gd name="T6" fmla="*/ 22 w 40"/>
                      <a:gd name="T7" fmla="*/ 9 h 84"/>
                      <a:gd name="T8" fmla="*/ 15 w 40"/>
                      <a:gd name="T9" fmla="*/ 2 h 84"/>
                      <a:gd name="T10" fmla="*/ 17 w 40"/>
                      <a:gd name="T11" fmla="*/ 0 h 84"/>
                      <a:gd name="T12" fmla="*/ 25 w 40"/>
                      <a:gd name="T13" fmla="*/ 7 h 84"/>
                      <a:gd name="T14" fmla="*/ 13 w 40"/>
                      <a:gd name="T15" fmla="*/ 70 h 84"/>
                      <a:gd name="T16" fmla="*/ 24 w 40"/>
                      <a:gd name="T17" fmla="*/ 83 h 84"/>
                      <a:gd name="T18" fmla="*/ 15 w 40"/>
                      <a:gd name="T19" fmla="*/ 84 h 84"/>
                      <a:gd name="T20" fmla="*/ 7 w 40"/>
                      <a:gd name="T21" fmla="*/ 71 h 84"/>
                      <a:gd name="T22" fmla="*/ 16 w 40"/>
                      <a:gd name="T23" fmla="*/ 81 h 84"/>
                      <a:gd name="T24" fmla="*/ 18 w 40"/>
                      <a:gd name="T25" fmla="*/ 80 h 84"/>
                      <a:gd name="T26" fmla="*/ 10 w 40"/>
                      <a:gd name="T27" fmla="*/ 71 h 84"/>
                      <a:gd name="T28" fmla="*/ 7 w 40"/>
                      <a:gd name="T29" fmla="*/ 71 h 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40" h="84">
                        <a:moveTo>
                          <a:pt x="15" y="84"/>
                        </a:moveTo>
                        <a:cubicBezTo>
                          <a:pt x="0" y="68"/>
                          <a:pt x="0" y="68"/>
                          <a:pt x="0" y="68"/>
                        </a:cubicBezTo>
                        <a:cubicBezTo>
                          <a:pt x="11" y="68"/>
                          <a:pt x="11" y="68"/>
                          <a:pt x="11" y="68"/>
                        </a:cubicBezTo>
                        <a:cubicBezTo>
                          <a:pt x="14" y="65"/>
                          <a:pt x="37" y="44"/>
                          <a:pt x="22" y="9"/>
                        </a:cubicBezTo>
                        <a:cubicBezTo>
                          <a:pt x="15" y="2"/>
                          <a:pt x="15" y="2"/>
                          <a:pt x="15" y="2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25" y="7"/>
                          <a:pt x="25" y="7"/>
                          <a:pt x="25" y="7"/>
                        </a:cubicBezTo>
                        <a:cubicBezTo>
                          <a:pt x="40" y="43"/>
                          <a:pt x="19" y="65"/>
                          <a:pt x="13" y="70"/>
                        </a:cubicBezTo>
                        <a:cubicBezTo>
                          <a:pt x="24" y="83"/>
                          <a:pt x="24" y="83"/>
                          <a:pt x="24" y="83"/>
                        </a:cubicBezTo>
                        <a:lnTo>
                          <a:pt x="15" y="84"/>
                        </a:lnTo>
                        <a:close/>
                        <a:moveTo>
                          <a:pt x="7" y="71"/>
                        </a:moveTo>
                        <a:cubicBezTo>
                          <a:pt x="16" y="81"/>
                          <a:pt x="16" y="81"/>
                          <a:pt x="16" y="81"/>
                        </a:cubicBezTo>
                        <a:cubicBezTo>
                          <a:pt x="18" y="80"/>
                          <a:pt x="18" y="80"/>
                          <a:pt x="18" y="80"/>
                        </a:cubicBezTo>
                        <a:cubicBezTo>
                          <a:pt x="10" y="71"/>
                          <a:pt x="10" y="71"/>
                          <a:pt x="10" y="71"/>
                        </a:cubicBezTo>
                        <a:lnTo>
                          <a:pt x="7" y="71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8" name="íSlîḓê"/>
                  <p:cNvSpPr/>
                  <p:nvPr/>
                </p:nvSpPr>
                <p:spPr bwMode="auto">
                  <a:xfrm>
                    <a:off x="4394044" y="5715808"/>
                    <a:ext cx="68222" cy="36490"/>
                  </a:xfrm>
                  <a:custGeom>
                    <a:avLst/>
                    <a:gdLst>
                      <a:gd name="T0" fmla="*/ 38 w 43"/>
                      <a:gd name="T1" fmla="*/ 23 h 23"/>
                      <a:gd name="T2" fmla="*/ 22 w 43"/>
                      <a:gd name="T3" fmla="*/ 7 h 23"/>
                      <a:gd name="T4" fmla="*/ 0 w 43"/>
                      <a:gd name="T5" fmla="*/ 7 h 23"/>
                      <a:gd name="T6" fmla="*/ 0 w 43"/>
                      <a:gd name="T7" fmla="*/ 0 h 23"/>
                      <a:gd name="T8" fmla="*/ 24 w 43"/>
                      <a:gd name="T9" fmla="*/ 0 h 23"/>
                      <a:gd name="T10" fmla="*/ 43 w 43"/>
                      <a:gd name="T11" fmla="*/ 18 h 23"/>
                      <a:gd name="T12" fmla="*/ 38 w 43"/>
                      <a:gd name="T13" fmla="*/ 23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3" h="23">
                        <a:moveTo>
                          <a:pt x="38" y="23"/>
                        </a:moveTo>
                        <a:lnTo>
                          <a:pt x="22" y="7"/>
                        </a:ln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24" y="0"/>
                        </a:lnTo>
                        <a:lnTo>
                          <a:pt x="43" y="18"/>
                        </a:lnTo>
                        <a:lnTo>
                          <a:pt x="38" y="2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1" name="îSḷîḋé"/>
                <p:cNvGrpSpPr/>
                <p:nvPr/>
              </p:nvGrpSpPr>
              <p:grpSpPr>
                <a:xfrm>
                  <a:off x="1931456" y="1808281"/>
                  <a:ext cx="406156" cy="679041"/>
                  <a:chOff x="5714051" y="2563340"/>
                  <a:chExt cx="406156" cy="679041"/>
                </a:xfrm>
              </p:grpSpPr>
              <p:sp>
                <p:nvSpPr>
                  <p:cNvPr id="102" name="îsľïḍê"/>
                  <p:cNvSpPr/>
                  <p:nvPr/>
                </p:nvSpPr>
                <p:spPr bwMode="auto">
                  <a:xfrm>
                    <a:off x="5755301" y="2701369"/>
                    <a:ext cx="320483" cy="395049"/>
                  </a:xfrm>
                  <a:custGeom>
                    <a:avLst/>
                    <a:gdLst>
                      <a:gd name="T0" fmla="*/ 57 w 85"/>
                      <a:gd name="T1" fmla="*/ 105 h 105"/>
                      <a:gd name="T2" fmla="*/ 61 w 85"/>
                      <a:gd name="T3" fmla="*/ 71 h 105"/>
                      <a:gd name="T4" fmla="*/ 75 w 85"/>
                      <a:gd name="T5" fmla="*/ 25 h 105"/>
                      <a:gd name="T6" fmla="*/ 50 w 85"/>
                      <a:gd name="T7" fmla="*/ 8 h 105"/>
                      <a:gd name="T8" fmla="*/ 13 w 85"/>
                      <a:gd name="T9" fmla="*/ 16 h 105"/>
                      <a:gd name="T10" fmla="*/ 18 w 85"/>
                      <a:gd name="T11" fmla="*/ 67 h 105"/>
                      <a:gd name="T12" fmla="*/ 29 w 85"/>
                      <a:gd name="T13" fmla="*/ 104 h 105"/>
                      <a:gd name="T14" fmla="*/ 26 w 85"/>
                      <a:gd name="T15" fmla="*/ 104 h 105"/>
                      <a:gd name="T16" fmla="*/ 15 w 85"/>
                      <a:gd name="T17" fmla="*/ 68 h 105"/>
                      <a:gd name="T18" fmla="*/ 10 w 85"/>
                      <a:gd name="T19" fmla="*/ 15 h 105"/>
                      <a:gd name="T20" fmla="*/ 51 w 85"/>
                      <a:gd name="T21" fmla="*/ 5 h 105"/>
                      <a:gd name="T22" fmla="*/ 77 w 85"/>
                      <a:gd name="T23" fmla="*/ 23 h 105"/>
                      <a:gd name="T24" fmla="*/ 64 w 85"/>
                      <a:gd name="T25" fmla="*/ 72 h 105"/>
                      <a:gd name="T26" fmla="*/ 59 w 85"/>
                      <a:gd name="T27" fmla="*/ 103 h 105"/>
                      <a:gd name="T28" fmla="*/ 57 w 85"/>
                      <a:gd name="T29" fmla="*/ 105 h 1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85" h="105">
                        <a:moveTo>
                          <a:pt x="57" y="105"/>
                        </a:moveTo>
                        <a:cubicBezTo>
                          <a:pt x="51" y="100"/>
                          <a:pt x="50" y="86"/>
                          <a:pt x="61" y="71"/>
                        </a:cubicBezTo>
                        <a:cubicBezTo>
                          <a:pt x="62" y="69"/>
                          <a:pt x="82" y="43"/>
                          <a:pt x="75" y="25"/>
                        </a:cubicBezTo>
                        <a:cubicBezTo>
                          <a:pt x="71" y="16"/>
                          <a:pt x="63" y="11"/>
                          <a:pt x="50" y="8"/>
                        </a:cubicBezTo>
                        <a:cubicBezTo>
                          <a:pt x="32" y="4"/>
                          <a:pt x="19" y="7"/>
                          <a:pt x="13" y="16"/>
                        </a:cubicBezTo>
                        <a:cubicBezTo>
                          <a:pt x="4" y="29"/>
                          <a:pt x="8" y="52"/>
                          <a:pt x="18" y="67"/>
                        </a:cubicBezTo>
                        <a:cubicBezTo>
                          <a:pt x="29" y="86"/>
                          <a:pt x="29" y="103"/>
                          <a:pt x="29" y="104"/>
                        </a:cubicBezTo>
                        <a:cubicBezTo>
                          <a:pt x="26" y="104"/>
                          <a:pt x="26" y="104"/>
                          <a:pt x="26" y="104"/>
                        </a:cubicBezTo>
                        <a:cubicBezTo>
                          <a:pt x="26" y="104"/>
                          <a:pt x="26" y="87"/>
                          <a:pt x="15" y="68"/>
                        </a:cubicBezTo>
                        <a:cubicBezTo>
                          <a:pt x="5" y="52"/>
                          <a:pt x="0" y="29"/>
                          <a:pt x="10" y="15"/>
                        </a:cubicBezTo>
                        <a:cubicBezTo>
                          <a:pt x="15" y="7"/>
                          <a:pt x="26" y="0"/>
                          <a:pt x="51" y="5"/>
                        </a:cubicBezTo>
                        <a:cubicBezTo>
                          <a:pt x="65" y="8"/>
                          <a:pt x="74" y="14"/>
                          <a:pt x="77" y="23"/>
                        </a:cubicBezTo>
                        <a:cubicBezTo>
                          <a:pt x="85" y="43"/>
                          <a:pt x="66" y="69"/>
                          <a:pt x="64" y="72"/>
                        </a:cubicBezTo>
                        <a:cubicBezTo>
                          <a:pt x="54" y="85"/>
                          <a:pt x="53" y="98"/>
                          <a:pt x="59" y="103"/>
                        </a:cubicBezTo>
                        <a:lnTo>
                          <a:pt x="57" y="105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3" name="iṥḷïḋé"/>
                  <p:cNvSpPr/>
                  <p:nvPr/>
                </p:nvSpPr>
                <p:spPr bwMode="auto">
                  <a:xfrm>
                    <a:off x="5879052" y="2931419"/>
                    <a:ext cx="71395" cy="157068"/>
                  </a:xfrm>
                  <a:custGeom>
                    <a:avLst/>
                    <a:gdLst>
                      <a:gd name="T0" fmla="*/ 16 w 19"/>
                      <a:gd name="T1" fmla="*/ 42 h 42"/>
                      <a:gd name="T2" fmla="*/ 13 w 19"/>
                      <a:gd name="T3" fmla="*/ 42 h 42"/>
                      <a:gd name="T4" fmla="*/ 8 w 19"/>
                      <a:gd name="T5" fmla="*/ 4 h 42"/>
                      <a:gd name="T6" fmla="*/ 7 w 19"/>
                      <a:gd name="T7" fmla="*/ 3 h 42"/>
                      <a:gd name="T8" fmla="*/ 5 w 19"/>
                      <a:gd name="T9" fmla="*/ 42 h 42"/>
                      <a:gd name="T10" fmla="*/ 2 w 19"/>
                      <a:gd name="T11" fmla="*/ 42 h 42"/>
                      <a:gd name="T12" fmla="*/ 6 w 19"/>
                      <a:gd name="T13" fmla="*/ 1 h 42"/>
                      <a:gd name="T14" fmla="*/ 9 w 19"/>
                      <a:gd name="T15" fmla="*/ 1 h 42"/>
                      <a:gd name="T16" fmla="*/ 16 w 19"/>
                      <a:gd name="T17" fmla="*/ 42 h 4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9" h="42">
                        <a:moveTo>
                          <a:pt x="16" y="42"/>
                        </a:moveTo>
                        <a:cubicBezTo>
                          <a:pt x="13" y="42"/>
                          <a:pt x="13" y="42"/>
                          <a:pt x="13" y="42"/>
                        </a:cubicBezTo>
                        <a:cubicBezTo>
                          <a:pt x="14" y="33"/>
                          <a:pt x="14" y="7"/>
                          <a:pt x="8" y="4"/>
                        </a:cubicBezTo>
                        <a:cubicBezTo>
                          <a:pt x="7" y="3"/>
                          <a:pt x="7" y="3"/>
                          <a:pt x="7" y="3"/>
                        </a:cubicBezTo>
                        <a:cubicBezTo>
                          <a:pt x="4" y="5"/>
                          <a:pt x="4" y="25"/>
                          <a:pt x="5" y="42"/>
                        </a:cubicBezTo>
                        <a:cubicBezTo>
                          <a:pt x="2" y="42"/>
                          <a:pt x="2" y="42"/>
                          <a:pt x="2" y="42"/>
                        </a:cubicBezTo>
                        <a:cubicBezTo>
                          <a:pt x="1" y="33"/>
                          <a:pt x="0" y="5"/>
                          <a:pt x="6" y="1"/>
                        </a:cubicBezTo>
                        <a:cubicBezTo>
                          <a:pt x="7" y="0"/>
                          <a:pt x="8" y="0"/>
                          <a:pt x="9" y="1"/>
                        </a:cubicBezTo>
                        <a:cubicBezTo>
                          <a:pt x="19" y="6"/>
                          <a:pt x="16" y="39"/>
                          <a:pt x="16" y="4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4" name="îṩ1ïďé"/>
                  <p:cNvSpPr/>
                  <p:nvPr/>
                </p:nvSpPr>
                <p:spPr bwMode="auto">
                  <a:xfrm>
                    <a:off x="5856841" y="2874304"/>
                    <a:ext cx="109472" cy="109471"/>
                  </a:xfrm>
                  <a:custGeom>
                    <a:avLst/>
                    <a:gdLst>
                      <a:gd name="T0" fmla="*/ 21 w 29"/>
                      <a:gd name="T1" fmla="*/ 29 h 29"/>
                      <a:gd name="T2" fmla="*/ 18 w 29"/>
                      <a:gd name="T3" fmla="*/ 27 h 29"/>
                      <a:gd name="T4" fmla="*/ 26 w 29"/>
                      <a:gd name="T5" fmla="*/ 9 h 29"/>
                      <a:gd name="T6" fmla="*/ 25 w 29"/>
                      <a:gd name="T7" fmla="*/ 7 h 29"/>
                      <a:gd name="T8" fmla="*/ 20 w 29"/>
                      <a:gd name="T9" fmla="*/ 8 h 29"/>
                      <a:gd name="T10" fmla="*/ 10 w 29"/>
                      <a:gd name="T11" fmla="*/ 6 h 29"/>
                      <a:gd name="T12" fmla="*/ 8 w 29"/>
                      <a:gd name="T13" fmla="*/ 4 h 29"/>
                      <a:gd name="T14" fmla="*/ 5 w 29"/>
                      <a:gd name="T15" fmla="*/ 3 h 29"/>
                      <a:gd name="T16" fmla="*/ 3 w 29"/>
                      <a:gd name="T17" fmla="*/ 7 h 29"/>
                      <a:gd name="T18" fmla="*/ 11 w 29"/>
                      <a:gd name="T19" fmla="*/ 26 h 29"/>
                      <a:gd name="T20" fmla="*/ 8 w 29"/>
                      <a:gd name="T21" fmla="*/ 27 h 29"/>
                      <a:gd name="T22" fmla="*/ 0 w 29"/>
                      <a:gd name="T23" fmla="*/ 8 h 29"/>
                      <a:gd name="T24" fmla="*/ 0 w 29"/>
                      <a:gd name="T25" fmla="*/ 7 h 29"/>
                      <a:gd name="T26" fmla="*/ 4 w 29"/>
                      <a:gd name="T27" fmla="*/ 0 h 29"/>
                      <a:gd name="T28" fmla="*/ 9 w 29"/>
                      <a:gd name="T29" fmla="*/ 2 h 29"/>
                      <a:gd name="T30" fmla="*/ 12 w 29"/>
                      <a:gd name="T31" fmla="*/ 5 h 29"/>
                      <a:gd name="T32" fmla="*/ 18 w 29"/>
                      <a:gd name="T33" fmla="*/ 6 h 29"/>
                      <a:gd name="T34" fmla="*/ 27 w 29"/>
                      <a:gd name="T35" fmla="*/ 4 h 29"/>
                      <a:gd name="T36" fmla="*/ 29 w 29"/>
                      <a:gd name="T37" fmla="*/ 9 h 29"/>
                      <a:gd name="T38" fmla="*/ 29 w 29"/>
                      <a:gd name="T39" fmla="*/ 10 h 29"/>
                      <a:gd name="T40" fmla="*/ 21 w 29"/>
                      <a:gd name="T41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29" h="29">
                        <a:moveTo>
                          <a:pt x="21" y="29"/>
                        </a:moveTo>
                        <a:cubicBezTo>
                          <a:pt x="18" y="27"/>
                          <a:pt x="18" y="27"/>
                          <a:pt x="18" y="27"/>
                        </a:cubicBezTo>
                        <a:cubicBezTo>
                          <a:pt x="26" y="9"/>
                          <a:pt x="26" y="9"/>
                          <a:pt x="26" y="9"/>
                        </a:cubicBezTo>
                        <a:cubicBezTo>
                          <a:pt x="26" y="8"/>
                          <a:pt x="26" y="7"/>
                          <a:pt x="25" y="7"/>
                        </a:cubicBezTo>
                        <a:cubicBezTo>
                          <a:pt x="24" y="6"/>
                          <a:pt x="22" y="7"/>
                          <a:pt x="20" y="8"/>
                        </a:cubicBezTo>
                        <a:cubicBezTo>
                          <a:pt x="13" y="12"/>
                          <a:pt x="11" y="9"/>
                          <a:pt x="10" y="6"/>
                        </a:cubicBezTo>
                        <a:cubicBezTo>
                          <a:pt x="9" y="6"/>
                          <a:pt x="8" y="5"/>
                          <a:pt x="8" y="4"/>
                        </a:cubicBezTo>
                        <a:cubicBezTo>
                          <a:pt x="7" y="3"/>
                          <a:pt x="6" y="3"/>
                          <a:pt x="5" y="3"/>
                        </a:cubicBezTo>
                        <a:cubicBezTo>
                          <a:pt x="4" y="4"/>
                          <a:pt x="3" y="6"/>
                          <a:pt x="3" y="7"/>
                        </a:cubicBezTo>
                        <a:cubicBezTo>
                          <a:pt x="11" y="26"/>
                          <a:pt x="11" y="26"/>
                          <a:pt x="11" y="26"/>
                        </a:cubicBezTo>
                        <a:cubicBezTo>
                          <a:pt x="8" y="27"/>
                          <a:pt x="8" y="27"/>
                          <a:pt x="8" y="27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7"/>
                          <a:pt x="1" y="1"/>
                          <a:pt x="4" y="0"/>
                        </a:cubicBezTo>
                        <a:cubicBezTo>
                          <a:pt x="6" y="0"/>
                          <a:pt x="7" y="0"/>
                          <a:pt x="9" y="2"/>
                        </a:cubicBezTo>
                        <a:cubicBezTo>
                          <a:pt x="11" y="3"/>
                          <a:pt x="11" y="4"/>
                          <a:pt x="12" y="5"/>
                        </a:cubicBezTo>
                        <a:cubicBezTo>
                          <a:pt x="14" y="7"/>
                          <a:pt x="14" y="8"/>
                          <a:pt x="18" y="6"/>
                        </a:cubicBezTo>
                        <a:cubicBezTo>
                          <a:pt x="22" y="4"/>
                          <a:pt x="25" y="3"/>
                          <a:pt x="27" y="4"/>
                        </a:cubicBezTo>
                        <a:cubicBezTo>
                          <a:pt x="28" y="5"/>
                          <a:pt x="29" y="7"/>
                          <a:pt x="29" y="9"/>
                        </a:cubicBezTo>
                        <a:cubicBezTo>
                          <a:pt x="29" y="10"/>
                          <a:pt x="29" y="10"/>
                          <a:pt x="29" y="10"/>
                        </a:cubicBezTo>
                        <a:lnTo>
                          <a:pt x="21" y="29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5" name="ïṥlíḓè"/>
                  <p:cNvSpPr/>
                  <p:nvPr/>
                </p:nvSpPr>
                <p:spPr bwMode="auto">
                  <a:xfrm>
                    <a:off x="5826696" y="3080555"/>
                    <a:ext cx="169761" cy="49182"/>
                  </a:xfrm>
                  <a:custGeom>
                    <a:avLst/>
                    <a:gdLst>
                      <a:gd name="T0" fmla="*/ 23 w 45"/>
                      <a:gd name="T1" fmla="*/ 13 h 13"/>
                      <a:gd name="T2" fmla="*/ 0 w 45"/>
                      <a:gd name="T3" fmla="*/ 7 h 13"/>
                      <a:gd name="T4" fmla="*/ 0 w 45"/>
                      <a:gd name="T5" fmla="*/ 4 h 13"/>
                      <a:gd name="T6" fmla="*/ 19 w 45"/>
                      <a:gd name="T7" fmla="*/ 0 h 13"/>
                      <a:gd name="T8" fmla="*/ 41 w 45"/>
                      <a:gd name="T9" fmla="*/ 1 h 13"/>
                      <a:gd name="T10" fmla="*/ 45 w 45"/>
                      <a:gd name="T11" fmla="*/ 6 h 13"/>
                      <a:gd name="T12" fmla="*/ 44 w 45"/>
                      <a:gd name="T13" fmla="*/ 9 h 13"/>
                      <a:gd name="T14" fmla="*/ 23 w 45"/>
                      <a:gd name="T15" fmla="*/ 13 h 13"/>
                      <a:gd name="T16" fmla="*/ 19 w 45"/>
                      <a:gd name="T17" fmla="*/ 3 h 13"/>
                      <a:gd name="T18" fmla="*/ 3 w 45"/>
                      <a:gd name="T19" fmla="*/ 6 h 13"/>
                      <a:gd name="T20" fmla="*/ 23 w 45"/>
                      <a:gd name="T21" fmla="*/ 10 h 13"/>
                      <a:gd name="T22" fmla="*/ 42 w 45"/>
                      <a:gd name="T23" fmla="*/ 7 h 13"/>
                      <a:gd name="T24" fmla="*/ 42 w 45"/>
                      <a:gd name="T25" fmla="*/ 6 h 13"/>
                      <a:gd name="T26" fmla="*/ 41 w 45"/>
                      <a:gd name="T27" fmla="*/ 4 h 13"/>
                      <a:gd name="T28" fmla="*/ 19 w 45"/>
                      <a:gd name="T29" fmla="*/ 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45" h="13">
                        <a:moveTo>
                          <a:pt x="23" y="13"/>
                        </a:moveTo>
                        <a:cubicBezTo>
                          <a:pt x="18" y="13"/>
                          <a:pt x="2" y="13"/>
                          <a:pt x="0" y="7"/>
                        </a:cubicBezTo>
                        <a:cubicBezTo>
                          <a:pt x="0" y="6"/>
                          <a:pt x="0" y="5"/>
                          <a:pt x="0" y="4"/>
                        </a:cubicBezTo>
                        <a:cubicBezTo>
                          <a:pt x="1" y="3"/>
                          <a:pt x="4" y="0"/>
                          <a:pt x="19" y="0"/>
                        </a:cubicBezTo>
                        <a:cubicBezTo>
                          <a:pt x="25" y="0"/>
                          <a:pt x="32" y="1"/>
                          <a:pt x="41" y="1"/>
                        </a:cubicBezTo>
                        <a:cubicBezTo>
                          <a:pt x="43" y="2"/>
                          <a:pt x="45" y="3"/>
                          <a:pt x="45" y="6"/>
                        </a:cubicBezTo>
                        <a:cubicBezTo>
                          <a:pt x="45" y="7"/>
                          <a:pt x="45" y="8"/>
                          <a:pt x="44" y="9"/>
                        </a:cubicBezTo>
                        <a:cubicBezTo>
                          <a:pt x="41" y="12"/>
                          <a:pt x="31" y="13"/>
                          <a:pt x="23" y="13"/>
                        </a:cubicBezTo>
                        <a:close/>
                        <a:moveTo>
                          <a:pt x="19" y="3"/>
                        </a:moveTo>
                        <a:cubicBezTo>
                          <a:pt x="4" y="3"/>
                          <a:pt x="3" y="6"/>
                          <a:pt x="3" y="6"/>
                        </a:cubicBezTo>
                        <a:cubicBezTo>
                          <a:pt x="3" y="8"/>
                          <a:pt x="11" y="10"/>
                          <a:pt x="23" y="10"/>
                        </a:cubicBezTo>
                        <a:cubicBezTo>
                          <a:pt x="32" y="10"/>
                          <a:pt x="40" y="9"/>
                          <a:pt x="42" y="7"/>
                        </a:cubicBezTo>
                        <a:cubicBezTo>
                          <a:pt x="42" y="7"/>
                          <a:pt x="42" y="6"/>
                          <a:pt x="42" y="6"/>
                        </a:cubicBezTo>
                        <a:cubicBezTo>
                          <a:pt x="42" y="5"/>
                          <a:pt x="41" y="5"/>
                          <a:pt x="41" y="4"/>
                        </a:cubicBezTo>
                        <a:cubicBezTo>
                          <a:pt x="32" y="4"/>
                          <a:pt x="25" y="3"/>
                          <a:pt x="19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6" name="ísḻíḓè"/>
                  <p:cNvSpPr/>
                  <p:nvPr/>
                </p:nvSpPr>
                <p:spPr bwMode="auto">
                  <a:xfrm>
                    <a:off x="5826696" y="3118632"/>
                    <a:ext cx="169761" cy="49182"/>
                  </a:xfrm>
                  <a:custGeom>
                    <a:avLst/>
                    <a:gdLst>
                      <a:gd name="T0" fmla="*/ 23 w 45"/>
                      <a:gd name="T1" fmla="*/ 13 h 13"/>
                      <a:gd name="T2" fmla="*/ 0 w 45"/>
                      <a:gd name="T3" fmla="*/ 6 h 13"/>
                      <a:gd name="T4" fmla="*/ 0 w 45"/>
                      <a:gd name="T5" fmla="*/ 4 h 13"/>
                      <a:gd name="T6" fmla="*/ 19 w 45"/>
                      <a:gd name="T7" fmla="*/ 0 h 13"/>
                      <a:gd name="T8" fmla="*/ 41 w 45"/>
                      <a:gd name="T9" fmla="*/ 1 h 13"/>
                      <a:gd name="T10" fmla="*/ 45 w 45"/>
                      <a:gd name="T11" fmla="*/ 6 h 13"/>
                      <a:gd name="T12" fmla="*/ 44 w 45"/>
                      <a:gd name="T13" fmla="*/ 8 h 13"/>
                      <a:gd name="T14" fmla="*/ 23 w 45"/>
                      <a:gd name="T15" fmla="*/ 13 h 13"/>
                      <a:gd name="T16" fmla="*/ 19 w 45"/>
                      <a:gd name="T17" fmla="*/ 3 h 13"/>
                      <a:gd name="T18" fmla="*/ 3 w 45"/>
                      <a:gd name="T19" fmla="*/ 5 h 13"/>
                      <a:gd name="T20" fmla="*/ 23 w 45"/>
                      <a:gd name="T21" fmla="*/ 10 h 13"/>
                      <a:gd name="T22" fmla="*/ 42 w 45"/>
                      <a:gd name="T23" fmla="*/ 6 h 13"/>
                      <a:gd name="T24" fmla="*/ 42 w 45"/>
                      <a:gd name="T25" fmla="*/ 6 h 13"/>
                      <a:gd name="T26" fmla="*/ 41 w 45"/>
                      <a:gd name="T27" fmla="*/ 4 h 13"/>
                      <a:gd name="T28" fmla="*/ 19 w 45"/>
                      <a:gd name="T29" fmla="*/ 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45" h="13">
                        <a:moveTo>
                          <a:pt x="23" y="13"/>
                        </a:moveTo>
                        <a:cubicBezTo>
                          <a:pt x="18" y="13"/>
                          <a:pt x="2" y="12"/>
                          <a:pt x="0" y="6"/>
                        </a:cubicBezTo>
                        <a:cubicBezTo>
                          <a:pt x="0" y="6"/>
                          <a:pt x="0" y="5"/>
                          <a:pt x="0" y="4"/>
                        </a:cubicBezTo>
                        <a:cubicBezTo>
                          <a:pt x="1" y="2"/>
                          <a:pt x="4" y="0"/>
                          <a:pt x="19" y="0"/>
                        </a:cubicBezTo>
                        <a:cubicBezTo>
                          <a:pt x="25" y="0"/>
                          <a:pt x="32" y="0"/>
                          <a:pt x="41" y="1"/>
                        </a:cubicBezTo>
                        <a:cubicBezTo>
                          <a:pt x="43" y="1"/>
                          <a:pt x="45" y="3"/>
                          <a:pt x="45" y="6"/>
                        </a:cubicBezTo>
                        <a:cubicBezTo>
                          <a:pt x="45" y="7"/>
                          <a:pt x="45" y="8"/>
                          <a:pt x="44" y="8"/>
                        </a:cubicBezTo>
                        <a:cubicBezTo>
                          <a:pt x="41" y="12"/>
                          <a:pt x="31" y="13"/>
                          <a:pt x="23" y="13"/>
                        </a:cubicBezTo>
                        <a:close/>
                        <a:moveTo>
                          <a:pt x="19" y="3"/>
                        </a:moveTo>
                        <a:cubicBezTo>
                          <a:pt x="4" y="3"/>
                          <a:pt x="3" y="5"/>
                          <a:pt x="3" y="5"/>
                        </a:cubicBezTo>
                        <a:cubicBezTo>
                          <a:pt x="3" y="7"/>
                          <a:pt x="11" y="10"/>
                          <a:pt x="23" y="10"/>
                        </a:cubicBezTo>
                        <a:cubicBezTo>
                          <a:pt x="32" y="10"/>
                          <a:pt x="40" y="8"/>
                          <a:pt x="42" y="6"/>
                        </a:cubicBezTo>
                        <a:cubicBezTo>
                          <a:pt x="42" y="6"/>
                          <a:pt x="42" y="6"/>
                          <a:pt x="42" y="6"/>
                        </a:cubicBezTo>
                        <a:cubicBezTo>
                          <a:pt x="42" y="4"/>
                          <a:pt x="41" y="4"/>
                          <a:pt x="41" y="4"/>
                        </a:cubicBezTo>
                        <a:cubicBezTo>
                          <a:pt x="32" y="3"/>
                          <a:pt x="25" y="3"/>
                          <a:pt x="19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7" name="íṥ1îḍé"/>
                  <p:cNvSpPr/>
                  <p:nvPr/>
                </p:nvSpPr>
                <p:spPr bwMode="auto">
                  <a:xfrm>
                    <a:off x="5826696" y="3156709"/>
                    <a:ext cx="169761" cy="44423"/>
                  </a:xfrm>
                  <a:custGeom>
                    <a:avLst/>
                    <a:gdLst>
                      <a:gd name="T0" fmla="*/ 23 w 45"/>
                      <a:gd name="T1" fmla="*/ 12 h 12"/>
                      <a:gd name="T2" fmla="*/ 0 w 45"/>
                      <a:gd name="T3" fmla="*/ 6 h 12"/>
                      <a:gd name="T4" fmla="*/ 0 w 45"/>
                      <a:gd name="T5" fmla="*/ 4 h 12"/>
                      <a:gd name="T6" fmla="*/ 19 w 45"/>
                      <a:gd name="T7" fmla="*/ 0 h 12"/>
                      <a:gd name="T8" fmla="*/ 41 w 45"/>
                      <a:gd name="T9" fmla="*/ 1 h 12"/>
                      <a:gd name="T10" fmla="*/ 45 w 45"/>
                      <a:gd name="T11" fmla="*/ 6 h 12"/>
                      <a:gd name="T12" fmla="*/ 44 w 45"/>
                      <a:gd name="T13" fmla="*/ 8 h 12"/>
                      <a:gd name="T14" fmla="*/ 23 w 45"/>
                      <a:gd name="T15" fmla="*/ 12 h 12"/>
                      <a:gd name="T16" fmla="*/ 19 w 45"/>
                      <a:gd name="T17" fmla="*/ 3 h 12"/>
                      <a:gd name="T18" fmla="*/ 3 w 45"/>
                      <a:gd name="T19" fmla="*/ 5 h 12"/>
                      <a:gd name="T20" fmla="*/ 23 w 45"/>
                      <a:gd name="T21" fmla="*/ 9 h 12"/>
                      <a:gd name="T22" fmla="*/ 42 w 45"/>
                      <a:gd name="T23" fmla="*/ 6 h 12"/>
                      <a:gd name="T24" fmla="*/ 42 w 45"/>
                      <a:gd name="T25" fmla="*/ 6 h 12"/>
                      <a:gd name="T26" fmla="*/ 41 w 45"/>
                      <a:gd name="T27" fmla="*/ 4 h 12"/>
                      <a:gd name="T28" fmla="*/ 19 w 45"/>
                      <a:gd name="T29" fmla="*/ 3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45" h="12">
                        <a:moveTo>
                          <a:pt x="23" y="12"/>
                        </a:moveTo>
                        <a:cubicBezTo>
                          <a:pt x="18" y="12"/>
                          <a:pt x="2" y="12"/>
                          <a:pt x="0" y="6"/>
                        </a:cubicBezTo>
                        <a:cubicBezTo>
                          <a:pt x="0" y="6"/>
                          <a:pt x="0" y="5"/>
                          <a:pt x="0" y="4"/>
                        </a:cubicBezTo>
                        <a:cubicBezTo>
                          <a:pt x="1" y="2"/>
                          <a:pt x="4" y="0"/>
                          <a:pt x="19" y="0"/>
                        </a:cubicBezTo>
                        <a:cubicBezTo>
                          <a:pt x="25" y="0"/>
                          <a:pt x="32" y="0"/>
                          <a:pt x="41" y="1"/>
                        </a:cubicBezTo>
                        <a:cubicBezTo>
                          <a:pt x="43" y="1"/>
                          <a:pt x="45" y="2"/>
                          <a:pt x="45" y="6"/>
                        </a:cubicBezTo>
                        <a:cubicBezTo>
                          <a:pt x="45" y="6"/>
                          <a:pt x="45" y="7"/>
                          <a:pt x="44" y="8"/>
                        </a:cubicBezTo>
                        <a:cubicBezTo>
                          <a:pt x="41" y="11"/>
                          <a:pt x="31" y="12"/>
                          <a:pt x="23" y="12"/>
                        </a:cubicBezTo>
                        <a:close/>
                        <a:moveTo>
                          <a:pt x="19" y="3"/>
                        </a:moveTo>
                        <a:cubicBezTo>
                          <a:pt x="4" y="3"/>
                          <a:pt x="3" y="5"/>
                          <a:pt x="3" y="5"/>
                        </a:cubicBezTo>
                        <a:cubicBezTo>
                          <a:pt x="3" y="7"/>
                          <a:pt x="11" y="9"/>
                          <a:pt x="23" y="9"/>
                        </a:cubicBezTo>
                        <a:cubicBezTo>
                          <a:pt x="32" y="9"/>
                          <a:pt x="40" y="8"/>
                          <a:pt x="42" y="6"/>
                        </a:cubicBezTo>
                        <a:cubicBezTo>
                          <a:pt x="42" y="6"/>
                          <a:pt x="42" y="6"/>
                          <a:pt x="42" y="6"/>
                        </a:cubicBezTo>
                        <a:cubicBezTo>
                          <a:pt x="42" y="4"/>
                          <a:pt x="41" y="4"/>
                          <a:pt x="41" y="4"/>
                        </a:cubicBezTo>
                        <a:cubicBezTo>
                          <a:pt x="32" y="3"/>
                          <a:pt x="25" y="3"/>
                          <a:pt x="19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8" name="íṩ1iďê"/>
                  <p:cNvSpPr/>
                  <p:nvPr/>
                </p:nvSpPr>
                <p:spPr bwMode="auto">
                  <a:xfrm>
                    <a:off x="5883811" y="3193199"/>
                    <a:ext cx="71395" cy="49182"/>
                  </a:xfrm>
                  <a:custGeom>
                    <a:avLst/>
                    <a:gdLst>
                      <a:gd name="T0" fmla="*/ 9 w 19"/>
                      <a:gd name="T1" fmla="*/ 13 h 13"/>
                      <a:gd name="T2" fmla="*/ 9 w 19"/>
                      <a:gd name="T3" fmla="*/ 13 h 13"/>
                      <a:gd name="T4" fmla="*/ 0 w 19"/>
                      <a:gd name="T5" fmla="*/ 1 h 13"/>
                      <a:gd name="T6" fmla="*/ 3 w 19"/>
                      <a:gd name="T7" fmla="*/ 0 h 13"/>
                      <a:gd name="T8" fmla="*/ 9 w 19"/>
                      <a:gd name="T9" fmla="*/ 10 h 13"/>
                      <a:gd name="T10" fmla="*/ 9 w 19"/>
                      <a:gd name="T11" fmla="*/ 10 h 13"/>
                      <a:gd name="T12" fmla="*/ 16 w 19"/>
                      <a:gd name="T13" fmla="*/ 0 h 13"/>
                      <a:gd name="T14" fmla="*/ 19 w 19"/>
                      <a:gd name="T15" fmla="*/ 1 h 13"/>
                      <a:gd name="T16" fmla="*/ 9 w 19"/>
                      <a:gd name="T17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9" h="13">
                        <a:moveTo>
                          <a:pt x="9" y="13"/>
                        </a:moveTo>
                        <a:cubicBezTo>
                          <a:pt x="9" y="13"/>
                          <a:pt x="9" y="13"/>
                          <a:pt x="9" y="13"/>
                        </a:cubicBezTo>
                        <a:cubicBezTo>
                          <a:pt x="4" y="12"/>
                          <a:pt x="0" y="2"/>
                          <a:pt x="0" y="1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4" y="4"/>
                          <a:pt x="7" y="10"/>
                          <a:pt x="9" y="10"/>
                        </a:cubicBezTo>
                        <a:cubicBezTo>
                          <a:pt x="9" y="10"/>
                          <a:pt x="9" y="10"/>
                          <a:pt x="9" y="10"/>
                        </a:cubicBezTo>
                        <a:cubicBezTo>
                          <a:pt x="10" y="10"/>
                          <a:pt x="13" y="9"/>
                          <a:pt x="16" y="0"/>
                        </a:cubicBezTo>
                        <a:cubicBezTo>
                          <a:pt x="19" y="1"/>
                          <a:pt x="19" y="1"/>
                          <a:pt x="19" y="1"/>
                        </a:cubicBezTo>
                        <a:cubicBezTo>
                          <a:pt x="16" y="9"/>
                          <a:pt x="13" y="13"/>
                          <a:pt x="9" y="1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9" name="íṩľíḍê"/>
                  <p:cNvSpPr/>
                  <p:nvPr/>
                </p:nvSpPr>
                <p:spPr bwMode="auto">
                  <a:xfrm>
                    <a:off x="5714051" y="2610936"/>
                    <a:ext cx="90433" cy="98366"/>
                  </a:xfrm>
                  <a:custGeom>
                    <a:avLst/>
                    <a:gdLst>
                      <a:gd name="T0" fmla="*/ 21 w 24"/>
                      <a:gd name="T1" fmla="*/ 26 h 26"/>
                      <a:gd name="T2" fmla="*/ 0 w 24"/>
                      <a:gd name="T3" fmla="*/ 3 h 26"/>
                      <a:gd name="T4" fmla="*/ 1 w 24"/>
                      <a:gd name="T5" fmla="*/ 0 h 26"/>
                      <a:gd name="T6" fmla="*/ 24 w 24"/>
                      <a:gd name="T7" fmla="*/ 24 h 26"/>
                      <a:gd name="T8" fmla="*/ 21 w 24"/>
                      <a:gd name="T9" fmla="*/ 26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26">
                        <a:moveTo>
                          <a:pt x="21" y="26"/>
                        </a:moveTo>
                        <a:cubicBezTo>
                          <a:pt x="21" y="26"/>
                          <a:pt x="11" y="5"/>
                          <a:pt x="0" y="3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3" y="2"/>
                          <a:pt x="23" y="24"/>
                          <a:pt x="24" y="24"/>
                        </a:cubicBezTo>
                        <a:lnTo>
                          <a:pt x="21" y="2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0" name="ïṡ1îďè"/>
                  <p:cNvSpPr/>
                  <p:nvPr/>
                </p:nvSpPr>
                <p:spPr bwMode="auto">
                  <a:xfrm>
                    <a:off x="5837802" y="2607763"/>
                    <a:ext cx="30145" cy="82500"/>
                  </a:xfrm>
                  <a:custGeom>
                    <a:avLst/>
                    <a:gdLst>
                      <a:gd name="T0" fmla="*/ 5 w 8"/>
                      <a:gd name="T1" fmla="*/ 22 h 22"/>
                      <a:gd name="T2" fmla="*/ 0 w 8"/>
                      <a:gd name="T3" fmla="*/ 4 h 22"/>
                      <a:gd name="T4" fmla="*/ 1 w 8"/>
                      <a:gd name="T5" fmla="*/ 4 h 22"/>
                      <a:gd name="T6" fmla="*/ 1 w 8"/>
                      <a:gd name="T7" fmla="*/ 1 h 22"/>
                      <a:gd name="T8" fmla="*/ 8 w 8"/>
                      <a:gd name="T9" fmla="*/ 21 h 22"/>
                      <a:gd name="T10" fmla="*/ 5 w 8"/>
                      <a:gd name="T11" fmla="*/ 22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8" h="22">
                        <a:moveTo>
                          <a:pt x="5" y="22"/>
                        </a:moveTo>
                        <a:cubicBezTo>
                          <a:pt x="3" y="14"/>
                          <a:pt x="1" y="5"/>
                          <a:pt x="0" y="4"/>
                        </a:cubicBezTo>
                        <a:cubicBezTo>
                          <a:pt x="0" y="4"/>
                          <a:pt x="1" y="4"/>
                          <a:pt x="1" y="4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1"/>
                          <a:pt x="4" y="0"/>
                          <a:pt x="8" y="21"/>
                        </a:cubicBezTo>
                        <a:lnTo>
                          <a:pt x="5" y="22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1" name="î$ľiḓè"/>
                  <p:cNvSpPr/>
                  <p:nvPr/>
                </p:nvSpPr>
                <p:spPr bwMode="auto">
                  <a:xfrm>
                    <a:off x="5909196" y="2563340"/>
                    <a:ext cx="30145" cy="126924"/>
                  </a:xfrm>
                  <a:custGeom>
                    <a:avLst/>
                    <a:gdLst>
                      <a:gd name="T0" fmla="*/ 3 w 8"/>
                      <a:gd name="T1" fmla="*/ 34 h 34"/>
                      <a:gd name="T2" fmla="*/ 6 w 8"/>
                      <a:gd name="T3" fmla="*/ 0 h 34"/>
                      <a:gd name="T4" fmla="*/ 8 w 8"/>
                      <a:gd name="T5" fmla="*/ 1 h 34"/>
                      <a:gd name="T6" fmla="*/ 6 w 8"/>
                      <a:gd name="T7" fmla="*/ 33 h 34"/>
                      <a:gd name="T8" fmla="*/ 3 w 8"/>
                      <a:gd name="T9" fmla="*/ 34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" h="34">
                        <a:moveTo>
                          <a:pt x="3" y="34"/>
                        </a:moveTo>
                        <a:cubicBezTo>
                          <a:pt x="3" y="31"/>
                          <a:pt x="0" y="6"/>
                          <a:pt x="6" y="0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4" y="6"/>
                          <a:pt x="5" y="26"/>
                          <a:pt x="6" y="33"/>
                        </a:cubicBezTo>
                        <a:lnTo>
                          <a:pt x="3" y="34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2" name="iṧḷíḑê"/>
                  <p:cNvSpPr/>
                  <p:nvPr/>
                </p:nvSpPr>
                <p:spPr bwMode="auto">
                  <a:xfrm>
                    <a:off x="5969484" y="2629975"/>
                    <a:ext cx="34904" cy="68221"/>
                  </a:xfrm>
                  <a:custGeom>
                    <a:avLst/>
                    <a:gdLst>
                      <a:gd name="T0" fmla="*/ 3 w 9"/>
                      <a:gd name="T1" fmla="*/ 18 h 18"/>
                      <a:gd name="T2" fmla="*/ 0 w 9"/>
                      <a:gd name="T3" fmla="*/ 18 h 18"/>
                      <a:gd name="T4" fmla="*/ 8 w 9"/>
                      <a:gd name="T5" fmla="*/ 0 h 18"/>
                      <a:gd name="T6" fmla="*/ 9 w 9"/>
                      <a:gd name="T7" fmla="*/ 3 h 18"/>
                      <a:gd name="T8" fmla="*/ 3 w 9"/>
                      <a:gd name="T9" fmla="*/ 18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" h="18">
                        <a:moveTo>
                          <a:pt x="3" y="18"/>
                        </a:moveTo>
                        <a:cubicBezTo>
                          <a:pt x="0" y="18"/>
                          <a:pt x="0" y="18"/>
                          <a:pt x="0" y="18"/>
                        </a:cubicBezTo>
                        <a:cubicBezTo>
                          <a:pt x="1" y="15"/>
                          <a:pt x="3" y="1"/>
                          <a:pt x="8" y="0"/>
                        </a:cubicBezTo>
                        <a:cubicBezTo>
                          <a:pt x="9" y="3"/>
                          <a:pt x="9" y="3"/>
                          <a:pt x="9" y="3"/>
                        </a:cubicBezTo>
                        <a:cubicBezTo>
                          <a:pt x="6" y="4"/>
                          <a:pt x="4" y="12"/>
                          <a:pt x="3" y="18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3" name="íş1îḍé"/>
                  <p:cNvSpPr/>
                  <p:nvPr/>
                </p:nvSpPr>
                <p:spPr bwMode="auto">
                  <a:xfrm>
                    <a:off x="6023427" y="2656946"/>
                    <a:ext cx="96780" cy="66635"/>
                  </a:xfrm>
                  <a:custGeom>
                    <a:avLst/>
                    <a:gdLst>
                      <a:gd name="T0" fmla="*/ 3 w 26"/>
                      <a:gd name="T1" fmla="*/ 18 h 18"/>
                      <a:gd name="T2" fmla="*/ 0 w 26"/>
                      <a:gd name="T3" fmla="*/ 16 h 18"/>
                      <a:gd name="T4" fmla="*/ 26 w 26"/>
                      <a:gd name="T5" fmla="*/ 1 h 18"/>
                      <a:gd name="T6" fmla="*/ 25 w 26"/>
                      <a:gd name="T7" fmla="*/ 4 h 18"/>
                      <a:gd name="T8" fmla="*/ 3 w 26"/>
                      <a:gd name="T9" fmla="*/ 18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6" h="18">
                        <a:moveTo>
                          <a:pt x="3" y="18"/>
                        </a:moveTo>
                        <a:cubicBezTo>
                          <a:pt x="0" y="16"/>
                          <a:pt x="0" y="16"/>
                          <a:pt x="0" y="16"/>
                        </a:cubicBezTo>
                        <a:cubicBezTo>
                          <a:pt x="1" y="15"/>
                          <a:pt x="14" y="0"/>
                          <a:pt x="26" y="1"/>
                        </a:cubicBezTo>
                        <a:cubicBezTo>
                          <a:pt x="25" y="4"/>
                          <a:pt x="25" y="4"/>
                          <a:pt x="25" y="4"/>
                        </a:cubicBezTo>
                        <a:cubicBezTo>
                          <a:pt x="16" y="3"/>
                          <a:pt x="3" y="18"/>
                          <a:pt x="3" y="18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4" name="íṣļîdè"/>
                  <p:cNvSpPr/>
                  <p:nvPr/>
                </p:nvSpPr>
                <p:spPr bwMode="auto">
                  <a:xfrm>
                    <a:off x="6056745" y="2736273"/>
                    <a:ext cx="44423" cy="22212"/>
                  </a:xfrm>
                  <a:custGeom>
                    <a:avLst/>
                    <a:gdLst>
                      <a:gd name="T0" fmla="*/ 2 w 12"/>
                      <a:gd name="T1" fmla="*/ 6 h 6"/>
                      <a:gd name="T2" fmla="*/ 0 w 12"/>
                      <a:gd name="T3" fmla="*/ 4 h 6"/>
                      <a:gd name="T4" fmla="*/ 12 w 12"/>
                      <a:gd name="T5" fmla="*/ 1 h 6"/>
                      <a:gd name="T6" fmla="*/ 11 w 12"/>
                      <a:gd name="T7" fmla="*/ 4 h 6"/>
                      <a:gd name="T8" fmla="*/ 2 w 12"/>
                      <a:gd name="T9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" h="6">
                        <a:moveTo>
                          <a:pt x="2" y="6"/>
                        </a:move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1" y="4"/>
                          <a:pt x="6" y="0"/>
                          <a:pt x="12" y="1"/>
                        </a:cubicBezTo>
                        <a:cubicBezTo>
                          <a:pt x="11" y="4"/>
                          <a:pt x="11" y="4"/>
                          <a:pt x="11" y="4"/>
                        </a:cubicBezTo>
                        <a:cubicBezTo>
                          <a:pt x="7" y="4"/>
                          <a:pt x="2" y="6"/>
                          <a:pt x="2" y="6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5" name="ïşḷiḍè"/>
                  <p:cNvSpPr/>
                  <p:nvPr/>
                </p:nvSpPr>
                <p:spPr bwMode="auto">
                  <a:xfrm>
                    <a:off x="5717224" y="2736273"/>
                    <a:ext cx="46010" cy="22212"/>
                  </a:xfrm>
                  <a:custGeom>
                    <a:avLst/>
                    <a:gdLst>
                      <a:gd name="T0" fmla="*/ 10 w 12"/>
                      <a:gd name="T1" fmla="*/ 6 h 6"/>
                      <a:gd name="T2" fmla="*/ 0 w 12"/>
                      <a:gd name="T3" fmla="*/ 3 h 6"/>
                      <a:gd name="T4" fmla="*/ 0 w 12"/>
                      <a:gd name="T5" fmla="*/ 0 h 6"/>
                      <a:gd name="T6" fmla="*/ 12 w 12"/>
                      <a:gd name="T7" fmla="*/ 4 h 6"/>
                      <a:gd name="T8" fmla="*/ 10 w 12"/>
                      <a:gd name="T9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" h="6">
                        <a:moveTo>
                          <a:pt x="10" y="6"/>
                        </a:moveTo>
                        <a:cubicBezTo>
                          <a:pt x="9" y="6"/>
                          <a:pt x="6" y="3"/>
                          <a:pt x="0" y="3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7" y="0"/>
                          <a:pt x="11" y="4"/>
                          <a:pt x="12" y="4"/>
                        </a:cubicBezTo>
                        <a:lnTo>
                          <a:pt x="10" y="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2" name="íśľiďe"/>
                <p:cNvGrpSpPr/>
                <p:nvPr/>
              </p:nvGrpSpPr>
              <p:grpSpPr>
                <a:xfrm>
                  <a:off x="3272257" y="5170037"/>
                  <a:ext cx="309377" cy="414088"/>
                  <a:chOff x="3957743" y="5628549"/>
                  <a:chExt cx="309377" cy="414088"/>
                </a:xfrm>
              </p:grpSpPr>
              <p:sp>
                <p:nvSpPr>
                  <p:cNvPr id="96" name="iṣļïde"/>
                  <p:cNvSpPr/>
                  <p:nvPr/>
                </p:nvSpPr>
                <p:spPr bwMode="auto">
                  <a:xfrm>
                    <a:off x="3957743" y="5639654"/>
                    <a:ext cx="120578" cy="150721"/>
                  </a:xfrm>
                  <a:custGeom>
                    <a:avLst/>
                    <a:gdLst>
                      <a:gd name="T0" fmla="*/ 29 w 32"/>
                      <a:gd name="T1" fmla="*/ 2 h 40"/>
                      <a:gd name="T2" fmla="*/ 26 w 32"/>
                      <a:gd name="T3" fmla="*/ 1 h 40"/>
                      <a:gd name="T4" fmla="*/ 22 w 32"/>
                      <a:gd name="T5" fmla="*/ 0 h 40"/>
                      <a:gd name="T6" fmla="*/ 4 w 32"/>
                      <a:gd name="T7" fmla="*/ 14 h 40"/>
                      <a:gd name="T8" fmla="*/ 11 w 32"/>
                      <a:gd name="T9" fmla="*/ 39 h 40"/>
                      <a:gd name="T10" fmla="*/ 14 w 32"/>
                      <a:gd name="T11" fmla="*/ 40 h 40"/>
                      <a:gd name="T12" fmla="*/ 15 w 32"/>
                      <a:gd name="T13" fmla="*/ 40 h 40"/>
                      <a:gd name="T14" fmla="*/ 18 w 32"/>
                      <a:gd name="T15" fmla="*/ 40 h 40"/>
                      <a:gd name="T16" fmla="*/ 15 w 32"/>
                      <a:gd name="T17" fmla="*/ 38 h 40"/>
                      <a:gd name="T18" fmla="*/ 12 w 32"/>
                      <a:gd name="T19" fmla="*/ 37 h 40"/>
                      <a:gd name="T20" fmla="*/ 12 w 32"/>
                      <a:gd name="T21" fmla="*/ 37 h 40"/>
                      <a:gd name="T22" fmla="*/ 6 w 32"/>
                      <a:gd name="T23" fmla="*/ 15 h 40"/>
                      <a:gd name="T24" fmla="*/ 22 w 32"/>
                      <a:gd name="T25" fmla="*/ 2 h 40"/>
                      <a:gd name="T26" fmla="*/ 26 w 32"/>
                      <a:gd name="T27" fmla="*/ 2 h 40"/>
                      <a:gd name="T28" fmla="*/ 28 w 32"/>
                      <a:gd name="T29" fmla="*/ 4 h 40"/>
                      <a:gd name="T30" fmla="*/ 32 w 32"/>
                      <a:gd name="T31" fmla="*/ 5 h 40"/>
                      <a:gd name="T32" fmla="*/ 29 w 32"/>
                      <a:gd name="T33" fmla="*/ 2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32" h="40">
                        <a:moveTo>
                          <a:pt x="29" y="2"/>
                        </a:moveTo>
                        <a:cubicBezTo>
                          <a:pt x="28" y="2"/>
                          <a:pt x="27" y="1"/>
                          <a:pt x="26" y="1"/>
                        </a:cubicBezTo>
                        <a:cubicBezTo>
                          <a:pt x="25" y="0"/>
                          <a:pt x="23" y="0"/>
                          <a:pt x="22" y="0"/>
                        </a:cubicBezTo>
                        <a:cubicBezTo>
                          <a:pt x="15" y="0"/>
                          <a:pt x="8" y="5"/>
                          <a:pt x="4" y="14"/>
                        </a:cubicBezTo>
                        <a:cubicBezTo>
                          <a:pt x="0" y="25"/>
                          <a:pt x="3" y="36"/>
                          <a:pt x="11" y="39"/>
                        </a:cubicBezTo>
                        <a:cubicBezTo>
                          <a:pt x="12" y="39"/>
                          <a:pt x="13" y="40"/>
                          <a:pt x="14" y="40"/>
                        </a:cubicBezTo>
                        <a:cubicBezTo>
                          <a:pt x="15" y="40"/>
                          <a:pt x="15" y="40"/>
                          <a:pt x="15" y="40"/>
                        </a:cubicBezTo>
                        <a:cubicBezTo>
                          <a:pt x="16" y="40"/>
                          <a:pt x="17" y="40"/>
                          <a:pt x="18" y="40"/>
                        </a:cubicBezTo>
                        <a:cubicBezTo>
                          <a:pt x="17" y="39"/>
                          <a:pt x="16" y="39"/>
                          <a:pt x="15" y="38"/>
                        </a:cubicBezTo>
                        <a:cubicBezTo>
                          <a:pt x="14" y="38"/>
                          <a:pt x="13" y="38"/>
                          <a:pt x="12" y="37"/>
                        </a:cubicBezTo>
                        <a:cubicBezTo>
                          <a:pt x="12" y="37"/>
                          <a:pt x="12" y="37"/>
                          <a:pt x="12" y="37"/>
                        </a:cubicBezTo>
                        <a:cubicBezTo>
                          <a:pt x="5" y="34"/>
                          <a:pt x="2" y="24"/>
                          <a:pt x="6" y="15"/>
                        </a:cubicBezTo>
                        <a:cubicBezTo>
                          <a:pt x="9" y="7"/>
                          <a:pt x="16" y="2"/>
                          <a:pt x="22" y="2"/>
                        </a:cubicBezTo>
                        <a:cubicBezTo>
                          <a:pt x="23" y="2"/>
                          <a:pt x="24" y="2"/>
                          <a:pt x="26" y="2"/>
                        </a:cubicBezTo>
                        <a:cubicBezTo>
                          <a:pt x="27" y="3"/>
                          <a:pt x="28" y="4"/>
                          <a:pt x="28" y="4"/>
                        </a:cubicBezTo>
                        <a:cubicBezTo>
                          <a:pt x="30" y="4"/>
                          <a:pt x="31" y="5"/>
                          <a:pt x="32" y="5"/>
                        </a:cubicBezTo>
                        <a:cubicBezTo>
                          <a:pt x="31" y="4"/>
                          <a:pt x="30" y="3"/>
                          <a:pt x="29" y="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7" name="iśḷîde"/>
                  <p:cNvSpPr/>
                  <p:nvPr/>
                </p:nvSpPr>
                <p:spPr bwMode="auto">
                  <a:xfrm>
                    <a:off x="3987888" y="5647588"/>
                    <a:ext cx="134857" cy="150721"/>
                  </a:xfrm>
                  <a:custGeom>
                    <a:avLst/>
                    <a:gdLst>
                      <a:gd name="T0" fmla="*/ 25 w 36"/>
                      <a:gd name="T1" fmla="*/ 1 h 40"/>
                      <a:gd name="T2" fmla="*/ 21 w 36"/>
                      <a:gd name="T3" fmla="*/ 0 h 40"/>
                      <a:gd name="T4" fmla="*/ 20 w 36"/>
                      <a:gd name="T5" fmla="*/ 0 h 40"/>
                      <a:gd name="T6" fmla="*/ 18 w 36"/>
                      <a:gd name="T7" fmla="*/ 0 h 40"/>
                      <a:gd name="T8" fmla="*/ 3 w 36"/>
                      <a:gd name="T9" fmla="*/ 15 h 40"/>
                      <a:gd name="T10" fmla="*/ 4 w 36"/>
                      <a:gd name="T11" fmla="*/ 35 h 40"/>
                      <a:gd name="T12" fmla="*/ 6 w 36"/>
                      <a:gd name="T13" fmla="*/ 38 h 40"/>
                      <a:gd name="T14" fmla="*/ 9 w 36"/>
                      <a:gd name="T15" fmla="*/ 40 h 40"/>
                      <a:gd name="T16" fmla="*/ 14 w 36"/>
                      <a:gd name="T17" fmla="*/ 40 h 40"/>
                      <a:gd name="T18" fmla="*/ 31 w 36"/>
                      <a:gd name="T19" fmla="*/ 26 h 40"/>
                      <a:gd name="T20" fmla="*/ 25 w 36"/>
                      <a:gd name="T21" fmla="*/ 1 h 40"/>
                      <a:gd name="T22" fmla="*/ 29 w 36"/>
                      <a:gd name="T23" fmla="*/ 25 h 40"/>
                      <a:gd name="T24" fmla="*/ 14 w 36"/>
                      <a:gd name="T25" fmla="*/ 38 h 40"/>
                      <a:gd name="T26" fmla="*/ 10 w 36"/>
                      <a:gd name="T27" fmla="*/ 38 h 40"/>
                      <a:gd name="T28" fmla="*/ 10 w 36"/>
                      <a:gd name="T29" fmla="*/ 38 h 40"/>
                      <a:gd name="T30" fmla="*/ 7 w 36"/>
                      <a:gd name="T31" fmla="*/ 36 h 40"/>
                      <a:gd name="T32" fmla="*/ 4 w 36"/>
                      <a:gd name="T33" fmla="*/ 15 h 40"/>
                      <a:gd name="T34" fmla="*/ 20 w 36"/>
                      <a:gd name="T35" fmla="*/ 2 h 40"/>
                      <a:gd name="T36" fmla="*/ 20 w 36"/>
                      <a:gd name="T37" fmla="*/ 2 h 40"/>
                      <a:gd name="T38" fmla="*/ 24 w 36"/>
                      <a:gd name="T39" fmla="*/ 3 h 40"/>
                      <a:gd name="T40" fmla="*/ 24 w 36"/>
                      <a:gd name="T41" fmla="*/ 3 h 40"/>
                      <a:gd name="T42" fmla="*/ 29 w 36"/>
                      <a:gd name="T43" fmla="*/ 25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36" h="40">
                        <a:moveTo>
                          <a:pt x="25" y="1"/>
                        </a:moveTo>
                        <a:cubicBezTo>
                          <a:pt x="24" y="1"/>
                          <a:pt x="22" y="0"/>
                          <a:pt x="21" y="0"/>
                        </a:cubicBezTo>
                        <a:cubicBezTo>
                          <a:pt x="21" y="0"/>
                          <a:pt x="21" y="0"/>
                          <a:pt x="20" y="0"/>
                        </a:cubicBezTo>
                        <a:cubicBezTo>
                          <a:pt x="19" y="0"/>
                          <a:pt x="18" y="0"/>
                          <a:pt x="18" y="0"/>
                        </a:cubicBezTo>
                        <a:cubicBezTo>
                          <a:pt x="11" y="2"/>
                          <a:pt x="6" y="7"/>
                          <a:pt x="3" y="15"/>
                        </a:cubicBezTo>
                        <a:cubicBezTo>
                          <a:pt x="0" y="22"/>
                          <a:pt x="0" y="30"/>
                          <a:pt x="4" y="35"/>
                        </a:cubicBezTo>
                        <a:cubicBezTo>
                          <a:pt x="4" y="36"/>
                          <a:pt x="5" y="37"/>
                          <a:pt x="6" y="38"/>
                        </a:cubicBezTo>
                        <a:cubicBezTo>
                          <a:pt x="7" y="39"/>
                          <a:pt x="8" y="39"/>
                          <a:pt x="9" y="40"/>
                        </a:cubicBezTo>
                        <a:cubicBezTo>
                          <a:pt x="11" y="40"/>
                          <a:pt x="12" y="40"/>
                          <a:pt x="14" y="40"/>
                        </a:cubicBezTo>
                        <a:cubicBezTo>
                          <a:pt x="21" y="40"/>
                          <a:pt x="28" y="35"/>
                          <a:pt x="31" y="26"/>
                        </a:cubicBezTo>
                        <a:cubicBezTo>
                          <a:pt x="36" y="15"/>
                          <a:pt x="33" y="4"/>
                          <a:pt x="25" y="1"/>
                        </a:cubicBezTo>
                        <a:close/>
                        <a:moveTo>
                          <a:pt x="29" y="25"/>
                        </a:moveTo>
                        <a:cubicBezTo>
                          <a:pt x="26" y="33"/>
                          <a:pt x="20" y="38"/>
                          <a:pt x="14" y="38"/>
                        </a:cubicBezTo>
                        <a:cubicBezTo>
                          <a:pt x="12" y="38"/>
                          <a:pt x="11" y="38"/>
                          <a:pt x="10" y="38"/>
                        </a:cubicBezTo>
                        <a:cubicBezTo>
                          <a:pt x="10" y="38"/>
                          <a:pt x="10" y="38"/>
                          <a:pt x="10" y="38"/>
                        </a:cubicBezTo>
                        <a:cubicBezTo>
                          <a:pt x="9" y="37"/>
                          <a:pt x="8" y="37"/>
                          <a:pt x="7" y="36"/>
                        </a:cubicBezTo>
                        <a:cubicBezTo>
                          <a:pt x="3" y="32"/>
                          <a:pt x="1" y="23"/>
                          <a:pt x="4" y="15"/>
                        </a:cubicBezTo>
                        <a:cubicBezTo>
                          <a:pt x="8" y="8"/>
                          <a:pt x="14" y="2"/>
                          <a:pt x="20" y="2"/>
                        </a:cubicBezTo>
                        <a:cubicBezTo>
                          <a:pt x="20" y="2"/>
                          <a:pt x="20" y="2"/>
                          <a:pt x="20" y="2"/>
                        </a:cubicBezTo>
                        <a:cubicBezTo>
                          <a:pt x="22" y="2"/>
                          <a:pt x="23" y="3"/>
                          <a:pt x="24" y="3"/>
                        </a:cubicBezTo>
                        <a:cubicBezTo>
                          <a:pt x="24" y="3"/>
                          <a:pt x="24" y="3"/>
                          <a:pt x="24" y="3"/>
                        </a:cubicBezTo>
                        <a:cubicBezTo>
                          <a:pt x="31" y="6"/>
                          <a:pt x="33" y="16"/>
                          <a:pt x="29" y="25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8" name="işḷîďé"/>
                  <p:cNvSpPr/>
                  <p:nvPr/>
                </p:nvSpPr>
                <p:spPr bwMode="auto">
                  <a:xfrm>
                    <a:off x="4105292" y="5883982"/>
                    <a:ext cx="120578" cy="150721"/>
                  </a:xfrm>
                  <a:custGeom>
                    <a:avLst/>
                    <a:gdLst>
                      <a:gd name="T0" fmla="*/ 29 w 32"/>
                      <a:gd name="T1" fmla="*/ 2 h 40"/>
                      <a:gd name="T2" fmla="*/ 26 w 32"/>
                      <a:gd name="T3" fmla="*/ 1 h 40"/>
                      <a:gd name="T4" fmla="*/ 22 w 32"/>
                      <a:gd name="T5" fmla="*/ 0 h 40"/>
                      <a:gd name="T6" fmla="*/ 4 w 32"/>
                      <a:gd name="T7" fmla="*/ 14 h 40"/>
                      <a:gd name="T8" fmla="*/ 11 w 32"/>
                      <a:gd name="T9" fmla="*/ 39 h 40"/>
                      <a:gd name="T10" fmla="*/ 14 w 32"/>
                      <a:gd name="T11" fmla="*/ 40 h 40"/>
                      <a:gd name="T12" fmla="*/ 15 w 32"/>
                      <a:gd name="T13" fmla="*/ 40 h 40"/>
                      <a:gd name="T14" fmla="*/ 18 w 32"/>
                      <a:gd name="T15" fmla="*/ 40 h 40"/>
                      <a:gd name="T16" fmla="*/ 15 w 32"/>
                      <a:gd name="T17" fmla="*/ 38 h 40"/>
                      <a:gd name="T18" fmla="*/ 12 w 32"/>
                      <a:gd name="T19" fmla="*/ 37 h 40"/>
                      <a:gd name="T20" fmla="*/ 12 w 32"/>
                      <a:gd name="T21" fmla="*/ 37 h 40"/>
                      <a:gd name="T22" fmla="*/ 6 w 32"/>
                      <a:gd name="T23" fmla="*/ 15 h 40"/>
                      <a:gd name="T24" fmla="*/ 22 w 32"/>
                      <a:gd name="T25" fmla="*/ 2 h 40"/>
                      <a:gd name="T26" fmla="*/ 25 w 32"/>
                      <a:gd name="T27" fmla="*/ 3 h 40"/>
                      <a:gd name="T28" fmla="*/ 28 w 32"/>
                      <a:gd name="T29" fmla="*/ 4 h 40"/>
                      <a:gd name="T30" fmla="*/ 32 w 32"/>
                      <a:gd name="T31" fmla="*/ 5 h 40"/>
                      <a:gd name="T32" fmla="*/ 29 w 32"/>
                      <a:gd name="T33" fmla="*/ 2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32" h="40">
                        <a:moveTo>
                          <a:pt x="29" y="2"/>
                        </a:moveTo>
                        <a:cubicBezTo>
                          <a:pt x="28" y="2"/>
                          <a:pt x="27" y="1"/>
                          <a:pt x="26" y="1"/>
                        </a:cubicBezTo>
                        <a:cubicBezTo>
                          <a:pt x="25" y="0"/>
                          <a:pt x="23" y="0"/>
                          <a:pt x="22" y="0"/>
                        </a:cubicBezTo>
                        <a:cubicBezTo>
                          <a:pt x="15" y="0"/>
                          <a:pt x="8" y="6"/>
                          <a:pt x="4" y="14"/>
                        </a:cubicBezTo>
                        <a:cubicBezTo>
                          <a:pt x="0" y="25"/>
                          <a:pt x="3" y="36"/>
                          <a:pt x="11" y="39"/>
                        </a:cubicBezTo>
                        <a:cubicBezTo>
                          <a:pt x="12" y="40"/>
                          <a:pt x="13" y="40"/>
                          <a:pt x="14" y="40"/>
                        </a:cubicBezTo>
                        <a:cubicBezTo>
                          <a:pt x="15" y="40"/>
                          <a:pt x="15" y="40"/>
                          <a:pt x="15" y="40"/>
                        </a:cubicBezTo>
                        <a:cubicBezTo>
                          <a:pt x="16" y="40"/>
                          <a:pt x="17" y="40"/>
                          <a:pt x="18" y="40"/>
                        </a:cubicBezTo>
                        <a:cubicBezTo>
                          <a:pt x="17" y="39"/>
                          <a:pt x="16" y="39"/>
                          <a:pt x="15" y="38"/>
                        </a:cubicBezTo>
                        <a:cubicBezTo>
                          <a:pt x="14" y="38"/>
                          <a:pt x="13" y="38"/>
                          <a:pt x="12" y="37"/>
                        </a:cubicBezTo>
                        <a:cubicBezTo>
                          <a:pt x="12" y="37"/>
                          <a:pt x="12" y="37"/>
                          <a:pt x="12" y="37"/>
                        </a:cubicBezTo>
                        <a:cubicBezTo>
                          <a:pt x="5" y="34"/>
                          <a:pt x="2" y="24"/>
                          <a:pt x="6" y="15"/>
                        </a:cubicBezTo>
                        <a:cubicBezTo>
                          <a:pt x="9" y="7"/>
                          <a:pt x="16" y="2"/>
                          <a:pt x="22" y="2"/>
                        </a:cubicBezTo>
                        <a:cubicBezTo>
                          <a:pt x="23" y="2"/>
                          <a:pt x="24" y="2"/>
                          <a:pt x="25" y="3"/>
                        </a:cubicBezTo>
                        <a:cubicBezTo>
                          <a:pt x="27" y="3"/>
                          <a:pt x="27" y="4"/>
                          <a:pt x="28" y="4"/>
                        </a:cubicBezTo>
                        <a:cubicBezTo>
                          <a:pt x="30" y="4"/>
                          <a:pt x="31" y="5"/>
                          <a:pt x="32" y="5"/>
                        </a:cubicBezTo>
                        <a:cubicBezTo>
                          <a:pt x="31" y="4"/>
                          <a:pt x="30" y="3"/>
                          <a:pt x="29" y="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9" name="î$ḻîḋè"/>
                  <p:cNvSpPr/>
                  <p:nvPr/>
                </p:nvSpPr>
                <p:spPr bwMode="auto">
                  <a:xfrm>
                    <a:off x="4130677" y="5891916"/>
                    <a:ext cx="136443" cy="150721"/>
                  </a:xfrm>
                  <a:custGeom>
                    <a:avLst/>
                    <a:gdLst>
                      <a:gd name="T0" fmla="*/ 26 w 36"/>
                      <a:gd name="T1" fmla="*/ 1 h 40"/>
                      <a:gd name="T2" fmla="*/ 22 w 36"/>
                      <a:gd name="T3" fmla="*/ 0 h 40"/>
                      <a:gd name="T4" fmla="*/ 21 w 36"/>
                      <a:gd name="T5" fmla="*/ 0 h 40"/>
                      <a:gd name="T6" fmla="*/ 18 w 36"/>
                      <a:gd name="T7" fmla="*/ 1 h 40"/>
                      <a:gd name="T8" fmla="*/ 3 w 36"/>
                      <a:gd name="T9" fmla="*/ 15 h 40"/>
                      <a:gd name="T10" fmla="*/ 5 w 36"/>
                      <a:gd name="T11" fmla="*/ 35 h 40"/>
                      <a:gd name="T12" fmla="*/ 7 w 36"/>
                      <a:gd name="T13" fmla="*/ 38 h 40"/>
                      <a:gd name="T14" fmla="*/ 10 w 36"/>
                      <a:gd name="T15" fmla="*/ 40 h 40"/>
                      <a:gd name="T16" fmla="*/ 15 w 36"/>
                      <a:gd name="T17" fmla="*/ 40 h 40"/>
                      <a:gd name="T18" fmla="*/ 32 w 36"/>
                      <a:gd name="T19" fmla="*/ 26 h 40"/>
                      <a:gd name="T20" fmla="*/ 26 w 36"/>
                      <a:gd name="T21" fmla="*/ 1 h 40"/>
                      <a:gd name="T22" fmla="*/ 30 w 36"/>
                      <a:gd name="T23" fmla="*/ 25 h 40"/>
                      <a:gd name="T24" fmla="*/ 15 w 36"/>
                      <a:gd name="T25" fmla="*/ 38 h 40"/>
                      <a:gd name="T26" fmla="*/ 11 w 36"/>
                      <a:gd name="T27" fmla="*/ 38 h 40"/>
                      <a:gd name="T28" fmla="*/ 11 w 36"/>
                      <a:gd name="T29" fmla="*/ 38 h 40"/>
                      <a:gd name="T30" fmla="*/ 8 w 36"/>
                      <a:gd name="T31" fmla="*/ 36 h 40"/>
                      <a:gd name="T32" fmla="*/ 5 w 36"/>
                      <a:gd name="T33" fmla="*/ 15 h 40"/>
                      <a:gd name="T34" fmla="*/ 21 w 36"/>
                      <a:gd name="T35" fmla="*/ 2 h 40"/>
                      <a:gd name="T36" fmla="*/ 21 w 36"/>
                      <a:gd name="T37" fmla="*/ 2 h 40"/>
                      <a:gd name="T38" fmla="*/ 25 w 36"/>
                      <a:gd name="T39" fmla="*/ 3 h 40"/>
                      <a:gd name="T40" fmla="*/ 25 w 36"/>
                      <a:gd name="T41" fmla="*/ 3 h 40"/>
                      <a:gd name="T42" fmla="*/ 30 w 36"/>
                      <a:gd name="T43" fmla="*/ 25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36" h="40">
                        <a:moveTo>
                          <a:pt x="26" y="1"/>
                        </a:moveTo>
                        <a:cubicBezTo>
                          <a:pt x="25" y="1"/>
                          <a:pt x="23" y="0"/>
                          <a:pt x="22" y="0"/>
                        </a:cubicBezTo>
                        <a:cubicBezTo>
                          <a:pt x="22" y="0"/>
                          <a:pt x="21" y="0"/>
                          <a:pt x="21" y="0"/>
                        </a:cubicBezTo>
                        <a:cubicBezTo>
                          <a:pt x="20" y="0"/>
                          <a:pt x="19" y="0"/>
                          <a:pt x="18" y="1"/>
                        </a:cubicBezTo>
                        <a:cubicBezTo>
                          <a:pt x="12" y="2"/>
                          <a:pt x="6" y="7"/>
                          <a:pt x="3" y="15"/>
                        </a:cubicBezTo>
                        <a:cubicBezTo>
                          <a:pt x="0" y="22"/>
                          <a:pt x="1" y="30"/>
                          <a:pt x="5" y="35"/>
                        </a:cubicBezTo>
                        <a:cubicBezTo>
                          <a:pt x="5" y="36"/>
                          <a:pt x="6" y="37"/>
                          <a:pt x="7" y="38"/>
                        </a:cubicBezTo>
                        <a:cubicBezTo>
                          <a:pt x="8" y="39"/>
                          <a:pt x="9" y="39"/>
                          <a:pt x="10" y="40"/>
                        </a:cubicBezTo>
                        <a:cubicBezTo>
                          <a:pt x="12" y="40"/>
                          <a:pt x="13" y="40"/>
                          <a:pt x="15" y="40"/>
                        </a:cubicBezTo>
                        <a:cubicBezTo>
                          <a:pt x="22" y="40"/>
                          <a:pt x="29" y="35"/>
                          <a:pt x="32" y="26"/>
                        </a:cubicBezTo>
                        <a:cubicBezTo>
                          <a:pt x="36" y="16"/>
                          <a:pt x="33" y="4"/>
                          <a:pt x="26" y="1"/>
                        </a:cubicBezTo>
                        <a:close/>
                        <a:moveTo>
                          <a:pt x="30" y="25"/>
                        </a:moveTo>
                        <a:cubicBezTo>
                          <a:pt x="27" y="33"/>
                          <a:pt x="21" y="38"/>
                          <a:pt x="15" y="38"/>
                        </a:cubicBezTo>
                        <a:cubicBezTo>
                          <a:pt x="13" y="38"/>
                          <a:pt x="12" y="38"/>
                          <a:pt x="11" y="38"/>
                        </a:cubicBezTo>
                        <a:cubicBezTo>
                          <a:pt x="11" y="38"/>
                          <a:pt x="11" y="38"/>
                          <a:pt x="11" y="38"/>
                        </a:cubicBezTo>
                        <a:cubicBezTo>
                          <a:pt x="10" y="37"/>
                          <a:pt x="9" y="37"/>
                          <a:pt x="8" y="36"/>
                        </a:cubicBezTo>
                        <a:cubicBezTo>
                          <a:pt x="3" y="32"/>
                          <a:pt x="2" y="23"/>
                          <a:pt x="5" y="15"/>
                        </a:cubicBezTo>
                        <a:cubicBezTo>
                          <a:pt x="8" y="8"/>
                          <a:pt x="15" y="2"/>
                          <a:pt x="21" y="2"/>
                        </a:cubicBezTo>
                        <a:cubicBezTo>
                          <a:pt x="21" y="2"/>
                          <a:pt x="21" y="2"/>
                          <a:pt x="21" y="2"/>
                        </a:cubicBezTo>
                        <a:cubicBezTo>
                          <a:pt x="23" y="2"/>
                          <a:pt x="24" y="3"/>
                          <a:pt x="25" y="3"/>
                        </a:cubicBezTo>
                        <a:cubicBezTo>
                          <a:pt x="25" y="3"/>
                          <a:pt x="25" y="3"/>
                          <a:pt x="25" y="3"/>
                        </a:cubicBezTo>
                        <a:cubicBezTo>
                          <a:pt x="32" y="6"/>
                          <a:pt x="34" y="16"/>
                          <a:pt x="30" y="25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0" name="ï$1iḋê"/>
                  <p:cNvSpPr/>
                  <p:nvPr/>
                </p:nvSpPr>
                <p:spPr bwMode="auto">
                  <a:xfrm>
                    <a:off x="3984715" y="5647588"/>
                    <a:ext cx="274473" cy="395049"/>
                  </a:xfrm>
                  <a:custGeom>
                    <a:avLst/>
                    <a:gdLst>
                      <a:gd name="T0" fmla="*/ 125 w 173"/>
                      <a:gd name="T1" fmla="*/ 0 h 249"/>
                      <a:gd name="T2" fmla="*/ 2 w 173"/>
                      <a:gd name="T3" fmla="*/ 244 h 249"/>
                      <a:gd name="T4" fmla="*/ 0 w 173"/>
                      <a:gd name="T5" fmla="*/ 249 h 249"/>
                      <a:gd name="T6" fmla="*/ 0 w 173"/>
                      <a:gd name="T7" fmla="*/ 249 h 249"/>
                      <a:gd name="T8" fmla="*/ 47 w 173"/>
                      <a:gd name="T9" fmla="*/ 249 h 249"/>
                      <a:gd name="T10" fmla="*/ 173 w 173"/>
                      <a:gd name="T11" fmla="*/ 0 h 249"/>
                      <a:gd name="T12" fmla="*/ 125 w 173"/>
                      <a:gd name="T13" fmla="*/ 0 h 249"/>
                      <a:gd name="T14" fmla="*/ 45 w 173"/>
                      <a:gd name="T15" fmla="*/ 244 h 249"/>
                      <a:gd name="T16" fmla="*/ 7 w 173"/>
                      <a:gd name="T17" fmla="*/ 244 h 249"/>
                      <a:gd name="T18" fmla="*/ 128 w 173"/>
                      <a:gd name="T19" fmla="*/ 5 h 249"/>
                      <a:gd name="T20" fmla="*/ 166 w 173"/>
                      <a:gd name="T21" fmla="*/ 5 h 249"/>
                      <a:gd name="T22" fmla="*/ 130 w 173"/>
                      <a:gd name="T23" fmla="*/ 73 h 249"/>
                      <a:gd name="T24" fmla="*/ 45 w 173"/>
                      <a:gd name="T25" fmla="*/ 244 h 2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73" h="249">
                        <a:moveTo>
                          <a:pt x="125" y="0"/>
                        </a:moveTo>
                        <a:lnTo>
                          <a:pt x="2" y="244"/>
                        </a:lnTo>
                        <a:lnTo>
                          <a:pt x="0" y="249"/>
                        </a:lnTo>
                        <a:lnTo>
                          <a:pt x="0" y="249"/>
                        </a:lnTo>
                        <a:lnTo>
                          <a:pt x="47" y="249"/>
                        </a:lnTo>
                        <a:lnTo>
                          <a:pt x="173" y="0"/>
                        </a:lnTo>
                        <a:lnTo>
                          <a:pt x="125" y="0"/>
                        </a:lnTo>
                        <a:close/>
                        <a:moveTo>
                          <a:pt x="45" y="244"/>
                        </a:moveTo>
                        <a:lnTo>
                          <a:pt x="7" y="244"/>
                        </a:lnTo>
                        <a:lnTo>
                          <a:pt x="128" y="5"/>
                        </a:lnTo>
                        <a:lnTo>
                          <a:pt x="166" y="5"/>
                        </a:lnTo>
                        <a:lnTo>
                          <a:pt x="130" y="73"/>
                        </a:lnTo>
                        <a:lnTo>
                          <a:pt x="45" y="244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1" name="îšlidê"/>
                  <p:cNvSpPr/>
                  <p:nvPr/>
                </p:nvSpPr>
                <p:spPr bwMode="auto">
                  <a:xfrm>
                    <a:off x="3968849" y="5628549"/>
                    <a:ext cx="290338" cy="414088"/>
                  </a:xfrm>
                  <a:custGeom>
                    <a:avLst/>
                    <a:gdLst>
                      <a:gd name="T0" fmla="*/ 166 w 183"/>
                      <a:gd name="T1" fmla="*/ 0 h 261"/>
                      <a:gd name="T2" fmla="*/ 126 w 183"/>
                      <a:gd name="T3" fmla="*/ 0 h 261"/>
                      <a:gd name="T4" fmla="*/ 0 w 183"/>
                      <a:gd name="T5" fmla="*/ 246 h 261"/>
                      <a:gd name="T6" fmla="*/ 0 w 183"/>
                      <a:gd name="T7" fmla="*/ 246 h 261"/>
                      <a:gd name="T8" fmla="*/ 10 w 183"/>
                      <a:gd name="T9" fmla="*/ 261 h 261"/>
                      <a:gd name="T10" fmla="*/ 10 w 183"/>
                      <a:gd name="T11" fmla="*/ 261 h 261"/>
                      <a:gd name="T12" fmla="*/ 40 w 183"/>
                      <a:gd name="T13" fmla="*/ 261 h 261"/>
                      <a:gd name="T14" fmla="*/ 43 w 183"/>
                      <a:gd name="T15" fmla="*/ 256 h 261"/>
                      <a:gd name="T16" fmla="*/ 12 w 183"/>
                      <a:gd name="T17" fmla="*/ 256 h 261"/>
                      <a:gd name="T18" fmla="*/ 12 w 183"/>
                      <a:gd name="T19" fmla="*/ 256 h 261"/>
                      <a:gd name="T20" fmla="*/ 5 w 183"/>
                      <a:gd name="T21" fmla="*/ 246 h 261"/>
                      <a:gd name="T22" fmla="*/ 128 w 183"/>
                      <a:gd name="T23" fmla="*/ 5 h 261"/>
                      <a:gd name="T24" fmla="*/ 164 w 183"/>
                      <a:gd name="T25" fmla="*/ 5 h 261"/>
                      <a:gd name="T26" fmla="*/ 173 w 183"/>
                      <a:gd name="T27" fmla="*/ 12 h 261"/>
                      <a:gd name="T28" fmla="*/ 176 w 183"/>
                      <a:gd name="T29" fmla="*/ 14 h 261"/>
                      <a:gd name="T30" fmla="*/ 173 w 183"/>
                      <a:gd name="T31" fmla="*/ 17 h 261"/>
                      <a:gd name="T32" fmla="*/ 176 w 183"/>
                      <a:gd name="T33" fmla="*/ 17 h 261"/>
                      <a:gd name="T34" fmla="*/ 140 w 183"/>
                      <a:gd name="T35" fmla="*/ 85 h 261"/>
                      <a:gd name="T36" fmla="*/ 183 w 183"/>
                      <a:gd name="T37" fmla="*/ 12 h 261"/>
                      <a:gd name="T38" fmla="*/ 183 w 183"/>
                      <a:gd name="T39" fmla="*/ 12 h 261"/>
                      <a:gd name="T40" fmla="*/ 166 w 183"/>
                      <a:gd name="T41" fmla="*/ 0 h 2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183" h="261">
                        <a:moveTo>
                          <a:pt x="166" y="0"/>
                        </a:moveTo>
                        <a:lnTo>
                          <a:pt x="126" y="0"/>
                        </a:lnTo>
                        <a:lnTo>
                          <a:pt x="0" y="246"/>
                        </a:lnTo>
                        <a:lnTo>
                          <a:pt x="0" y="246"/>
                        </a:lnTo>
                        <a:lnTo>
                          <a:pt x="10" y="261"/>
                        </a:lnTo>
                        <a:lnTo>
                          <a:pt x="10" y="261"/>
                        </a:lnTo>
                        <a:lnTo>
                          <a:pt x="40" y="261"/>
                        </a:lnTo>
                        <a:lnTo>
                          <a:pt x="43" y="256"/>
                        </a:lnTo>
                        <a:lnTo>
                          <a:pt x="12" y="256"/>
                        </a:lnTo>
                        <a:lnTo>
                          <a:pt x="12" y="256"/>
                        </a:lnTo>
                        <a:lnTo>
                          <a:pt x="5" y="246"/>
                        </a:lnTo>
                        <a:lnTo>
                          <a:pt x="128" y="5"/>
                        </a:lnTo>
                        <a:lnTo>
                          <a:pt x="164" y="5"/>
                        </a:lnTo>
                        <a:lnTo>
                          <a:pt x="173" y="12"/>
                        </a:lnTo>
                        <a:lnTo>
                          <a:pt x="176" y="14"/>
                        </a:lnTo>
                        <a:lnTo>
                          <a:pt x="173" y="17"/>
                        </a:lnTo>
                        <a:lnTo>
                          <a:pt x="176" y="17"/>
                        </a:lnTo>
                        <a:lnTo>
                          <a:pt x="140" y="85"/>
                        </a:lnTo>
                        <a:lnTo>
                          <a:pt x="183" y="12"/>
                        </a:lnTo>
                        <a:lnTo>
                          <a:pt x="183" y="12"/>
                        </a:lnTo>
                        <a:lnTo>
                          <a:pt x="166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3" name="íśliḋê"/>
                <p:cNvGrpSpPr/>
                <p:nvPr/>
              </p:nvGrpSpPr>
              <p:grpSpPr>
                <a:xfrm>
                  <a:off x="1882274" y="3689768"/>
                  <a:ext cx="414088" cy="488656"/>
                  <a:chOff x="4711354" y="5301720"/>
                  <a:chExt cx="414088" cy="488656"/>
                </a:xfrm>
              </p:grpSpPr>
              <p:sp>
                <p:nvSpPr>
                  <p:cNvPr id="92" name="iṥḻïḍe"/>
                  <p:cNvSpPr/>
                  <p:nvPr/>
                </p:nvSpPr>
                <p:spPr bwMode="auto">
                  <a:xfrm>
                    <a:off x="4801786" y="5301720"/>
                    <a:ext cx="323656" cy="323656"/>
                  </a:xfrm>
                  <a:custGeom>
                    <a:avLst/>
                    <a:gdLst>
                      <a:gd name="T0" fmla="*/ 43 w 86"/>
                      <a:gd name="T1" fmla="*/ 86 h 86"/>
                      <a:gd name="T2" fmla="*/ 0 w 86"/>
                      <a:gd name="T3" fmla="*/ 43 h 86"/>
                      <a:gd name="T4" fmla="*/ 43 w 86"/>
                      <a:gd name="T5" fmla="*/ 0 h 86"/>
                      <a:gd name="T6" fmla="*/ 86 w 86"/>
                      <a:gd name="T7" fmla="*/ 43 h 86"/>
                      <a:gd name="T8" fmla="*/ 43 w 86"/>
                      <a:gd name="T9" fmla="*/ 86 h 86"/>
                      <a:gd name="T10" fmla="*/ 43 w 86"/>
                      <a:gd name="T11" fmla="*/ 3 h 86"/>
                      <a:gd name="T12" fmla="*/ 3 w 86"/>
                      <a:gd name="T13" fmla="*/ 43 h 86"/>
                      <a:gd name="T14" fmla="*/ 43 w 86"/>
                      <a:gd name="T15" fmla="*/ 83 h 86"/>
                      <a:gd name="T16" fmla="*/ 83 w 86"/>
                      <a:gd name="T17" fmla="*/ 43 h 86"/>
                      <a:gd name="T18" fmla="*/ 43 w 86"/>
                      <a:gd name="T19" fmla="*/ 3 h 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86">
                        <a:moveTo>
                          <a:pt x="43" y="86"/>
                        </a:moveTo>
                        <a:cubicBezTo>
                          <a:pt x="19" y="86"/>
                          <a:pt x="0" y="67"/>
                          <a:pt x="0" y="43"/>
                        </a:cubicBezTo>
                        <a:cubicBezTo>
                          <a:pt x="0" y="20"/>
                          <a:pt x="19" y="0"/>
                          <a:pt x="43" y="0"/>
                        </a:cubicBezTo>
                        <a:cubicBezTo>
                          <a:pt x="67" y="0"/>
                          <a:pt x="86" y="20"/>
                          <a:pt x="86" y="43"/>
                        </a:cubicBezTo>
                        <a:cubicBezTo>
                          <a:pt x="86" y="67"/>
                          <a:pt x="67" y="86"/>
                          <a:pt x="43" y="86"/>
                        </a:cubicBezTo>
                        <a:close/>
                        <a:moveTo>
                          <a:pt x="43" y="3"/>
                        </a:moveTo>
                        <a:cubicBezTo>
                          <a:pt x="21" y="3"/>
                          <a:pt x="3" y="21"/>
                          <a:pt x="3" y="43"/>
                        </a:cubicBezTo>
                        <a:cubicBezTo>
                          <a:pt x="3" y="65"/>
                          <a:pt x="21" y="83"/>
                          <a:pt x="43" y="83"/>
                        </a:cubicBezTo>
                        <a:cubicBezTo>
                          <a:pt x="65" y="83"/>
                          <a:pt x="83" y="65"/>
                          <a:pt x="83" y="43"/>
                        </a:cubicBezTo>
                        <a:cubicBezTo>
                          <a:pt x="83" y="21"/>
                          <a:pt x="65" y="3"/>
                          <a:pt x="43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3" name="îṧļíḍe"/>
                  <p:cNvSpPr/>
                  <p:nvPr/>
                </p:nvSpPr>
                <p:spPr bwMode="auto">
                  <a:xfrm>
                    <a:off x="4835104" y="5335037"/>
                    <a:ext cx="257020" cy="260193"/>
                  </a:xfrm>
                  <a:custGeom>
                    <a:avLst/>
                    <a:gdLst>
                      <a:gd name="T0" fmla="*/ 34 w 68"/>
                      <a:gd name="T1" fmla="*/ 69 h 69"/>
                      <a:gd name="T2" fmla="*/ 0 w 68"/>
                      <a:gd name="T3" fmla="*/ 34 h 69"/>
                      <a:gd name="T4" fmla="*/ 34 w 68"/>
                      <a:gd name="T5" fmla="*/ 0 h 69"/>
                      <a:gd name="T6" fmla="*/ 68 w 68"/>
                      <a:gd name="T7" fmla="*/ 34 h 69"/>
                      <a:gd name="T8" fmla="*/ 34 w 68"/>
                      <a:gd name="T9" fmla="*/ 69 h 69"/>
                      <a:gd name="T10" fmla="*/ 34 w 68"/>
                      <a:gd name="T11" fmla="*/ 3 h 69"/>
                      <a:gd name="T12" fmla="*/ 3 w 68"/>
                      <a:gd name="T13" fmla="*/ 34 h 69"/>
                      <a:gd name="T14" fmla="*/ 34 w 68"/>
                      <a:gd name="T15" fmla="*/ 66 h 69"/>
                      <a:gd name="T16" fmla="*/ 65 w 68"/>
                      <a:gd name="T17" fmla="*/ 34 h 69"/>
                      <a:gd name="T18" fmla="*/ 34 w 68"/>
                      <a:gd name="T19" fmla="*/ 3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68" h="69">
                        <a:moveTo>
                          <a:pt x="34" y="69"/>
                        </a:moveTo>
                        <a:cubicBezTo>
                          <a:pt x="15" y="69"/>
                          <a:pt x="0" y="53"/>
                          <a:pt x="0" y="34"/>
                        </a:cubicBezTo>
                        <a:cubicBezTo>
                          <a:pt x="0" y="15"/>
                          <a:pt x="15" y="0"/>
                          <a:pt x="34" y="0"/>
                        </a:cubicBezTo>
                        <a:cubicBezTo>
                          <a:pt x="53" y="0"/>
                          <a:pt x="68" y="15"/>
                          <a:pt x="68" y="34"/>
                        </a:cubicBezTo>
                        <a:cubicBezTo>
                          <a:pt x="68" y="53"/>
                          <a:pt x="53" y="69"/>
                          <a:pt x="34" y="69"/>
                        </a:cubicBezTo>
                        <a:close/>
                        <a:moveTo>
                          <a:pt x="34" y="3"/>
                        </a:moveTo>
                        <a:cubicBezTo>
                          <a:pt x="17" y="3"/>
                          <a:pt x="3" y="17"/>
                          <a:pt x="3" y="34"/>
                        </a:cubicBezTo>
                        <a:cubicBezTo>
                          <a:pt x="3" y="51"/>
                          <a:pt x="17" y="66"/>
                          <a:pt x="34" y="66"/>
                        </a:cubicBezTo>
                        <a:cubicBezTo>
                          <a:pt x="51" y="66"/>
                          <a:pt x="65" y="51"/>
                          <a:pt x="65" y="34"/>
                        </a:cubicBezTo>
                        <a:cubicBezTo>
                          <a:pt x="65" y="17"/>
                          <a:pt x="51" y="3"/>
                          <a:pt x="34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4" name="íś1iḍè"/>
                  <p:cNvSpPr/>
                  <p:nvPr/>
                </p:nvSpPr>
                <p:spPr bwMode="auto">
                  <a:xfrm>
                    <a:off x="4711354" y="5584125"/>
                    <a:ext cx="199905" cy="206251"/>
                  </a:xfrm>
                  <a:custGeom>
                    <a:avLst/>
                    <a:gdLst>
                      <a:gd name="T0" fmla="*/ 8 w 53"/>
                      <a:gd name="T1" fmla="*/ 55 h 55"/>
                      <a:gd name="T2" fmla="*/ 8 w 53"/>
                      <a:gd name="T3" fmla="*/ 55 h 55"/>
                      <a:gd name="T4" fmla="*/ 4 w 53"/>
                      <a:gd name="T5" fmla="*/ 53 h 55"/>
                      <a:gd name="T6" fmla="*/ 40 w 53"/>
                      <a:gd name="T7" fmla="*/ 0 h 55"/>
                      <a:gd name="T8" fmla="*/ 42 w 53"/>
                      <a:gd name="T9" fmla="*/ 2 h 55"/>
                      <a:gd name="T10" fmla="*/ 6 w 53"/>
                      <a:gd name="T11" fmla="*/ 51 h 55"/>
                      <a:gd name="T12" fmla="*/ 8 w 53"/>
                      <a:gd name="T13" fmla="*/ 52 h 55"/>
                      <a:gd name="T14" fmla="*/ 50 w 53"/>
                      <a:gd name="T15" fmla="*/ 6 h 55"/>
                      <a:gd name="T16" fmla="*/ 53 w 53"/>
                      <a:gd name="T17" fmla="*/ 8 h 55"/>
                      <a:gd name="T18" fmla="*/ 8 w 53"/>
                      <a:gd name="T19" fmla="*/ 55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55">
                        <a:moveTo>
                          <a:pt x="8" y="55"/>
                        </a:moveTo>
                        <a:cubicBezTo>
                          <a:pt x="8" y="55"/>
                          <a:pt x="8" y="55"/>
                          <a:pt x="8" y="55"/>
                        </a:cubicBezTo>
                        <a:cubicBezTo>
                          <a:pt x="6" y="55"/>
                          <a:pt x="5" y="54"/>
                          <a:pt x="4" y="53"/>
                        </a:cubicBezTo>
                        <a:cubicBezTo>
                          <a:pt x="0" y="45"/>
                          <a:pt x="31" y="10"/>
                          <a:pt x="40" y="0"/>
                        </a:cubicBezTo>
                        <a:cubicBezTo>
                          <a:pt x="42" y="2"/>
                          <a:pt x="42" y="2"/>
                          <a:pt x="42" y="2"/>
                        </a:cubicBezTo>
                        <a:cubicBezTo>
                          <a:pt x="23" y="23"/>
                          <a:pt x="4" y="47"/>
                          <a:pt x="6" y="51"/>
                        </a:cubicBezTo>
                        <a:cubicBezTo>
                          <a:pt x="7" y="52"/>
                          <a:pt x="7" y="52"/>
                          <a:pt x="8" y="52"/>
                        </a:cubicBezTo>
                        <a:cubicBezTo>
                          <a:pt x="15" y="52"/>
                          <a:pt x="32" y="38"/>
                          <a:pt x="50" y="6"/>
                        </a:cubicBezTo>
                        <a:cubicBezTo>
                          <a:pt x="53" y="8"/>
                          <a:pt x="53" y="8"/>
                          <a:pt x="53" y="8"/>
                        </a:cubicBezTo>
                        <a:cubicBezTo>
                          <a:pt x="35" y="39"/>
                          <a:pt x="17" y="55"/>
                          <a:pt x="8" y="55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5" name="îṣľidê"/>
                  <p:cNvSpPr/>
                  <p:nvPr/>
                </p:nvSpPr>
                <p:spPr bwMode="auto">
                  <a:xfrm>
                    <a:off x="5009624" y="5376288"/>
                    <a:ext cx="52356" cy="82500"/>
                  </a:xfrm>
                  <a:custGeom>
                    <a:avLst/>
                    <a:gdLst>
                      <a:gd name="T0" fmla="*/ 11 w 14"/>
                      <a:gd name="T1" fmla="*/ 22 h 22"/>
                      <a:gd name="T2" fmla="*/ 0 w 14"/>
                      <a:gd name="T3" fmla="*/ 3 h 22"/>
                      <a:gd name="T4" fmla="*/ 1 w 14"/>
                      <a:gd name="T5" fmla="*/ 0 h 22"/>
                      <a:gd name="T6" fmla="*/ 14 w 14"/>
                      <a:gd name="T7" fmla="*/ 21 h 22"/>
                      <a:gd name="T8" fmla="*/ 11 w 14"/>
                      <a:gd name="T9" fmla="*/ 22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4" h="22">
                        <a:moveTo>
                          <a:pt x="11" y="22"/>
                        </a:moveTo>
                        <a:cubicBezTo>
                          <a:pt x="9" y="7"/>
                          <a:pt x="0" y="3"/>
                          <a:pt x="0" y="3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0"/>
                          <a:pt x="12" y="5"/>
                          <a:pt x="14" y="21"/>
                        </a:cubicBezTo>
                        <a:lnTo>
                          <a:pt x="11" y="22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4" name="iṩḷíḓe"/>
                <p:cNvGrpSpPr/>
                <p:nvPr/>
              </p:nvGrpSpPr>
              <p:grpSpPr>
                <a:xfrm>
                  <a:off x="2627909" y="1485488"/>
                  <a:ext cx="339521" cy="337934"/>
                  <a:chOff x="5698186" y="4535417"/>
                  <a:chExt cx="339521" cy="337934"/>
                </a:xfrm>
              </p:grpSpPr>
              <p:sp>
                <p:nvSpPr>
                  <p:cNvPr id="87" name="iş1ide"/>
                  <p:cNvSpPr/>
                  <p:nvPr/>
                </p:nvSpPr>
                <p:spPr bwMode="auto">
                  <a:xfrm>
                    <a:off x="5698186" y="4535417"/>
                    <a:ext cx="339521" cy="337934"/>
                  </a:xfrm>
                  <a:custGeom>
                    <a:avLst/>
                    <a:gdLst>
                      <a:gd name="T0" fmla="*/ 45 w 90"/>
                      <a:gd name="T1" fmla="*/ 90 h 90"/>
                      <a:gd name="T2" fmla="*/ 0 w 90"/>
                      <a:gd name="T3" fmla="*/ 45 h 90"/>
                      <a:gd name="T4" fmla="*/ 45 w 90"/>
                      <a:gd name="T5" fmla="*/ 0 h 90"/>
                      <a:gd name="T6" fmla="*/ 90 w 90"/>
                      <a:gd name="T7" fmla="*/ 45 h 90"/>
                      <a:gd name="T8" fmla="*/ 45 w 90"/>
                      <a:gd name="T9" fmla="*/ 90 h 90"/>
                      <a:gd name="T10" fmla="*/ 45 w 90"/>
                      <a:gd name="T11" fmla="*/ 3 h 90"/>
                      <a:gd name="T12" fmla="*/ 3 w 90"/>
                      <a:gd name="T13" fmla="*/ 45 h 90"/>
                      <a:gd name="T14" fmla="*/ 45 w 90"/>
                      <a:gd name="T15" fmla="*/ 87 h 90"/>
                      <a:gd name="T16" fmla="*/ 87 w 90"/>
                      <a:gd name="T17" fmla="*/ 45 h 90"/>
                      <a:gd name="T18" fmla="*/ 45 w 90"/>
                      <a:gd name="T19" fmla="*/ 3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90" h="90">
                        <a:moveTo>
                          <a:pt x="45" y="90"/>
                        </a:moveTo>
                        <a:cubicBezTo>
                          <a:pt x="20" y="90"/>
                          <a:pt x="0" y="70"/>
                          <a:pt x="0" y="45"/>
                        </a:cubicBezTo>
                        <a:cubicBezTo>
                          <a:pt x="0" y="21"/>
                          <a:pt x="20" y="0"/>
                          <a:pt x="45" y="0"/>
                        </a:cubicBezTo>
                        <a:cubicBezTo>
                          <a:pt x="70" y="0"/>
                          <a:pt x="90" y="21"/>
                          <a:pt x="90" y="45"/>
                        </a:cubicBezTo>
                        <a:cubicBezTo>
                          <a:pt x="90" y="70"/>
                          <a:pt x="70" y="90"/>
                          <a:pt x="45" y="90"/>
                        </a:cubicBezTo>
                        <a:close/>
                        <a:moveTo>
                          <a:pt x="45" y="3"/>
                        </a:moveTo>
                        <a:cubicBezTo>
                          <a:pt x="22" y="3"/>
                          <a:pt x="3" y="22"/>
                          <a:pt x="3" y="45"/>
                        </a:cubicBezTo>
                        <a:cubicBezTo>
                          <a:pt x="3" y="69"/>
                          <a:pt x="22" y="87"/>
                          <a:pt x="45" y="87"/>
                        </a:cubicBezTo>
                        <a:cubicBezTo>
                          <a:pt x="68" y="87"/>
                          <a:pt x="87" y="69"/>
                          <a:pt x="87" y="45"/>
                        </a:cubicBezTo>
                        <a:cubicBezTo>
                          <a:pt x="87" y="22"/>
                          <a:pt x="68" y="3"/>
                          <a:pt x="45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8" name="ïšḷïḍè"/>
                  <p:cNvSpPr/>
                  <p:nvPr/>
                </p:nvSpPr>
                <p:spPr bwMode="auto">
                  <a:xfrm>
                    <a:off x="5733090" y="4573495"/>
                    <a:ext cx="271300" cy="266540"/>
                  </a:xfrm>
                  <a:custGeom>
                    <a:avLst/>
                    <a:gdLst>
                      <a:gd name="T0" fmla="*/ 36 w 72"/>
                      <a:gd name="T1" fmla="*/ 71 h 71"/>
                      <a:gd name="T2" fmla="*/ 0 w 72"/>
                      <a:gd name="T3" fmla="*/ 35 h 71"/>
                      <a:gd name="T4" fmla="*/ 36 w 72"/>
                      <a:gd name="T5" fmla="*/ 0 h 71"/>
                      <a:gd name="T6" fmla="*/ 72 w 72"/>
                      <a:gd name="T7" fmla="*/ 35 h 71"/>
                      <a:gd name="T8" fmla="*/ 36 w 72"/>
                      <a:gd name="T9" fmla="*/ 71 h 71"/>
                      <a:gd name="T10" fmla="*/ 36 w 72"/>
                      <a:gd name="T11" fmla="*/ 3 h 71"/>
                      <a:gd name="T12" fmla="*/ 3 w 72"/>
                      <a:gd name="T13" fmla="*/ 35 h 71"/>
                      <a:gd name="T14" fmla="*/ 36 w 72"/>
                      <a:gd name="T15" fmla="*/ 68 h 71"/>
                      <a:gd name="T16" fmla="*/ 69 w 72"/>
                      <a:gd name="T17" fmla="*/ 35 h 71"/>
                      <a:gd name="T18" fmla="*/ 36 w 72"/>
                      <a:gd name="T19" fmla="*/ 3 h 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72" h="71">
                        <a:moveTo>
                          <a:pt x="36" y="71"/>
                        </a:moveTo>
                        <a:cubicBezTo>
                          <a:pt x="16" y="71"/>
                          <a:pt x="0" y="55"/>
                          <a:pt x="0" y="35"/>
                        </a:cubicBezTo>
                        <a:cubicBezTo>
                          <a:pt x="0" y="16"/>
                          <a:pt x="16" y="0"/>
                          <a:pt x="36" y="0"/>
                        </a:cubicBezTo>
                        <a:cubicBezTo>
                          <a:pt x="56" y="0"/>
                          <a:pt x="72" y="16"/>
                          <a:pt x="72" y="35"/>
                        </a:cubicBezTo>
                        <a:cubicBezTo>
                          <a:pt x="72" y="55"/>
                          <a:pt x="56" y="71"/>
                          <a:pt x="36" y="71"/>
                        </a:cubicBezTo>
                        <a:close/>
                        <a:moveTo>
                          <a:pt x="36" y="3"/>
                        </a:moveTo>
                        <a:cubicBezTo>
                          <a:pt x="18" y="3"/>
                          <a:pt x="3" y="17"/>
                          <a:pt x="3" y="35"/>
                        </a:cubicBezTo>
                        <a:cubicBezTo>
                          <a:pt x="3" y="53"/>
                          <a:pt x="18" y="68"/>
                          <a:pt x="36" y="68"/>
                        </a:cubicBezTo>
                        <a:cubicBezTo>
                          <a:pt x="54" y="68"/>
                          <a:pt x="69" y="53"/>
                          <a:pt x="69" y="35"/>
                        </a:cubicBezTo>
                        <a:cubicBezTo>
                          <a:pt x="69" y="17"/>
                          <a:pt x="54" y="3"/>
                          <a:pt x="36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9" name="îşḷîďè"/>
                  <p:cNvSpPr/>
                  <p:nvPr/>
                </p:nvSpPr>
                <p:spPr bwMode="auto">
                  <a:xfrm>
                    <a:off x="5845734" y="4686140"/>
                    <a:ext cx="41250" cy="41250"/>
                  </a:xfrm>
                  <a:custGeom>
                    <a:avLst/>
                    <a:gdLst>
                      <a:gd name="T0" fmla="*/ 6 w 11"/>
                      <a:gd name="T1" fmla="*/ 11 h 11"/>
                      <a:gd name="T2" fmla="*/ 0 w 11"/>
                      <a:gd name="T3" fmla="*/ 5 h 11"/>
                      <a:gd name="T4" fmla="*/ 6 w 11"/>
                      <a:gd name="T5" fmla="*/ 0 h 11"/>
                      <a:gd name="T6" fmla="*/ 11 w 11"/>
                      <a:gd name="T7" fmla="*/ 5 h 11"/>
                      <a:gd name="T8" fmla="*/ 6 w 11"/>
                      <a:gd name="T9" fmla="*/ 11 h 11"/>
                      <a:gd name="T10" fmla="*/ 6 w 11"/>
                      <a:gd name="T11" fmla="*/ 3 h 11"/>
                      <a:gd name="T12" fmla="*/ 3 w 11"/>
                      <a:gd name="T13" fmla="*/ 5 h 11"/>
                      <a:gd name="T14" fmla="*/ 6 w 11"/>
                      <a:gd name="T15" fmla="*/ 8 h 11"/>
                      <a:gd name="T16" fmla="*/ 8 w 11"/>
                      <a:gd name="T17" fmla="*/ 5 h 11"/>
                      <a:gd name="T18" fmla="*/ 6 w 11"/>
                      <a:gd name="T19" fmla="*/ 3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1" h="11">
                        <a:moveTo>
                          <a:pt x="6" y="11"/>
                        </a:moveTo>
                        <a:cubicBezTo>
                          <a:pt x="3" y="11"/>
                          <a:pt x="0" y="9"/>
                          <a:pt x="0" y="5"/>
                        </a:cubicBezTo>
                        <a:cubicBezTo>
                          <a:pt x="0" y="2"/>
                          <a:pt x="3" y="0"/>
                          <a:pt x="6" y="0"/>
                        </a:cubicBezTo>
                        <a:cubicBezTo>
                          <a:pt x="9" y="0"/>
                          <a:pt x="11" y="2"/>
                          <a:pt x="11" y="5"/>
                        </a:cubicBezTo>
                        <a:cubicBezTo>
                          <a:pt x="11" y="9"/>
                          <a:pt x="9" y="11"/>
                          <a:pt x="6" y="11"/>
                        </a:cubicBezTo>
                        <a:close/>
                        <a:moveTo>
                          <a:pt x="6" y="3"/>
                        </a:moveTo>
                        <a:cubicBezTo>
                          <a:pt x="4" y="3"/>
                          <a:pt x="3" y="4"/>
                          <a:pt x="3" y="5"/>
                        </a:cubicBezTo>
                        <a:cubicBezTo>
                          <a:pt x="3" y="7"/>
                          <a:pt x="4" y="8"/>
                          <a:pt x="6" y="8"/>
                        </a:cubicBezTo>
                        <a:cubicBezTo>
                          <a:pt x="7" y="8"/>
                          <a:pt x="8" y="7"/>
                          <a:pt x="8" y="5"/>
                        </a:cubicBezTo>
                        <a:cubicBezTo>
                          <a:pt x="8" y="4"/>
                          <a:pt x="7" y="3"/>
                          <a:pt x="6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0" name="ïṩḷiḓê"/>
                  <p:cNvSpPr/>
                  <p:nvPr/>
                </p:nvSpPr>
                <p:spPr bwMode="auto">
                  <a:xfrm>
                    <a:off x="5853667" y="4598880"/>
                    <a:ext cx="30145" cy="98366"/>
                  </a:xfrm>
                  <a:custGeom>
                    <a:avLst/>
                    <a:gdLst>
                      <a:gd name="T0" fmla="*/ 5 w 8"/>
                      <a:gd name="T1" fmla="*/ 26 h 26"/>
                      <a:gd name="T2" fmla="*/ 4 w 8"/>
                      <a:gd name="T3" fmla="*/ 6 h 26"/>
                      <a:gd name="T4" fmla="*/ 3 w 8"/>
                      <a:gd name="T5" fmla="*/ 24 h 26"/>
                      <a:gd name="T6" fmla="*/ 0 w 8"/>
                      <a:gd name="T7" fmla="*/ 24 h 26"/>
                      <a:gd name="T8" fmla="*/ 3 w 8"/>
                      <a:gd name="T9" fmla="*/ 1 h 26"/>
                      <a:gd name="T10" fmla="*/ 5 w 8"/>
                      <a:gd name="T11" fmla="*/ 1 h 26"/>
                      <a:gd name="T12" fmla="*/ 8 w 8"/>
                      <a:gd name="T13" fmla="*/ 26 h 26"/>
                      <a:gd name="T14" fmla="*/ 5 w 8"/>
                      <a:gd name="T15" fmla="*/ 26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8" h="26">
                        <a:moveTo>
                          <a:pt x="5" y="26"/>
                        </a:moveTo>
                        <a:cubicBezTo>
                          <a:pt x="5" y="18"/>
                          <a:pt x="5" y="10"/>
                          <a:pt x="4" y="6"/>
                        </a:cubicBezTo>
                        <a:cubicBezTo>
                          <a:pt x="3" y="10"/>
                          <a:pt x="3" y="17"/>
                          <a:pt x="3" y="24"/>
                        </a:cubicBez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0" y="15"/>
                          <a:pt x="0" y="3"/>
                          <a:pt x="3" y="1"/>
                        </a:cubicBezTo>
                        <a:cubicBezTo>
                          <a:pt x="4" y="0"/>
                          <a:pt x="4" y="0"/>
                          <a:pt x="5" y="1"/>
                        </a:cubicBezTo>
                        <a:cubicBezTo>
                          <a:pt x="6" y="1"/>
                          <a:pt x="8" y="2"/>
                          <a:pt x="8" y="26"/>
                        </a:cubicBezTo>
                        <a:lnTo>
                          <a:pt x="5" y="2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1" name="îṩľiḑè"/>
                  <p:cNvSpPr/>
                  <p:nvPr/>
                </p:nvSpPr>
                <p:spPr bwMode="auto">
                  <a:xfrm>
                    <a:off x="5763233" y="4689313"/>
                    <a:ext cx="93606" cy="44423"/>
                  </a:xfrm>
                  <a:custGeom>
                    <a:avLst/>
                    <a:gdLst>
                      <a:gd name="T0" fmla="*/ 5 w 25"/>
                      <a:gd name="T1" fmla="*/ 12 h 12"/>
                      <a:gd name="T2" fmla="*/ 1 w 25"/>
                      <a:gd name="T3" fmla="*/ 11 h 12"/>
                      <a:gd name="T4" fmla="*/ 0 w 25"/>
                      <a:gd name="T5" fmla="*/ 9 h 12"/>
                      <a:gd name="T6" fmla="*/ 24 w 25"/>
                      <a:gd name="T7" fmla="*/ 0 h 12"/>
                      <a:gd name="T8" fmla="*/ 25 w 25"/>
                      <a:gd name="T9" fmla="*/ 3 h 12"/>
                      <a:gd name="T10" fmla="*/ 6 w 25"/>
                      <a:gd name="T11" fmla="*/ 9 h 12"/>
                      <a:gd name="T12" fmla="*/ 24 w 25"/>
                      <a:gd name="T13" fmla="*/ 6 h 12"/>
                      <a:gd name="T14" fmla="*/ 24 w 25"/>
                      <a:gd name="T15" fmla="*/ 8 h 12"/>
                      <a:gd name="T16" fmla="*/ 5 w 25"/>
                      <a:gd name="T1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5" h="12">
                        <a:moveTo>
                          <a:pt x="5" y="12"/>
                        </a:moveTo>
                        <a:cubicBezTo>
                          <a:pt x="3" y="12"/>
                          <a:pt x="2" y="11"/>
                          <a:pt x="1" y="11"/>
                        </a:cubicBezTo>
                        <a:cubicBezTo>
                          <a:pt x="0" y="10"/>
                          <a:pt x="0" y="9"/>
                          <a:pt x="0" y="9"/>
                        </a:cubicBezTo>
                        <a:cubicBezTo>
                          <a:pt x="1" y="8"/>
                          <a:pt x="1" y="6"/>
                          <a:pt x="24" y="0"/>
                        </a:cubicBezTo>
                        <a:cubicBezTo>
                          <a:pt x="25" y="3"/>
                          <a:pt x="25" y="3"/>
                          <a:pt x="25" y="3"/>
                        </a:cubicBezTo>
                        <a:cubicBezTo>
                          <a:pt x="18" y="5"/>
                          <a:pt x="10" y="7"/>
                          <a:pt x="6" y="9"/>
                        </a:cubicBezTo>
                        <a:cubicBezTo>
                          <a:pt x="10" y="8"/>
                          <a:pt x="17" y="7"/>
                          <a:pt x="24" y="6"/>
                        </a:cubicBezTo>
                        <a:cubicBezTo>
                          <a:pt x="24" y="8"/>
                          <a:pt x="24" y="8"/>
                          <a:pt x="24" y="8"/>
                        </a:cubicBezTo>
                        <a:cubicBezTo>
                          <a:pt x="18" y="10"/>
                          <a:pt x="10" y="12"/>
                          <a:pt x="5" y="1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5" name="isliḓe"/>
                <p:cNvGrpSpPr/>
                <p:nvPr/>
              </p:nvGrpSpPr>
              <p:grpSpPr>
                <a:xfrm>
                  <a:off x="3272006" y="1596959"/>
                  <a:ext cx="425193" cy="425194"/>
                  <a:chOff x="5623618" y="3915078"/>
                  <a:chExt cx="425193" cy="425194"/>
                </a:xfrm>
              </p:grpSpPr>
              <p:sp>
                <p:nvSpPr>
                  <p:cNvPr id="82" name="íSľïḓè"/>
                  <p:cNvSpPr/>
                  <p:nvPr/>
                </p:nvSpPr>
                <p:spPr bwMode="auto">
                  <a:xfrm>
                    <a:off x="5653762" y="3942049"/>
                    <a:ext cx="11106" cy="37601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3" name="iŝḷíḍé"/>
                  <p:cNvSpPr/>
                  <p:nvPr/>
                </p:nvSpPr>
                <p:spPr bwMode="auto">
                  <a:xfrm>
                    <a:off x="5623618" y="3915078"/>
                    <a:ext cx="60288" cy="82500"/>
                  </a:xfrm>
                  <a:custGeom>
                    <a:avLst/>
                    <a:gdLst>
                      <a:gd name="T0" fmla="*/ 7 w 38"/>
                      <a:gd name="T1" fmla="*/ 52 h 52"/>
                      <a:gd name="T2" fmla="*/ 0 w 38"/>
                      <a:gd name="T3" fmla="*/ 48 h 52"/>
                      <a:gd name="T4" fmla="*/ 21 w 38"/>
                      <a:gd name="T5" fmla="*/ 0 h 52"/>
                      <a:gd name="T6" fmla="*/ 38 w 38"/>
                      <a:gd name="T7" fmla="*/ 45 h 52"/>
                      <a:gd name="T8" fmla="*/ 31 w 38"/>
                      <a:gd name="T9" fmla="*/ 48 h 52"/>
                      <a:gd name="T10" fmla="*/ 21 w 38"/>
                      <a:gd name="T11" fmla="*/ 19 h 52"/>
                      <a:gd name="T12" fmla="*/ 7 w 38"/>
                      <a:gd name="T13" fmla="*/ 52 h 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8" h="52">
                        <a:moveTo>
                          <a:pt x="7" y="52"/>
                        </a:moveTo>
                        <a:lnTo>
                          <a:pt x="0" y="48"/>
                        </a:lnTo>
                        <a:lnTo>
                          <a:pt x="21" y="0"/>
                        </a:lnTo>
                        <a:lnTo>
                          <a:pt x="38" y="45"/>
                        </a:lnTo>
                        <a:lnTo>
                          <a:pt x="31" y="48"/>
                        </a:lnTo>
                        <a:lnTo>
                          <a:pt x="21" y="19"/>
                        </a:lnTo>
                        <a:lnTo>
                          <a:pt x="7" y="52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4" name="íṥḻîḑè"/>
                  <p:cNvSpPr/>
                  <p:nvPr/>
                </p:nvSpPr>
                <p:spPr bwMode="auto">
                  <a:xfrm>
                    <a:off x="5653762" y="4305369"/>
                    <a:ext cx="369666" cy="12692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5" name="íşḷiḍé"/>
                  <p:cNvSpPr/>
                  <p:nvPr/>
                </p:nvSpPr>
                <p:spPr bwMode="auto">
                  <a:xfrm>
                    <a:off x="5969484" y="4279984"/>
                    <a:ext cx="79327" cy="60288"/>
                  </a:xfrm>
                  <a:custGeom>
                    <a:avLst/>
                    <a:gdLst>
                      <a:gd name="T0" fmla="*/ 5 w 50"/>
                      <a:gd name="T1" fmla="*/ 38 h 38"/>
                      <a:gd name="T2" fmla="*/ 3 w 50"/>
                      <a:gd name="T3" fmla="*/ 31 h 38"/>
                      <a:gd name="T4" fmla="*/ 31 w 50"/>
                      <a:gd name="T5" fmla="*/ 21 h 38"/>
                      <a:gd name="T6" fmla="*/ 0 w 50"/>
                      <a:gd name="T7" fmla="*/ 7 h 38"/>
                      <a:gd name="T8" fmla="*/ 3 w 50"/>
                      <a:gd name="T9" fmla="*/ 0 h 38"/>
                      <a:gd name="T10" fmla="*/ 50 w 50"/>
                      <a:gd name="T11" fmla="*/ 21 h 38"/>
                      <a:gd name="T12" fmla="*/ 5 w 50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0" h="38">
                        <a:moveTo>
                          <a:pt x="5" y="38"/>
                        </a:moveTo>
                        <a:lnTo>
                          <a:pt x="3" y="31"/>
                        </a:lnTo>
                        <a:lnTo>
                          <a:pt x="31" y="21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lnTo>
                          <a:pt x="50" y="21"/>
                        </a:lnTo>
                        <a:lnTo>
                          <a:pt x="5" y="38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6" name="işliḋé"/>
                  <p:cNvSpPr/>
                  <p:nvPr/>
                </p:nvSpPr>
                <p:spPr bwMode="auto">
                  <a:xfrm>
                    <a:off x="5653762" y="4084838"/>
                    <a:ext cx="304617" cy="228463"/>
                  </a:xfrm>
                  <a:custGeom>
                    <a:avLst/>
                    <a:gdLst>
                      <a:gd name="T0" fmla="*/ 78 w 81"/>
                      <a:gd name="T1" fmla="*/ 61 h 61"/>
                      <a:gd name="T2" fmla="*/ 63 w 81"/>
                      <a:gd name="T3" fmla="*/ 5 h 61"/>
                      <a:gd name="T4" fmla="*/ 55 w 81"/>
                      <a:gd name="T5" fmla="*/ 4 h 61"/>
                      <a:gd name="T6" fmla="*/ 48 w 81"/>
                      <a:gd name="T7" fmla="*/ 23 h 61"/>
                      <a:gd name="T8" fmla="*/ 39 w 81"/>
                      <a:gd name="T9" fmla="*/ 44 h 61"/>
                      <a:gd name="T10" fmla="*/ 23 w 81"/>
                      <a:gd name="T11" fmla="*/ 37 h 61"/>
                      <a:gd name="T12" fmla="*/ 15 w 81"/>
                      <a:gd name="T13" fmla="*/ 28 h 61"/>
                      <a:gd name="T14" fmla="*/ 13 w 81"/>
                      <a:gd name="T15" fmla="*/ 29 h 61"/>
                      <a:gd name="T16" fmla="*/ 3 w 81"/>
                      <a:gd name="T17" fmla="*/ 59 h 61"/>
                      <a:gd name="T18" fmla="*/ 0 w 81"/>
                      <a:gd name="T19" fmla="*/ 58 h 61"/>
                      <a:gd name="T20" fmla="*/ 11 w 81"/>
                      <a:gd name="T21" fmla="*/ 26 h 61"/>
                      <a:gd name="T22" fmla="*/ 16 w 81"/>
                      <a:gd name="T23" fmla="*/ 26 h 61"/>
                      <a:gd name="T24" fmla="*/ 26 w 81"/>
                      <a:gd name="T25" fmla="*/ 35 h 61"/>
                      <a:gd name="T26" fmla="*/ 38 w 81"/>
                      <a:gd name="T27" fmla="*/ 41 h 61"/>
                      <a:gd name="T28" fmla="*/ 45 w 81"/>
                      <a:gd name="T29" fmla="*/ 23 h 61"/>
                      <a:gd name="T30" fmla="*/ 54 w 81"/>
                      <a:gd name="T31" fmla="*/ 2 h 61"/>
                      <a:gd name="T32" fmla="*/ 64 w 81"/>
                      <a:gd name="T33" fmla="*/ 3 h 61"/>
                      <a:gd name="T34" fmla="*/ 81 w 81"/>
                      <a:gd name="T35" fmla="*/ 61 h 61"/>
                      <a:gd name="T36" fmla="*/ 78 w 81"/>
                      <a:gd name="T37" fmla="*/ 61 h 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81" h="61">
                        <a:moveTo>
                          <a:pt x="78" y="61"/>
                        </a:moveTo>
                        <a:cubicBezTo>
                          <a:pt x="78" y="47"/>
                          <a:pt x="75" y="11"/>
                          <a:pt x="63" y="5"/>
                        </a:cubicBezTo>
                        <a:cubicBezTo>
                          <a:pt x="60" y="4"/>
                          <a:pt x="57" y="3"/>
                          <a:pt x="55" y="4"/>
                        </a:cubicBezTo>
                        <a:cubicBezTo>
                          <a:pt x="51" y="7"/>
                          <a:pt x="50" y="15"/>
                          <a:pt x="48" y="23"/>
                        </a:cubicBezTo>
                        <a:cubicBezTo>
                          <a:pt x="47" y="33"/>
                          <a:pt x="45" y="41"/>
                          <a:pt x="39" y="44"/>
                        </a:cubicBezTo>
                        <a:cubicBezTo>
                          <a:pt x="31" y="48"/>
                          <a:pt x="27" y="42"/>
                          <a:pt x="23" y="37"/>
                        </a:cubicBezTo>
                        <a:cubicBezTo>
                          <a:pt x="21" y="33"/>
                          <a:pt x="19" y="30"/>
                          <a:pt x="15" y="28"/>
                        </a:cubicBezTo>
                        <a:cubicBezTo>
                          <a:pt x="14" y="28"/>
                          <a:pt x="13" y="28"/>
                          <a:pt x="13" y="29"/>
                        </a:cubicBezTo>
                        <a:cubicBezTo>
                          <a:pt x="7" y="32"/>
                          <a:pt x="4" y="51"/>
                          <a:pt x="3" y="59"/>
                        </a:cubicBezTo>
                        <a:cubicBezTo>
                          <a:pt x="0" y="58"/>
                          <a:pt x="0" y="58"/>
                          <a:pt x="0" y="58"/>
                        </a:cubicBezTo>
                        <a:cubicBezTo>
                          <a:pt x="0" y="55"/>
                          <a:pt x="3" y="30"/>
                          <a:pt x="11" y="26"/>
                        </a:cubicBezTo>
                        <a:cubicBezTo>
                          <a:pt x="13" y="25"/>
                          <a:pt x="14" y="25"/>
                          <a:pt x="16" y="26"/>
                        </a:cubicBezTo>
                        <a:cubicBezTo>
                          <a:pt x="21" y="28"/>
                          <a:pt x="23" y="32"/>
                          <a:pt x="26" y="35"/>
                        </a:cubicBezTo>
                        <a:cubicBezTo>
                          <a:pt x="30" y="41"/>
                          <a:pt x="32" y="44"/>
                          <a:pt x="38" y="41"/>
                        </a:cubicBezTo>
                        <a:cubicBezTo>
                          <a:pt x="42" y="39"/>
                          <a:pt x="44" y="31"/>
                          <a:pt x="45" y="23"/>
                        </a:cubicBezTo>
                        <a:cubicBezTo>
                          <a:pt x="47" y="13"/>
                          <a:pt x="48" y="5"/>
                          <a:pt x="54" y="2"/>
                        </a:cubicBezTo>
                        <a:cubicBezTo>
                          <a:pt x="57" y="0"/>
                          <a:pt x="60" y="1"/>
                          <a:pt x="64" y="3"/>
                        </a:cubicBezTo>
                        <a:cubicBezTo>
                          <a:pt x="80" y="10"/>
                          <a:pt x="81" y="59"/>
                          <a:pt x="81" y="61"/>
                        </a:cubicBezTo>
                        <a:lnTo>
                          <a:pt x="78" y="61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6" name="ïśḻïḋé"/>
                <p:cNvGrpSpPr/>
                <p:nvPr/>
              </p:nvGrpSpPr>
              <p:grpSpPr>
                <a:xfrm>
                  <a:off x="4263837" y="2865836"/>
                  <a:ext cx="380772" cy="341108"/>
                  <a:chOff x="5100057" y="4749602"/>
                  <a:chExt cx="380772" cy="341108"/>
                </a:xfrm>
              </p:grpSpPr>
              <p:sp>
                <p:nvSpPr>
                  <p:cNvPr id="80" name="îṧlíḍè"/>
                  <p:cNvSpPr/>
                  <p:nvPr/>
                </p:nvSpPr>
                <p:spPr bwMode="auto">
                  <a:xfrm>
                    <a:off x="5100057" y="4809891"/>
                    <a:ext cx="282405" cy="280819"/>
                  </a:xfrm>
                  <a:custGeom>
                    <a:avLst/>
                    <a:gdLst>
                      <a:gd name="T0" fmla="*/ 72 w 75"/>
                      <a:gd name="T1" fmla="*/ 72 h 75"/>
                      <a:gd name="T2" fmla="*/ 3 w 75"/>
                      <a:gd name="T3" fmla="*/ 72 h 75"/>
                      <a:gd name="T4" fmla="*/ 3 w 75"/>
                      <a:gd name="T5" fmla="*/ 3 h 75"/>
                      <a:gd name="T6" fmla="*/ 16 w 75"/>
                      <a:gd name="T7" fmla="*/ 3 h 75"/>
                      <a:gd name="T8" fmla="*/ 15 w 75"/>
                      <a:gd name="T9" fmla="*/ 0 h 75"/>
                      <a:gd name="T10" fmla="*/ 0 w 75"/>
                      <a:gd name="T11" fmla="*/ 0 h 75"/>
                      <a:gd name="T12" fmla="*/ 0 w 75"/>
                      <a:gd name="T13" fmla="*/ 75 h 75"/>
                      <a:gd name="T14" fmla="*/ 75 w 75"/>
                      <a:gd name="T15" fmla="*/ 75 h 75"/>
                      <a:gd name="T16" fmla="*/ 75 w 75"/>
                      <a:gd name="T17" fmla="*/ 27 h 75"/>
                      <a:gd name="T18" fmla="*/ 72 w 75"/>
                      <a:gd name="T19" fmla="*/ 29 h 75"/>
                      <a:gd name="T20" fmla="*/ 72 w 75"/>
                      <a:gd name="T21" fmla="*/ 72 h 75"/>
                      <a:gd name="T22" fmla="*/ 28 w 75"/>
                      <a:gd name="T23" fmla="*/ 0 h 75"/>
                      <a:gd name="T24" fmla="*/ 29 w 75"/>
                      <a:gd name="T25" fmla="*/ 3 h 75"/>
                      <a:gd name="T26" fmla="*/ 72 w 75"/>
                      <a:gd name="T27" fmla="*/ 3 h 75"/>
                      <a:gd name="T28" fmla="*/ 72 w 75"/>
                      <a:gd name="T29" fmla="*/ 13 h 75"/>
                      <a:gd name="T30" fmla="*/ 75 w 75"/>
                      <a:gd name="T31" fmla="*/ 11 h 75"/>
                      <a:gd name="T32" fmla="*/ 75 w 75"/>
                      <a:gd name="T33" fmla="*/ 0 h 75"/>
                      <a:gd name="T34" fmla="*/ 28 w 75"/>
                      <a:gd name="T35" fmla="*/ 0 h 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75" h="75">
                        <a:moveTo>
                          <a:pt x="72" y="72"/>
                        </a:moveTo>
                        <a:cubicBezTo>
                          <a:pt x="3" y="72"/>
                          <a:pt x="3" y="72"/>
                          <a:pt x="3" y="72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16" y="3"/>
                          <a:pt x="16" y="3"/>
                          <a:pt x="16" y="3"/>
                        </a:cubicBezTo>
                        <a:cubicBezTo>
                          <a:pt x="15" y="2"/>
                          <a:pt x="15" y="1"/>
                          <a:pt x="15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75"/>
                          <a:pt x="0" y="75"/>
                          <a:pt x="0" y="75"/>
                        </a:cubicBezTo>
                        <a:cubicBezTo>
                          <a:pt x="75" y="75"/>
                          <a:pt x="75" y="75"/>
                          <a:pt x="75" y="75"/>
                        </a:cubicBezTo>
                        <a:cubicBezTo>
                          <a:pt x="75" y="27"/>
                          <a:pt x="75" y="27"/>
                          <a:pt x="75" y="27"/>
                        </a:cubicBezTo>
                        <a:cubicBezTo>
                          <a:pt x="74" y="28"/>
                          <a:pt x="73" y="29"/>
                          <a:pt x="72" y="29"/>
                        </a:cubicBezTo>
                        <a:lnTo>
                          <a:pt x="72" y="72"/>
                        </a:lnTo>
                        <a:close/>
                        <a:moveTo>
                          <a:pt x="28" y="0"/>
                        </a:moveTo>
                        <a:cubicBezTo>
                          <a:pt x="28" y="1"/>
                          <a:pt x="29" y="2"/>
                          <a:pt x="29" y="3"/>
                        </a:cubicBezTo>
                        <a:cubicBezTo>
                          <a:pt x="72" y="3"/>
                          <a:pt x="72" y="3"/>
                          <a:pt x="72" y="3"/>
                        </a:cubicBezTo>
                        <a:cubicBezTo>
                          <a:pt x="72" y="13"/>
                          <a:pt x="72" y="13"/>
                          <a:pt x="72" y="13"/>
                        </a:cubicBezTo>
                        <a:cubicBezTo>
                          <a:pt x="73" y="13"/>
                          <a:pt x="74" y="12"/>
                          <a:pt x="75" y="11"/>
                        </a:cubicBezTo>
                        <a:cubicBezTo>
                          <a:pt x="75" y="0"/>
                          <a:pt x="75" y="0"/>
                          <a:pt x="75" y="0"/>
                        </a:cubicBez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1" name="ïṣ1íḍe"/>
                  <p:cNvSpPr/>
                  <p:nvPr/>
                </p:nvSpPr>
                <p:spPr bwMode="auto">
                  <a:xfrm>
                    <a:off x="5133375" y="4749602"/>
                    <a:ext cx="347454" cy="258607"/>
                  </a:xfrm>
                  <a:custGeom>
                    <a:avLst/>
                    <a:gdLst>
                      <a:gd name="T0" fmla="*/ 91 w 92"/>
                      <a:gd name="T1" fmla="*/ 22 h 69"/>
                      <a:gd name="T2" fmla="*/ 83 w 92"/>
                      <a:gd name="T3" fmla="*/ 17 h 69"/>
                      <a:gd name="T4" fmla="*/ 66 w 92"/>
                      <a:gd name="T5" fmla="*/ 24 h 69"/>
                      <a:gd name="T6" fmla="*/ 63 w 92"/>
                      <a:gd name="T7" fmla="*/ 26 h 69"/>
                      <a:gd name="T8" fmla="*/ 44 w 92"/>
                      <a:gd name="T9" fmla="*/ 39 h 69"/>
                      <a:gd name="T10" fmla="*/ 35 w 92"/>
                      <a:gd name="T11" fmla="*/ 46 h 69"/>
                      <a:gd name="T12" fmla="*/ 29 w 92"/>
                      <a:gd name="T13" fmla="*/ 31 h 69"/>
                      <a:gd name="T14" fmla="*/ 23 w 92"/>
                      <a:gd name="T15" fmla="*/ 19 h 69"/>
                      <a:gd name="T16" fmla="*/ 22 w 92"/>
                      <a:gd name="T17" fmla="*/ 16 h 69"/>
                      <a:gd name="T18" fmla="*/ 8 w 92"/>
                      <a:gd name="T19" fmla="*/ 0 h 69"/>
                      <a:gd name="T20" fmla="*/ 0 w 92"/>
                      <a:gd name="T21" fmla="*/ 7 h 69"/>
                      <a:gd name="T22" fmla="*/ 0 w 92"/>
                      <a:gd name="T23" fmla="*/ 8 h 69"/>
                      <a:gd name="T24" fmla="*/ 0 w 92"/>
                      <a:gd name="T25" fmla="*/ 8 h 69"/>
                      <a:gd name="T26" fmla="*/ 2 w 92"/>
                      <a:gd name="T27" fmla="*/ 16 h 69"/>
                      <a:gd name="T28" fmla="*/ 3 w 92"/>
                      <a:gd name="T29" fmla="*/ 19 h 69"/>
                      <a:gd name="T30" fmla="*/ 28 w 92"/>
                      <a:gd name="T31" fmla="*/ 69 h 69"/>
                      <a:gd name="T32" fmla="*/ 63 w 92"/>
                      <a:gd name="T33" fmla="*/ 49 h 69"/>
                      <a:gd name="T34" fmla="*/ 66 w 92"/>
                      <a:gd name="T35" fmla="*/ 47 h 69"/>
                      <a:gd name="T36" fmla="*/ 90 w 92"/>
                      <a:gd name="T37" fmla="*/ 26 h 69"/>
                      <a:gd name="T38" fmla="*/ 91 w 92"/>
                      <a:gd name="T39" fmla="*/ 22 h 69"/>
                      <a:gd name="T40" fmla="*/ 85 w 92"/>
                      <a:gd name="T41" fmla="*/ 27 h 69"/>
                      <a:gd name="T42" fmla="*/ 66 w 92"/>
                      <a:gd name="T43" fmla="*/ 43 h 69"/>
                      <a:gd name="T44" fmla="*/ 63 w 92"/>
                      <a:gd name="T45" fmla="*/ 45 h 69"/>
                      <a:gd name="T46" fmla="*/ 28 w 92"/>
                      <a:gd name="T47" fmla="*/ 66 h 69"/>
                      <a:gd name="T48" fmla="*/ 7 w 92"/>
                      <a:gd name="T49" fmla="*/ 19 h 69"/>
                      <a:gd name="T50" fmla="*/ 6 w 92"/>
                      <a:gd name="T51" fmla="*/ 16 h 69"/>
                      <a:gd name="T52" fmla="*/ 3 w 92"/>
                      <a:gd name="T53" fmla="*/ 8 h 69"/>
                      <a:gd name="T54" fmla="*/ 8 w 92"/>
                      <a:gd name="T55" fmla="*/ 3 h 69"/>
                      <a:gd name="T56" fmla="*/ 19 w 92"/>
                      <a:gd name="T57" fmla="*/ 16 h 69"/>
                      <a:gd name="T58" fmla="*/ 20 w 92"/>
                      <a:gd name="T59" fmla="*/ 19 h 69"/>
                      <a:gd name="T60" fmla="*/ 26 w 92"/>
                      <a:gd name="T61" fmla="*/ 33 h 69"/>
                      <a:gd name="T62" fmla="*/ 35 w 92"/>
                      <a:gd name="T63" fmla="*/ 49 h 69"/>
                      <a:gd name="T64" fmla="*/ 36 w 92"/>
                      <a:gd name="T65" fmla="*/ 49 h 69"/>
                      <a:gd name="T66" fmla="*/ 46 w 92"/>
                      <a:gd name="T67" fmla="*/ 41 h 69"/>
                      <a:gd name="T68" fmla="*/ 63 w 92"/>
                      <a:gd name="T69" fmla="*/ 29 h 69"/>
                      <a:gd name="T70" fmla="*/ 66 w 92"/>
                      <a:gd name="T71" fmla="*/ 27 h 69"/>
                      <a:gd name="T72" fmla="*/ 83 w 92"/>
                      <a:gd name="T73" fmla="*/ 20 h 69"/>
                      <a:gd name="T74" fmla="*/ 88 w 92"/>
                      <a:gd name="T75" fmla="*/ 23 h 69"/>
                      <a:gd name="T76" fmla="*/ 85 w 92"/>
                      <a:gd name="T77" fmla="*/ 27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92" h="69">
                        <a:moveTo>
                          <a:pt x="91" y="22"/>
                        </a:moveTo>
                        <a:cubicBezTo>
                          <a:pt x="89" y="19"/>
                          <a:pt x="87" y="17"/>
                          <a:pt x="83" y="17"/>
                        </a:cubicBezTo>
                        <a:cubicBezTo>
                          <a:pt x="78" y="17"/>
                          <a:pt x="72" y="20"/>
                          <a:pt x="66" y="24"/>
                        </a:cubicBezTo>
                        <a:cubicBezTo>
                          <a:pt x="65" y="24"/>
                          <a:pt x="64" y="25"/>
                          <a:pt x="63" y="26"/>
                        </a:cubicBezTo>
                        <a:cubicBezTo>
                          <a:pt x="56" y="30"/>
                          <a:pt x="50" y="35"/>
                          <a:pt x="44" y="39"/>
                        </a:cubicBezTo>
                        <a:cubicBezTo>
                          <a:pt x="41" y="42"/>
                          <a:pt x="37" y="45"/>
                          <a:pt x="35" y="46"/>
                        </a:cubicBezTo>
                        <a:cubicBezTo>
                          <a:pt x="34" y="44"/>
                          <a:pt x="31" y="37"/>
                          <a:pt x="29" y="31"/>
                        </a:cubicBezTo>
                        <a:cubicBezTo>
                          <a:pt x="27" y="27"/>
                          <a:pt x="25" y="23"/>
                          <a:pt x="23" y="19"/>
                        </a:cubicBezTo>
                        <a:cubicBezTo>
                          <a:pt x="23" y="18"/>
                          <a:pt x="23" y="17"/>
                          <a:pt x="22" y="16"/>
                        </a:cubicBezTo>
                        <a:cubicBezTo>
                          <a:pt x="17" y="6"/>
                          <a:pt x="13" y="0"/>
                          <a:pt x="8" y="0"/>
                        </a:cubicBezTo>
                        <a:cubicBezTo>
                          <a:pt x="5" y="0"/>
                          <a:pt x="2" y="2"/>
                          <a:pt x="0" y="7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1" y="10"/>
                          <a:pt x="1" y="13"/>
                          <a:pt x="2" y="16"/>
                        </a:cubicBezTo>
                        <a:cubicBezTo>
                          <a:pt x="3" y="17"/>
                          <a:pt x="3" y="18"/>
                          <a:pt x="3" y="19"/>
                        </a:cubicBezTo>
                        <a:cubicBezTo>
                          <a:pt x="10" y="38"/>
                          <a:pt x="21" y="69"/>
                          <a:pt x="28" y="69"/>
                        </a:cubicBezTo>
                        <a:cubicBezTo>
                          <a:pt x="32" y="69"/>
                          <a:pt x="48" y="59"/>
                          <a:pt x="63" y="49"/>
                        </a:cubicBezTo>
                        <a:cubicBezTo>
                          <a:pt x="64" y="48"/>
                          <a:pt x="65" y="48"/>
                          <a:pt x="66" y="47"/>
                        </a:cubicBezTo>
                        <a:cubicBezTo>
                          <a:pt x="77" y="39"/>
                          <a:pt x="88" y="30"/>
                          <a:pt x="90" y="26"/>
                        </a:cubicBezTo>
                        <a:cubicBezTo>
                          <a:pt x="91" y="25"/>
                          <a:pt x="92" y="23"/>
                          <a:pt x="91" y="22"/>
                        </a:cubicBezTo>
                        <a:close/>
                        <a:moveTo>
                          <a:pt x="85" y="27"/>
                        </a:moveTo>
                        <a:cubicBezTo>
                          <a:pt x="81" y="32"/>
                          <a:pt x="74" y="37"/>
                          <a:pt x="66" y="43"/>
                        </a:cubicBezTo>
                        <a:cubicBezTo>
                          <a:pt x="65" y="44"/>
                          <a:pt x="64" y="45"/>
                          <a:pt x="63" y="45"/>
                        </a:cubicBezTo>
                        <a:cubicBezTo>
                          <a:pt x="48" y="56"/>
                          <a:pt x="31" y="66"/>
                          <a:pt x="28" y="66"/>
                        </a:cubicBezTo>
                        <a:cubicBezTo>
                          <a:pt x="24" y="66"/>
                          <a:pt x="15" y="43"/>
                          <a:pt x="7" y="19"/>
                        </a:cubicBezTo>
                        <a:cubicBezTo>
                          <a:pt x="6" y="18"/>
                          <a:pt x="6" y="17"/>
                          <a:pt x="6" y="16"/>
                        </a:cubicBezTo>
                        <a:cubicBezTo>
                          <a:pt x="5" y="13"/>
                          <a:pt x="4" y="11"/>
                          <a:pt x="3" y="8"/>
                        </a:cubicBezTo>
                        <a:cubicBezTo>
                          <a:pt x="4" y="6"/>
                          <a:pt x="6" y="3"/>
                          <a:pt x="8" y="3"/>
                        </a:cubicBezTo>
                        <a:cubicBezTo>
                          <a:pt x="11" y="3"/>
                          <a:pt x="15" y="9"/>
                          <a:pt x="19" y="16"/>
                        </a:cubicBezTo>
                        <a:cubicBezTo>
                          <a:pt x="19" y="17"/>
                          <a:pt x="20" y="18"/>
                          <a:pt x="20" y="19"/>
                        </a:cubicBezTo>
                        <a:cubicBezTo>
                          <a:pt x="22" y="24"/>
                          <a:pt x="24" y="28"/>
                          <a:pt x="26" y="33"/>
                        </a:cubicBezTo>
                        <a:cubicBezTo>
                          <a:pt x="31" y="45"/>
                          <a:pt x="33" y="49"/>
                          <a:pt x="35" y="49"/>
                        </a:cubicBezTo>
                        <a:cubicBezTo>
                          <a:pt x="36" y="49"/>
                          <a:pt x="36" y="49"/>
                          <a:pt x="36" y="49"/>
                        </a:cubicBezTo>
                        <a:cubicBezTo>
                          <a:pt x="37" y="48"/>
                          <a:pt x="40" y="46"/>
                          <a:pt x="46" y="41"/>
                        </a:cubicBezTo>
                        <a:cubicBezTo>
                          <a:pt x="51" y="38"/>
                          <a:pt x="57" y="33"/>
                          <a:pt x="63" y="29"/>
                        </a:cubicBezTo>
                        <a:cubicBezTo>
                          <a:pt x="64" y="29"/>
                          <a:pt x="65" y="28"/>
                          <a:pt x="66" y="27"/>
                        </a:cubicBezTo>
                        <a:cubicBezTo>
                          <a:pt x="72" y="23"/>
                          <a:pt x="79" y="20"/>
                          <a:pt x="83" y="20"/>
                        </a:cubicBezTo>
                        <a:cubicBezTo>
                          <a:pt x="86" y="20"/>
                          <a:pt x="87" y="21"/>
                          <a:pt x="88" y="23"/>
                        </a:cubicBezTo>
                        <a:cubicBezTo>
                          <a:pt x="88" y="23"/>
                          <a:pt x="88" y="24"/>
                          <a:pt x="85" y="27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7" name="ïṥľïḋe"/>
                <p:cNvGrpSpPr/>
                <p:nvPr/>
              </p:nvGrpSpPr>
              <p:grpSpPr>
                <a:xfrm>
                  <a:off x="4006816" y="3479570"/>
                  <a:ext cx="447407" cy="322069"/>
                  <a:chOff x="5141307" y="4268878"/>
                  <a:chExt cx="447407" cy="322069"/>
                </a:xfrm>
              </p:grpSpPr>
              <p:sp>
                <p:nvSpPr>
                  <p:cNvPr id="78" name="îṩḻiḓe"/>
                  <p:cNvSpPr/>
                  <p:nvPr/>
                </p:nvSpPr>
                <p:spPr bwMode="auto">
                  <a:xfrm>
                    <a:off x="5141307" y="4268878"/>
                    <a:ext cx="339521" cy="225290"/>
                  </a:xfrm>
                  <a:custGeom>
                    <a:avLst/>
                    <a:gdLst>
                      <a:gd name="T0" fmla="*/ 5 w 90"/>
                      <a:gd name="T1" fmla="*/ 60 h 60"/>
                      <a:gd name="T2" fmla="*/ 10 w 90"/>
                      <a:gd name="T3" fmla="*/ 43 h 60"/>
                      <a:gd name="T4" fmla="*/ 0 w 90"/>
                      <a:gd name="T5" fmla="*/ 26 h 60"/>
                      <a:gd name="T6" fmla="*/ 45 w 90"/>
                      <a:gd name="T7" fmla="*/ 0 h 60"/>
                      <a:gd name="T8" fmla="*/ 90 w 90"/>
                      <a:gd name="T9" fmla="*/ 26 h 60"/>
                      <a:gd name="T10" fmla="*/ 45 w 90"/>
                      <a:gd name="T11" fmla="*/ 52 h 60"/>
                      <a:gd name="T12" fmla="*/ 35 w 90"/>
                      <a:gd name="T13" fmla="*/ 52 h 60"/>
                      <a:gd name="T14" fmla="*/ 5 w 90"/>
                      <a:gd name="T15" fmla="*/ 60 h 60"/>
                      <a:gd name="T16" fmla="*/ 45 w 90"/>
                      <a:gd name="T17" fmla="*/ 3 h 60"/>
                      <a:gd name="T18" fmla="*/ 3 w 90"/>
                      <a:gd name="T19" fmla="*/ 26 h 60"/>
                      <a:gd name="T20" fmla="*/ 13 w 90"/>
                      <a:gd name="T21" fmla="*/ 41 h 60"/>
                      <a:gd name="T22" fmla="*/ 13 w 90"/>
                      <a:gd name="T23" fmla="*/ 42 h 60"/>
                      <a:gd name="T24" fmla="*/ 9 w 90"/>
                      <a:gd name="T25" fmla="*/ 56 h 60"/>
                      <a:gd name="T26" fmla="*/ 32 w 90"/>
                      <a:gd name="T27" fmla="*/ 49 h 60"/>
                      <a:gd name="T28" fmla="*/ 31 w 90"/>
                      <a:gd name="T29" fmla="*/ 48 h 60"/>
                      <a:gd name="T30" fmla="*/ 35 w 90"/>
                      <a:gd name="T31" fmla="*/ 49 h 60"/>
                      <a:gd name="T32" fmla="*/ 45 w 90"/>
                      <a:gd name="T33" fmla="*/ 49 h 60"/>
                      <a:gd name="T34" fmla="*/ 87 w 90"/>
                      <a:gd name="T35" fmla="*/ 26 h 60"/>
                      <a:gd name="T36" fmla="*/ 45 w 90"/>
                      <a:gd name="T37" fmla="*/ 3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90" h="60">
                        <a:moveTo>
                          <a:pt x="5" y="60"/>
                        </a:moveTo>
                        <a:cubicBezTo>
                          <a:pt x="10" y="43"/>
                          <a:pt x="10" y="43"/>
                          <a:pt x="10" y="43"/>
                        </a:cubicBezTo>
                        <a:cubicBezTo>
                          <a:pt x="3" y="38"/>
                          <a:pt x="0" y="32"/>
                          <a:pt x="0" y="26"/>
                        </a:cubicBezTo>
                        <a:cubicBezTo>
                          <a:pt x="0" y="12"/>
                          <a:pt x="20" y="0"/>
                          <a:pt x="45" y="0"/>
                        </a:cubicBezTo>
                        <a:cubicBezTo>
                          <a:pt x="70" y="0"/>
                          <a:pt x="90" y="12"/>
                          <a:pt x="90" y="26"/>
                        </a:cubicBezTo>
                        <a:cubicBezTo>
                          <a:pt x="90" y="41"/>
                          <a:pt x="70" y="52"/>
                          <a:pt x="45" y="52"/>
                        </a:cubicBezTo>
                        <a:cubicBezTo>
                          <a:pt x="42" y="52"/>
                          <a:pt x="38" y="52"/>
                          <a:pt x="35" y="52"/>
                        </a:cubicBezTo>
                        <a:lnTo>
                          <a:pt x="5" y="60"/>
                        </a:lnTo>
                        <a:close/>
                        <a:moveTo>
                          <a:pt x="45" y="3"/>
                        </a:moveTo>
                        <a:cubicBezTo>
                          <a:pt x="22" y="3"/>
                          <a:pt x="3" y="13"/>
                          <a:pt x="3" y="26"/>
                        </a:cubicBezTo>
                        <a:cubicBezTo>
                          <a:pt x="3" y="31"/>
                          <a:pt x="6" y="37"/>
                          <a:pt x="13" y="41"/>
                        </a:cubicBezTo>
                        <a:cubicBezTo>
                          <a:pt x="13" y="42"/>
                          <a:pt x="13" y="42"/>
                          <a:pt x="13" y="42"/>
                        </a:cubicBezTo>
                        <a:cubicBezTo>
                          <a:pt x="9" y="56"/>
                          <a:pt x="9" y="56"/>
                          <a:pt x="9" y="56"/>
                        </a:cubicBezTo>
                        <a:cubicBezTo>
                          <a:pt x="32" y="49"/>
                          <a:pt x="32" y="49"/>
                          <a:pt x="32" y="49"/>
                        </a:cubicBezTo>
                        <a:cubicBezTo>
                          <a:pt x="31" y="48"/>
                          <a:pt x="31" y="48"/>
                          <a:pt x="31" y="48"/>
                        </a:cubicBezTo>
                        <a:cubicBezTo>
                          <a:pt x="35" y="49"/>
                          <a:pt x="35" y="49"/>
                          <a:pt x="35" y="49"/>
                        </a:cubicBezTo>
                        <a:cubicBezTo>
                          <a:pt x="38" y="49"/>
                          <a:pt x="42" y="49"/>
                          <a:pt x="45" y="49"/>
                        </a:cubicBezTo>
                        <a:cubicBezTo>
                          <a:pt x="68" y="49"/>
                          <a:pt x="87" y="39"/>
                          <a:pt x="87" y="26"/>
                        </a:cubicBezTo>
                        <a:cubicBezTo>
                          <a:pt x="87" y="13"/>
                          <a:pt x="68" y="3"/>
                          <a:pt x="45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9" name="iSḻïḑé"/>
                  <p:cNvSpPr/>
                  <p:nvPr/>
                </p:nvSpPr>
                <p:spPr bwMode="auto">
                  <a:xfrm>
                    <a:off x="5250779" y="4362484"/>
                    <a:ext cx="337935" cy="228463"/>
                  </a:xfrm>
                  <a:custGeom>
                    <a:avLst/>
                    <a:gdLst>
                      <a:gd name="T0" fmla="*/ 5 w 90"/>
                      <a:gd name="T1" fmla="*/ 61 h 61"/>
                      <a:gd name="T2" fmla="*/ 10 w 90"/>
                      <a:gd name="T3" fmla="*/ 44 h 61"/>
                      <a:gd name="T4" fmla="*/ 0 w 90"/>
                      <a:gd name="T5" fmla="*/ 27 h 61"/>
                      <a:gd name="T6" fmla="*/ 45 w 90"/>
                      <a:gd name="T7" fmla="*/ 0 h 61"/>
                      <a:gd name="T8" fmla="*/ 90 w 90"/>
                      <a:gd name="T9" fmla="*/ 27 h 61"/>
                      <a:gd name="T10" fmla="*/ 45 w 90"/>
                      <a:gd name="T11" fmla="*/ 53 h 61"/>
                      <a:gd name="T12" fmla="*/ 35 w 90"/>
                      <a:gd name="T13" fmla="*/ 53 h 61"/>
                      <a:gd name="T14" fmla="*/ 5 w 90"/>
                      <a:gd name="T15" fmla="*/ 61 h 61"/>
                      <a:gd name="T16" fmla="*/ 45 w 90"/>
                      <a:gd name="T17" fmla="*/ 3 h 61"/>
                      <a:gd name="T18" fmla="*/ 3 w 90"/>
                      <a:gd name="T19" fmla="*/ 27 h 61"/>
                      <a:gd name="T20" fmla="*/ 12 w 90"/>
                      <a:gd name="T21" fmla="*/ 42 h 61"/>
                      <a:gd name="T22" fmla="*/ 13 w 90"/>
                      <a:gd name="T23" fmla="*/ 42 h 61"/>
                      <a:gd name="T24" fmla="*/ 9 w 90"/>
                      <a:gd name="T25" fmla="*/ 57 h 61"/>
                      <a:gd name="T26" fmla="*/ 32 w 90"/>
                      <a:gd name="T27" fmla="*/ 50 h 61"/>
                      <a:gd name="T28" fmla="*/ 30 w 90"/>
                      <a:gd name="T29" fmla="*/ 49 h 61"/>
                      <a:gd name="T30" fmla="*/ 35 w 90"/>
                      <a:gd name="T31" fmla="*/ 49 h 61"/>
                      <a:gd name="T32" fmla="*/ 45 w 90"/>
                      <a:gd name="T33" fmla="*/ 50 h 61"/>
                      <a:gd name="T34" fmla="*/ 87 w 90"/>
                      <a:gd name="T35" fmla="*/ 27 h 61"/>
                      <a:gd name="T36" fmla="*/ 45 w 90"/>
                      <a:gd name="T37" fmla="*/ 3 h 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90" h="61">
                        <a:moveTo>
                          <a:pt x="5" y="61"/>
                        </a:moveTo>
                        <a:cubicBezTo>
                          <a:pt x="10" y="44"/>
                          <a:pt x="10" y="44"/>
                          <a:pt x="10" y="44"/>
                        </a:cubicBezTo>
                        <a:cubicBezTo>
                          <a:pt x="3" y="39"/>
                          <a:pt x="0" y="33"/>
                          <a:pt x="0" y="27"/>
                        </a:cubicBezTo>
                        <a:cubicBezTo>
                          <a:pt x="0" y="12"/>
                          <a:pt x="20" y="0"/>
                          <a:pt x="45" y="0"/>
                        </a:cubicBezTo>
                        <a:cubicBezTo>
                          <a:pt x="70" y="0"/>
                          <a:pt x="90" y="12"/>
                          <a:pt x="90" y="27"/>
                        </a:cubicBezTo>
                        <a:cubicBezTo>
                          <a:pt x="90" y="41"/>
                          <a:pt x="70" y="53"/>
                          <a:pt x="45" y="53"/>
                        </a:cubicBezTo>
                        <a:cubicBezTo>
                          <a:pt x="42" y="53"/>
                          <a:pt x="38" y="53"/>
                          <a:pt x="35" y="53"/>
                        </a:cubicBezTo>
                        <a:lnTo>
                          <a:pt x="5" y="61"/>
                        </a:lnTo>
                        <a:close/>
                        <a:moveTo>
                          <a:pt x="45" y="3"/>
                        </a:moveTo>
                        <a:cubicBezTo>
                          <a:pt x="22" y="3"/>
                          <a:pt x="3" y="14"/>
                          <a:pt x="3" y="27"/>
                        </a:cubicBezTo>
                        <a:cubicBezTo>
                          <a:pt x="3" y="32"/>
                          <a:pt x="6" y="37"/>
                          <a:pt x="12" y="42"/>
                        </a:cubicBezTo>
                        <a:cubicBezTo>
                          <a:pt x="13" y="42"/>
                          <a:pt x="13" y="42"/>
                          <a:pt x="13" y="42"/>
                        </a:cubicBezTo>
                        <a:cubicBezTo>
                          <a:pt x="9" y="57"/>
                          <a:pt x="9" y="57"/>
                          <a:pt x="9" y="57"/>
                        </a:cubicBezTo>
                        <a:cubicBezTo>
                          <a:pt x="32" y="50"/>
                          <a:pt x="32" y="50"/>
                          <a:pt x="32" y="50"/>
                        </a:cubicBezTo>
                        <a:cubicBezTo>
                          <a:pt x="30" y="49"/>
                          <a:pt x="30" y="49"/>
                          <a:pt x="30" y="49"/>
                        </a:cubicBezTo>
                        <a:cubicBezTo>
                          <a:pt x="35" y="49"/>
                          <a:pt x="35" y="49"/>
                          <a:pt x="35" y="49"/>
                        </a:cubicBezTo>
                        <a:cubicBezTo>
                          <a:pt x="38" y="50"/>
                          <a:pt x="42" y="50"/>
                          <a:pt x="45" y="50"/>
                        </a:cubicBezTo>
                        <a:cubicBezTo>
                          <a:pt x="68" y="50"/>
                          <a:pt x="87" y="40"/>
                          <a:pt x="87" y="27"/>
                        </a:cubicBezTo>
                        <a:cubicBezTo>
                          <a:pt x="87" y="14"/>
                          <a:pt x="68" y="3"/>
                          <a:pt x="45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8" name="iŝḷíde"/>
                <p:cNvGrpSpPr/>
                <p:nvPr/>
              </p:nvGrpSpPr>
              <p:grpSpPr>
                <a:xfrm>
                  <a:off x="3748713" y="3953154"/>
                  <a:ext cx="285578" cy="412502"/>
                  <a:chOff x="4651064" y="4359311"/>
                  <a:chExt cx="285578" cy="412502"/>
                </a:xfrm>
              </p:grpSpPr>
              <p:sp>
                <p:nvSpPr>
                  <p:cNvPr id="73" name="îṩļïďê"/>
                  <p:cNvSpPr/>
                  <p:nvPr/>
                </p:nvSpPr>
                <p:spPr bwMode="auto">
                  <a:xfrm>
                    <a:off x="4738324" y="4456090"/>
                    <a:ext cx="55530" cy="315723"/>
                  </a:xfrm>
                  <a:custGeom>
                    <a:avLst/>
                    <a:gdLst>
                      <a:gd name="T0" fmla="*/ 8 w 15"/>
                      <a:gd name="T1" fmla="*/ 84 h 84"/>
                      <a:gd name="T2" fmla="*/ 0 w 15"/>
                      <a:gd name="T3" fmla="*/ 76 h 84"/>
                      <a:gd name="T4" fmla="*/ 0 w 15"/>
                      <a:gd name="T5" fmla="*/ 8 h 84"/>
                      <a:gd name="T6" fmla="*/ 8 w 15"/>
                      <a:gd name="T7" fmla="*/ 0 h 84"/>
                      <a:gd name="T8" fmla="*/ 15 w 15"/>
                      <a:gd name="T9" fmla="*/ 8 h 84"/>
                      <a:gd name="T10" fmla="*/ 15 w 15"/>
                      <a:gd name="T11" fmla="*/ 76 h 84"/>
                      <a:gd name="T12" fmla="*/ 8 w 15"/>
                      <a:gd name="T13" fmla="*/ 84 h 84"/>
                      <a:gd name="T14" fmla="*/ 8 w 15"/>
                      <a:gd name="T15" fmla="*/ 3 h 84"/>
                      <a:gd name="T16" fmla="*/ 3 w 15"/>
                      <a:gd name="T17" fmla="*/ 8 h 84"/>
                      <a:gd name="T18" fmla="*/ 3 w 15"/>
                      <a:gd name="T19" fmla="*/ 76 h 84"/>
                      <a:gd name="T20" fmla="*/ 8 w 15"/>
                      <a:gd name="T21" fmla="*/ 81 h 84"/>
                      <a:gd name="T22" fmla="*/ 12 w 15"/>
                      <a:gd name="T23" fmla="*/ 76 h 84"/>
                      <a:gd name="T24" fmla="*/ 12 w 15"/>
                      <a:gd name="T25" fmla="*/ 8 h 84"/>
                      <a:gd name="T26" fmla="*/ 8 w 15"/>
                      <a:gd name="T27" fmla="*/ 3 h 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5" h="84">
                        <a:moveTo>
                          <a:pt x="8" y="84"/>
                        </a:moveTo>
                        <a:cubicBezTo>
                          <a:pt x="4" y="84"/>
                          <a:pt x="0" y="80"/>
                          <a:pt x="0" y="76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3"/>
                          <a:pt x="4" y="0"/>
                          <a:pt x="8" y="0"/>
                        </a:cubicBezTo>
                        <a:cubicBezTo>
                          <a:pt x="12" y="0"/>
                          <a:pt x="15" y="3"/>
                          <a:pt x="15" y="8"/>
                        </a:cubicBezTo>
                        <a:cubicBezTo>
                          <a:pt x="15" y="76"/>
                          <a:pt x="15" y="76"/>
                          <a:pt x="15" y="76"/>
                        </a:cubicBezTo>
                        <a:cubicBezTo>
                          <a:pt x="15" y="80"/>
                          <a:pt x="12" y="84"/>
                          <a:pt x="8" y="84"/>
                        </a:cubicBezTo>
                        <a:close/>
                        <a:moveTo>
                          <a:pt x="8" y="3"/>
                        </a:moveTo>
                        <a:cubicBezTo>
                          <a:pt x="5" y="3"/>
                          <a:pt x="3" y="5"/>
                          <a:pt x="3" y="8"/>
                        </a:cubicBezTo>
                        <a:cubicBezTo>
                          <a:pt x="3" y="76"/>
                          <a:pt x="3" y="76"/>
                          <a:pt x="3" y="76"/>
                        </a:cubicBezTo>
                        <a:cubicBezTo>
                          <a:pt x="3" y="79"/>
                          <a:pt x="5" y="81"/>
                          <a:pt x="8" y="81"/>
                        </a:cubicBezTo>
                        <a:cubicBezTo>
                          <a:pt x="10" y="81"/>
                          <a:pt x="12" y="79"/>
                          <a:pt x="12" y="76"/>
                        </a:cubicBezTo>
                        <a:cubicBezTo>
                          <a:pt x="12" y="8"/>
                          <a:pt x="12" y="8"/>
                          <a:pt x="12" y="8"/>
                        </a:cubicBezTo>
                        <a:cubicBezTo>
                          <a:pt x="12" y="5"/>
                          <a:pt x="10" y="3"/>
                          <a:pt x="8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4" name="isľiḑé"/>
                  <p:cNvSpPr/>
                  <p:nvPr/>
                </p:nvSpPr>
                <p:spPr bwMode="auto">
                  <a:xfrm>
                    <a:off x="4820824" y="4524312"/>
                    <a:ext cx="55530" cy="247501"/>
                  </a:xfrm>
                  <a:custGeom>
                    <a:avLst/>
                    <a:gdLst>
                      <a:gd name="T0" fmla="*/ 7 w 15"/>
                      <a:gd name="T1" fmla="*/ 66 h 66"/>
                      <a:gd name="T2" fmla="*/ 0 w 15"/>
                      <a:gd name="T3" fmla="*/ 58 h 66"/>
                      <a:gd name="T4" fmla="*/ 0 w 15"/>
                      <a:gd name="T5" fmla="*/ 8 h 66"/>
                      <a:gd name="T6" fmla="*/ 7 w 15"/>
                      <a:gd name="T7" fmla="*/ 0 h 66"/>
                      <a:gd name="T8" fmla="*/ 15 w 15"/>
                      <a:gd name="T9" fmla="*/ 8 h 66"/>
                      <a:gd name="T10" fmla="*/ 15 w 15"/>
                      <a:gd name="T11" fmla="*/ 58 h 66"/>
                      <a:gd name="T12" fmla="*/ 7 w 15"/>
                      <a:gd name="T13" fmla="*/ 66 h 66"/>
                      <a:gd name="T14" fmla="*/ 7 w 15"/>
                      <a:gd name="T15" fmla="*/ 3 h 66"/>
                      <a:gd name="T16" fmla="*/ 3 w 15"/>
                      <a:gd name="T17" fmla="*/ 8 h 66"/>
                      <a:gd name="T18" fmla="*/ 3 w 15"/>
                      <a:gd name="T19" fmla="*/ 58 h 66"/>
                      <a:gd name="T20" fmla="*/ 7 w 15"/>
                      <a:gd name="T21" fmla="*/ 63 h 66"/>
                      <a:gd name="T22" fmla="*/ 12 w 15"/>
                      <a:gd name="T23" fmla="*/ 58 h 66"/>
                      <a:gd name="T24" fmla="*/ 12 w 15"/>
                      <a:gd name="T25" fmla="*/ 8 h 66"/>
                      <a:gd name="T26" fmla="*/ 7 w 15"/>
                      <a:gd name="T27" fmla="*/ 3 h 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5" h="66">
                        <a:moveTo>
                          <a:pt x="7" y="66"/>
                        </a:moveTo>
                        <a:cubicBezTo>
                          <a:pt x="3" y="66"/>
                          <a:pt x="0" y="62"/>
                          <a:pt x="0" y="58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3"/>
                          <a:pt x="3" y="0"/>
                          <a:pt x="7" y="0"/>
                        </a:cubicBezTo>
                        <a:cubicBezTo>
                          <a:pt x="11" y="0"/>
                          <a:pt x="15" y="3"/>
                          <a:pt x="15" y="8"/>
                        </a:cubicBezTo>
                        <a:cubicBezTo>
                          <a:pt x="15" y="58"/>
                          <a:pt x="15" y="58"/>
                          <a:pt x="15" y="58"/>
                        </a:cubicBezTo>
                        <a:cubicBezTo>
                          <a:pt x="15" y="62"/>
                          <a:pt x="11" y="66"/>
                          <a:pt x="7" y="66"/>
                        </a:cubicBezTo>
                        <a:close/>
                        <a:moveTo>
                          <a:pt x="7" y="3"/>
                        </a:moveTo>
                        <a:cubicBezTo>
                          <a:pt x="5" y="3"/>
                          <a:pt x="3" y="5"/>
                          <a:pt x="3" y="8"/>
                        </a:cubicBezTo>
                        <a:cubicBezTo>
                          <a:pt x="3" y="58"/>
                          <a:pt x="3" y="58"/>
                          <a:pt x="3" y="58"/>
                        </a:cubicBezTo>
                        <a:cubicBezTo>
                          <a:pt x="3" y="61"/>
                          <a:pt x="5" y="63"/>
                          <a:pt x="7" y="63"/>
                        </a:cubicBezTo>
                        <a:cubicBezTo>
                          <a:pt x="10" y="63"/>
                          <a:pt x="12" y="61"/>
                          <a:pt x="12" y="58"/>
                        </a:cubicBezTo>
                        <a:cubicBezTo>
                          <a:pt x="12" y="8"/>
                          <a:pt x="12" y="8"/>
                          <a:pt x="12" y="8"/>
                        </a:cubicBezTo>
                        <a:cubicBezTo>
                          <a:pt x="12" y="5"/>
                          <a:pt x="10" y="3"/>
                          <a:pt x="7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5" name="íşlíďê"/>
                  <p:cNvSpPr/>
                  <p:nvPr/>
                </p:nvSpPr>
                <p:spPr bwMode="auto">
                  <a:xfrm>
                    <a:off x="4651064" y="4636957"/>
                    <a:ext cx="52356" cy="134856"/>
                  </a:xfrm>
                  <a:custGeom>
                    <a:avLst/>
                    <a:gdLst>
                      <a:gd name="T0" fmla="*/ 7 w 14"/>
                      <a:gd name="T1" fmla="*/ 36 h 36"/>
                      <a:gd name="T2" fmla="*/ 0 w 14"/>
                      <a:gd name="T3" fmla="*/ 28 h 36"/>
                      <a:gd name="T4" fmla="*/ 0 w 14"/>
                      <a:gd name="T5" fmla="*/ 7 h 36"/>
                      <a:gd name="T6" fmla="*/ 7 w 14"/>
                      <a:gd name="T7" fmla="*/ 0 h 36"/>
                      <a:gd name="T8" fmla="*/ 14 w 14"/>
                      <a:gd name="T9" fmla="*/ 7 h 36"/>
                      <a:gd name="T10" fmla="*/ 14 w 14"/>
                      <a:gd name="T11" fmla="*/ 28 h 36"/>
                      <a:gd name="T12" fmla="*/ 7 w 14"/>
                      <a:gd name="T13" fmla="*/ 36 h 36"/>
                      <a:gd name="T14" fmla="*/ 7 w 14"/>
                      <a:gd name="T15" fmla="*/ 3 h 36"/>
                      <a:gd name="T16" fmla="*/ 3 w 14"/>
                      <a:gd name="T17" fmla="*/ 7 h 36"/>
                      <a:gd name="T18" fmla="*/ 3 w 14"/>
                      <a:gd name="T19" fmla="*/ 28 h 36"/>
                      <a:gd name="T20" fmla="*/ 7 w 14"/>
                      <a:gd name="T21" fmla="*/ 33 h 36"/>
                      <a:gd name="T22" fmla="*/ 11 w 14"/>
                      <a:gd name="T23" fmla="*/ 28 h 36"/>
                      <a:gd name="T24" fmla="*/ 11 w 14"/>
                      <a:gd name="T25" fmla="*/ 7 h 36"/>
                      <a:gd name="T26" fmla="*/ 7 w 14"/>
                      <a:gd name="T27" fmla="*/ 3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4" h="36">
                        <a:moveTo>
                          <a:pt x="7" y="36"/>
                        </a:moveTo>
                        <a:cubicBezTo>
                          <a:pt x="3" y="36"/>
                          <a:pt x="0" y="32"/>
                          <a:pt x="0" y="28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3" y="0"/>
                          <a:pt x="7" y="0"/>
                        </a:cubicBezTo>
                        <a:cubicBezTo>
                          <a:pt x="11" y="0"/>
                          <a:pt x="14" y="3"/>
                          <a:pt x="14" y="7"/>
                        </a:cubicBezTo>
                        <a:cubicBezTo>
                          <a:pt x="14" y="28"/>
                          <a:pt x="14" y="28"/>
                          <a:pt x="14" y="28"/>
                        </a:cubicBezTo>
                        <a:cubicBezTo>
                          <a:pt x="14" y="32"/>
                          <a:pt x="11" y="36"/>
                          <a:pt x="7" y="36"/>
                        </a:cubicBezTo>
                        <a:close/>
                        <a:moveTo>
                          <a:pt x="7" y="3"/>
                        </a:moveTo>
                        <a:cubicBezTo>
                          <a:pt x="5" y="3"/>
                          <a:pt x="3" y="5"/>
                          <a:pt x="3" y="7"/>
                        </a:cubicBezTo>
                        <a:cubicBezTo>
                          <a:pt x="3" y="28"/>
                          <a:pt x="3" y="28"/>
                          <a:pt x="3" y="28"/>
                        </a:cubicBezTo>
                        <a:cubicBezTo>
                          <a:pt x="3" y="31"/>
                          <a:pt x="5" y="33"/>
                          <a:pt x="7" y="33"/>
                        </a:cubicBezTo>
                        <a:cubicBezTo>
                          <a:pt x="9" y="33"/>
                          <a:pt x="11" y="31"/>
                          <a:pt x="11" y="28"/>
                        </a:cubicBezTo>
                        <a:cubicBezTo>
                          <a:pt x="11" y="7"/>
                          <a:pt x="11" y="7"/>
                          <a:pt x="11" y="7"/>
                        </a:cubicBezTo>
                        <a:cubicBezTo>
                          <a:pt x="11" y="5"/>
                          <a:pt x="9" y="3"/>
                          <a:pt x="7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6" name="íSļîḍe"/>
                  <p:cNvSpPr/>
                  <p:nvPr/>
                </p:nvSpPr>
                <p:spPr bwMode="auto">
                  <a:xfrm>
                    <a:off x="4651064" y="4359311"/>
                    <a:ext cx="285578" cy="118991"/>
                  </a:xfrm>
                  <a:custGeom>
                    <a:avLst/>
                    <a:gdLst>
                      <a:gd name="T0" fmla="*/ 2 w 180"/>
                      <a:gd name="T1" fmla="*/ 75 h 75"/>
                      <a:gd name="T2" fmla="*/ 0 w 180"/>
                      <a:gd name="T3" fmla="*/ 68 h 75"/>
                      <a:gd name="T4" fmla="*/ 97 w 180"/>
                      <a:gd name="T5" fmla="*/ 19 h 75"/>
                      <a:gd name="T6" fmla="*/ 114 w 180"/>
                      <a:gd name="T7" fmla="*/ 42 h 75"/>
                      <a:gd name="T8" fmla="*/ 159 w 180"/>
                      <a:gd name="T9" fmla="*/ 7 h 75"/>
                      <a:gd name="T10" fmla="*/ 152 w 180"/>
                      <a:gd name="T11" fmla="*/ 7 h 75"/>
                      <a:gd name="T12" fmla="*/ 152 w 180"/>
                      <a:gd name="T13" fmla="*/ 0 h 75"/>
                      <a:gd name="T14" fmla="*/ 180 w 180"/>
                      <a:gd name="T15" fmla="*/ 0 h 75"/>
                      <a:gd name="T16" fmla="*/ 112 w 180"/>
                      <a:gd name="T17" fmla="*/ 52 h 75"/>
                      <a:gd name="T18" fmla="*/ 95 w 180"/>
                      <a:gd name="T19" fmla="*/ 28 h 75"/>
                      <a:gd name="T20" fmla="*/ 2 w 180"/>
                      <a:gd name="T21" fmla="*/ 75 h 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80" h="75">
                        <a:moveTo>
                          <a:pt x="2" y="75"/>
                        </a:moveTo>
                        <a:lnTo>
                          <a:pt x="0" y="68"/>
                        </a:lnTo>
                        <a:lnTo>
                          <a:pt x="97" y="19"/>
                        </a:lnTo>
                        <a:lnTo>
                          <a:pt x="114" y="42"/>
                        </a:lnTo>
                        <a:lnTo>
                          <a:pt x="159" y="7"/>
                        </a:lnTo>
                        <a:lnTo>
                          <a:pt x="152" y="7"/>
                        </a:lnTo>
                        <a:lnTo>
                          <a:pt x="152" y="0"/>
                        </a:lnTo>
                        <a:lnTo>
                          <a:pt x="180" y="0"/>
                        </a:lnTo>
                        <a:lnTo>
                          <a:pt x="112" y="52"/>
                        </a:lnTo>
                        <a:lnTo>
                          <a:pt x="95" y="28"/>
                        </a:lnTo>
                        <a:lnTo>
                          <a:pt x="2" y="75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7" name="îšliďe"/>
                  <p:cNvSpPr/>
                  <p:nvPr/>
                </p:nvSpPr>
                <p:spPr bwMode="auto">
                  <a:xfrm>
                    <a:off x="4906498" y="4362484"/>
                    <a:ext cx="23799" cy="30144"/>
                  </a:xfrm>
                  <a:custGeom>
                    <a:avLst/>
                    <a:gdLst>
                      <a:gd name="T0" fmla="*/ 8 w 15"/>
                      <a:gd name="T1" fmla="*/ 19 h 19"/>
                      <a:gd name="T2" fmla="*/ 0 w 15"/>
                      <a:gd name="T3" fmla="*/ 17 h 19"/>
                      <a:gd name="T4" fmla="*/ 8 w 15"/>
                      <a:gd name="T5" fmla="*/ 0 h 19"/>
                      <a:gd name="T6" fmla="*/ 15 w 15"/>
                      <a:gd name="T7" fmla="*/ 2 h 19"/>
                      <a:gd name="T8" fmla="*/ 8 w 15"/>
                      <a:gd name="T9" fmla="*/ 19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" h="19">
                        <a:moveTo>
                          <a:pt x="8" y="19"/>
                        </a:moveTo>
                        <a:lnTo>
                          <a:pt x="0" y="17"/>
                        </a:lnTo>
                        <a:lnTo>
                          <a:pt x="8" y="0"/>
                        </a:lnTo>
                        <a:lnTo>
                          <a:pt x="15" y="2"/>
                        </a:lnTo>
                        <a:lnTo>
                          <a:pt x="8" y="19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9" name="iṧlîḑê"/>
                <p:cNvGrpSpPr/>
                <p:nvPr/>
              </p:nvGrpSpPr>
              <p:grpSpPr>
                <a:xfrm>
                  <a:off x="3835973" y="2208213"/>
                  <a:ext cx="490243" cy="463271"/>
                  <a:chOff x="5607752" y="3426422"/>
                  <a:chExt cx="490243" cy="463271"/>
                </a:xfrm>
              </p:grpSpPr>
              <p:sp>
                <p:nvSpPr>
                  <p:cNvPr id="65" name="îŝlîḑê"/>
                  <p:cNvSpPr/>
                  <p:nvPr/>
                </p:nvSpPr>
                <p:spPr bwMode="auto">
                  <a:xfrm>
                    <a:off x="5607752" y="3426422"/>
                    <a:ext cx="490243" cy="463271"/>
                  </a:xfrm>
                  <a:custGeom>
                    <a:avLst/>
                    <a:gdLst>
                      <a:gd name="T0" fmla="*/ 86 w 130"/>
                      <a:gd name="T1" fmla="*/ 123 h 123"/>
                      <a:gd name="T2" fmla="*/ 0 w 130"/>
                      <a:gd name="T3" fmla="*/ 102 h 123"/>
                      <a:gd name="T4" fmla="*/ 3 w 130"/>
                      <a:gd name="T5" fmla="*/ 100 h 123"/>
                      <a:gd name="T6" fmla="*/ 54 w 130"/>
                      <a:gd name="T7" fmla="*/ 1 h 123"/>
                      <a:gd name="T8" fmla="*/ 54 w 130"/>
                      <a:gd name="T9" fmla="*/ 0 h 123"/>
                      <a:gd name="T10" fmla="*/ 130 w 130"/>
                      <a:gd name="T11" fmla="*/ 18 h 123"/>
                      <a:gd name="T12" fmla="*/ 130 w 130"/>
                      <a:gd name="T13" fmla="*/ 20 h 123"/>
                      <a:gd name="T14" fmla="*/ 86 w 130"/>
                      <a:gd name="T15" fmla="*/ 123 h 123"/>
                      <a:gd name="T16" fmla="*/ 7 w 130"/>
                      <a:gd name="T17" fmla="*/ 101 h 123"/>
                      <a:gd name="T18" fmla="*/ 86 w 130"/>
                      <a:gd name="T19" fmla="*/ 120 h 123"/>
                      <a:gd name="T20" fmla="*/ 127 w 130"/>
                      <a:gd name="T21" fmla="*/ 20 h 123"/>
                      <a:gd name="T22" fmla="*/ 56 w 130"/>
                      <a:gd name="T23" fmla="*/ 4 h 123"/>
                      <a:gd name="T24" fmla="*/ 7 w 130"/>
                      <a:gd name="T25" fmla="*/ 101 h 1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30" h="123">
                        <a:moveTo>
                          <a:pt x="86" y="123"/>
                        </a:moveTo>
                        <a:cubicBezTo>
                          <a:pt x="0" y="102"/>
                          <a:pt x="0" y="102"/>
                          <a:pt x="0" y="102"/>
                        </a:cubicBezTo>
                        <a:cubicBezTo>
                          <a:pt x="3" y="100"/>
                          <a:pt x="3" y="100"/>
                          <a:pt x="3" y="100"/>
                        </a:cubicBezTo>
                        <a:cubicBezTo>
                          <a:pt x="28" y="85"/>
                          <a:pt x="53" y="2"/>
                          <a:pt x="54" y="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130" y="18"/>
                          <a:pt x="130" y="18"/>
                          <a:pt x="130" y="18"/>
                        </a:cubicBezTo>
                        <a:cubicBezTo>
                          <a:pt x="130" y="20"/>
                          <a:pt x="130" y="20"/>
                          <a:pt x="130" y="20"/>
                        </a:cubicBezTo>
                        <a:cubicBezTo>
                          <a:pt x="117" y="108"/>
                          <a:pt x="88" y="122"/>
                          <a:pt x="86" y="123"/>
                        </a:cubicBezTo>
                        <a:close/>
                        <a:moveTo>
                          <a:pt x="7" y="101"/>
                        </a:moveTo>
                        <a:cubicBezTo>
                          <a:pt x="86" y="120"/>
                          <a:pt x="86" y="120"/>
                          <a:pt x="86" y="120"/>
                        </a:cubicBezTo>
                        <a:cubicBezTo>
                          <a:pt x="89" y="117"/>
                          <a:pt x="115" y="100"/>
                          <a:pt x="127" y="20"/>
                        </a:cubicBezTo>
                        <a:cubicBezTo>
                          <a:pt x="56" y="4"/>
                          <a:pt x="56" y="4"/>
                          <a:pt x="56" y="4"/>
                        </a:cubicBezTo>
                        <a:cubicBezTo>
                          <a:pt x="53" y="14"/>
                          <a:pt x="30" y="82"/>
                          <a:pt x="7" y="101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6" name="ïSḷíḋè"/>
                  <p:cNvSpPr/>
                  <p:nvPr/>
                </p:nvSpPr>
                <p:spPr bwMode="auto">
                  <a:xfrm>
                    <a:off x="5829869" y="3516854"/>
                    <a:ext cx="193559" cy="57115"/>
                  </a:xfrm>
                  <a:custGeom>
                    <a:avLst/>
                    <a:gdLst>
                      <a:gd name="T0" fmla="*/ 122 w 122"/>
                      <a:gd name="T1" fmla="*/ 36 h 36"/>
                      <a:gd name="T2" fmla="*/ 0 w 122"/>
                      <a:gd name="T3" fmla="*/ 7 h 36"/>
                      <a:gd name="T4" fmla="*/ 3 w 122"/>
                      <a:gd name="T5" fmla="*/ 0 h 36"/>
                      <a:gd name="T6" fmla="*/ 122 w 122"/>
                      <a:gd name="T7" fmla="*/ 29 h 36"/>
                      <a:gd name="T8" fmla="*/ 122 w 122"/>
                      <a:gd name="T9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2" h="36">
                        <a:moveTo>
                          <a:pt x="122" y="36"/>
                        </a:moveTo>
                        <a:lnTo>
                          <a:pt x="0" y="7"/>
                        </a:lnTo>
                        <a:lnTo>
                          <a:pt x="3" y="0"/>
                        </a:lnTo>
                        <a:lnTo>
                          <a:pt x="122" y="29"/>
                        </a:lnTo>
                        <a:lnTo>
                          <a:pt x="122" y="3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7" name="îṩḷíḓê"/>
                  <p:cNvSpPr/>
                  <p:nvPr/>
                </p:nvSpPr>
                <p:spPr bwMode="auto">
                  <a:xfrm>
                    <a:off x="5823523" y="3558104"/>
                    <a:ext cx="176108" cy="52355"/>
                  </a:xfrm>
                  <a:custGeom>
                    <a:avLst/>
                    <a:gdLst>
                      <a:gd name="T0" fmla="*/ 111 w 111"/>
                      <a:gd name="T1" fmla="*/ 33 h 33"/>
                      <a:gd name="T2" fmla="*/ 0 w 111"/>
                      <a:gd name="T3" fmla="*/ 7 h 33"/>
                      <a:gd name="T4" fmla="*/ 0 w 111"/>
                      <a:gd name="T5" fmla="*/ 0 h 33"/>
                      <a:gd name="T6" fmla="*/ 111 w 111"/>
                      <a:gd name="T7" fmla="*/ 26 h 33"/>
                      <a:gd name="T8" fmla="*/ 111 w 111"/>
                      <a:gd name="T9" fmla="*/ 33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33">
                        <a:moveTo>
                          <a:pt x="111" y="33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111" y="26"/>
                        </a:lnTo>
                        <a:lnTo>
                          <a:pt x="111" y="3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8" name="ïŝliḑé"/>
                  <p:cNvSpPr/>
                  <p:nvPr/>
                </p:nvSpPr>
                <p:spPr bwMode="auto">
                  <a:xfrm>
                    <a:off x="5812417" y="3604115"/>
                    <a:ext cx="176108" cy="52355"/>
                  </a:xfrm>
                  <a:custGeom>
                    <a:avLst/>
                    <a:gdLst>
                      <a:gd name="T0" fmla="*/ 111 w 111"/>
                      <a:gd name="T1" fmla="*/ 33 h 33"/>
                      <a:gd name="T2" fmla="*/ 0 w 111"/>
                      <a:gd name="T3" fmla="*/ 7 h 33"/>
                      <a:gd name="T4" fmla="*/ 0 w 111"/>
                      <a:gd name="T5" fmla="*/ 0 h 33"/>
                      <a:gd name="T6" fmla="*/ 111 w 111"/>
                      <a:gd name="T7" fmla="*/ 26 h 33"/>
                      <a:gd name="T8" fmla="*/ 111 w 111"/>
                      <a:gd name="T9" fmla="*/ 33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33">
                        <a:moveTo>
                          <a:pt x="111" y="33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111" y="26"/>
                        </a:lnTo>
                        <a:lnTo>
                          <a:pt x="111" y="3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9" name="iş1îdê"/>
                  <p:cNvSpPr/>
                  <p:nvPr/>
                </p:nvSpPr>
                <p:spPr bwMode="auto">
                  <a:xfrm>
                    <a:off x="5788618" y="3634259"/>
                    <a:ext cx="177693" cy="52355"/>
                  </a:xfrm>
                  <a:custGeom>
                    <a:avLst/>
                    <a:gdLst>
                      <a:gd name="T0" fmla="*/ 112 w 112"/>
                      <a:gd name="T1" fmla="*/ 33 h 33"/>
                      <a:gd name="T2" fmla="*/ 0 w 112"/>
                      <a:gd name="T3" fmla="*/ 7 h 33"/>
                      <a:gd name="T4" fmla="*/ 0 w 112"/>
                      <a:gd name="T5" fmla="*/ 0 h 33"/>
                      <a:gd name="T6" fmla="*/ 112 w 112"/>
                      <a:gd name="T7" fmla="*/ 26 h 33"/>
                      <a:gd name="T8" fmla="*/ 112 w 112"/>
                      <a:gd name="T9" fmla="*/ 33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2" h="33">
                        <a:moveTo>
                          <a:pt x="112" y="33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112" y="26"/>
                        </a:lnTo>
                        <a:lnTo>
                          <a:pt x="112" y="3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0" name="îSliḑê"/>
                  <p:cNvSpPr/>
                  <p:nvPr/>
                </p:nvSpPr>
                <p:spPr bwMode="auto">
                  <a:xfrm>
                    <a:off x="5769579" y="3675509"/>
                    <a:ext cx="180866" cy="52355"/>
                  </a:xfrm>
                  <a:custGeom>
                    <a:avLst/>
                    <a:gdLst>
                      <a:gd name="T0" fmla="*/ 112 w 114"/>
                      <a:gd name="T1" fmla="*/ 33 h 33"/>
                      <a:gd name="T2" fmla="*/ 0 w 114"/>
                      <a:gd name="T3" fmla="*/ 7 h 33"/>
                      <a:gd name="T4" fmla="*/ 3 w 114"/>
                      <a:gd name="T5" fmla="*/ 0 h 33"/>
                      <a:gd name="T6" fmla="*/ 114 w 114"/>
                      <a:gd name="T7" fmla="*/ 28 h 33"/>
                      <a:gd name="T8" fmla="*/ 112 w 114"/>
                      <a:gd name="T9" fmla="*/ 33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4" h="33">
                        <a:moveTo>
                          <a:pt x="112" y="33"/>
                        </a:moveTo>
                        <a:lnTo>
                          <a:pt x="0" y="7"/>
                        </a:lnTo>
                        <a:lnTo>
                          <a:pt x="3" y="0"/>
                        </a:lnTo>
                        <a:lnTo>
                          <a:pt x="114" y="28"/>
                        </a:lnTo>
                        <a:lnTo>
                          <a:pt x="112" y="3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1" name="íšľíḑê"/>
                  <p:cNvSpPr/>
                  <p:nvPr/>
                </p:nvSpPr>
                <p:spPr bwMode="auto">
                  <a:xfrm>
                    <a:off x="5980591" y="3434354"/>
                    <a:ext cx="76154" cy="90433"/>
                  </a:xfrm>
                  <a:custGeom>
                    <a:avLst/>
                    <a:gdLst>
                      <a:gd name="T0" fmla="*/ 0 w 48"/>
                      <a:gd name="T1" fmla="*/ 38 h 57"/>
                      <a:gd name="T2" fmla="*/ 29 w 48"/>
                      <a:gd name="T3" fmla="*/ 0 h 57"/>
                      <a:gd name="T4" fmla="*/ 48 w 48"/>
                      <a:gd name="T5" fmla="*/ 12 h 57"/>
                      <a:gd name="T6" fmla="*/ 12 w 48"/>
                      <a:gd name="T7" fmla="*/ 57 h 57"/>
                      <a:gd name="T8" fmla="*/ 0 w 48"/>
                      <a:gd name="T9" fmla="*/ 38 h 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8" h="57">
                        <a:moveTo>
                          <a:pt x="0" y="38"/>
                        </a:moveTo>
                        <a:lnTo>
                          <a:pt x="29" y="0"/>
                        </a:lnTo>
                        <a:lnTo>
                          <a:pt x="48" y="12"/>
                        </a:lnTo>
                        <a:lnTo>
                          <a:pt x="12" y="57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2" name="işḻiďê"/>
                  <p:cNvSpPr/>
                  <p:nvPr/>
                </p:nvSpPr>
                <p:spPr bwMode="auto">
                  <a:xfrm>
                    <a:off x="5974244" y="3426422"/>
                    <a:ext cx="93606" cy="106298"/>
                  </a:xfrm>
                  <a:custGeom>
                    <a:avLst/>
                    <a:gdLst>
                      <a:gd name="T0" fmla="*/ 14 w 59"/>
                      <a:gd name="T1" fmla="*/ 67 h 67"/>
                      <a:gd name="T2" fmla="*/ 0 w 59"/>
                      <a:gd name="T3" fmla="*/ 43 h 67"/>
                      <a:gd name="T4" fmla="*/ 33 w 59"/>
                      <a:gd name="T5" fmla="*/ 0 h 67"/>
                      <a:gd name="T6" fmla="*/ 59 w 59"/>
                      <a:gd name="T7" fmla="*/ 15 h 67"/>
                      <a:gd name="T8" fmla="*/ 14 w 59"/>
                      <a:gd name="T9" fmla="*/ 67 h 67"/>
                      <a:gd name="T10" fmla="*/ 9 w 59"/>
                      <a:gd name="T11" fmla="*/ 45 h 67"/>
                      <a:gd name="T12" fmla="*/ 16 w 59"/>
                      <a:gd name="T13" fmla="*/ 55 h 67"/>
                      <a:gd name="T14" fmla="*/ 47 w 59"/>
                      <a:gd name="T15" fmla="*/ 17 h 67"/>
                      <a:gd name="T16" fmla="*/ 35 w 59"/>
                      <a:gd name="T17" fmla="*/ 10 h 67"/>
                      <a:gd name="T18" fmla="*/ 9 w 59"/>
                      <a:gd name="T19" fmla="*/ 45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9" h="67">
                        <a:moveTo>
                          <a:pt x="14" y="67"/>
                        </a:moveTo>
                        <a:lnTo>
                          <a:pt x="0" y="43"/>
                        </a:lnTo>
                        <a:lnTo>
                          <a:pt x="33" y="0"/>
                        </a:lnTo>
                        <a:lnTo>
                          <a:pt x="59" y="15"/>
                        </a:lnTo>
                        <a:lnTo>
                          <a:pt x="14" y="67"/>
                        </a:lnTo>
                        <a:close/>
                        <a:moveTo>
                          <a:pt x="9" y="45"/>
                        </a:moveTo>
                        <a:lnTo>
                          <a:pt x="16" y="55"/>
                        </a:lnTo>
                        <a:lnTo>
                          <a:pt x="47" y="17"/>
                        </a:lnTo>
                        <a:lnTo>
                          <a:pt x="35" y="10"/>
                        </a:lnTo>
                        <a:lnTo>
                          <a:pt x="9" y="45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50" name="ïślîḍe"/>
                <p:cNvGrpSpPr/>
                <p:nvPr/>
              </p:nvGrpSpPr>
              <p:grpSpPr>
                <a:xfrm>
                  <a:off x="4009701" y="3982239"/>
                  <a:ext cx="547357" cy="255434"/>
                  <a:chOff x="5057221" y="3151948"/>
                  <a:chExt cx="547357" cy="255434"/>
                </a:xfrm>
              </p:grpSpPr>
              <p:sp>
                <p:nvSpPr>
                  <p:cNvPr id="60" name="iṡ1íḋe"/>
                  <p:cNvSpPr/>
                  <p:nvPr/>
                </p:nvSpPr>
                <p:spPr bwMode="auto">
                  <a:xfrm>
                    <a:off x="5220634" y="3151948"/>
                    <a:ext cx="383944" cy="255434"/>
                  </a:xfrm>
                  <a:custGeom>
                    <a:avLst/>
                    <a:gdLst>
                      <a:gd name="T0" fmla="*/ 53 w 102"/>
                      <a:gd name="T1" fmla="*/ 68 h 68"/>
                      <a:gd name="T2" fmla="*/ 53 w 102"/>
                      <a:gd name="T3" fmla="*/ 68 h 68"/>
                      <a:gd name="T4" fmla="*/ 19 w 102"/>
                      <a:gd name="T5" fmla="*/ 67 h 68"/>
                      <a:gd name="T6" fmla="*/ 6 w 102"/>
                      <a:gd name="T7" fmla="*/ 4 h 68"/>
                      <a:gd name="T8" fmla="*/ 6 w 102"/>
                      <a:gd name="T9" fmla="*/ 3 h 68"/>
                      <a:gd name="T10" fmla="*/ 11 w 102"/>
                      <a:gd name="T11" fmla="*/ 2 h 68"/>
                      <a:gd name="T12" fmla="*/ 62 w 102"/>
                      <a:gd name="T13" fmla="*/ 0 h 68"/>
                      <a:gd name="T14" fmla="*/ 89 w 102"/>
                      <a:gd name="T15" fmla="*/ 3 h 68"/>
                      <a:gd name="T16" fmla="*/ 94 w 102"/>
                      <a:gd name="T17" fmla="*/ 66 h 68"/>
                      <a:gd name="T18" fmla="*/ 94 w 102"/>
                      <a:gd name="T19" fmla="*/ 67 h 68"/>
                      <a:gd name="T20" fmla="*/ 93 w 102"/>
                      <a:gd name="T21" fmla="*/ 67 h 68"/>
                      <a:gd name="T22" fmla="*/ 53 w 102"/>
                      <a:gd name="T23" fmla="*/ 68 h 68"/>
                      <a:gd name="T24" fmla="*/ 9 w 102"/>
                      <a:gd name="T25" fmla="*/ 6 h 68"/>
                      <a:gd name="T26" fmla="*/ 19 w 102"/>
                      <a:gd name="T27" fmla="*/ 64 h 68"/>
                      <a:gd name="T28" fmla="*/ 53 w 102"/>
                      <a:gd name="T29" fmla="*/ 65 h 68"/>
                      <a:gd name="T30" fmla="*/ 91 w 102"/>
                      <a:gd name="T31" fmla="*/ 64 h 68"/>
                      <a:gd name="T32" fmla="*/ 88 w 102"/>
                      <a:gd name="T33" fmla="*/ 6 h 68"/>
                      <a:gd name="T34" fmla="*/ 62 w 102"/>
                      <a:gd name="T35" fmla="*/ 3 h 68"/>
                      <a:gd name="T36" fmla="*/ 12 w 102"/>
                      <a:gd name="T37" fmla="*/ 5 h 68"/>
                      <a:gd name="T38" fmla="*/ 9 w 102"/>
                      <a:gd name="T39" fmla="*/ 6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02" h="68">
                        <a:moveTo>
                          <a:pt x="53" y="68"/>
                        </a:moveTo>
                        <a:cubicBezTo>
                          <a:pt x="53" y="68"/>
                          <a:pt x="53" y="68"/>
                          <a:pt x="53" y="68"/>
                        </a:cubicBezTo>
                        <a:cubicBezTo>
                          <a:pt x="36" y="68"/>
                          <a:pt x="25" y="67"/>
                          <a:pt x="19" y="67"/>
                        </a:cubicBezTo>
                        <a:cubicBezTo>
                          <a:pt x="0" y="64"/>
                          <a:pt x="5" y="10"/>
                          <a:pt x="6" y="4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cubicBezTo>
                          <a:pt x="20" y="2"/>
                          <a:pt x="43" y="0"/>
                          <a:pt x="62" y="0"/>
                        </a:cubicBezTo>
                        <a:cubicBezTo>
                          <a:pt x="76" y="0"/>
                          <a:pt x="85" y="1"/>
                          <a:pt x="89" y="3"/>
                        </a:cubicBezTo>
                        <a:cubicBezTo>
                          <a:pt x="102" y="10"/>
                          <a:pt x="95" y="60"/>
                          <a:pt x="94" y="66"/>
                        </a:cubicBezTo>
                        <a:cubicBezTo>
                          <a:pt x="94" y="67"/>
                          <a:pt x="94" y="67"/>
                          <a:pt x="94" y="67"/>
                        </a:cubicBezTo>
                        <a:cubicBezTo>
                          <a:pt x="93" y="67"/>
                          <a:pt x="93" y="67"/>
                          <a:pt x="93" y="67"/>
                        </a:cubicBezTo>
                        <a:cubicBezTo>
                          <a:pt x="93" y="67"/>
                          <a:pt x="72" y="68"/>
                          <a:pt x="53" y="68"/>
                        </a:cubicBezTo>
                        <a:close/>
                        <a:moveTo>
                          <a:pt x="9" y="6"/>
                        </a:moveTo>
                        <a:cubicBezTo>
                          <a:pt x="7" y="22"/>
                          <a:pt x="6" y="62"/>
                          <a:pt x="19" y="64"/>
                        </a:cubicBezTo>
                        <a:cubicBezTo>
                          <a:pt x="25" y="64"/>
                          <a:pt x="37" y="65"/>
                          <a:pt x="53" y="65"/>
                        </a:cubicBezTo>
                        <a:cubicBezTo>
                          <a:pt x="70" y="65"/>
                          <a:pt x="87" y="64"/>
                          <a:pt x="91" y="64"/>
                        </a:cubicBezTo>
                        <a:cubicBezTo>
                          <a:pt x="93" y="48"/>
                          <a:pt x="96" y="10"/>
                          <a:pt x="88" y="6"/>
                        </a:cubicBezTo>
                        <a:cubicBezTo>
                          <a:pt x="85" y="4"/>
                          <a:pt x="79" y="3"/>
                          <a:pt x="62" y="3"/>
                        </a:cubicBezTo>
                        <a:cubicBezTo>
                          <a:pt x="43" y="3"/>
                          <a:pt x="20" y="5"/>
                          <a:pt x="12" y="5"/>
                        </a:cubicBezTo>
                        <a:lnTo>
                          <a:pt x="9" y="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1" name="iṣ1îḍé"/>
                  <p:cNvSpPr/>
                  <p:nvPr/>
                </p:nvSpPr>
                <p:spPr bwMode="auto">
                  <a:xfrm>
                    <a:off x="5242846" y="3164641"/>
                    <a:ext cx="312550" cy="123751"/>
                  </a:xfrm>
                  <a:custGeom>
                    <a:avLst/>
                    <a:gdLst>
                      <a:gd name="T0" fmla="*/ 46 w 83"/>
                      <a:gd name="T1" fmla="*/ 33 h 33"/>
                      <a:gd name="T2" fmla="*/ 44 w 83"/>
                      <a:gd name="T3" fmla="*/ 32 h 33"/>
                      <a:gd name="T4" fmla="*/ 0 w 83"/>
                      <a:gd name="T5" fmla="*/ 2 h 33"/>
                      <a:gd name="T6" fmla="*/ 2 w 83"/>
                      <a:gd name="T7" fmla="*/ 0 h 33"/>
                      <a:gd name="T8" fmla="*/ 45 w 83"/>
                      <a:gd name="T9" fmla="*/ 30 h 33"/>
                      <a:gd name="T10" fmla="*/ 81 w 83"/>
                      <a:gd name="T11" fmla="*/ 0 h 33"/>
                      <a:gd name="T12" fmla="*/ 83 w 83"/>
                      <a:gd name="T13" fmla="*/ 2 h 33"/>
                      <a:gd name="T14" fmla="*/ 46 w 83"/>
                      <a:gd name="T15" fmla="*/ 33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83" h="33">
                        <a:moveTo>
                          <a:pt x="46" y="33"/>
                        </a:moveTo>
                        <a:cubicBezTo>
                          <a:pt x="45" y="33"/>
                          <a:pt x="45" y="33"/>
                          <a:pt x="44" y="32"/>
                        </a:cubicBezTo>
                        <a:cubicBezTo>
                          <a:pt x="36" y="29"/>
                          <a:pt x="2" y="3"/>
                          <a:pt x="0" y="2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37" y="26"/>
                          <a:pt x="45" y="30"/>
                        </a:cubicBezTo>
                        <a:cubicBezTo>
                          <a:pt x="50" y="32"/>
                          <a:pt x="69" y="14"/>
                          <a:pt x="81" y="0"/>
                        </a:cubicBezTo>
                        <a:cubicBezTo>
                          <a:pt x="83" y="2"/>
                          <a:pt x="83" y="2"/>
                          <a:pt x="83" y="2"/>
                        </a:cubicBezTo>
                        <a:cubicBezTo>
                          <a:pt x="79" y="8"/>
                          <a:pt x="56" y="33"/>
                          <a:pt x="46" y="3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2" name="ïṡḻïḓe"/>
                  <p:cNvSpPr/>
                  <p:nvPr/>
                </p:nvSpPr>
                <p:spPr bwMode="auto">
                  <a:xfrm>
                    <a:off x="5100057" y="3220170"/>
                    <a:ext cx="93606" cy="1110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3" name="iṥḻïďê"/>
                  <p:cNvSpPr/>
                  <p:nvPr/>
                </p:nvSpPr>
                <p:spPr bwMode="auto">
                  <a:xfrm>
                    <a:off x="5111163" y="3332815"/>
                    <a:ext cx="98366" cy="1110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4" name="íṣ1íďé"/>
                  <p:cNvSpPr/>
                  <p:nvPr/>
                </p:nvSpPr>
                <p:spPr bwMode="auto">
                  <a:xfrm>
                    <a:off x="5057221" y="3277286"/>
                    <a:ext cx="136443" cy="1110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51" name="íśļíḋé"/>
                <p:cNvGrpSpPr/>
                <p:nvPr/>
              </p:nvGrpSpPr>
              <p:grpSpPr>
                <a:xfrm>
                  <a:off x="3859160" y="4537310"/>
                  <a:ext cx="325243" cy="337935"/>
                  <a:chOff x="5125442" y="3615221"/>
                  <a:chExt cx="325243" cy="337935"/>
                </a:xfrm>
              </p:grpSpPr>
              <p:sp>
                <p:nvSpPr>
                  <p:cNvPr id="56" name="îş1iḋê"/>
                  <p:cNvSpPr/>
                  <p:nvPr/>
                </p:nvSpPr>
                <p:spPr bwMode="auto">
                  <a:xfrm>
                    <a:off x="5204769" y="3615221"/>
                    <a:ext cx="166588" cy="165001"/>
                  </a:xfrm>
                  <a:custGeom>
                    <a:avLst/>
                    <a:gdLst>
                      <a:gd name="T0" fmla="*/ 22 w 44"/>
                      <a:gd name="T1" fmla="*/ 44 h 44"/>
                      <a:gd name="T2" fmla="*/ 0 w 44"/>
                      <a:gd name="T3" fmla="*/ 22 h 44"/>
                      <a:gd name="T4" fmla="*/ 22 w 44"/>
                      <a:gd name="T5" fmla="*/ 0 h 44"/>
                      <a:gd name="T6" fmla="*/ 44 w 44"/>
                      <a:gd name="T7" fmla="*/ 22 h 44"/>
                      <a:gd name="T8" fmla="*/ 22 w 44"/>
                      <a:gd name="T9" fmla="*/ 44 h 44"/>
                      <a:gd name="T10" fmla="*/ 22 w 44"/>
                      <a:gd name="T11" fmla="*/ 3 h 44"/>
                      <a:gd name="T12" fmla="*/ 3 w 44"/>
                      <a:gd name="T13" fmla="*/ 22 h 44"/>
                      <a:gd name="T14" fmla="*/ 22 w 44"/>
                      <a:gd name="T15" fmla="*/ 41 h 44"/>
                      <a:gd name="T16" fmla="*/ 41 w 44"/>
                      <a:gd name="T17" fmla="*/ 22 h 44"/>
                      <a:gd name="T18" fmla="*/ 22 w 44"/>
                      <a:gd name="T19" fmla="*/ 3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4" h="44">
                        <a:moveTo>
                          <a:pt x="22" y="44"/>
                        </a:moveTo>
                        <a:cubicBezTo>
                          <a:pt x="10" y="44"/>
                          <a:pt x="0" y="34"/>
                          <a:pt x="0" y="22"/>
                        </a:cubicBezTo>
                        <a:cubicBezTo>
                          <a:pt x="0" y="10"/>
                          <a:pt x="10" y="0"/>
                          <a:pt x="22" y="0"/>
                        </a:cubicBezTo>
                        <a:cubicBezTo>
                          <a:pt x="34" y="0"/>
                          <a:pt x="44" y="10"/>
                          <a:pt x="44" y="22"/>
                        </a:cubicBezTo>
                        <a:cubicBezTo>
                          <a:pt x="44" y="34"/>
                          <a:pt x="34" y="44"/>
                          <a:pt x="22" y="44"/>
                        </a:cubicBezTo>
                        <a:close/>
                        <a:moveTo>
                          <a:pt x="22" y="3"/>
                        </a:moveTo>
                        <a:cubicBezTo>
                          <a:pt x="11" y="3"/>
                          <a:pt x="3" y="12"/>
                          <a:pt x="3" y="22"/>
                        </a:cubicBezTo>
                        <a:cubicBezTo>
                          <a:pt x="3" y="33"/>
                          <a:pt x="11" y="41"/>
                          <a:pt x="22" y="41"/>
                        </a:cubicBezTo>
                        <a:cubicBezTo>
                          <a:pt x="32" y="41"/>
                          <a:pt x="41" y="33"/>
                          <a:pt x="41" y="22"/>
                        </a:cubicBezTo>
                        <a:cubicBezTo>
                          <a:pt x="41" y="12"/>
                          <a:pt x="32" y="3"/>
                          <a:pt x="22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7" name="ï$ḻidê"/>
                  <p:cNvSpPr/>
                  <p:nvPr/>
                </p:nvSpPr>
                <p:spPr bwMode="auto">
                  <a:xfrm>
                    <a:off x="5125442" y="3783394"/>
                    <a:ext cx="325243" cy="169760"/>
                  </a:xfrm>
                  <a:custGeom>
                    <a:avLst/>
                    <a:gdLst>
                      <a:gd name="T0" fmla="*/ 86 w 86"/>
                      <a:gd name="T1" fmla="*/ 45 h 45"/>
                      <a:gd name="T2" fmla="*/ 0 w 86"/>
                      <a:gd name="T3" fmla="*/ 45 h 45"/>
                      <a:gd name="T4" fmla="*/ 0 w 86"/>
                      <a:gd name="T5" fmla="*/ 44 h 45"/>
                      <a:gd name="T6" fmla="*/ 43 w 86"/>
                      <a:gd name="T7" fmla="*/ 0 h 45"/>
                      <a:gd name="T8" fmla="*/ 86 w 86"/>
                      <a:gd name="T9" fmla="*/ 44 h 45"/>
                      <a:gd name="T10" fmla="*/ 86 w 86"/>
                      <a:gd name="T11" fmla="*/ 45 h 45"/>
                      <a:gd name="T12" fmla="*/ 3 w 86"/>
                      <a:gd name="T13" fmla="*/ 42 h 45"/>
                      <a:gd name="T14" fmla="*/ 83 w 86"/>
                      <a:gd name="T15" fmla="*/ 42 h 45"/>
                      <a:gd name="T16" fmla="*/ 43 w 86"/>
                      <a:gd name="T17" fmla="*/ 3 h 45"/>
                      <a:gd name="T18" fmla="*/ 3 w 86"/>
                      <a:gd name="T19" fmla="*/ 42 h 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45">
                        <a:moveTo>
                          <a:pt x="86" y="45"/>
                        </a:moveTo>
                        <a:cubicBezTo>
                          <a:pt x="0" y="45"/>
                          <a:pt x="0" y="45"/>
                          <a:pt x="0" y="45"/>
                        </a:cubicBezTo>
                        <a:cubicBezTo>
                          <a:pt x="0" y="44"/>
                          <a:pt x="0" y="44"/>
                          <a:pt x="0" y="44"/>
                        </a:cubicBezTo>
                        <a:cubicBezTo>
                          <a:pt x="0" y="20"/>
                          <a:pt x="19" y="0"/>
                          <a:pt x="43" y="0"/>
                        </a:cubicBezTo>
                        <a:cubicBezTo>
                          <a:pt x="67" y="0"/>
                          <a:pt x="86" y="20"/>
                          <a:pt x="86" y="44"/>
                        </a:cubicBezTo>
                        <a:lnTo>
                          <a:pt x="86" y="45"/>
                        </a:lnTo>
                        <a:close/>
                        <a:moveTo>
                          <a:pt x="3" y="42"/>
                        </a:moveTo>
                        <a:cubicBezTo>
                          <a:pt x="83" y="42"/>
                          <a:pt x="83" y="42"/>
                          <a:pt x="83" y="42"/>
                        </a:cubicBezTo>
                        <a:cubicBezTo>
                          <a:pt x="82" y="21"/>
                          <a:pt x="64" y="3"/>
                          <a:pt x="43" y="3"/>
                        </a:cubicBezTo>
                        <a:cubicBezTo>
                          <a:pt x="21" y="3"/>
                          <a:pt x="4" y="21"/>
                          <a:pt x="3" y="4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8" name="ïŝļîḍe"/>
                  <p:cNvSpPr/>
                  <p:nvPr/>
                </p:nvSpPr>
                <p:spPr bwMode="auto">
                  <a:xfrm>
                    <a:off x="5250779" y="3791327"/>
                    <a:ext cx="71395" cy="49182"/>
                  </a:xfrm>
                  <a:custGeom>
                    <a:avLst/>
                    <a:gdLst>
                      <a:gd name="T0" fmla="*/ 10 w 19"/>
                      <a:gd name="T1" fmla="*/ 13 h 13"/>
                      <a:gd name="T2" fmla="*/ 0 w 19"/>
                      <a:gd name="T3" fmla="*/ 1 h 13"/>
                      <a:gd name="T4" fmla="*/ 3 w 19"/>
                      <a:gd name="T5" fmla="*/ 0 h 13"/>
                      <a:gd name="T6" fmla="*/ 10 w 19"/>
                      <a:gd name="T7" fmla="*/ 10 h 13"/>
                      <a:gd name="T8" fmla="*/ 16 w 19"/>
                      <a:gd name="T9" fmla="*/ 0 h 13"/>
                      <a:gd name="T10" fmla="*/ 19 w 19"/>
                      <a:gd name="T11" fmla="*/ 1 h 13"/>
                      <a:gd name="T12" fmla="*/ 10 w 19"/>
                      <a:gd name="T13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9" h="13">
                        <a:moveTo>
                          <a:pt x="10" y="13"/>
                        </a:moveTo>
                        <a:cubicBezTo>
                          <a:pt x="4" y="13"/>
                          <a:pt x="1" y="3"/>
                          <a:pt x="0" y="1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4" y="4"/>
                          <a:pt x="7" y="10"/>
                          <a:pt x="10" y="10"/>
                        </a:cubicBezTo>
                        <a:cubicBezTo>
                          <a:pt x="12" y="10"/>
                          <a:pt x="15" y="4"/>
                          <a:pt x="16" y="0"/>
                        </a:cubicBezTo>
                        <a:cubicBezTo>
                          <a:pt x="19" y="1"/>
                          <a:pt x="19" y="1"/>
                          <a:pt x="19" y="1"/>
                        </a:cubicBezTo>
                        <a:cubicBezTo>
                          <a:pt x="19" y="3"/>
                          <a:pt x="15" y="13"/>
                          <a:pt x="10" y="1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9" name="ïṡlïḋè"/>
                  <p:cNvSpPr/>
                  <p:nvPr/>
                </p:nvSpPr>
                <p:spPr bwMode="auto">
                  <a:xfrm>
                    <a:off x="5250779" y="3829405"/>
                    <a:ext cx="79327" cy="123751"/>
                  </a:xfrm>
                  <a:custGeom>
                    <a:avLst/>
                    <a:gdLst>
                      <a:gd name="T0" fmla="*/ 21 w 21"/>
                      <a:gd name="T1" fmla="*/ 33 h 33"/>
                      <a:gd name="T2" fmla="*/ 0 w 21"/>
                      <a:gd name="T3" fmla="*/ 33 h 33"/>
                      <a:gd name="T4" fmla="*/ 0 w 21"/>
                      <a:gd name="T5" fmla="*/ 32 h 33"/>
                      <a:gd name="T6" fmla="*/ 10 w 21"/>
                      <a:gd name="T7" fmla="*/ 0 h 33"/>
                      <a:gd name="T8" fmla="*/ 21 w 21"/>
                      <a:gd name="T9" fmla="*/ 32 h 33"/>
                      <a:gd name="T10" fmla="*/ 21 w 21"/>
                      <a:gd name="T11" fmla="*/ 33 h 33"/>
                      <a:gd name="T12" fmla="*/ 3 w 21"/>
                      <a:gd name="T13" fmla="*/ 30 h 33"/>
                      <a:gd name="T14" fmla="*/ 17 w 21"/>
                      <a:gd name="T15" fmla="*/ 30 h 33"/>
                      <a:gd name="T16" fmla="*/ 10 w 21"/>
                      <a:gd name="T17" fmla="*/ 3 h 33"/>
                      <a:gd name="T18" fmla="*/ 3 w 21"/>
                      <a:gd name="T19" fmla="*/ 3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1" h="33">
                        <a:moveTo>
                          <a:pt x="21" y="33"/>
                        </a:moveTo>
                        <a:cubicBezTo>
                          <a:pt x="0" y="33"/>
                          <a:pt x="0" y="33"/>
                          <a:pt x="0" y="33"/>
                        </a:cubicBezTo>
                        <a:cubicBezTo>
                          <a:pt x="0" y="32"/>
                          <a:pt x="0" y="32"/>
                          <a:pt x="0" y="32"/>
                        </a:cubicBezTo>
                        <a:cubicBezTo>
                          <a:pt x="1" y="22"/>
                          <a:pt x="3" y="0"/>
                          <a:pt x="10" y="0"/>
                        </a:cubicBezTo>
                        <a:cubicBezTo>
                          <a:pt x="17" y="0"/>
                          <a:pt x="20" y="22"/>
                          <a:pt x="21" y="32"/>
                        </a:cubicBezTo>
                        <a:lnTo>
                          <a:pt x="21" y="33"/>
                        </a:lnTo>
                        <a:close/>
                        <a:moveTo>
                          <a:pt x="3" y="30"/>
                        </a:moveTo>
                        <a:cubicBezTo>
                          <a:pt x="17" y="30"/>
                          <a:pt x="17" y="30"/>
                          <a:pt x="17" y="30"/>
                        </a:cubicBezTo>
                        <a:cubicBezTo>
                          <a:pt x="16" y="15"/>
                          <a:pt x="12" y="3"/>
                          <a:pt x="10" y="3"/>
                        </a:cubicBezTo>
                        <a:cubicBezTo>
                          <a:pt x="7" y="3"/>
                          <a:pt x="4" y="15"/>
                          <a:pt x="3" y="3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52" name="iṩ1îḍé"/>
                <p:cNvGrpSpPr/>
                <p:nvPr/>
              </p:nvGrpSpPr>
              <p:grpSpPr>
                <a:xfrm>
                  <a:off x="1682532" y="3174341"/>
                  <a:ext cx="214184" cy="315721"/>
                  <a:chOff x="5303135" y="5279509"/>
                  <a:chExt cx="214184" cy="315721"/>
                </a:xfrm>
              </p:grpSpPr>
              <p:sp>
                <p:nvSpPr>
                  <p:cNvPr id="53" name="iśľiďé"/>
                  <p:cNvSpPr/>
                  <p:nvPr/>
                </p:nvSpPr>
                <p:spPr bwMode="auto">
                  <a:xfrm>
                    <a:off x="5303135" y="5323932"/>
                    <a:ext cx="214184" cy="236395"/>
                  </a:xfrm>
                  <a:custGeom>
                    <a:avLst/>
                    <a:gdLst>
                      <a:gd name="T0" fmla="*/ 34 w 57"/>
                      <a:gd name="T1" fmla="*/ 63 h 63"/>
                      <a:gd name="T2" fmla="*/ 5 w 57"/>
                      <a:gd name="T3" fmla="*/ 54 h 63"/>
                      <a:gd name="T4" fmla="*/ 5 w 57"/>
                      <a:gd name="T5" fmla="*/ 54 h 63"/>
                      <a:gd name="T6" fmla="*/ 7 w 57"/>
                      <a:gd name="T7" fmla="*/ 45 h 63"/>
                      <a:gd name="T8" fmla="*/ 9 w 57"/>
                      <a:gd name="T9" fmla="*/ 44 h 63"/>
                      <a:gd name="T10" fmla="*/ 12 w 57"/>
                      <a:gd name="T11" fmla="*/ 44 h 63"/>
                      <a:gd name="T12" fmla="*/ 22 w 57"/>
                      <a:gd name="T13" fmla="*/ 44 h 63"/>
                      <a:gd name="T14" fmla="*/ 32 w 57"/>
                      <a:gd name="T15" fmla="*/ 43 h 63"/>
                      <a:gd name="T16" fmla="*/ 24 w 57"/>
                      <a:gd name="T17" fmla="*/ 40 h 63"/>
                      <a:gd name="T18" fmla="*/ 16 w 57"/>
                      <a:gd name="T19" fmla="*/ 38 h 63"/>
                      <a:gd name="T20" fmla="*/ 0 w 57"/>
                      <a:gd name="T21" fmla="*/ 18 h 63"/>
                      <a:gd name="T22" fmla="*/ 22 w 57"/>
                      <a:gd name="T23" fmla="*/ 0 h 63"/>
                      <a:gd name="T24" fmla="*/ 50 w 57"/>
                      <a:gd name="T25" fmla="*/ 9 h 63"/>
                      <a:gd name="T26" fmla="*/ 50 w 57"/>
                      <a:gd name="T27" fmla="*/ 10 h 63"/>
                      <a:gd name="T28" fmla="*/ 50 w 57"/>
                      <a:gd name="T29" fmla="*/ 23 h 63"/>
                      <a:gd name="T30" fmla="*/ 47 w 57"/>
                      <a:gd name="T31" fmla="*/ 23 h 63"/>
                      <a:gd name="T32" fmla="*/ 47 w 57"/>
                      <a:gd name="T33" fmla="*/ 23 h 63"/>
                      <a:gd name="T34" fmla="*/ 27 w 57"/>
                      <a:gd name="T35" fmla="*/ 16 h 63"/>
                      <a:gd name="T36" fmla="*/ 24 w 57"/>
                      <a:gd name="T37" fmla="*/ 19 h 63"/>
                      <a:gd name="T38" fmla="*/ 33 w 57"/>
                      <a:gd name="T39" fmla="*/ 23 h 63"/>
                      <a:gd name="T40" fmla="*/ 38 w 57"/>
                      <a:gd name="T41" fmla="*/ 24 h 63"/>
                      <a:gd name="T42" fmla="*/ 57 w 57"/>
                      <a:gd name="T43" fmla="*/ 44 h 63"/>
                      <a:gd name="T44" fmla="*/ 34 w 57"/>
                      <a:gd name="T45" fmla="*/ 63 h 63"/>
                      <a:gd name="T46" fmla="*/ 8 w 57"/>
                      <a:gd name="T47" fmla="*/ 53 h 63"/>
                      <a:gd name="T48" fmla="*/ 34 w 57"/>
                      <a:gd name="T49" fmla="*/ 60 h 63"/>
                      <a:gd name="T50" fmla="*/ 54 w 57"/>
                      <a:gd name="T51" fmla="*/ 44 h 63"/>
                      <a:gd name="T52" fmla="*/ 37 w 57"/>
                      <a:gd name="T53" fmla="*/ 27 h 63"/>
                      <a:gd name="T54" fmla="*/ 32 w 57"/>
                      <a:gd name="T55" fmla="*/ 26 h 63"/>
                      <a:gd name="T56" fmla="*/ 21 w 57"/>
                      <a:gd name="T57" fmla="*/ 19 h 63"/>
                      <a:gd name="T58" fmla="*/ 27 w 57"/>
                      <a:gd name="T59" fmla="*/ 13 h 63"/>
                      <a:gd name="T60" fmla="*/ 47 w 57"/>
                      <a:gd name="T61" fmla="*/ 19 h 63"/>
                      <a:gd name="T62" fmla="*/ 47 w 57"/>
                      <a:gd name="T63" fmla="*/ 10 h 63"/>
                      <a:gd name="T64" fmla="*/ 22 w 57"/>
                      <a:gd name="T65" fmla="*/ 3 h 63"/>
                      <a:gd name="T66" fmla="*/ 3 w 57"/>
                      <a:gd name="T67" fmla="*/ 18 h 63"/>
                      <a:gd name="T68" fmla="*/ 17 w 57"/>
                      <a:gd name="T69" fmla="*/ 35 h 63"/>
                      <a:gd name="T70" fmla="*/ 25 w 57"/>
                      <a:gd name="T71" fmla="*/ 37 h 63"/>
                      <a:gd name="T72" fmla="*/ 35 w 57"/>
                      <a:gd name="T73" fmla="*/ 43 h 63"/>
                      <a:gd name="T74" fmla="*/ 22 w 57"/>
                      <a:gd name="T75" fmla="*/ 47 h 63"/>
                      <a:gd name="T76" fmla="*/ 11 w 57"/>
                      <a:gd name="T77" fmla="*/ 47 h 63"/>
                      <a:gd name="T78" fmla="*/ 9 w 57"/>
                      <a:gd name="T79" fmla="*/ 47 h 63"/>
                      <a:gd name="T80" fmla="*/ 8 w 57"/>
                      <a:gd name="T81" fmla="*/ 53 h 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57" h="63">
                        <a:moveTo>
                          <a:pt x="34" y="63"/>
                        </a:moveTo>
                        <a:cubicBezTo>
                          <a:pt x="26" y="63"/>
                          <a:pt x="9" y="59"/>
                          <a:pt x="5" y="54"/>
                        </a:cubicBezTo>
                        <a:cubicBezTo>
                          <a:pt x="5" y="54"/>
                          <a:pt x="5" y="54"/>
                          <a:pt x="5" y="54"/>
                        </a:cubicBezTo>
                        <a:cubicBezTo>
                          <a:pt x="5" y="52"/>
                          <a:pt x="5" y="47"/>
                          <a:pt x="7" y="45"/>
                        </a:cubicBezTo>
                        <a:cubicBezTo>
                          <a:pt x="7" y="44"/>
                          <a:pt x="8" y="44"/>
                          <a:pt x="9" y="44"/>
                        </a:cubicBezTo>
                        <a:cubicBezTo>
                          <a:pt x="10" y="44"/>
                          <a:pt x="10" y="44"/>
                          <a:pt x="12" y="44"/>
                        </a:cubicBezTo>
                        <a:cubicBezTo>
                          <a:pt x="14" y="44"/>
                          <a:pt x="18" y="44"/>
                          <a:pt x="22" y="44"/>
                        </a:cubicBezTo>
                        <a:cubicBezTo>
                          <a:pt x="29" y="44"/>
                          <a:pt x="31" y="43"/>
                          <a:pt x="32" y="43"/>
                        </a:cubicBezTo>
                        <a:cubicBezTo>
                          <a:pt x="31" y="42"/>
                          <a:pt x="27" y="41"/>
                          <a:pt x="24" y="40"/>
                        </a:cubicBezTo>
                        <a:cubicBezTo>
                          <a:pt x="22" y="39"/>
                          <a:pt x="19" y="39"/>
                          <a:pt x="16" y="38"/>
                        </a:cubicBezTo>
                        <a:cubicBezTo>
                          <a:pt x="5" y="34"/>
                          <a:pt x="0" y="27"/>
                          <a:pt x="0" y="18"/>
                        </a:cubicBezTo>
                        <a:cubicBezTo>
                          <a:pt x="0" y="5"/>
                          <a:pt x="13" y="0"/>
                          <a:pt x="22" y="0"/>
                        </a:cubicBezTo>
                        <a:cubicBezTo>
                          <a:pt x="29" y="0"/>
                          <a:pt x="47" y="3"/>
                          <a:pt x="50" y="9"/>
                        </a:cubicBezTo>
                        <a:cubicBezTo>
                          <a:pt x="50" y="10"/>
                          <a:pt x="50" y="10"/>
                          <a:pt x="50" y="10"/>
                        </a:cubicBezTo>
                        <a:cubicBezTo>
                          <a:pt x="50" y="23"/>
                          <a:pt x="50" y="23"/>
                          <a:pt x="50" y="23"/>
                        </a:cubicBezTo>
                        <a:cubicBezTo>
                          <a:pt x="47" y="23"/>
                          <a:pt x="47" y="23"/>
                          <a:pt x="47" y="23"/>
                        </a:cubicBezTo>
                        <a:cubicBezTo>
                          <a:pt x="47" y="23"/>
                          <a:pt x="47" y="23"/>
                          <a:pt x="47" y="23"/>
                        </a:cubicBezTo>
                        <a:cubicBezTo>
                          <a:pt x="47" y="20"/>
                          <a:pt x="34" y="16"/>
                          <a:pt x="27" y="16"/>
                        </a:cubicBezTo>
                        <a:cubicBezTo>
                          <a:pt x="26" y="16"/>
                          <a:pt x="24" y="16"/>
                          <a:pt x="24" y="19"/>
                        </a:cubicBezTo>
                        <a:cubicBezTo>
                          <a:pt x="24" y="20"/>
                          <a:pt x="29" y="22"/>
                          <a:pt x="33" y="23"/>
                        </a:cubicBezTo>
                        <a:cubicBezTo>
                          <a:pt x="35" y="23"/>
                          <a:pt x="36" y="24"/>
                          <a:pt x="38" y="24"/>
                        </a:cubicBezTo>
                        <a:cubicBezTo>
                          <a:pt x="46" y="27"/>
                          <a:pt x="57" y="31"/>
                          <a:pt x="57" y="44"/>
                        </a:cubicBezTo>
                        <a:cubicBezTo>
                          <a:pt x="57" y="57"/>
                          <a:pt x="45" y="63"/>
                          <a:pt x="34" y="63"/>
                        </a:cubicBezTo>
                        <a:close/>
                        <a:moveTo>
                          <a:pt x="8" y="53"/>
                        </a:moveTo>
                        <a:cubicBezTo>
                          <a:pt x="11" y="56"/>
                          <a:pt x="26" y="60"/>
                          <a:pt x="34" y="60"/>
                        </a:cubicBezTo>
                        <a:cubicBezTo>
                          <a:pt x="44" y="60"/>
                          <a:pt x="54" y="55"/>
                          <a:pt x="54" y="44"/>
                        </a:cubicBezTo>
                        <a:cubicBezTo>
                          <a:pt x="54" y="33"/>
                          <a:pt x="45" y="30"/>
                          <a:pt x="37" y="27"/>
                        </a:cubicBezTo>
                        <a:cubicBezTo>
                          <a:pt x="35" y="27"/>
                          <a:pt x="34" y="26"/>
                          <a:pt x="32" y="26"/>
                        </a:cubicBezTo>
                        <a:cubicBezTo>
                          <a:pt x="26" y="24"/>
                          <a:pt x="21" y="22"/>
                          <a:pt x="21" y="19"/>
                        </a:cubicBezTo>
                        <a:cubicBezTo>
                          <a:pt x="21" y="15"/>
                          <a:pt x="24" y="13"/>
                          <a:pt x="27" y="13"/>
                        </a:cubicBezTo>
                        <a:cubicBezTo>
                          <a:pt x="31" y="13"/>
                          <a:pt x="42" y="15"/>
                          <a:pt x="47" y="19"/>
                        </a:cubicBezTo>
                        <a:cubicBezTo>
                          <a:pt x="47" y="10"/>
                          <a:pt x="47" y="10"/>
                          <a:pt x="47" y="10"/>
                        </a:cubicBezTo>
                        <a:cubicBezTo>
                          <a:pt x="45" y="7"/>
                          <a:pt x="30" y="3"/>
                          <a:pt x="22" y="3"/>
                        </a:cubicBezTo>
                        <a:cubicBezTo>
                          <a:pt x="14" y="3"/>
                          <a:pt x="3" y="7"/>
                          <a:pt x="3" y="18"/>
                        </a:cubicBezTo>
                        <a:cubicBezTo>
                          <a:pt x="3" y="26"/>
                          <a:pt x="7" y="32"/>
                          <a:pt x="17" y="35"/>
                        </a:cubicBezTo>
                        <a:cubicBezTo>
                          <a:pt x="20" y="36"/>
                          <a:pt x="23" y="37"/>
                          <a:pt x="25" y="37"/>
                        </a:cubicBezTo>
                        <a:cubicBezTo>
                          <a:pt x="31" y="39"/>
                          <a:pt x="35" y="40"/>
                          <a:pt x="35" y="43"/>
                        </a:cubicBezTo>
                        <a:cubicBezTo>
                          <a:pt x="35" y="46"/>
                          <a:pt x="32" y="47"/>
                          <a:pt x="22" y="47"/>
                        </a:cubicBezTo>
                        <a:cubicBezTo>
                          <a:pt x="18" y="47"/>
                          <a:pt x="14" y="47"/>
                          <a:pt x="11" y="47"/>
                        </a:cubicBezTo>
                        <a:cubicBezTo>
                          <a:pt x="10" y="47"/>
                          <a:pt x="10" y="47"/>
                          <a:pt x="9" y="47"/>
                        </a:cubicBezTo>
                        <a:cubicBezTo>
                          <a:pt x="8" y="48"/>
                          <a:pt x="8" y="51"/>
                          <a:pt x="8" y="5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4" name="iṣḷídè"/>
                  <p:cNvSpPr/>
                  <p:nvPr/>
                </p:nvSpPr>
                <p:spPr bwMode="auto">
                  <a:xfrm>
                    <a:off x="5371357" y="5279509"/>
                    <a:ext cx="82500" cy="60288"/>
                  </a:xfrm>
                  <a:custGeom>
                    <a:avLst/>
                    <a:gdLst>
                      <a:gd name="T0" fmla="*/ 45 w 52"/>
                      <a:gd name="T1" fmla="*/ 38 h 38"/>
                      <a:gd name="T2" fmla="*/ 38 w 52"/>
                      <a:gd name="T3" fmla="*/ 35 h 38"/>
                      <a:gd name="T4" fmla="*/ 42 w 52"/>
                      <a:gd name="T5" fmla="*/ 14 h 38"/>
                      <a:gd name="T6" fmla="*/ 7 w 52"/>
                      <a:gd name="T7" fmla="*/ 9 h 38"/>
                      <a:gd name="T8" fmla="*/ 12 w 52"/>
                      <a:gd name="T9" fmla="*/ 31 h 38"/>
                      <a:gd name="T10" fmla="*/ 4 w 52"/>
                      <a:gd name="T11" fmla="*/ 31 h 38"/>
                      <a:gd name="T12" fmla="*/ 0 w 52"/>
                      <a:gd name="T13" fmla="*/ 0 h 38"/>
                      <a:gd name="T14" fmla="*/ 52 w 52"/>
                      <a:gd name="T15" fmla="*/ 9 h 38"/>
                      <a:gd name="T16" fmla="*/ 45 w 52"/>
                      <a:gd name="T17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52" h="38">
                        <a:moveTo>
                          <a:pt x="45" y="38"/>
                        </a:moveTo>
                        <a:lnTo>
                          <a:pt x="38" y="35"/>
                        </a:lnTo>
                        <a:lnTo>
                          <a:pt x="42" y="14"/>
                        </a:lnTo>
                        <a:lnTo>
                          <a:pt x="7" y="9"/>
                        </a:lnTo>
                        <a:lnTo>
                          <a:pt x="12" y="31"/>
                        </a:lnTo>
                        <a:lnTo>
                          <a:pt x="4" y="31"/>
                        </a:lnTo>
                        <a:lnTo>
                          <a:pt x="0" y="0"/>
                        </a:lnTo>
                        <a:lnTo>
                          <a:pt x="52" y="9"/>
                        </a:lnTo>
                        <a:lnTo>
                          <a:pt x="45" y="38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5" name="îṧ1iďé"/>
                  <p:cNvSpPr/>
                  <p:nvPr/>
                </p:nvSpPr>
                <p:spPr bwMode="auto">
                  <a:xfrm>
                    <a:off x="5377703" y="5549221"/>
                    <a:ext cx="84087" cy="46009"/>
                  </a:xfrm>
                  <a:custGeom>
                    <a:avLst/>
                    <a:gdLst>
                      <a:gd name="T0" fmla="*/ 53 w 53"/>
                      <a:gd name="T1" fmla="*/ 29 h 29"/>
                      <a:gd name="T2" fmla="*/ 0 w 53"/>
                      <a:gd name="T3" fmla="*/ 29 h 29"/>
                      <a:gd name="T4" fmla="*/ 0 w 53"/>
                      <a:gd name="T5" fmla="*/ 0 h 29"/>
                      <a:gd name="T6" fmla="*/ 8 w 53"/>
                      <a:gd name="T7" fmla="*/ 0 h 29"/>
                      <a:gd name="T8" fmla="*/ 8 w 53"/>
                      <a:gd name="T9" fmla="*/ 22 h 29"/>
                      <a:gd name="T10" fmla="*/ 43 w 53"/>
                      <a:gd name="T11" fmla="*/ 22 h 29"/>
                      <a:gd name="T12" fmla="*/ 38 w 53"/>
                      <a:gd name="T13" fmla="*/ 5 h 29"/>
                      <a:gd name="T14" fmla="*/ 46 w 53"/>
                      <a:gd name="T15" fmla="*/ 3 h 29"/>
                      <a:gd name="T16" fmla="*/ 53 w 53"/>
                      <a:gd name="T17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53" h="29">
                        <a:moveTo>
                          <a:pt x="53" y="29"/>
                        </a:moveTo>
                        <a:lnTo>
                          <a:pt x="0" y="29"/>
                        </a:lnTo>
                        <a:lnTo>
                          <a:pt x="0" y="0"/>
                        </a:lnTo>
                        <a:lnTo>
                          <a:pt x="8" y="0"/>
                        </a:lnTo>
                        <a:lnTo>
                          <a:pt x="8" y="22"/>
                        </a:lnTo>
                        <a:lnTo>
                          <a:pt x="43" y="22"/>
                        </a:lnTo>
                        <a:lnTo>
                          <a:pt x="38" y="5"/>
                        </a:lnTo>
                        <a:lnTo>
                          <a:pt x="46" y="3"/>
                        </a:lnTo>
                        <a:lnTo>
                          <a:pt x="53" y="29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</p:grpSp>
          <p:grpSp>
            <p:nvGrpSpPr>
              <p:cNvPr id="29" name="íṡlíḋê"/>
              <p:cNvGrpSpPr/>
              <p:nvPr/>
            </p:nvGrpSpPr>
            <p:grpSpPr>
              <a:xfrm>
                <a:off x="1811797" y="1791124"/>
                <a:ext cx="2339288" cy="3761336"/>
                <a:chOff x="8253415" y="755650"/>
                <a:chExt cx="1125538" cy="1809750"/>
              </a:xfrm>
            </p:grpSpPr>
            <p:sp>
              <p:nvSpPr>
                <p:cNvPr id="30" name="iSľïde"/>
                <p:cNvSpPr/>
                <p:nvPr/>
              </p:nvSpPr>
              <p:spPr bwMode="auto">
                <a:xfrm>
                  <a:off x="8253415" y="755650"/>
                  <a:ext cx="1125538" cy="1350963"/>
                </a:xfrm>
                <a:custGeom>
                  <a:avLst/>
                  <a:gdLst>
                    <a:gd name="T0" fmla="*/ 212 w 423"/>
                    <a:gd name="T1" fmla="*/ 0 h 508"/>
                    <a:gd name="T2" fmla="*/ 0 w 423"/>
                    <a:gd name="T3" fmla="*/ 212 h 508"/>
                    <a:gd name="T4" fmla="*/ 58 w 423"/>
                    <a:gd name="T5" fmla="*/ 360 h 508"/>
                    <a:gd name="T6" fmla="*/ 122 w 423"/>
                    <a:gd name="T7" fmla="*/ 508 h 508"/>
                    <a:gd name="T8" fmla="*/ 212 w 423"/>
                    <a:gd name="T9" fmla="*/ 508 h 508"/>
                    <a:gd name="T10" fmla="*/ 302 w 423"/>
                    <a:gd name="T11" fmla="*/ 508 h 508"/>
                    <a:gd name="T12" fmla="*/ 366 w 423"/>
                    <a:gd name="T13" fmla="*/ 360 h 508"/>
                    <a:gd name="T14" fmla="*/ 423 w 423"/>
                    <a:gd name="T15" fmla="*/ 213 h 508"/>
                    <a:gd name="T16" fmla="*/ 212 w 423"/>
                    <a:gd name="T17" fmla="*/ 0 h 5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23" h="508">
                      <a:moveTo>
                        <a:pt x="212" y="0"/>
                      </a:moveTo>
                      <a:cubicBezTo>
                        <a:pt x="95" y="0"/>
                        <a:pt x="0" y="95"/>
                        <a:pt x="0" y="212"/>
                      </a:cubicBezTo>
                      <a:cubicBezTo>
                        <a:pt x="0" y="268"/>
                        <a:pt x="29" y="316"/>
                        <a:pt x="58" y="360"/>
                      </a:cubicBezTo>
                      <a:cubicBezTo>
                        <a:pt x="122" y="456"/>
                        <a:pt x="85" y="508"/>
                        <a:pt x="122" y="508"/>
                      </a:cubicBezTo>
                      <a:cubicBezTo>
                        <a:pt x="212" y="508"/>
                        <a:pt x="212" y="508"/>
                        <a:pt x="212" y="508"/>
                      </a:cubicBezTo>
                      <a:cubicBezTo>
                        <a:pt x="302" y="508"/>
                        <a:pt x="302" y="508"/>
                        <a:pt x="302" y="508"/>
                      </a:cubicBezTo>
                      <a:cubicBezTo>
                        <a:pt x="339" y="508"/>
                        <a:pt x="302" y="456"/>
                        <a:pt x="366" y="360"/>
                      </a:cubicBezTo>
                      <a:cubicBezTo>
                        <a:pt x="395" y="316"/>
                        <a:pt x="423" y="269"/>
                        <a:pt x="423" y="213"/>
                      </a:cubicBezTo>
                      <a:cubicBezTo>
                        <a:pt x="423" y="97"/>
                        <a:pt x="329" y="0"/>
                        <a:pt x="212" y="0"/>
                      </a:cubicBezTo>
                      <a:close/>
                    </a:path>
                  </a:pathLst>
                </a:custGeom>
                <a:solidFill>
                  <a:srgbClr val="FCC96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1" name="íṧlïḍè"/>
                <p:cNvSpPr/>
                <p:nvPr/>
              </p:nvSpPr>
              <p:spPr bwMode="auto">
                <a:xfrm>
                  <a:off x="8494715" y="949325"/>
                  <a:ext cx="884238" cy="1157288"/>
                </a:xfrm>
                <a:custGeom>
                  <a:avLst/>
                  <a:gdLst>
                    <a:gd name="T0" fmla="*/ 279 w 332"/>
                    <a:gd name="T1" fmla="*/ 0 h 435"/>
                    <a:gd name="T2" fmla="*/ 279 w 332"/>
                    <a:gd name="T3" fmla="*/ 9 h 435"/>
                    <a:gd name="T4" fmla="*/ 0 w 332"/>
                    <a:gd name="T5" fmla="*/ 355 h 435"/>
                    <a:gd name="T6" fmla="*/ 31 w 332"/>
                    <a:gd name="T7" fmla="*/ 435 h 435"/>
                    <a:gd name="T8" fmla="*/ 121 w 332"/>
                    <a:gd name="T9" fmla="*/ 435 h 435"/>
                    <a:gd name="T10" fmla="*/ 211 w 332"/>
                    <a:gd name="T11" fmla="*/ 435 h 435"/>
                    <a:gd name="T12" fmla="*/ 275 w 332"/>
                    <a:gd name="T13" fmla="*/ 287 h 435"/>
                    <a:gd name="T14" fmla="*/ 332 w 332"/>
                    <a:gd name="T15" fmla="*/ 140 h 435"/>
                    <a:gd name="T16" fmla="*/ 279 w 332"/>
                    <a:gd name="T17" fmla="*/ 0 h 4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32" h="435">
                      <a:moveTo>
                        <a:pt x="279" y="0"/>
                      </a:moveTo>
                      <a:cubicBezTo>
                        <a:pt x="279" y="3"/>
                        <a:pt x="279" y="6"/>
                        <a:pt x="279" y="9"/>
                      </a:cubicBezTo>
                      <a:cubicBezTo>
                        <a:pt x="279" y="179"/>
                        <a:pt x="160" y="321"/>
                        <a:pt x="0" y="355"/>
                      </a:cubicBezTo>
                      <a:cubicBezTo>
                        <a:pt x="16" y="407"/>
                        <a:pt x="5" y="435"/>
                        <a:pt x="31" y="435"/>
                      </a:cubicBezTo>
                      <a:cubicBezTo>
                        <a:pt x="121" y="435"/>
                        <a:pt x="121" y="435"/>
                        <a:pt x="121" y="435"/>
                      </a:cubicBezTo>
                      <a:cubicBezTo>
                        <a:pt x="211" y="435"/>
                        <a:pt x="211" y="435"/>
                        <a:pt x="211" y="435"/>
                      </a:cubicBezTo>
                      <a:cubicBezTo>
                        <a:pt x="248" y="435"/>
                        <a:pt x="211" y="383"/>
                        <a:pt x="275" y="287"/>
                      </a:cubicBezTo>
                      <a:cubicBezTo>
                        <a:pt x="304" y="243"/>
                        <a:pt x="332" y="196"/>
                        <a:pt x="332" y="140"/>
                      </a:cubicBezTo>
                      <a:cubicBezTo>
                        <a:pt x="332" y="87"/>
                        <a:pt x="312" y="37"/>
                        <a:pt x="279" y="0"/>
                      </a:cubicBezTo>
                      <a:close/>
                    </a:path>
                  </a:pathLst>
                </a:custGeom>
                <a:solidFill>
                  <a:srgbClr val="FBBC4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2" name="îšḷîďê"/>
                <p:cNvSpPr/>
                <p:nvPr/>
              </p:nvSpPr>
              <p:spPr bwMode="auto">
                <a:xfrm>
                  <a:off x="8509003" y="1428750"/>
                  <a:ext cx="615950" cy="715963"/>
                </a:xfrm>
                <a:custGeom>
                  <a:avLst/>
                  <a:gdLst>
                    <a:gd name="T0" fmla="*/ 13 w 232"/>
                    <a:gd name="T1" fmla="*/ 38 h 269"/>
                    <a:gd name="T2" fmla="*/ 4 w 232"/>
                    <a:gd name="T3" fmla="*/ 37 h 269"/>
                    <a:gd name="T4" fmla="*/ 3 w 232"/>
                    <a:gd name="T5" fmla="*/ 46 h 269"/>
                    <a:gd name="T6" fmla="*/ 6 w 232"/>
                    <a:gd name="T7" fmla="*/ 51 h 269"/>
                    <a:gd name="T8" fmla="*/ 77 w 232"/>
                    <a:gd name="T9" fmla="*/ 265 h 269"/>
                    <a:gd name="T10" fmla="*/ 83 w 232"/>
                    <a:gd name="T11" fmla="*/ 269 h 269"/>
                    <a:gd name="T12" fmla="*/ 85 w 232"/>
                    <a:gd name="T13" fmla="*/ 269 h 269"/>
                    <a:gd name="T14" fmla="*/ 89 w 232"/>
                    <a:gd name="T15" fmla="*/ 260 h 269"/>
                    <a:gd name="T16" fmla="*/ 24 w 232"/>
                    <a:gd name="T17" fmla="*/ 63 h 269"/>
                    <a:gd name="T18" fmla="*/ 76 w 232"/>
                    <a:gd name="T19" fmla="*/ 69 h 269"/>
                    <a:gd name="T20" fmla="*/ 85 w 232"/>
                    <a:gd name="T21" fmla="*/ 64 h 269"/>
                    <a:gd name="T22" fmla="*/ 113 w 232"/>
                    <a:gd name="T23" fmla="*/ 73 h 269"/>
                    <a:gd name="T24" fmla="*/ 145 w 232"/>
                    <a:gd name="T25" fmla="*/ 62 h 269"/>
                    <a:gd name="T26" fmla="*/ 161 w 232"/>
                    <a:gd name="T27" fmla="*/ 68 h 269"/>
                    <a:gd name="T28" fmla="*/ 210 w 232"/>
                    <a:gd name="T29" fmla="*/ 65 h 269"/>
                    <a:gd name="T30" fmla="*/ 146 w 232"/>
                    <a:gd name="T31" fmla="*/ 260 h 269"/>
                    <a:gd name="T32" fmla="*/ 150 w 232"/>
                    <a:gd name="T33" fmla="*/ 269 h 269"/>
                    <a:gd name="T34" fmla="*/ 152 w 232"/>
                    <a:gd name="T35" fmla="*/ 269 h 269"/>
                    <a:gd name="T36" fmla="*/ 158 w 232"/>
                    <a:gd name="T37" fmla="*/ 265 h 269"/>
                    <a:gd name="T38" fmla="*/ 228 w 232"/>
                    <a:gd name="T39" fmla="*/ 50 h 269"/>
                    <a:gd name="T40" fmla="*/ 230 w 232"/>
                    <a:gd name="T41" fmla="*/ 48 h 269"/>
                    <a:gd name="T42" fmla="*/ 229 w 232"/>
                    <a:gd name="T43" fmla="*/ 39 h 269"/>
                    <a:gd name="T44" fmla="*/ 220 w 232"/>
                    <a:gd name="T45" fmla="*/ 40 h 269"/>
                    <a:gd name="T46" fmla="*/ 165 w 232"/>
                    <a:gd name="T47" fmla="*/ 55 h 269"/>
                    <a:gd name="T48" fmla="*/ 154 w 232"/>
                    <a:gd name="T49" fmla="*/ 52 h 269"/>
                    <a:gd name="T50" fmla="*/ 160 w 232"/>
                    <a:gd name="T51" fmla="*/ 31 h 269"/>
                    <a:gd name="T52" fmla="*/ 146 w 232"/>
                    <a:gd name="T53" fmla="*/ 3 h 269"/>
                    <a:gd name="T54" fmla="*/ 132 w 232"/>
                    <a:gd name="T55" fmla="*/ 3 h 269"/>
                    <a:gd name="T56" fmla="*/ 123 w 232"/>
                    <a:gd name="T57" fmla="*/ 32 h 269"/>
                    <a:gd name="T58" fmla="*/ 134 w 232"/>
                    <a:gd name="T59" fmla="*/ 54 h 269"/>
                    <a:gd name="T60" fmla="*/ 95 w 232"/>
                    <a:gd name="T61" fmla="*/ 55 h 269"/>
                    <a:gd name="T62" fmla="*/ 103 w 232"/>
                    <a:gd name="T63" fmla="*/ 32 h 269"/>
                    <a:gd name="T64" fmla="*/ 92 w 232"/>
                    <a:gd name="T65" fmla="*/ 4 h 269"/>
                    <a:gd name="T66" fmla="*/ 77 w 232"/>
                    <a:gd name="T67" fmla="*/ 4 h 269"/>
                    <a:gd name="T68" fmla="*/ 66 w 232"/>
                    <a:gd name="T69" fmla="*/ 32 h 269"/>
                    <a:gd name="T70" fmla="*/ 75 w 232"/>
                    <a:gd name="T71" fmla="*/ 55 h 269"/>
                    <a:gd name="T72" fmla="*/ 72 w 232"/>
                    <a:gd name="T73" fmla="*/ 56 h 269"/>
                    <a:gd name="T74" fmla="*/ 13 w 232"/>
                    <a:gd name="T75" fmla="*/ 38 h 269"/>
                    <a:gd name="T76" fmla="*/ 140 w 232"/>
                    <a:gd name="T77" fmla="*/ 14 h 269"/>
                    <a:gd name="T78" fmla="*/ 140 w 232"/>
                    <a:gd name="T79" fmla="*/ 14 h 269"/>
                    <a:gd name="T80" fmla="*/ 140 w 232"/>
                    <a:gd name="T81" fmla="*/ 14 h 269"/>
                    <a:gd name="T82" fmla="*/ 147 w 232"/>
                    <a:gd name="T83" fmla="*/ 32 h 269"/>
                    <a:gd name="T84" fmla="*/ 143 w 232"/>
                    <a:gd name="T85" fmla="*/ 45 h 269"/>
                    <a:gd name="T86" fmla="*/ 136 w 232"/>
                    <a:gd name="T87" fmla="*/ 31 h 269"/>
                    <a:gd name="T88" fmla="*/ 140 w 232"/>
                    <a:gd name="T89" fmla="*/ 14 h 269"/>
                    <a:gd name="T90" fmla="*/ 84 w 232"/>
                    <a:gd name="T91" fmla="*/ 15 h 269"/>
                    <a:gd name="T92" fmla="*/ 84 w 232"/>
                    <a:gd name="T93" fmla="*/ 15 h 269"/>
                    <a:gd name="T94" fmla="*/ 85 w 232"/>
                    <a:gd name="T95" fmla="*/ 16 h 269"/>
                    <a:gd name="T96" fmla="*/ 89 w 232"/>
                    <a:gd name="T97" fmla="*/ 31 h 269"/>
                    <a:gd name="T98" fmla="*/ 85 w 232"/>
                    <a:gd name="T99" fmla="*/ 47 h 269"/>
                    <a:gd name="T100" fmla="*/ 79 w 232"/>
                    <a:gd name="T101" fmla="*/ 31 h 269"/>
                    <a:gd name="T102" fmla="*/ 84 w 232"/>
                    <a:gd name="T103" fmla="*/ 15 h 2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32" h="269">
                      <a:moveTo>
                        <a:pt x="13" y="38"/>
                      </a:moveTo>
                      <a:cubicBezTo>
                        <a:pt x="11" y="35"/>
                        <a:pt x="6" y="35"/>
                        <a:pt x="4" y="37"/>
                      </a:cubicBezTo>
                      <a:cubicBezTo>
                        <a:pt x="1" y="39"/>
                        <a:pt x="0" y="44"/>
                        <a:pt x="3" y="46"/>
                      </a:cubicBezTo>
                      <a:cubicBezTo>
                        <a:pt x="4" y="48"/>
                        <a:pt x="5" y="49"/>
                        <a:pt x="6" y="51"/>
                      </a:cubicBezTo>
                      <a:cubicBezTo>
                        <a:pt x="77" y="265"/>
                        <a:pt x="77" y="265"/>
                        <a:pt x="77" y="265"/>
                      </a:cubicBezTo>
                      <a:cubicBezTo>
                        <a:pt x="77" y="267"/>
                        <a:pt x="80" y="269"/>
                        <a:pt x="83" y="269"/>
                      </a:cubicBezTo>
                      <a:cubicBezTo>
                        <a:pt x="83" y="269"/>
                        <a:pt x="84" y="269"/>
                        <a:pt x="85" y="269"/>
                      </a:cubicBezTo>
                      <a:cubicBezTo>
                        <a:pt x="88" y="268"/>
                        <a:pt x="90" y="264"/>
                        <a:pt x="89" y="260"/>
                      </a:cubicBezTo>
                      <a:cubicBezTo>
                        <a:pt x="24" y="63"/>
                        <a:pt x="24" y="63"/>
                        <a:pt x="24" y="63"/>
                      </a:cubicBezTo>
                      <a:cubicBezTo>
                        <a:pt x="40" y="70"/>
                        <a:pt x="60" y="74"/>
                        <a:pt x="76" y="69"/>
                      </a:cubicBezTo>
                      <a:cubicBezTo>
                        <a:pt x="79" y="68"/>
                        <a:pt x="82" y="66"/>
                        <a:pt x="85" y="64"/>
                      </a:cubicBezTo>
                      <a:cubicBezTo>
                        <a:pt x="93" y="70"/>
                        <a:pt x="103" y="73"/>
                        <a:pt x="113" y="73"/>
                      </a:cubicBezTo>
                      <a:cubicBezTo>
                        <a:pt x="125" y="73"/>
                        <a:pt x="136" y="69"/>
                        <a:pt x="145" y="62"/>
                      </a:cubicBezTo>
                      <a:cubicBezTo>
                        <a:pt x="150" y="64"/>
                        <a:pt x="155" y="67"/>
                        <a:pt x="161" y="68"/>
                      </a:cubicBezTo>
                      <a:cubicBezTo>
                        <a:pt x="180" y="73"/>
                        <a:pt x="196" y="72"/>
                        <a:pt x="210" y="65"/>
                      </a:cubicBezTo>
                      <a:cubicBezTo>
                        <a:pt x="146" y="260"/>
                        <a:pt x="146" y="260"/>
                        <a:pt x="146" y="260"/>
                      </a:cubicBezTo>
                      <a:cubicBezTo>
                        <a:pt x="144" y="264"/>
                        <a:pt x="146" y="268"/>
                        <a:pt x="150" y="269"/>
                      </a:cubicBezTo>
                      <a:cubicBezTo>
                        <a:pt x="150" y="269"/>
                        <a:pt x="151" y="269"/>
                        <a:pt x="152" y="269"/>
                      </a:cubicBezTo>
                      <a:cubicBezTo>
                        <a:pt x="155" y="269"/>
                        <a:pt x="157" y="267"/>
                        <a:pt x="158" y="265"/>
                      </a:cubicBezTo>
                      <a:cubicBezTo>
                        <a:pt x="228" y="50"/>
                        <a:pt x="228" y="50"/>
                        <a:pt x="228" y="50"/>
                      </a:cubicBezTo>
                      <a:cubicBezTo>
                        <a:pt x="229" y="50"/>
                        <a:pt x="230" y="49"/>
                        <a:pt x="230" y="48"/>
                      </a:cubicBezTo>
                      <a:cubicBezTo>
                        <a:pt x="232" y="45"/>
                        <a:pt x="232" y="41"/>
                        <a:pt x="229" y="39"/>
                      </a:cubicBezTo>
                      <a:cubicBezTo>
                        <a:pt x="226" y="37"/>
                        <a:pt x="222" y="37"/>
                        <a:pt x="220" y="40"/>
                      </a:cubicBezTo>
                      <a:cubicBezTo>
                        <a:pt x="207" y="56"/>
                        <a:pt x="189" y="62"/>
                        <a:pt x="165" y="55"/>
                      </a:cubicBezTo>
                      <a:cubicBezTo>
                        <a:pt x="162" y="55"/>
                        <a:pt x="158" y="54"/>
                        <a:pt x="154" y="52"/>
                      </a:cubicBezTo>
                      <a:cubicBezTo>
                        <a:pt x="158" y="46"/>
                        <a:pt x="160" y="38"/>
                        <a:pt x="160" y="31"/>
                      </a:cubicBezTo>
                      <a:cubicBezTo>
                        <a:pt x="159" y="17"/>
                        <a:pt x="154" y="7"/>
                        <a:pt x="146" y="3"/>
                      </a:cubicBezTo>
                      <a:cubicBezTo>
                        <a:pt x="142" y="0"/>
                        <a:pt x="137" y="0"/>
                        <a:pt x="132" y="3"/>
                      </a:cubicBezTo>
                      <a:cubicBezTo>
                        <a:pt x="125" y="8"/>
                        <a:pt x="122" y="18"/>
                        <a:pt x="123" y="32"/>
                      </a:cubicBezTo>
                      <a:cubicBezTo>
                        <a:pt x="124" y="40"/>
                        <a:pt x="127" y="48"/>
                        <a:pt x="134" y="54"/>
                      </a:cubicBezTo>
                      <a:cubicBezTo>
                        <a:pt x="123" y="61"/>
                        <a:pt x="107" y="61"/>
                        <a:pt x="95" y="55"/>
                      </a:cubicBezTo>
                      <a:cubicBezTo>
                        <a:pt x="99" y="49"/>
                        <a:pt x="102" y="41"/>
                        <a:pt x="103" y="32"/>
                      </a:cubicBezTo>
                      <a:cubicBezTo>
                        <a:pt x="103" y="19"/>
                        <a:pt x="99" y="9"/>
                        <a:pt x="92" y="4"/>
                      </a:cubicBezTo>
                      <a:cubicBezTo>
                        <a:pt x="87" y="1"/>
                        <a:pt x="82" y="1"/>
                        <a:pt x="77" y="4"/>
                      </a:cubicBezTo>
                      <a:cubicBezTo>
                        <a:pt x="70" y="8"/>
                        <a:pt x="65" y="18"/>
                        <a:pt x="66" y="32"/>
                      </a:cubicBezTo>
                      <a:cubicBezTo>
                        <a:pt x="66" y="40"/>
                        <a:pt x="69" y="48"/>
                        <a:pt x="75" y="55"/>
                      </a:cubicBezTo>
                      <a:cubicBezTo>
                        <a:pt x="74" y="56"/>
                        <a:pt x="73" y="56"/>
                        <a:pt x="72" y="56"/>
                      </a:cubicBezTo>
                      <a:cubicBezTo>
                        <a:pt x="52" y="63"/>
                        <a:pt x="23" y="52"/>
                        <a:pt x="13" y="38"/>
                      </a:cubicBezTo>
                      <a:close/>
                      <a:moveTo>
                        <a:pt x="140" y="14"/>
                      </a:moveTo>
                      <a:cubicBezTo>
                        <a:pt x="140" y="14"/>
                        <a:pt x="140" y="14"/>
                        <a:pt x="140" y="14"/>
                      </a:cubicBezTo>
                      <a:cubicBezTo>
                        <a:pt x="140" y="14"/>
                        <a:pt x="140" y="14"/>
                        <a:pt x="140" y="14"/>
                      </a:cubicBezTo>
                      <a:cubicBezTo>
                        <a:pt x="142" y="15"/>
                        <a:pt x="146" y="20"/>
                        <a:pt x="147" y="32"/>
                      </a:cubicBezTo>
                      <a:cubicBezTo>
                        <a:pt x="147" y="36"/>
                        <a:pt x="145" y="41"/>
                        <a:pt x="143" y="45"/>
                      </a:cubicBezTo>
                      <a:cubicBezTo>
                        <a:pt x="139" y="41"/>
                        <a:pt x="137" y="37"/>
                        <a:pt x="136" y="31"/>
                      </a:cubicBezTo>
                      <a:cubicBezTo>
                        <a:pt x="135" y="21"/>
                        <a:pt x="138" y="15"/>
                        <a:pt x="140" y="14"/>
                      </a:cubicBezTo>
                      <a:close/>
                      <a:moveTo>
                        <a:pt x="84" y="15"/>
                      </a:moveTo>
                      <a:cubicBezTo>
                        <a:pt x="84" y="15"/>
                        <a:pt x="84" y="15"/>
                        <a:pt x="84" y="15"/>
                      </a:cubicBezTo>
                      <a:cubicBezTo>
                        <a:pt x="84" y="15"/>
                        <a:pt x="85" y="15"/>
                        <a:pt x="85" y="16"/>
                      </a:cubicBezTo>
                      <a:cubicBezTo>
                        <a:pt x="87" y="17"/>
                        <a:pt x="90" y="21"/>
                        <a:pt x="89" y="31"/>
                      </a:cubicBezTo>
                      <a:cubicBezTo>
                        <a:pt x="89" y="37"/>
                        <a:pt x="88" y="43"/>
                        <a:pt x="85" y="47"/>
                      </a:cubicBezTo>
                      <a:cubicBezTo>
                        <a:pt x="81" y="42"/>
                        <a:pt x="79" y="37"/>
                        <a:pt x="79" y="31"/>
                      </a:cubicBezTo>
                      <a:cubicBezTo>
                        <a:pt x="79" y="21"/>
                        <a:pt x="82" y="16"/>
                        <a:pt x="84" y="15"/>
                      </a:cubicBezTo>
                      <a:close/>
                    </a:path>
                  </a:pathLst>
                </a:custGeom>
                <a:solidFill>
                  <a:srgbClr val="3B596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3" name="íṧľíďé"/>
                <p:cNvSpPr/>
                <p:nvPr/>
              </p:nvSpPr>
              <p:spPr bwMode="auto">
                <a:xfrm>
                  <a:off x="8902703" y="1527175"/>
                  <a:ext cx="222250" cy="579438"/>
                </a:xfrm>
                <a:custGeom>
                  <a:avLst/>
                  <a:gdLst>
                    <a:gd name="T0" fmla="*/ 62 w 84"/>
                    <a:gd name="T1" fmla="*/ 28 h 218"/>
                    <a:gd name="T2" fmla="*/ 0 w 84"/>
                    <a:gd name="T3" fmla="*/ 218 h 218"/>
                    <a:gd name="T4" fmla="*/ 13 w 84"/>
                    <a:gd name="T5" fmla="*/ 218 h 218"/>
                    <a:gd name="T6" fmla="*/ 80 w 84"/>
                    <a:gd name="T7" fmla="*/ 13 h 218"/>
                    <a:gd name="T8" fmla="*/ 82 w 84"/>
                    <a:gd name="T9" fmla="*/ 11 h 218"/>
                    <a:gd name="T10" fmla="*/ 81 w 84"/>
                    <a:gd name="T11" fmla="*/ 2 h 218"/>
                    <a:gd name="T12" fmla="*/ 72 w 84"/>
                    <a:gd name="T13" fmla="*/ 3 h 218"/>
                    <a:gd name="T14" fmla="*/ 43 w 84"/>
                    <a:gd name="T15" fmla="*/ 20 h 218"/>
                    <a:gd name="T16" fmla="*/ 31 w 84"/>
                    <a:gd name="T17" fmla="*/ 34 h 218"/>
                    <a:gd name="T18" fmla="*/ 62 w 84"/>
                    <a:gd name="T19" fmla="*/ 28 h 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4" h="218">
                      <a:moveTo>
                        <a:pt x="62" y="28"/>
                      </a:moveTo>
                      <a:cubicBezTo>
                        <a:pt x="0" y="218"/>
                        <a:pt x="0" y="218"/>
                        <a:pt x="0" y="218"/>
                      </a:cubicBezTo>
                      <a:cubicBezTo>
                        <a:pt x="13" y="218"/>
                        <a:pt x="13" y="218"/>
                        <a:pt x="13" y="218"/>
                      </a:cubicBezTo>
                      <a:cubicBezTo>
                        <a:pt x="80" y="13"/>
                        <a:pt x="80" y="13"/>
                        <a:pt x="80" y="13"/>
                      </a:cubicBezTo>
                      <a:cubicBezTo>
                        <a:pt x="81" y="13"/>
                        <a:pt x="82" y="12"/>
                        <a:pt x="82" y="11"/>
                      </a:cubicBezTo>
                      <a:cubicBezTo>
                        <a:pt x="84" y="8"/>
                        <a:pt x="84" y="4"/>
                        <a:pt x="81" y="2"/>
                      </a:cubicBezTo>
                      <a:cubicBezTo>
                        <a:pt x="78" y="0"/>
                        <a:pt x="74" y="0"/>
                        <a:pt x="72" y="3"/>
                      </a:cubicBezTo>
                      <a:cubicBezTo>
                        <a:pt x="64" y="13"/>
                        <a:pt x="55" y="18"/>
                        <a:pt x="43" y="20"/>
                      </a:cubicBezTo>
                      <a:cubicBezTo>
                        <a:pt x="39" y="25"/>
                        <a:pt x="35" y="29"/>
                        <a:pt x="31" y="34"/>
                      </a:cubicBezTo>
                      <a:cubicBezTo>
                        <a:pt x="42" y="34"/>
                        <a:pt x="53" y="33"/>
                        <a:pt x="62" y="28"/>
                      </a:cubicBezTo>
                      <a:close/>
                    </a:path>
                  </a:pathLst>
                </a:custGeom>
                <a:solidFill>
                  <a:srgbClr val="25475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4" name="iṩļidé"/>
                <p:cNvSpPr/>
                <p:nvPr/>
              </p:nvSpPr>
              <p:spPr bwMode="auto">
                <a:xfrm>
                  <a:off x="8623303" y="1846263"/>
                  <a:ext cx="115888" cy="260350"/>
                </a:xfrm>
                <a:custGeom>
                  <a:avLst/>
                  <a:gdLst>
                    <a:gd name="T0" fmla="*/ 44 w 44"/>
                    <a:gd name="T1" fmla="*/ 98 h 98"/>
                    <a:gd name="T2" fmla="*/ 12 w 44"/>
                    <a:gd name="T3" fmla="*/ 0 h 98"/>
                    <a:gd name="T4" fmla="*/ 0 w 44"/>
                    <a:gd name="T5" fmla="*/ 5 h 98"/>
                    <a:gd name="T6" fmla="*/ 30 w 44"/>
                    <a:gd name="T7" fmla="*/ 98 h 98"/>
                    <a:gd name="T8" fmla="*/ 44 w 44"/>
                    <a:gd name="T9" fmla="*/ 98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4" h="98">
                      <a:moveTo>
                        <a:pt x="44" y="98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8" y="1"/>
                        <a:pt x="4" y="3"/>
                        <a:pt x="0" y="5"/>
                      </a:cubicBezTo>
                      <a:cubicBezTo>
                        <a:pt x="30" y="98"/>
                        <a:pt x="30" y="98"/>
                        <a:pt x="30" y="98"/>
                      </a:cubicBezTo>
                      <a:lnTo>
                        <a:pt x="44" y="98"/>
                      </a:lnTo>
                      <a:close/>
                    </a:path>
                  </a:pathLst>
                </a:custGeom>
                <a:solidFill>
                  <a:srgbClr val="25475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5" name="išľîḑe"/>
                <p:cNvSpPr/>
                <p:nvPr/>
              </p:nvSpPr>
              <p:spPr bwMode="auto">
                <a:xfrm>
                  <a:off x="8572503" y="2106613"/>
                  <a:ext cx="485775" cy="223838"/>
                </a:xfrm>
                <a:custGeom>
                  <a:avLst/>
                  <a:gdLst>
                    <a:gd name="T0" fmla="*/ 166 w 183"/>
                    <a:gd name="T1" fmla="*/ 0 h 84"/>
                    <a:gd name="T2" fmla="*/ 17 w 183"/>
                    <a:gd name="T3" fmla="*/ 0 h 84"/>
                    <a:gd name="T4" fmla="*/ 2 w 183"/>
                    <a:gd name="T5" fmla="*/ 24 h 84"/>
                    <a:gd name="T6" fmla="*/ 17 w 183"/>
                    <a:gd name="T7" fmla="*/ 49 h 84"/>
                    <a:gd name="T8" fmla="*/ 67 w 183"/>
                    <a:gd name="T9" fmla="*/ 49 h 84"/>
                    <a:gd name="T10" fmla="*/ 13 w 183"/>
                    <a:gd name="T11" fmla="*/ 59 h 84"/>
                    <a:gd name="T12" fmla="*/ 3 w 183"/>
                    <a:gd name="T13" fmla="*/ 75 h 84"/>
                    <a:gd name="T14" fmla="*/ 17 w 183"/>
                    <a:gd name="T15" fmla="*/ 84 h 84"/>
                    <a:gd name="T16" fmla="*/ 22 w 183"/>
                    <a:gd name="T17" fmla="*/ 82 h 84"/>
                    <a:gd name="T18" fmla="*/ 171 w 183"/>
                    <a:gd name="T19" fmla="*/ 33 h 84"/>
                    <a:gd name="T20" fmla="*/ 182 w 183"/>
                    <a:gd name="T21" fmla="*/ 14 h 84"/>
                    <a:gd name="T22" fmla="*/ 166 w 183"/>
                    <a:gd name="T23" fmla="*/ 0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83" h="84">
                      <a:moveTo>
                        <a:pt x="166" y="0"/>
                      </a:move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9" y="0"/>
                        <a:pt x="2" y="16"/>
                        <a:pt x="2" y="24"/>
                      </a:cubicBezTo>
                      <a:cubicBezTo>
                        <a:pt x="2" y="33"/>
                        <a:pt x="9" y="49"/>
                        <a:pt x="17" y="49"/>
                      </a:cubicBezTo>
                      <a:cubicBezTo>
                        <a:pt x="67" y="49"/>
                        <a:pt x="67" y="49"/>
                        <a:pt x="67" y="49"/>
                      </a:cubicBezTo>
                      <a:cubicBezTo>
                        <a:pt x="13" y="59"/>
                        <a:pt x="13" y="59"/>
                        <a:pt x="13" y="59"/>
                      </a:cubicBezTo>
                      <a:cubicBezTo>
                        <a:pt x="4" y="62"/>
                        <a:pt x="0" y="67"/>
                        <a:pt x="3" y="75"/>
                      </a:cubicBezTo>
                      <a:cubicBezTo>
                        <a:pt x="5" y="82"/>
                        <a:pt x="11" y="84"/>
                        <a:pt x="17" y="84"/>
                      </a:cubicBezTo>
                      <a:cubicBezTo>
                        <a:pt x="19" y="84"/>
                        <a:pt x="21" y="83"/>
                        <a:pt x="22" y="82"/>
                      </a:cubicBezTo>
                      <a:cubicBezTo>
                        <a:pt x="171" y="33"/>
                        <a:pt x="171" y="33"/>
                        <a:pt x="171" y="33"/>
                      </a:cubicBezTo>
                      <a:cubicBezTo>
                        <a:pt x="178" y="31"/>
                        <a:pt x="183" y="22"/>
                        <a:pt x="182" y="14"/>
                      </a:cubicBezTo>
                      <a:cubicBezTo>
                        <a:pt x="181" y="7"/>
                        <a:pt x="174" y="0"/>
                        <a:pt x="166" y="0"/>
                      </a:cubicBezTo>
                      <a:close/>
                    </a:path>
                  </a:pathLst>
                </a:custGeom>
                <a:solidFill>
                  <a:srgbClr val="25475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6" name="i$líḓe"/>
                <p:cNvSpPr/>
                <p:nvPr/>
              </p:nvSpPr>
              <p:spPr bwMode="auto">
                <a:xfrm>
                  <a:off x="8575678" y="2235200"/>
                  <a:ext cx="485775" cy="330200"/>
                </a:xfrm>
                <a:custGeom>
                  <a:avLst/>
                  <a:gdLst>
                    <a:gd name="T0" fmla="*/ 165 w 183"/>
                    <a:gd name="T1" fmla="*/ 62 h 124"/>
                    <a:gd name="T2" fmla="*/ 115 w 183"/>
                    <a:gd name="T3" fmla="*/ 62 h 124"/>
                    <a:gd name="T4" fmla="*/ 170 w 183"/>
                    <a:gd name="T5" fmla="*/ 38 h 124"/>
                    <a:gd name="T6" fmla="*/ 180 w 183"/>
                    <a:gd name="T7" fmla="*/ 14 h 124"/>
                    <a:gd name="T8" fmla="*/ 160 w 183"/>
                    <a:gd name="T9" fmla="*/ 3 h 124"/>
                    <a:gd name="T10" fmla="*/ 12 w 183"/>
                    <a:gd name="T11" fmla="*/ 50 h 124"/>
                    <a:gd name="T12" fmla="*/ 1 w 183"/>
                    <a:gd name="T13" fmla="*/ 70 h 124"/>
                    <a:gd name="T14" fmla="*/ 16 w 183"/>
                    <a:gd name="T15" fmla="*/ 87 h 124"/>
                    <a:gd name="T16" fmla="*/ 30 w 183"/>
                    <a:gd name="T17" fmla="*/ 87 h 124"/>
                    <a:gd name="T18" fmla="*/ 54 w 183"/>
                    <a:gd name="T19" fmla="*/ 124 h 124"/>
                    <a:gd name="T20" fmla="*/ 127 w 183"/>
                    <a:gd name="T21" fmla="*/ 124 h 124"/>
                    <a:gd name="T22" fmla="*/ 151 w 183"/>
                    <a:gd name="T23" fmla="*/ 87 h 124"/>
                    <a:gd name="T24" fmla="*/ 165 w 183"/>
                    <a:gd name="T25" fmla="*/ 87 h 124"/>
                    <a:gd name="T26" fmla="*/ 181 w 183"/>
                    <a:gd name="T27" fmla="*/ 75 h 124"/>
                    <a:gd name="T28" fmla="*/ 165 w 183"/>
                    <a:gd name="T29" fmla="*/ 62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83" h="124">
                      <a:moveTo>
                        <a:pt x="165" y="62"/>
                      </a:moveTo>
                      <a:cubicBezTo>
                        <a:pt x="115" y="62"/>
                        <a:pt x="115" y="62"/>
                        <a:pt x="115" y="62"/>
                      </a:cubicBezTo>
                      <a:cubicBezTo>
                        <a:pt x="170" y="38"/>
                        <a:pt x="170" y="38"/>
                        <a:pt x="170" y="38"/>
                      </a:cubicBezTo>
                      <a:cubicBezTo>
                        <a:pt x="178" y="35"/>
                        <a:pt x="183" y="23"/>
                        <a:pt x="180" y="14"/>
                      </a:cubicBezTo>
                      <a:cubicBezTo>
                        <a:pt x="177" y="6"/>
                        <a:pt x="169" y="0"/>
                        <a:pt x="160" y="3"/>
                      </a:cubicBezTo>
                      <a:cubicBezTo>
                        <a:pt x="12" y="50"/>
                        <a:pt x="12" y="50"/>
                        <a:pt x="12" y="50"/>
                      </a:cubicBezTo>
                      <a:cubicBezTo>
                        <a:pt x="4" y="52"/>
                        <a:pt x="0" y="63"/>
                        <a:pt x="1" y="70"/>
                      </a:cubicBezTo>
                      <a:cubicBezTo>
                        <a:pt x="2" y="78"/>
                        <a:pt x="9" y="87"/>
                        <a:pt x="16" y="87"/>
                      </a:cubicBezTo>
                      <a:cubicBezTo>
                        <a:pt x="30" y="87"/>
                        <a:pt x="30" y="87"/>
                        <a:pt x="30" y="87"/>
                      </a:cubicBezTo>
                      <a:cubicBezTo>
                        <a:pt x="54" y="124"/>
                        <a:pt x="54" y="124"/>
                        <a:pt x="54" y="124"/>
                      </a:cubicBezTo>
                      <a:cubicBezTo>
                        <a:pt x="127" y="124"/>
                        <a:pt x="127" y="124"/>
                        <a:pt x="127" y="124"/>
                      </a:cubicBezTo>
                      <a:cubicBezTo>
                        <a:pt x="151" y="87"/>
                        <a:pt x="151" y="87"/>
                        <a:pt x="151" y="87"/>
                      </a:cubicBezTo>
                      <a:cubicBezTo>
                        <a:pt x="165" y="87"/>
                        <a:pt x="165" y="87"/>
                        <a:pt x="165" y="87"/>
                      </a:cubicBezTo>
                      <a:cubicBezTo>
                        <a:pt x="174" y="87"/>
                        <a:pt x="181" y="83"/>
                        <a:pt x="181" y="75"/>
                      </a:cubicBezTo>
                      <a:cubicBezTo>
                        <a:pt x="181" y="66"/>
                        <a:pt x="174" y="62"/>
                        <a:pt x="165" y="62"/>
                      </a:cubicBezTo>
                      <a:close/>
                    </a:path>
                  </a:pathLst>
                </a:custGeom>
                <a:solidFill>
                  <a:srgbClr val="25475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sp>
          <p:nvSpPr>
            <p:cNvPr id="7" name="i$líďe"/>
            <p:cNvSpPr/>
            <p:nvPr/>
          </p:nvSpPr>
          <p:spPr>
            <a:xfrm rot="5400000">
              <a:off x="980408" y="1391756"/>
              <a:ext cx="4464496" cy="4464496"/>
            </a:xfrm>
            <a:prstGeom prst="blockArc">
              <a:avLst>
                <a:gd name="adj1" fmla="val 10800000"/>
                <a:gd name="adj2" fmla="val 523590"/>
                <a:gd name="adj3" fmla="val 23000"/>
              </a:avLst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7000">
                  <a:schemeClr val="accent1">
                    <a:alpha val="23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5531267" y="2934474"/>
              <a:ext cx="5989220" cy="0"/>
            </a:xfrm>
            <a:prstGeom prst="line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íṧ1idê"/>
            <p:cNvGrpSpPr/>
            <p:nvPr/>
          </p:nvGrpSpPr>
          <p:grpSpPr>
            <a:xfrm>
              <a:off x="4518571" y="1665238"/>
              <a:ext cx="540000" cy="540000"/>
              <a:chOff x="824229" y="5280877"/>
              <a:chExt cx="347557" cy="347557"/>
            </a:xfrm>
            <a:solidFill>
              <a:schemeClr val="accent1"/>
            </a:solidFill>
          </p:grpSpPr>
          <p:sp>
            <p:nvSpPr>
              <p:cNvPr id="26" name="îşḷiḓe"/>
              <p:cNvSpPr/>
              <p:nvPr/>
            </p:nvSpPr>
            <p:spPr>
              <a:xfrm>
                <a:off x="824229" y="5280877"/>
                <a:ext cx="347557" cy="347557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dirty="0"/>
              </a:p>
            </p:txBody>
          </p:sp>
          <p:sp>
            <p:nvSpPr>
              <p:cNvPr id="27" name="iš1ïḑé"/>
              <p:cNvSpPr/>
              <p:nvPr/>
            </p:nvSpPr>
            <p:spPr>
              <a:xfrm>
                <a:off x="911682" y="5372326"/>
                <a:ext cx="172652" cy="164657"/>
              </a:xfrm>
              <a:custGeom>
                <a:avLst/>
                <a:gdLst>
                  <a:gd name="connsiteX0" fmla="*/ 315778 w 607639"/>
                  <a:gd name="connsiteY0" fmla="*/ 173080 h 579502"/>
                  <a:gd name="connsiteX1" fmla="*/ 315778 w 607639"/>
                  <a:gd name="connsiteY1" fmla="*/ 266058 h 579502"/>
                  <a:gd name="connsiteX2" fmla="*/ 303493 w 607639"/>
                  <a:gd name="connsiteY2" fmla="*/ 278325 h 579502"/>
                  <a:gd name="connsiteX3" fmla="*/ 210375 w 607639"/>
                  <a:gd name="connsiteY3" fmla="*/ 278325 h 579502"/>
                  <a:gd name="connsiteX4" fmla="*/ 303493 w 607639"/>
                  <a:gd name="connsiteY4" fmla="*/ 359925 h 579502"/>
                  <a:gd name="connsiteX5" fmla="*/ 397500 w 607639"/>
                  <a:gd name="connsiteY5" fmla="*/ 266058 h 579502"/>
                  <a:gd name="connsiteX6" fmla="*/ 315778 w 607639"/>
                  <a:gd name="connsiteY6" fmla="*/ 173080 h 579502"/>
                  <a:gd name="connsiteX7" fmla="*/ 249814 w 607639"/>
                  <a:gd name="connsiteY7" fmla="*/ 160816 h 579502"/>
                  <a:gd name="connsiteX8" fmla="*/ 198110 w 607639"/>
                  <a:gd name="connsiteY8" fmla="*/ 212449 h 579502"/>
                  <a:gd name="connsiteX9" fmla="*/ 249814 w 607639"/>
                  <a:gd name="connsiteY9" fmla="*/ 212449 h 579502"/>
                  <a:gd name="connsiteX10" fmla="*/ 303493 w 607639"/>
                  <a:gd name="connsiteY10" fmla="*/ 147835 h 579502"/>
                  <a:gd name="connsiteX11" fmla="*/ 421981 w 607639"/>
                  <a:gd name="connsiteY11" fmla="*/ 266058 h 579502"/>
                  <a:gd name="connsiteX12" fmla="*/ 303493 w 607639"/>
                  <a:gd name="connsiteY12" fmla="*/ 384370 h 579502"/>
                  <a:gd name="connsiteX13" fmla="*/ 185093 w 607639"/>
                  <a:gd name="connsiteY13" fmla="*/ 266058 h 579502"/>
                  <a:gd name="connsiteX14" fmla="*/ 197289 w 607639"/>
                  <a:gd name="connsiteY14" fmla="*/ 253880 h 579502"/>
                  <a:gd name="connsiteX15" fmla="*/ 291297 w 607639"/>
                  <a:gd name="connsiteY15" fmla="*/ 253880 h 579502"/>
                  <a:gd name="connsiteX16" fmla="*/ 291297 w 607639"/>
                  <a:gd name="connsiteY16" fmla="*/ 160013 h 579502"/>
                  <a:gd name="connsiteX17" fmla="*/ 303493 w 607639"/>
                  <a:gd name="connsiteY17" fmla="*/ 147835 h 579502"/>
                  <a:gd name="connsiteX18" fmla="*/ 262095 w 607639"/>
                  <a:gd name="connsiteY18" fmla="*/ 135133 h 579502"/>
                  <a:gd name="connsiteX19" fmla="*/ 274287 w 607639"/>
                  <a:gd name="connsiteY19" fmla="*/ 147397 h 579502"/>
                  <a:gd name="connsiteX20" fmla="*/ 274287 w 607639"/>
                  <a:gd name="connsiteY20" fmla="*/ 224713 h 579502"/>
                  <a:gd name="connsiteX21" fmla="*/ 262095 w 607639"/>
                  <a:gd name="connsiteY21" fmla="*/ 236888 h 579502"/>
                  <a:gd name="connsiteX22" fmla="*/ 184672 w 607639"/>
                  <a:gd name="connsiteY22" fmla="*/ 236888 h 579502"/>
                  <a:gd name="connsiteX23" fmla="*/ 172391 w 607639"/>
                  <a:gd name="connsiteY23" fmla="*/ 224713 h 579502"/>
                  <a:gd name="connsiteX24" fmla="*/ 262095 w 607639"/>
                  <a:gd name="connsiteY24" fmla="*/ 135133 h 579502"/>
                  <a:gd name="connsiteX25" fmla="*/ 58120 w 607639"/>
                  <a:gd name="connsiteY25" fmla="*/ 108514 h 579502"/>
                  <a:gd name="connsiteX26" fmla="*/ 58120 w 607639"/>
                  <a:gd name="connsiteY26" fmla="*/ 413970 h 579502"/>
                  <a:gd name="connsiteX27" fmla="*/ 549430 w 607639"/>
                  <a:gd name="connsiteY27" fmla="*/ 413970 h 579502"/>
                  <a:gd name="connsiteX28" fmla="*/ 549430 w 607639"/>
                  <a:gd name="connsiteY28" fmla="*/ 108514 h 579502"/>
                  <a:gd name="connsiteX29" fmla="*/ 27236 w 607639"/>
                  <a:gd name="connsiteY29" fmla="*/ 56079 h 579502"/>
                  <a:gd name="connsiteX30" fmla="*/ 27236 w 607639"/>
                  <a:gd name="connsiteY30" fmla="*/ 81319 h 579502"/>
                  <a:gd name="connsiteX31" fmla="*/ 580403 w 607639"/>
                  <a:gd name="connsiteY31" fmla="*/ 81319 h 579502"/>
                  <a:gd name="connsiteX32" fmla="*/ 580403 w 607639"/>
                  <a:gd name="connsiteY32" fmla="*/ 56079 h 579502"/>
                  <a:gd name="connsiteX33" fmla="*/ 303775 w 607639"/>
                  <a:gd name="connsiteY33" fmla="*/ 0 h 579502"/>
                  <a:gd name="connsiteX34" fmla="*/ 317393 w 607639"/>
                  <a:gd name="connsiteY34" fmla="*/ 13597 h 579502"/>
                  <a:gd name="connsiteX35" fmla="*/ 317393 w 607639"/>
                  <a:gd name="connsiteY35" fmla="*/ 28884 h 579502"/>
                  <a:gd name="connsiteX36" fmla="*/ 580403 w 607639"/>
                  <a:gd name="connsiteY36" fmla="*/ 28884 h 579502"/>
                  <a:gd name="connsiteX37" fmla="*/ 607639 w 607639"/>
                  <a:gd name="connsiteY37" fmla="*/ 56079 h 579502"/>
                  <a:gd name="connsiteX38" fmla="*/ 607639 w 607639"/>
                  <a:gd name="connsiteY38" fmla="*/ 81319 h 579502"/>
                  <a:gd name="connsiteX39" fmla="*/ 580403 w 607639"/>
                  <a:gd name="connsiteY39" fmla="*/ 108514 h 579502"/>
                  <a:gd name="connsiteX40" fmla="*/ 576665 w 607639"/>
                  <a:gd name="connsiteY40" fmla="*/ 108514 h 579502"/>
                  <a:gd name="connsiteX41" fmla="*/ 576665 w 607639"/>
                  <a:gd name="connsiteY41" fmla="*/ 413970 h 579502"/>
                  <a:gd name="connsiteX42" fmla="*/ 549430 w 607639"/>
                  <a:gd name="connsiteY42" fmla="*/ 441165 h 579502"/>
                  <a:gd name="connsiteX43" fmla="*/ 317393 w 607639"/>
                  <a:gd name="connsiteY43" fmla="*/ 441165 h 579502"/>
                  <a:gd name="connsiteX44" fmla="*/ 317393 w 607639"/>
                  <a:gd name="connsiteY44" fmla="*/ 481069 h 579502"/>
                  <a:gd name="connsiteX45" fmla="*/ 418236 w 607639"/>
                  <a:gd name="connsiteY45" fmla="*/ 554923 h 579502"/>
                  <a:gd name="connsiteX46" fmla="*/ 421173 w 607639"/>
                  <a:gd name="connsiteY46" fmla="*/ 573942 h 579502"/>
                  <a:gd name="connsiteX47" fmla="*/ 410225 w 607639"/>
                  <a:gd name="connsiteY47" fmla="*/ 579452 h 579502"/>
                  <a:gd name="connsiteX48" fmla="*/ 402215 w 607639"/>
                  <a:gd name="connsiteY48" fmla="*/ 576874 h 579502"/>
                  <a:gd name="connsiteX49" fmla="*/ 317393 w 607639"/>
                  <a:gd name="connsiteY49" fmla="*/ 514752 h 579502"/>
                  <a:gd name="connsiteX50" fmla="*/ 317393 w 607639"/>
                  <a:gd name="connsiteY50" fmla="*/ 565854 h 579502"/>
                  <a:gd name="connsiteX51" fmla="*/ 303775 w 607639"/>
                  <a:gd name="connsiteY51" fmla="*/ 579452 h 579502"/>
                  <a:gd name="connsiteX52" fmla="*/ 290157 w 607639"/>
                  <a:gd name="connsiteY52" fmla="*/ 565854 h 579502"/>
                  <a:gd name="connsiteX53" fmla="*/ 290157 w 607639"/>
                  <a:gd name="connsiteY53" fmla="*/ 514752 h 579502"/>
                  <a:gd name="connsiteX54" fmla="*/ 205424 w 607639"/>
                  <a:gd name="connsiteY54" fmla="*/ 576874 h 579502"/>
                  <a:gd name="connsiteX55" fmla="*/ 186377 w 607639"/>
                  <a:gd name="connsiteY55" fmla="*/ 573942 h 579502"/>
                  <a:gd name="connsiteX56" fmla="*/ 189314 w 607639"/>
                  <a:gd name="connsiteY56" fmla="*/ 554923 h 579502"/>
                  <a:gd name="connsiteX57" fmla="*/ 290157 w 607639"/>
                  <a:gd name="connsiteY57" fmla="*/ 481069 h 579502"/>
                  <a:gd name="connsiteX58" fmla="*/ 290157 w 607639"/>
                  <a:gd name="connsiteY58" fmla="*/ 441165 h 579502"/>
                  <a:gd name="connsiteX59" fmla="*/ 58120 w 607639"/>
                  <a:gd name="connsiteY59" fmla="*/ 441165 h 579502"/>
                  <a:gd name="connsiteX60" fmla="*/ 30885 w 607639"/>
                  <a:gd name="connsiteY60" fmla="*/ 413970 h 579502"/>
                  <a:gd name="connsiteX61" fmla="*/ 30885 w 607639"/>
                  <a:gd name="connsiteY61" fmla="*/ 108514 h 579502"/>
                  <a:gd name="connsiteX62" fmla="*/ 27236 w 607639"/>
                  <a:gd name="connsiteY62" fmla="*/ 108514 h 579502"/>
                  <a:gd name="connsiteX63" fmla="*/ 0 w 607639"/>
                  <a:gd name="connsiteY63" fmla="*/ 81319 h 579502"/>
                  <a:gd name="connsiteX64" fmla="*/ 0 w 607639"/>
                  <a:gd name="connsiteY64" fmla="*/ 56079 h 579502"/>
                  <a:gd name="connsiteX65" fmla="*/ 27236 w 607639"/>
                  <a:gd name="connsiteY65" fmla="*/ 28884 h 579502"/>
                  <a:gd name="connsiteX66" fmla="*/ 290157 w 607639"/>
                  <a:gd name="connsiteY66" fmla="*/ 28884 h 579502"/>
                  <a:gd name="connsiteX67" fmla="*/ 290157 w 607639"/>
                  <a:gd name="connsiteY67" fmla="*/ 13597 h 579502"/>
                  <a:gd name="connsiteX68" fmla="*/ 303775 w 607639"/>
                  <a:gd name="connsiteY68" fmla="*/ 0 h 579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607639" h="579502">
                    <a:moveTo>
                      <a:pt x="315778" y="173080"/>
                    </a:moveTo>
                    <a:lnTo>
                      <a:pt x="315778" y="266058"/>
                    </a:lnTo>
                    <a:cubicBezTo>
                      <a:pt x="315778" y="272814"/>
                      <a:pt x="310258" y="278325"/>
                      <a:pt x="303493" y="278325"/>
                    </a:cubicBezTo>
                    <a:lnTo>
                      <a:pt x="210375" y="278325"/>
                    </a:lnTo>
                    <a:cubicBezTo>
                      <a:pt x="216429" y="324281"/>
                      <a:pt x="255866" y="359925"/>
                      <a:pt x="303493" y="359925"/>
                    </a:cubicBezTo>
                    <a:cubicBezTo>
                      <a:pt x="355303" y="359925"/>
                      <a:pt x="397500" y="317792"/>
                      <a:pt x="397500" y="266058"/>
                    </a:cubicBezTo>
                    <a:cubicBezTo>
                      <a:pt x="397500" y="218502"/>
                      <a:pt x="361802" y="179124"/>
                      <a:pt x="315778" y="173080"/>
                    </a:cubicBezTo>
                    <a:close/>
                    <a:moveTo>
                      <a:pt x="249814" y="160816"/>
                    </a:moveTo>
                    <a:cubicBezTo>
                      <a:pt x="223740" y="165793"/>
                      <a:pt x="203093" y="186410"/>
                      <a:pt x="198110" y="212449"/>
                    </a:cubicBezTo>
                    <a:lnTo>
                      <a:pt x="249814" y="212449"/>
                    </a:lnTo>
                    <a:close/>
                    <a:moveTo>
                      <a:pt x="303493" y="147835"/>
                    </a:moveTo>
                    <a:cubicBezTo>
                      <a:pt x="368835" y="147835"/>
                      <a:pt x="421981" y="200902"/>
                      <a:pt x="421981" y="266058"/>
                    </a:cubicBezTo>
                    <a:cubicBezTo>
                      <a:pt x="421981" y="331303"/>
                      <a:pt x="368835" y="384370"/>
                      <a:pt x="303493" y="384370"/>
                    </a:cubicBezTo>
                    <a:cubicBezTo>
                      <a:pt x="238239" y="384370"/>
                      <a:pt x="185093" y="331303"/>
                      <a:pt x="185093" y="266058"/>
                    </a:cubicBezTo>
                    <a:cubicBezTo>
                      <a:pt x="185093" y="259303"/>
                      <a:pt x="190523" y="253880"/>
                      <a:pt x="197289" y="253880"/>
                    </a:cubicBezTo>
                    <a:lnTo>
                      <a:pt x="291297" y="253880"/>
                    </a:lnTo>
                    <a:lnTo>
                      <a:pt x="291297" y="160013"/>
                    </a:lnTo>
                    <a:cubicBezTo>
                      <a:pt x="291297" y="153257"/>
                      <a:pt x="296727" y="147835"/>
                      <a:pt x="303493" y="147835"/>
                    </a:cubicBezTo>
                    <a:close/>
                    <a:moveTo>
                      <a:pt x="262095" y="135133"/>
                    </a:moveTo>
                    <a:cubicBezTo>
                      <a:pt x="268859" y="135133"/>
                      <a:pt x="274287" y="140643"/>
                      <a:pt x="274287" y="147397"/>
                    </a:cubicBezTo>
                    <a:lnTo>
                      <a:pt x="274287" y="224713"/>
                    </a:lnTo>
                    <a:cubicBezTo>
                      <a:pt x="274287" y="231467"/>
                      <a:pt x="268859" y="236888"/>
                      <a:pt x="262095" y="236888"/>
                    </a:cubicBezTo>
                    <a:lnTo>
                      <a:pt x="184672" y="236888"/>
                    </a:lnTo>
                    <a:cubicBezTo>
                      <a:pt x="177909" y="236888"/>
                      <a:pt x="172391" y="231467"/>
                      <a:pt x="172391" y="224713"/>
                    </a:cubicBezTo>
                    <a:cubicBezTo>
                      <a:pt x="172391" y="175302"/>
                      <a:pt x="212616" y="135133"/>
                      <a:pt x="262095" y="135133"/>
                    </a:cubicBezTo>
                    <a:close/>
                    <a:moveTo>
                      <a:pt x="58120" y="108514"/>
                    </a:moveTo>
                    <a:lnTo>
                      <a:pt x="58120" y="413970"/>
                    </a:lnTo>
                    <a:lnTo>
                      <a:pt x="549430" y="413970"/>
                    </a:lnTo>
                    <a:lnTo>
                      <a:pt x="549430" y="108514"/>
                    </a:lnTo>
                    <a:close/>
                    <a:moveTo>
                      <a:pt x="27236" y="56079"/>
                    </a:moveTo>
                    <a:lnTo>
                      <a:pt x="27236" y="81319"/>
                    </a:lnTo>
                    <a:lnTo>
                      <a:pt x="580403" y="81319"/>
                    </a:lnTo>
                    <a:lnTo>
                      <a:pt x="580403" y="56079"/>
                    </a:lnTo>
                    <a:close/>
                    <a:moveTo>
                      <a:pt x="303775" y="0"/>
                    </a:moveTo>
                    <a:cubicBezTo>
                      <a:pt x="311341" y="0"/>
                      <a:pt x="317393" y="6132"/>
                      <a:pt x="317393" y="13597"/>
                    </a:cubicBezTo>
                    <a:lnTo>
                      <a:pt x="317393" y="28884"/>
                    </a:lnTo>
                    <a:lnTo>
                      <a:pt x="580403" y="28884"/>
                    </a:lnTo>
                    <a:cubicBezTo>
                      <a:pt x="595356" y="28884"/>
                      <a:pt x="607639" y="41148"/>
                      <a:pt x="607639" y="56079"/>
                    </a:cubicBezTo>
                    <a:lnTo>
                      <a:pt x="607639" y="81319"/>
                    </a:lnTo>
                    <a:cubicBezTo>
                      <a:pt x="607639" y="96338"/>
                      <a:pt x="595356" y="108514"/>
                      <a:pt x="580403" y="108514"/>
                    </a:cubicBezTo>
                    <a:lnTo>
                      <a:pt x="576665" y="108514"/>
                    </a:lnTo>
                    <a:lnTo>
                      <a:pt x="576665" y="413970"/>
                    </a:lnTo>
                    <a:cubicBezTo>
                      <a:pt x="576665" y="428990"/>
                      <a:pt x="564472" y="441165"/>
                      <a:pt x="549430" y="441165"/>
                    </a:cubicBezTo>
                    <a:lnTo>
                      <a:pt x="317393" y="441165"/>
                    </a:lnTo>
                    <a:lnTo>
                      <a:pt x="317393" y="481069"/>
                    </a:lnTo>
                    <a:lnTo>
                      <a:pt x="418236" y="554923"/>
                    </a:lnTo>
                    <a:cubicBezTo>
                      <a:pt x="424377" y="559366"/>
                      <a:pt x="425623" y="567898"/>
                      <a:pt x="421173" y="573942"/>
                    </a:cubicBezTo>
                    <a:cubicBezTo>
                      <a:pt x="418503" y="577585"/>
                      <a:pt x="414409" y="579452"/>
                      <a:pt x="410225" y="579452"/>
                    </a:cubicBezTo>
                    <a:cubicBezTo>
                      <a:pt x="407466" y="579452"/>
                      <a:pt x="404618" y="578652"/>
                      <a:pt x="402215" y="576874"/>
                    </a:cubicBezTo>
                    <a:lnTo>
                      <a:pt x="317393" y="514752"/>
                    </a:lnTo>
                    <a:lnTo>
                      <a:pt x="317393" y="565854"/>
                    </a:lnTo>
                    <a:cubicBezTo>
                      <a:pt x="317393" y="573408"/>
                      <a:pt x="311341" y="579452"/>
                      <a:pt x="303775" y="579452"/>
                    </a:cubicBezTo>
                    <a:cubicBezTo>
                      <a:pt x="296299" y="579452"/>
                      <a:pt x="290157" y="573408"/>
                      <a:pt x="290157" y="565854"/>
                    </a:cubicBezTo>
                    <a:lnTo>
                      <a:pt x="290157" y="514752"/>
                    </a:lnTo>
                    <a:lnTo>
                      <a:pt x="205424" y="576874"/>
                    </a:lnTo>
                    <a:cubicBezTo>
                      <a:pt x="199372" y="581318"/>
                      <a:pt x="190827" y="579985"/>
                      <a:pt x="186377" y="573942"/>
                    </a:cubicBezTo>
                    <a:cubicBezTo>
                      <a:pt x="181927" y="567898"/>
                      <a:pt x="183262" y="559366"/>
                      <a:pt x="189314" y="554923"/>
                    </a:cubicBezTo>
                    <a:lnTo>
                      <a:pt x="290157" y="481069"/>
                    </a:lnTo>
                    <a:lnTo>
                      <a:pt x="290157" y="441165"/>
                    </a:lnTo>
                    <a:lnTo>
                      <a:pt x="58120" y="441165"/>
                    </a:lnTo>
                    <a:cubicBezTo>
                      <a:pt x="43167" y="441165"/>
                      <a:pt x="30885" y="428990"/>
                      <a:pt x="30885" y="413970"/>
                    </a:cubicBezTo>
                    <a:lnTo>
                      <a:pt x="30885" y="108514"/>
                    </a:lnTo>
                    <a:lnTo>
                      <a:pt x="27236" y="108514"/>
                    </a:lnTo>
                    <a:cubicBezTo>
                      <a:pt x="12194" y="108514"/>
                      <a:pt x="0" y="96338"/>
                      <a:pt x="0" y="81319"/>
                    </a:cubicBezTo>
                    <a:lnTo>
                      <a:pt x="0" y="56079"/>
                    </a:lnTo>
                    <a:cubicBezTo>
                      <a:pt x="0" y="41148"/>
                      <a:pt x="12194" y="28884"/>
                      <a:pt x="27236" y="28884"/>
                    </a:cubicBezTo>
                    <a:lnTo>
                      <a:pt x="290157" y="28884"/>
                    </a:lnTo>
                    <a:lnTo>
                      <a:pt x="290157" y="13597"/>
                    </a:lnTo>
                    <a:cubicBezTo>
                      <a:pt x="290157" y="6132"/>
                      <a:pt x="296299" y="0"/>
                      <a:pt x="30377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</p:grpSp>
        <p:cxnSp>
          <p:nvCxnSpPr>
            <p:cNvPr id="10" name="直接连接符 9"/>
            <p:cNvCxnSpPr/>
            <p:nvPr/>
          </p:nvCxnSpPr>
          <p:spPr>
            <a:xfrm>
              <a:off x="5531267" y="4436045"/>
              <a:ext cx="5989220" cy="0"/>
            </a:xfrm>
            <a:prstGeom prst="line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ï$ļidê"/>
            <p:cNvGrpSpPr/>
            <p:nvPr/>
          </p:nvGrpSpPr>
          <p:grpSpPr>
            <a:xfrm>
              <a:off x="5146791" y="3155877"/>
              <a:ext cx="540000" cy="540000"/>
              <a:chOff x="824229" y="5280877"/>
              <a:chExt cx="347557" cy="347557"/>
            </a:xfrm>
            <a:solidFill>
              <a:schemeClr val="accent1"/>
            </a:solidFill>
          </p:grpSpPr>
          <p:sp>
            <p:nvSpPr>
              <p:cNvPr id="24" name="îśļîḓé"/>
              <p:cNvSpPr/>
              <p:nvPr/>
            </p:nvSpPr>
            <p:spPr>
              <a:xfrm>
                <a:off x="824229" y="5280877"/>
                <a:ext cx="347557" cy="347557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dirty="0"/>
              </a:p>
            </p:txBody>
          </p:sp>
          <p:sp>
            <p:nvSpPr>
              <p:cNvPr id="25" name="ïšlîḑé"/>
              <p:cNvSpPr/>
              <p:nvPr/>
            </p:nvSpPr>
            <p:spPr>
              <a:xfrm>
                <a:off x="911682" y="5372326"/>
                <a:ext cx="172652" cy="164657"/>
              </a:xfrm>
              <a:custGeom>
                <a:avLst/>
                <a:gdLst>
                  <a:gd name="connsiteX0" fmla="*/ 315778 w 607639"/>
                  <a:gd name="connsiteY0" fmla="*/ 173080 h 579502"/>
                  <a:gd name="connsiteX1" fmla="*/ 315778 w 607639"/>
                  <a:gd name="connsiteY1" fmla="*/ 266058 h 579502"/>
                  <a:gd name="connsiteX2" fmla="*/ 303493 w 607639"/>
                  <a:gd name="connsiteY2" fmla="*/ 278325 h 579502"/>
                  <a:gd name="connsiteX3" fmla="*/ 210375 w 607639"/>
                  <a:gd name="connsiteY3" fmla="*/ 278325 h 579502"/>
                  <a:gd name="connsiteX4" fmla="*/ 303493 w 607639"/>
                  <a:gd name="connsiteY4" fmla="*/ 359925 h 579502"/>
                  <a:gd name="connsiteX5" fmla="*/ 397500 w 607639"/>
                  <a:gd name="connsiteY5" fmla="*/ 266058 h 579502"/>
                  <a:gd name="connsiteX6" fmla="*/ 315778 w 607639"/>
                  <a:gd name="connsiteY6" fmla="*/ 173080 h 579502"/>
                  <a:gd name="connsiteX7" fmla="*/ 249814 w 607639"/>
                  <a:gd name="connsiteY7" fmla="*/ 160816 h 579502"/>
                  <a:gd name="connsiteX8" fmla="*/ 198110 w 607639"/>
                  <a:gd name="connsiteY8" fmla="*/ 212449 h 579502"/>
                  <a:gd name="connsiteX9" fmla="*/ 249814 w 607639"/>
                  <a:gd name="connsiteY9" fmla="*/ 212449 h 579502"/>
                  <a:gd name="connsiteX10" fmla="*/ 303493 w 607639"/>
                  <a:gd name="connsiteY10" fmla="*/ 147835 h 579502"/>
                  <a:gd name="connsiteX11" fmla="*/ 421981 w 607639"/>
                  <a:gd name="connsiteY11" fmla="*/ 266058 h 579502"/>
                  <a:gd name="connsiteX12" fmla="*/ 303493 w 607639"/>
                  <a:gd name="connsiteY12" fmla="*/ 384370 h 579502"/>
                  <a:gd name="connsiteX13" fmla="*/ 185093 w 607639"/>
                  <a:gd name="connsiteY13" fmla="*/ 266058 h 579502"/>
                  <a:gd name="connsiteX14" fmla="*/ 197289 w 607639"/>
                  <a:gd name="connsiteY14" fmla="*/ 253880 h 579502"/>
                  <a:gd name="connsiteX15" fmla="*/ 291297 w 607639"/>
                  <a:gd name="connsiteY15" fmla="*/ 253880 h 579502"/>
                  <a:gd name="connsiteX16" fmla="*/ 291297 w 607639"/>
                  <a:gd name="connsiteY16" fmla="*/ 160013 h 579502"/>
                  <a:gd name="connsiteX17" fmla="*/ 303493 w 607639"/>
                  <a:gd name="connsiteY17" fmla="*/ 147835 h 579502"/>
                  <a:gd name="connsiteX18" fmla="*/ 262095 w 607639"/>
                  <a:gd name="connsiteY18" fmla="*/ 135133 h 579502"/>
                  <a:gd name="connsiteX19" fmla="*/ 274287 w 607639"/>
                  <a:gd name="connsiteY19" fmla="*/ 147397 h 579502"/>
                  <a:gd name="connsiteX20" fmla="*/ 274287 w 607639"/>
                  <a:gd name="connsiteY20" fmla="*/ 224713 h 579502"/>
                  <a:gd name="connsiteX21" fmla="*/ 262095 w 607639"/>
                  <a:gd name="connsiteY21" fmla="*/ 236888 h 579502"/>
                  <a:gd name="connsiteX22" fmla="*/ 184672 w 607639"/>
                  <a:gd name="connsiteY22" fmla="*/ 236888 h 579502"/>
                  <a:gd name="connsiteX23" fmla="*/ 172391 w 607639"/>
                  <a:gd name="connsiteY23" fmla="*/ 224713 h 579502"/>
                  <a:gd name="connsiteX24" fmla="*/ 262095 w 607639"/>
                  <a:gd name="connsiteY24" fmla="*/ 135133 h 579502"/>
                  <a:gd name="connsiteX25" fmla="*/ 58120 w 607639"/>
                  <a:gd name="connsiteY25" fmla="*/ 108514 h 579502"/>
                  <a:gd name="connsiteX26" fmla="*/ 58120 w 607639"/>
                  <a:gd name="connsiteY26" fmla="*/ 413970 h 579502"/>
                  <a:gd name="connsiteX27" fmla="*/ 549430 w 607639"/>
                  <a:gd name="connsiteY27" fmla="*/ 413970 h 579502"/>
                  <a:gd name="connsiteX28" fmla="*/ 549430 w 607639"/>
                  <a:gd name="connsiteY28" fmla="*/ 108514 h 579502"/>
                  <a:gd name="connsiteX29" fmla="*/ 27236 w 607639"/>
                  <a:gd name="connsiteY29" fmla="*/ 56079 h 579502"/>
                  <a:gd name="connsiteX30" fmla="*/ 27236 w 607639"/>
                  <a:gd name="connsiteY30" fmla="*/ 81319 h 579502"/>
                  <a:gd name="connsiteX31" fmla="*/ 580403 w 607639"/>
                  <a:gd name="connsiteY31" fmla="*/ 81319 h 579502"/>
                  <a:gd name="connsiteX32" fmla="*/ 580403 w 607639"/>
                  <a:gd name="connsiteY32" fmla="*/ 56079 h 579502"/>
                  <a:gd name="connsiteX33" fmla="*/ 303775 w 607639"/>
                  <a:gd name="connsiteY33" fmla="*/ 0 h 579502"/>
                  <a:gd name="connsiteX34" fmla="*/ 317393 w 607639"/>
                  <a:gd name="connsiteY34" fmla="*/ 13597 h 579502"/>
                  <a:gd name="connsiteX35" fmla="*/ 317393 w 607639"/>
                  <a:gd name="connsiteY35" fmla="*/ 28884 h 579502"/>
                  <a:gd name="connsiteX36" fmla="*/ 580403 w 607639"/>
                  <a:gd name="connsiteY36" fmla="*/ 28884 h 579502"/>
                  <a:gd name="connsiteX37" fmla="*/ 607639 w 607639"/>
                  <a:gd name="connsiteY37" fmla="*/ 56079 h 579502"/>
                  <a:gd name="connsiteX38" fmla="*/ 607639 w 607639"/>
                  <a:gd name="connsiteY38" fmla="*/ 81319 h 579502"/>
                  <a:gd name="connsiteX39" fmla="*/ 580403 w 607639"/>
                  <a:gd name="connsiteY39" fmla="*/ 108514 h 579502"/>
                  <a:gd name="connsiteX40" fmla="*/ 576665 w 607639"/>
                  <a:gd name="connsiteY40" fmla="*/ 108514 h 579502"/>
                  <a:gd name="connsiteX41" fmla="*/ 576665 w 607639"/>
                  <a:gd name="connsiteY41" fmla="*/ 413970 h 579502"/>
                  <a:gd name="connsiteX42" fmla="*/ 549430 w 607639"/>
                  <a:gd name="connsiteY42" fmla="*/ 441165 h 579502"/>
                  <a:gd name="connsiteX43" fmla="*/ 317393 w 607639"/>
                  <a:gd name="connsiteY43" fmla="*/ 441165 h 579502"/>
                  <a:gd name="connsiteX44" fmla="*/ 317393 w 607639"/>
                  <a:gd name="connsiteY44" fmla="*/ 481069 h 579502"/>
                  <a:gd name="connsiteX45" fmla="*/ 418236 w 607639"/>
                  <a:gd name="connsiteY45" fmla="*/ 554923 h 579502"/>
                  <a:gd name="connsiteX46" fmla="*/ 421173 w 607639"/>
                  <a:gd name="connsiteY46" fmla="*/ 573942 h 579502"/>
                  <a:gd name="connsiteX47" fmla="*/ 410225 w 607639"/>
                  <a:gd name="connsiteY47" fmla="*/ 579452 h 579502"/>
                  <a:gd name="connsiteX48" fmla="*/ 402215 w 607639"/>
                  <a:gd name="connsiteY48" fmla="*/ 576874 h 579502"/>
                  <a:gd name="connsiteX49" fmla="*/ 317393 w 607639"/>
                  <a:gd name="connsiteY49" fmla="*/ 514752 h 579502"/>
                  <a:gd name="connsiteX50" fmla="*/ 317393 w 607639"/>
                  <a:gd name="connsiteY50" fmla="*/ 565854 h 579502"/>
                  <a:gd name="connsiteX51" fmla="*/ 303775 w 607639"/>
                  <a:gd name="connsiteY51" fmla="*/ 579452 h 579502"/>
                  <a:gd name="connsiteX52" fmla="*/ 290157 w 607639"/>
                  <a:gd name="connsiteY52" fmla="*/ 565854 h 579502"/>
                  <a:gd name="connsiteX53" fmla="*/ 290157 w 607639"/>
                  <a:gd name="connsiteY53" fmla="*/ 514752 h 579502"/>
                  <a:gd name="connsiteX54" fmla="*/ 205424 w 607639"/>
                  <a:gd name="connsiteY54" fmla="*/ 576874 h 579502"/>
                  <a:gd name="connsiteX55" fmla="*/ 186377 w 607639"/>
                  <a:gd name="connsiteY55" fmla="*/ 573942 h 579502"/>
                  <a:gd name="connsiteX56" fmla="*/ 189314 w 607639"/>
                  <a:gd name="connsiteY56" fmla="*/ 554923 h 579502"/>
                  <a:gd name="connsiteX57" fmla="*/ 290157 w 607639"/>
                  <a:gd name="connsiteY57" fmla="*/ 481069 h 579502"/>
                  <a:gd name="connsiteX58" fmla="*/ 290157 w 607639"/>
                  <a:gd name="connsiteY58" fmla="*/ 441165 h 579502"/>
                  <a:gd name="connsiteX59" fmla="*/ 58120 w 607639"/>
                  <a:gd name="connsiteY59" fmla="*/ 441165 h 579502"/>
                  <a:gd name="connsiteX60" fmla="*/ 30885 w 607639"/>
                  <a:gd name="connsiteY60" fmla="*/ 413970 h 579502"/>
                  <a:gd name="connsiteX61" fmla="*/ 30885 w 607639"/>
                  <a:gd name="connsiteY61" fmla="*/ 108514 h 579502"/>
                  <a:gd name="connsiteX62" fmla="*/ 27236 w 607639"/>
                  <a:gd name="connsiteY62" fmla="*/ 108514 h 579502"/>
                  <a:gd name="connsiteX63" fmla="*/ 0 w 607639"/>
                  <a:gd name="connsiteY63" fmla="*/ 81319 h 579502"/>
                  <a:gd name="connsiteX64" fmla="*/ 0 w 607639"/>
                  <a:gd name="connsiteY64" fmla="*/ 56079 h 579502"/>
                  <a:gd name="connsiteX65" fmla="*/ 27236 w 607639"/>
                  <a:gd name="connsiteY65" fmla="*/ 28884 h 579502"/>
                  <a:gd name="connsiteX66" fmla="*/ 290157 w 607639"/>
                  <a:gd name="connsiteY66" fmla="*/ 28884 h 579502"/>
                  <a:gd name="connsiteX67" fmla="*/ 290157 w 607639"/>
                  <a:gd name="connsiteY67" fmla="*/ 13597 h 579502"/>
                  <a:gd name="connsiteX68" fmla="*/ 303775 w 607639"/>
                  <a:gd name="connsiteY68" fmla="*/ 0 h 579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607639" h="579502">
                    <a:moveTo>
                      <a:pt x="315778" y="173080"/>
                    </a:moveTo>
                    <a:lnTo>
                      <a:pt x="315778" y="266058"/>
                    </a:lnTo>
                    <a:cubicBezTo>
                      <a:pt x="315778" y="272814"/>
                      <a:pt x="310258" y="278325"/>
                      <a:pt x="303493" y="278325"/>
                    </a:cubicBezTo>
                    <a:lnTo>
                      <a:pt x="210375" y="278325"/>
                    </a:lnTo>
                    <a:cubicBezTo>
                      <a:pt x="216429" y="324281"/>
                      <a:pt x="255866" y="359925"/>
                      <a:pt x="303493" y="359925"/>
                    </a:cubicBezTo>
                    <a:cubicBezTo>
                      <a:pt x="355303" y="359925"/>
                      <a:pt x="397500" y="317792"/>
                      <a:pt x="397500" y="266058"/>
                    </a:cubicBezTo>
                    <a:cubicBezTo>
                      <a:pt x="397500" y="218502"/>
                      <a:pt x="361802" y="179124"/>
                      <a:pt x="315778" y="173080"/>
                    </a:cubicBezTo>
                    <a:close/>
                    <a:moveTo>
                      <a:pt x="249814" y="160816"/>
                    </a:moveTo>
                    <a:cubicBezTo>
                      <a:pt x="223740" y="165793"/>
                      <a:pt x="203093" y="186410"/>
                      <a:pt x="198110" y="212449"/>
                    </a:cubicBezTo>
                    <a:lnTo>
                      <a:pt x="249814" y="212449"/>
                    </a:lnTo>
                    <a:close/>
                    <a:moveTo>
                      <a:pt x="303493" y="147835"/>
                    </a:moveTo>
                    <a:cubicBezTo>
                      <a:pt x="368835" y="147835"/>
                      <a:pt x="421981" y="200902"/>
                      <a:pt x="421981" y="266058"/>
                    </a:cubicBezTo>
                    <a:cubicBezTo>
                      <a:pt x="421981" y="331303"/>
                      <a:pt x="368835" y="384370"/>
                      <a:pt x="303493" y="384370"/>
                    </a:cubicBezTo>
                    <a:cubicBezTo>
                      <a:pt x="238239" y="384370"/>
                      <a:pt x="185093" y="331303"/>
                      <a:pt x="185093" y="266058"/>
                    </a:cubicBezTo>
                    <a:cubicBezTo>
                      <a:pt x="185093" y="259303"/>
                      <a:pt x="190523" y="253880"/>
                      <a:pt x="197289" y="253880"/>
                    </a:cubicBezTo>
                    <a:lnTo>
                      <a:pt x="291297" y="253880"/>
                    </a:lnTo>
                    <a:lnTo>
                      <a:pt x="291297" y="160013"/>
                    </a:lnTo>
                    <a:cubicBezTo>
                      <a:pt x="291297" y="153257"/>
                      <a:pt x="296727" y="147835"/>
                      <a:pt x="303493" y="147835"/>
                    </a:cubicBezTo>
                    <a:close/>
                    <a:moveTo>
                      <a:pt x="262095" y="135133"/>
                    </a:moveTo>
                    <a:cubicBezTo>
                      <a:pt x="268859" y="135133"/>
                      <a:pt x="274287" y="140643"/>
                      <a:pt x="274287" y="147397"/>
                    </a:cubicBezTo>
                    <a:lnTo>
                      <a:pt x="274287" y="224713"/>
                    </a:lnTo>
                    <a:cubicBezTo>
                      <a:pt x="274287" y="231467"/>
                      <a:pt x="268859" y="236888"/>
                      <a:pt x="262095" y="236888"/>
                    </a:cubicBezTo>
                    <a:lnTo>
                      <a:pt x="184672" y="236888"/>
                    </a:lnTo>
                    <a:cubicBezTo>
                      <a:pt x="177909" y="236888"/>
                      <a:pt x="172391" y="231467"/>
                      <a:pt x="172391" y="224713"/>
                    </a:cubicBezTo>
                    <a:cubicBezTo>
                      <a:pt x="172391" y="175302"/>
                      <a:pt x="212616" y="135133"/>
                      <a:pt x="262095" y="135133"/>
                    </a:cubicBezTo>
                    <a:close/>
                    <a:moveTo>
                      <a:pt x="58120" y="108514"/>
                    </a:moveTo>
                    <a:lnTo>
                      <a:pt x="58120" y="413970"/>
                    </a:lnTo>
                    <a:lnTo>
                      <a:pt x="549430" y="413970"/>
                    </a:lnTo>
                    <a:lnTo>
                      <a:pt x="549430" y="108514"/>
                    </a:lnTo>
                    <a:close/>
                    <a:moveTo>
                      <a:pt x="27236" y="56079"/>
                    </a:moveTo>
                    <a:lnTo>
                      <a:pt x="27236" y="81319"/>
                    </a:lnTo>
                    <a:lnTo>
                      <a:pt x="580403" y="81319"/>
                    </a:lnTo>
                    <a:lnTo>
                      <a:pt x="580403" y="56079"/>
                    </a:lnTo>
                    <a:close/>
                    <a:moveTo>
                      <a:pt x="303775" y="0"/>
                    </a:moveTo>
                    <a:cubicBezTo>
                      <a:pt x="311341" y="0"/>
                      <a:pt x="317393" y="6132"/>
                      <a:pt x="317393" y="13597"/>
                    </a:cubicBezTo>
                    <a:lnTo>
                      <a:pt x="317393" y="28884"/>
                    </a:lnTo>
                    <a:lnTo>
                      <a:pt x="580403" y="28884"/>
                    </a:lnTo>
                    <a:cubicBezTo>
                      <a:pt x="595356" y="28884"/>
                      <a:pt x="607639" y="41148"/>
                      <a:pt x="607639" y="56079"/>
                    </a:cubicBezTo>
                    <a:lnTo>
                      <a:pt x="607639" y="81319"/>
                    </a:lnTo>
                    <a:cubicBezTo>
                      <a:pt x="607639" y="96338"/>
                      <a:pt x="595356" y="108514"/>
                      <a:pt x="580403" y="108514"/>
                    </a:cubicBezTo>
                    <a:lnTo>
                      <a:pt x="576665" y="108514"/>
                    </a:lnTo>
                    <a:lnTo>
                      <a:pt x="576665" y="413970"/>
                    </a:lnTo>
                    <a:cubicBezTo>
                      <a:pt x="576665" y="428990"/>
                      <a:pt x="564472" y="441165"/>
                      <a:pt x="549430" y="441165"/>
                    </a:cubicBezTo>
                    <a:lnTo>
                      <a:pt x="317393" y="441165"/>
                    </a:lnTo>
                    <a:lnTo>
                      <a:pt x="317393" y="481069"/>
                    </a:lnTo>
                    <a:lnTo>
                      <a:pt x="418236" y="554923"/>
                    </a:lnTo>
                    <a:cubicBezTo>
                      <a:pt x="424377" y="559366"/>
                      <a:pt x="425623" y="567898"/>
                      <a:pt x="421173" y="573942"/>
                    </a:cubicBezTo>
                    <a:cubicBezTo>
                      <a:pt x="418503" y="577585"/>
                      <a:pt x="414409" y="579452"/>
                      <a:pt x="410225" y="579452"/>
                    </a:cubicBezTo>
                    <a:cubicBezTo>
                      <a:pt x="407466" y="579452"/>
                      <a:pt x="404618" y="578652"/>
                      <a:pt x="402215" y="576874"/>
                    </a:cubicBezTo>
                    <a:lnTo>
                      <a:pt x="317393" y="514752"/>
                    </a:lnTo>
                    <a:lnTo>
                      <a:pt x="317393" y="565854"/>
                    </a:lnTo>
                    <a:cubicBezTo>
                      <a:pt x="317393" y="573408"/>
                      <a:pt x="311341" y="579452"/>
                      <a:pt x="303775" y="579452"/>
                    </a:cubicBezTo>
                    <a:cubicBezTo>
                      <a:pt x="296299" y="579452"/>
                      <a:pt x="290157" y="573408"/>
                      <a:pt x="290157" y="565854"/>
                    </a:cubicBezTo>
                    <a:lnTo>
                      <a:pt x="290157" y="514752"/>
                    </a:lnTo>
                    <a:lnTo>
                      <a:pt x="205424" y="576874"/>
                    </a:lnTo>
                    <a:cubicBezTo>
                      <a:pt x="199372" y="581318"/>
                      <a:pt x="190827" y="579985"/>
                      <a:pt x="186377" y="573942"/>
                    </a:cubicBezTo>
                    <a:cubicBezTo>
                      <a:pt x="181927" y="567898"/>
                      <a:pt x="183262" y="559366"/>
                      <a:pt x="189314" y="554923"/>
                    </a:cubicBezTo>
                    <a:lnTo>
                      <a:pt x="290157" y="481069"/>
                    </a:lnTo>
                    <a:lnTo>
                      <a:pt x="290157" y="441165"/>
                    </a:lnTo>
                    <a:lnTo>
                      <a:pt x="58120" y="441165"/>
                    </a:lnTo>
                    <a:cubicBezTo>
                      <a:pt x="43167" y="441165"/>
                      <a:pt x="30885" y="428990"/>
                      <a:pt x="30885" y="413970"/>
                    </a:cubicBezTo>
                    <a:lnTo>
                      <a:pt x="30885" y="108514"/>
                    </a:lnTo>
                    <a:lnTo>
                      <a:pt x="27236" y="108514"/>
                    </a:lnTo>
                    <a:cubicBezTo>
                      <a:pt x="12194" y="108514"/>
                      <a:pt x="0" y="96338"/>
                      <a:pt x="0" y="81319"/>
                    </a:cubicBezTo>
                    <a:lnTo>
                      <a:pt x="0" y="56079"/>
                    </a:lnTo>
                    <a:cubicBezTo>
                      <a:pt x="0" y="41148"/>
                      <a:pt x="12194" y="28884"/>
                      <a:pt x="27236" y="28884"/>
                    </a:cubicBezTo>
                    <a:lnTo>
                      <a:pt x="290157" y="28884"/>
                    </a:lnTo>
                    <a:lnTo>
                      <a:pt x="290157" y="13597"/>
                    </a:lnTo>
                    <a:cubicBezTo>
                      <a:pt x="290157" y="6132"/>
                      <a:pt x="296299" y="0"/>
                      <a:pt x="30377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12" name="í$1íḍê"/>
            <p:cNvGrpSpPr/>
            <p:nvPr/>
          </p:nvGrpSpPr>
          <p:grpSpPr>
            <a:xfrm>
              <a:off x="4755799" y="4572785"/>
              <a:ext cx="540000" cy="540000"/>
              <a:chOff x="824229" y="5280877"/>
              <a:chExt cx="347557" cy="347557"/>
            </a:xfrm>
            <a:solidFill>
              <a:schemeClr val="accent1"/>
            </a:solidFill>
          </p:grpSpPr>
          <p:sp>
            <p:nvSpPr>
              <p:cNvPr id="22" name="ïS1idé"/>
              <p:cNvSpPr/>
              <p:nvPr/>
            </p:nvSpPr>
            <p:spPr>
              <a:xfrm>
                <a:off x="824229" y="5280877"/>
                <a:ext cx="347557" cy="347557"/>
              </a:xfrm>
              <a:prstGeom prst="ellipse">
                <a:avLst/>
              </a:prstGeom>
              <a:solidFill>
                <a:schemeClr val="accent3"/>
              </a:solidFill>
              <a:ln w="3810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dirty="0"/>
              </a:p>
            </p:txBody>
          </p:sp>
          <p:sp>
            <p:nvSpPr>
              <p:cNvPr id="23" name="íšļíḑe"/>
              <p:cNvSpPr/>
              <p:nvPr/>
            </p:nvSpPr>
            <p:spPr>
              <a:xfrm>
                <a:off x="911682" y="5372326"/>
                <a:ext cx="172652" cy="164657"/>
              </a:xfrm>
              <a:custGeom>
                <a:avLst/>
                <a:gdLst>
                  <a:gd name="connsiteX0" fmla="*/ 315778 w 607639"/>
                  <a:gd name="connsiteY0" fmla="*/ 173080 h 579502"/>
                  <a:gd name="connsiteX1" fmla="*/ 315778 w 607639"/>
                  <a:gd name="connsiteY1" fmla="*/ 266058 h 579502"/>
                  <a:gd name="connsiteX2" fmla="*/ 303493 w 607639"/>
                  <a:gd name="connsiteY2" fmla="*/ 278325 h 579502"/>
                  <a:gd name="connsiteX3" fmla="*/ 210375 w 607639"/>
                  <a:gd name="connsiteY3" fmla="*/ 278325 h 579502"/>
                  <a:gd name="connsiteX4" fmla="*/ 303493 w 607639"/>
                  <a:gd name="connsiteY4" fmla="*/ 359925 h 579502"/>
                  <a:gd name="connsiteX5" fmla="*/ 397500 w 607639"/>
                  <a:gd name="connsiteY5" fmla="*/ 266058 h 579502"/>
                  <a:gd name="connsiteX6" fmla="*/ 315778 w 607639"/>
                  <a:gd name="connsiteY6" fmla="*/ 173080 h 579502"/>
                  <a:gd name="connsiteX7" fmla="*/ 249814 w 607639"/>
                  <a:gd name="connsiteY7" fmla="*/ 160816 h 579502"/>
                  <a:gd name="connsiteX8" fmla="*/ 198110 w 607639"/>
                  <a:gd name="connsiteY8" fmla="*/ 212449 h 579502"/>
                  <a:gd name="connsiteX9" fmla="*/ 249814 w 607639"/>
                  <a:gd name="connsiteY9" fmla="*/ 212449 h 579502"/>
                  <a:gd name="connsiteX10" fmla="*/ 303493 w 607639"/>
                  <a:gd name="connsiteY10" fmla="*/ 147835 h 579502"/>
                  <a:gd name="connsiteX11" fmla="*/ 421981 w 607639"/>
                  <a:gd name="connsiteY11" fmla="*/ 266058 h 579502"/>
                  <a:gd name="connsiteX12" fmla="*/ 303493 w 607639"/>
                  <a:gd name="connsiteY12" fmla="*/ 384370 h 579502"/>
                  <a:gd name="connsiteX13" fmla="*/ 185093 w 607639"/>
                  <a:gd name="connsiteY13" fmla="*/ 266058 h 579502"/>
                  <a:gd name="connsiteX14" fmla="*/ 197289 w 607639"/>
                  <a:gd name="connsiteY14" fmla="*/ 253880 h 579502"/>
                  <a:gd name="connsiteX15" fmla="*/ 291297 w 607639"/>
                  <a:gd name="connsiteY15" fmla="*/ 253880 h 579502"/>
                  <a:gd name="connsiteX16" fmla="*/ 291297 w 607639"/>
                  <a:gd name="connsiteY16" fmla="*/ 160013 h 579502"/>
                  <a:gd name="connsiteX17" fmla="*/ 303493 w 607639"/>
                  <a:gd name="connsiteY17" fmla="*/ 147835 h 579502"/>
                  <a:gd name="connsiteX18" fmla="*/ 262095 w 607639"/>
                  <a:gd name="connsiteY18" fmla="*/ 135133 h 579502"/>
                  <a:gd name="connsiteX19" fmla="*/ 274287 w 607639"/>
                  <a:gd name="connsiteY19" fmla="*/ 147397 h 579502"/>
                  <a:gd name="connsiteX20" fmla="*/ 274287 w 607639"/>
                  <a:gd name="connsiteY20" fmla="*/ 224713 h 579502"/>
                  <a:gd name="connsiteX21" fmla="*/ 262095 w 607639"/>
                  <a:gd name="connsiteY21" fmla="*/ 236888 h 579502"/>
                  <a:gd name="connsiteX22" fmla="*/ 184672 w 607639"/>
                  <a:gd name="connsiteY22" fmla="*/ 236888 h 579502"/>
                  <a:gd name="connsiteX23" fmla="*/ 172391 w 607639"/>
                  <a:gd name="connsiteY23" fmla="*/ 224713 h 579502"/>
                  <a:gd name="connsiteX24" fmla="*/ 262095 w 607639"/>
                  <a:gd name="connsiteY24" fmla="*/ 135133 h 579502"/>
                  <a:gd name="connsiteX25" fmla="*/ 58120 w 607639"/>
                  <a:gd name="connsiteY25" fmla="*/ 108514 h 579502"/>
                  <a:gd name="connsiteX26" fmla="*/ 58120 w 607639"/>
                  <a:gd name="connsiteY26" fmla="*/ 413970 h 579502"/>
                  <a:gd name="connsiteX27" fmla="*/ 549430 w 607639"/>
                  <a:gd name="connsiteY27" fmla="*/ 413970 h 579502"/>
                  <a:gd name="connsiteX28" fmla="*/ 549430 w 607639"/>
                  <a:gd name="connsiteY28" fmla="*/ 108514 h 579502"/>
                  <a:gd name="connsiteX29" fmla="*/ 27236 w 607639"/>
                  <a:gd name="connsiteY29" fmla="*/ 56079 h 579502"/>
                  <a:gd name="connsiteX30" fmla="*/ 27236 w 607639"/>
                  <a:gd name="connsiteY30" fmla="*/ 81319 h 579502"/>
                  <a:gd name="connsiteX31" fmla="*/ 580403 w 607639"/>
                  <a:gd name="connsiteY31" fmla="*/ 81319 h 579502"/>
                  <a:gd name="connsiteX32" fmla="*/ 580403 w 607639"/>
                  <a:gd name="connsiteY32" fmla="*/ 56079 h 579502"/>
                  <a:gd name="connsiteX33" fmla="*/ 303775 w 607639"/>
                  <a:gd name="connsiteY33" fmla="*/ 0 h 579502"/>
                  <a:gd name="connsiteX34" fmla="*/ 317393 w 607639"/>
                  <a:gd name="connsiteY34" fmla="*/ 13597 h 579502"/>
                  <a:gd name="connsiteX35" fmla="*/ 317393 w 607639"/>
                  <a:gd name="connsiteY35" fmla="*/ 28884 h 579502"/>
                  <a:gd name="connsiteX36" fmla="*/ 580403 w 607639"/>
                  <a:gd name="connsiteY36" fmla="*/ 28884 h 579502"/>
                  <a:gd name="connsiteX37" fmla="*/ 607639 w 607639"/>
                  <a:gd name="connsiteY37" fmla="*/ 56079 h 579502"/>
                  <a:gd name="connsiteX38" fmla="*/ 607639 w 607639"/>
                  <a:gd name="connsiteY38" fmla="*/ 81319 h 579502"/>
                  <a:gd name="connsiteX39" fmla="*/ 580403 w 607639"/>
                  <a:gd name="connsiteY39" fmla="*/ 108514 h 579502"/>
                  <a:gd name="connsiteX40" fmla="*/ 576665 w 607639"/>
                  <a:gd name="connsiteY40" fmla="*/ 108514 h 579502"/>
                  <a:gd name="connsiteX41" fmla="*/ 576665 w 607639"/>
                  <a:gd name="connsiteY41" fmla="*/ 413970 h 579502"/>
                  <a:gd name="connsiteX42" fmla="*/ 549430 w 607639"/>
                  <a:gd name="connsiteY42" fmla="*/ 441165 h 579502"/>
                  <a:gd name="connsiteX43" fmla="*/ 317393 w 607639"/>
                  <a:gd name="connsiteY43" fmla="*/ 441165 h 579502"/>
                  <a:gd name="connsiteX44" fmla="*/ 317393 w 607639"/>
                  <a:gd name="connsiteY44" fmla="*/ 481069 h 579502"/>
                  <a:gd name="connsiteX45" fmla="*/ 418236 w 607639"/>
                  <a:gd name="connsiteY45" fmla="*/ 554923 h 579502"/>
                  <a:gd name="connsiteX46" fmla="*/ 421173 w 607639"/>
                  <a:gd name="connsiteY46" fmla="*/ 573942 h 579502"/>
                  <a:gd name="connsiteX47" fmla="*/ 410225 w 607639"/>
                  <a:gd name="connsiteY47" fmla="*/ 579452 h 579502"/>
                  <a:gd name="connsiteX48" fmla="*/ 402215 w 607639"/>
                  <a:gd name="connsiteY48" fmla="*/ 576874 h 579502"/>
                  <a:gd name="connsiteX49" fmla="*/ 317393 w 607639"/>
                  <a:gd name="connsiteY49" fmla="*/ 514752 h 579502"/>
                  <a:gd name="connsiteX50" fmla="*/ 317393 w 607639"/>
                  <a:gd name="connsiteY50" fmla="*/ 565854 h 579502"/>
                  <a:gd name="connsiteX51" fmla="*/ 303775 w 607639"/>
                  <a:gd name="connsiteY51" fmla="*/ 579452 h 579502"/>
                  <a:gd name="connsiteX52" fmla="*/ 290157 w 607639"/>
                  <a:gd name="connsiteY52" fmla="*/ 565854 h 579502"/>
                  <a:gd name="connsiteX53" fmla="*/ 290157 w 607639"/>
                  <a:gd name="connsiteY53" fmla="*/ 514752 h 579502"/>
                  <a:gd name="connsiteX54" fmla="*/ 205424 w 607639"/>
                  <a:gd name="connsiteY54" fmla="*/ 576874 h 579502"/>
                  <a:gd name="connsiteX55" fmla="*/ 186377 w 607639"/>
                  <a:gd name="connsiteY55" fmla="*/ 573942 h 579502"/>
                  <a:gd name="connsiteX56" fmla="*/ 189314 w 607639"/>
                  <a:gd name="connsiteY56" fmla="*/ 554923 h 579502"/>
                  <a:gd name="connsiteX57" fmla="*/ 290157 w 607639"/>
                  <a:gd name="connsiteY57" fmla="*/ 481069 h 579502"/>
                  <a:gd name="connsiteX58" fmla="*/ 290157 w 607639"/>
                  <a:gd name="connsiteY58" fmla="*/ 441165 h 579502"/>
                  <a:gd name="connsiteX59" fmla="*/ 58120 w 607639"/>
                  <a:gd name="connsiteY59" fmla="*/ 441165 h 579502"/>
                  <a:gd name="connsiteX60" fmla="*/ 30885 w 607639"/>
                  <a:gd name="connsiteY60" fmla="*/ 413970 h 579502"/>
                  <a:gd name="connsiteX61" fmla="*/ 30885 w 607639"/>
                  <a:gd name="connsiteY61" fmla="*/ 108514 h 579502"/>
                  <a:gd name="connsiteX62" fmla="*/ 27236 w 607639"/>
                  <a:gd name="connsiteY62" fmla="*/ 108514 h 579502"/>
                  <a:gd name="connsiteX63" fmla="*/ 0 w 607639"/>
                  <a:gd name="connsiteY63" fmla="*/ 81319 h 579502"/>
                  <a:gd name="connsiteX64" fmla="*/ 0 w 607639"/>
                  <a:gd name="connsiteY64" fmla="*/ 56079 h 579502"/>
                  <a:gd name="connsiteX65" fmla="*/ 27236 w 607639"/>
                  <a:gd name="connsiteY65" fmla="*/ 28884 h 579502"/>
                  <a:gd name="connsiteX66" fmla="*/ 290157 w 607639"/>
                  <a:gd name="connsiteY66" fmla="*/ 28884 h 579502"/>
                  <a:gd name="connsiteX67" fmla="*/ 290157 w 607639"/>
                  <a:gd name="connsiteY67" fmla="*/ 13597 h 579502"/>
                  <a:gd name="connsiteX68" fmla="*/ 303775 w 607639"/>
                  <a:gd name="connsiteY68" fmla="*/ 0 h 579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607639" h="579502">
                    <a:moveTo>
                      <a:pt x="315778" y="173080"/>
                    </a:moveTo>
                    <a:lnTo>
                      <a:pt x="315778" y="266058"/>
                    </a:lnTo>
                    <a:cubicBezTo>
                      <a:pt x="315778" y="272814"/>
                      <a:pt x="310258" y="278325"/>
                      <a:pt x="303493" y="278325"/>
                    </a:cubicBezTo>
                    <a:lnTo>
                      <a:pt x="210375" y="278325"/>
                    </a:lnTo>
                    <a:cubicBezTo>
                      <a:pt x="216429" y="324281"/>
                      <a:pt x="255866" y="359925"/>
                      <a:pt x="303493" y="359925"/>
                    </a:cubicBezTo>
                    <a:cubicBezTo>
                      <a:pt x="355303" y="359925"/>
                      <a:pt x="397500" y="317792"/>
                      <a:pt x="397500" y="266058"/>
                    </a:cubicBezTo>
                    <a:cubicBezTo>
                      <a:pt x="397500" y="218502"/>
                      <a:pt x="361802" y="179124"/>
                      <a:pt x="315778" y="173080"/>
                    </a:cubicBezTo>
                    <a:close/>
                    <a:moveTo>
                      <a:pt x="249814" y="160816"/>
                    </a:moveTo>
                    <a:cubicBezTo>
                      <a:pt x="223740" y="165793"/>
                      <a:pt x="203093" y="186410"/>
                      <a:pt x="198110" y="212449"/>
                    </a:cubicBezTo>
                    <a:lnTo>
                      <a:pt x="249814" y="212449"/>
                    </a:lnTo>
                    <a:close/>
                    <a:moveTo>
                      <a:pt x="303493" y="147835"/>
                    </a:moveTo>
                    <a:cubicBezTo>
                      <a:pt x="368835" y="147835"/>
                      <a:pt x="421981" y="200902"/>
                      <a:pt x="421981" y="266058"/>
                    </a:cubicBezTo>
                    <a:cubicBezTo>
                      <a:pt x="421981" y="331303"/>
                      <a:pt x="368835" y="384370"/>
                      <a:pt x="303493" y="384370"/>
                    </a:cubicBezTo>
                    <a:cubicBezTo>
                      <a:pt x="238239" y="384370"/>
                      <a:pt x="185093" y="331303"/>
                      <a:pt x="185093" y="266058"/>
                    </a:cubicBezTo>
                    <a:cubicBezTo>
                      <a:pt x="185093" y="259303"/>
                      <a:pt x="190523" y="253880"/>
                      <a:pt x="197289" y="253880"/>
                    </a:cubicBezTo>
                    <a:lnTo>
                      <a:pt x="291297" y="253880"/>
                    </a:lnTo>
                    <a:lnTo>
                      <a:pt x="291297" y="160013"/>
                    </a:lnTo>
                    <a:cubicBezTo>
                      <a:pt x="291297" y="153257"/>
                      <a:pt x="296727" y="147835"/>
                      <a:pt x="303493" y="147835"/>
                    </a:cubicBezTo>
                    <a:close/>
                    <a:moveTo>
                      <a:pt x="262095" y="135133"/>
                    </a:moveTo>
                    <a:cubicBezTo>
                      <a:pt x="268859" y="135133"/>
                      <a:pt x="274287" y="140643"/>
                      <a:pt x="274287" y="147397"/>
                    </a:cubicBezTo>
                    <a:lnTo>
                      <a:pt x="274287" y="224713"/>
                    </a:lnTo>
                    <a:cubicBezTo>
                      <a:pt x="274287" y="231467"/>
                      <a:pt x="268859" y="236888"/>
                      <a:pt x="262095" y="236888"/>
                    </a:cubicBezTo>
                    <a:lnTo>
                      <a:pt x="184672" y="236888"/>
                    </a:lnTo>
                    <a:cubicBezTo>
                      <a:pt x="177909" y="236888"/>
                      <a:pt x="172391" y="231467"/>
                      <a:pt x="172391" y="224713"/>
                    </a:cubicBezTo>
                    <a:cubicBezTo>
                      <a:pt x="172391" y="175302"/>
                      <a:pt x="212616" y="135133"/>
                      <a:pt x="262095" y="135133"/>
                    </a:cubicBezTo>
                    <a:close/>
                    <a:moveTo>
                      <a:pt x="58120" y="108514"/>
                    </a:moveTo>
                    <a:lnTo>
                      <a:pt x="58120" y="413970"/>
                    </a:lnTo>
                    <a:lnTo>
                      <a:pt x="549430" y="413970"/>
                    </a:lnTo>
                    <a:lnTo>
                      <a:pt x="549430" y="108514"/>
                    </a:lnTo>
                    <a:close/>
                    <a:moveTo>
                      <a:pt x="27236" y="56079"/>
                    </a:moveTo>
                    <a:lnTo>
                      <a:pt x="27236" y="81319"/>
                    </a:lnTo>
                    <a:lnTo>
                      <a:pt x="580403" y="81319"/>
                    </a:lnTo>
                    <a:lnTo>
                      <a:pt x="580403" y="56079"/>
                    </a:lnTo>
                    <a:close/>
                    <a:moveTo>
                      <a:pt x="303775" y="0"/>
                    </a:moveTo>
                    <a:cubicBezTo>
                      <a:pt x="311341" y="0"/>
                      <a:pt x="317393" y="6132"/>
                      <a:pt x="317393" y="13597"/>
                    </a:cubicBezTo>
                    <a:lnTo>
                      <a:pt x="317393" y="28884"/>
                    </a:lnTo>
                    <a:lnTo>
                      <a:pt x="580403" y="28884"/>
                    </a:lnTo>
                    <a:cubicBezTo>
                      <a:pt x="595356" y="28884"/>
                      <a:pt x="607639" y="41148"/>
                      <a:pt x="607639" y="56079"/>
                    </a:cubicBezTo>
                    <a:lnTo>
                      <a:pt x="607639" y="81319"/>
                    </a:lnTo>
                    <a:cubicBezTo>
                      <a:pt x="607639" y="96338"/>
                      <a:pt x="595356" y="108514"/>
                      <a:pt x="580403" y="108514"/>
                    </a:cubicBezTo>
                    <a:lnTo>
                      <a:pt x="576665" y="108514"/>
                    </a:lnTo>
                    <a:lnTo>
                      <a:pt x="576665" y="413970"/>
                    </a:lnTo>
                    <a:cubicBezTo>
                      <a:pt x="576665" y="428990"/>
                      <a:pt x="564472" y="441165"/>
                      <a:pt x="549430" y="441165"/>
                    </a:cubicBezTo>
                    <a:lnTo>
                      <a:pt x="317393" y="441165"/>
                    </a:lnTo>
                    <a:lnTo>
                      <a:pt x="317393" y="481069"/>
                    </a:lnTo>
                    <a:lnTo>
                      <a:pt x="418236" y="554923"/>
                    </a:lnTo>
                    <a:cubicBezTo>
                      <a:pt x="424377" y="559366"/>
                      <a:pt x="425623" y="567898"/>
                      <a:pt x="421173" y="573942"/>
                    </a:cubicBezTo>
                    <a:cubicBezTo>
                      <a:pt x="418503" y="577585"/>
                      <a:pt x="414409" y="579452"/>
                      <a:pt x="410225" y="579452"/>
                    </a:cubicBezTo>
                    <a:cubicBezTo>
                      <a:pt x="407466" y="579452"/>
                      <a:pt x="404618" y="578652"/>
                      <a:pt x="402215" y="576874"/>
                    </a:cubicBezTo>
                    <a:lnTo>
                      <a:pt x="317393" y="514752"/>
                    </a:lnTo>
                    <a:lnTo>
                      <a:pt x="317393" y="565854"/>
                    </a:lnTo>
                    <a:cubicBezTo>
                      <a:pt x="317393" y="573408"/>
                      <a:pt x="311341" y="579452"/>
                      <a:pt x="303775" y="579452"/>
                    </a:cubicBezTo>
                    <a:cubicBezTo>
                      <a:pt x="296299" y="579452"/>
                      <a:pt x="290157" y="573408"/>
                      <a:pt x="290157" y="565854"/>
                    </a:cubicBezTo>
                    <a:lnTo>
                      <a:pt x="290157" y="514752"/>
                    </a:lnTo>
                    <a:lnTo>
                      <a:pt x="205424" y="576874"/>
                    </a:lnTo>
                    <a:cubicBezTo>
                      <a:pt x="199372" y="581318"/>
                      <a:pt x="190827" y="579985"/>
                      <a:pt x="186377" y="573942"/>
                    </a:cubicBezTo>
                    <a:cubicBezTo>
                      <a:pt x="181927" y="567898"/>
                      <a:pt x="183262" y="559366"/>
                      <a:pt x="189314" y="554923"/>
                    </a:cubicBezTo>
                    <a:lnTo>
                      <a:pt x="290157" y="481069"/>
                    </a:lnTo>
                    <a:lnTo>
                      <a:pt x="290157" y="441165"/>
                    </a:lnTo>
                    <a:lnTo>
                      <a:pt x="58120" y="441165"/>
                    </a:lnTo>
                    <a:cubicBezTo>
                      <a:pt x="43167" y="441165"/>
                      <a:pt x="30885" y="428990"/>
                      <a:pt x="30885" y="413970"/>
                    </a:cubicBezTo>
                    <a:lnTo>
                      <a:pt x="30885" y="108514"/>
                    </a:lnTo>
                    <a:lnTo>
                      <a:pt x="27236" y="108514"/>
                    </a:lnTo>
                    <a:cubicBezTo>
                      <a:pt x="12194" y="108514"/>
                      <a:pt x="0" y="96338"/>
                      <a:pt x="0" y="81319"/>
                    </a:cubicBezTo>
                    <a:lnTo>
                      <a:pt x="0" y="56079"/>
                    </a:lnTo>
                    <a:cubicBezTo>
                      <a:pt x="0" y="41148"/>
                      <a:pt x="12194" y="28884"/>
                      <a:pt x="27236" y="28884"/>
                    </a:cubicBezTo>
                    <a:lnTo>
                      <a:pt x="290157" y="28884"/>
                    </a:lnTo>
                    <a:lnTo>
                      <a:pt x="290157" y="13597"/>
                    </a:lnTo>
                    <a:cubicBezTo>
                      <a:pt x="290157" y="6132"/>
                      <a:pt x="296299" y="0"/>
                      <a:pt x="30377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13" name="îŝļiḋé"/>
            <p:cNvGrpSpPr/>
            <p:nvPr/>
          </p:nvGrpSpPr>
          <p:grpSpPr>
            <a:xfrm>
              <a:off x="5589075" y="1549813"/>
              <a:ext cx="5931412" cy="1059056"/>
              <a:chOff x="5589075" y="1432904"/>
              <a:chExt cx="5931412" cy="1059056"/>
            </a:xfrm>
          </p:grpSpPr>
          <p:sp>
            <p:nvSpPr>
              <p:cNvPr id="20" name="ïş1íḍé"/>
              <p:cNvSpPr txBox="1"/>
              <p:nvPr/>
            </p:nvSpPr>
            <p:spPr>
              <a:xfrm>
                <a:off x="5589075" y="1904725"/>
                <a:ext cx="5931412" cy="587235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Supporting text here. </a:t>
                </a:r>
                <a:endParaRPr lang="en-US" altLang="zh-CN" sz="9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When you copy &amp; paste, choose "keep text only" option.</a:t>
                </a:r>
                <a:endParaRPr lang="zh-CN" altLang="en-US" sz="900" dirty="0"/>
              </a:p>
            </p:txBody>
          </p:sp>
          <p:sp>
            <p:nvSpPr>
              <p:cNvPr id="21" name="i$ļíḓè"/>
              <p:cNvSpPr txBox="1"/>
              <p:nvPr/>
            </p:nvSpPr>
            <p:spPr>
              <a:xfrm>
                <a:off x="5589075" y="1432904"/>
                <a:ext cx="5931412" cy="47182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lvl="0" defTabSz="914400">
                  <a:spcBef>
                    <a:spcPct val="0"/>
                  </a:spcBef>
                  <a:defRPr/>
                </a:pPr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14" name="ïṥľîdè"/>
            <p:cNvGrpSpPr/>
            <p:nvPr/>
          </p:nvGrpSpPr>
          <p:grpSpPr>
            <a:xfrm>
              <a:off x="5928677" y="3123379"/>
              <a:ext cx="5591809" cy="1059056"/>
              <a:chOff x="5589075" y="1432904"/>
              <a:chExt cx="5931412" cy="1059056"/>
            </a:xfrm>
          </p:grpSpPr>
          <p:sp>
            <p:nvSpPr>
              <p:cNvPr id="18" name="íṣľîḍê"/>
              <p:cNvSpPr txBox="1"/>
              <p:nvPr/>
            </p:nvSpPr>
            <p:spPr>
              <a:xfrm>
                <a:off x="5589075" y="1904725"/>
                <a:ext cx="5931412" cy="587235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Supporting text here. </a:t>
                </a:r>
                <a:endParaRPr lang="en-US" altLang="zh-CN" sz="9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When you copy &amp; paste, choose "keep text only" option.</a:t>
                </a:r>
                <a:endParaRPr lang="zh-CN" altLang="en-US" sz="900" dirty="0"/>
              </a:p>
            </p:txBody>
          </p:sp>
          <p:sp>
            <p:nvSpPr>
              <p:cNvPr id="19" name="ïSľiḍé"/>
              <p:cNvSpPr txBox="1"/>
              <p:nvPr/>
            </p:nvSpPr>
            <p:spPr>
              <a:xfrm>
                <a:off x="5589075" y="1432904"/>
                <a:ext cx="5931412" cy="47182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lvl="0" defTabSz="914400">
                  <a:spcBef>
                    <a:spcPct val="0"/>
                  </a:spcBef>
                  <a:defRPr/>
                </a:pPr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15" name="îṡ1íḋé"/>
            <p:cNvGrpSpPr/>
            <p:nvPr/>
          </p:nvGrpSpPr>
          <p:grpSpPr>
            <a:xfrm>
              <a:off x="5589075" y="4516159"/>
              <a:ext cx="5931412" cy="1059056"/>
              <a:chOff x="5589075" y="1432904"/>
              <a:chExt cx="5931412" cy="1059056"/>
            </a:xfrm>
          </p:grpSpPr>
          <p:sp>
            <p:nvSpPr>
              <p:cNvPr id="16" name="iSḷíḑê"/>
              <p:cNvSpPr txBox="1"/>
              <p:nvPr/>
            </p:nvSpPr>
            <p:spPr>
              <a:xfrm>
                <a:off x="5589075" y="1904725"/>
                <a:ext cx="5931412" cy="587235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Supporting text here. </a:t>
                </a:r>
                <a:endParaRPr lang="en-US" altLang="zh-CN" sz="9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When you copy &amp; paste, choose "keep text only" option.</a:t>
                </a:r>
                <a:endParaRPr lang="zh-CN" altLang="en-US" sz="900" dirty="0"/>
              </a:p>
            </p:txBody>
          </p:sp>
          <p:sp>
            <p:nvSpPr>
              <p:cNvPr id="17" name="i$ḷíďê"/>
              <p:cNvSpPr txBox="1"/>
              <p:nvPr/>
            </p:nvSpPr>
            <p:spPr>
              <a:xfrm>
                <a:off x="5589075" y="1432904"/>
                <a:ext cx="5931412" cy="471820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 lvl="0" defTabSz="914400">
                  <a:spcBef>
                    <a:spcPct val="0"/>
                  </a:spcBef>
                  <a:defRPr/>
                </a:pPr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6ceb79f8-eb92-404b-8100-9145e4f4c31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191000" y="1944000"/>
            <a:ext cx="9810000" cy="3464044"/>
            <a:chOff x="1191000" y="1944000"/>
            <a:chExt cx="9810000" cy="3464044"/>
          </a:xfrm>
        </p:grpSpPr>
        <p:grpSp>
          <p:nvGrpSpPr>
            <p:cNvPr id="6" name="işľïḋé"/>
            <p:cNvGrpSpPr/>
            <p:nvPr/>
          </p:nvGrpSpPr>
          <p:grpSpPr>
            <a:xfrm>
              <a:off x="3395731" y="2034000"/>
              <a:ext cx="5400538" cy="3258238"/>
              <a:chOff x="3395731" y="2034000"/>
              <a:chExt cx="5400538" cy="3258238"/>
            </a:xfrm>
          </p:grpSpPr>
          <p:sp>
            <p:nvSpPr>
              <p:cNvPr id="19" name="iślîḑe"/>
              <p:cNvSpPr/>
              <p:nvPr/>
            </p:nvSpPr>
            <p:spPr>
              <a:xfrm rot="13674748">
                <a:off x="5347115" y="2389480"/>
                <a:ext cx="78399" cy="1422381"/>
              </a:xfrm>
              <a:prstGeom prst="triangl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20" name="ïsľide"/>
              <p:cNvSpPr/>
              <p:nvPr/>
            </p:nvSpPr>
            <p:spPr>
              <a:xfrm rot="8943721" flipH="1">
                <a:off x="6509414" y="2320040"/>
                <a:ext cx="78399" cy="1471255"/>
              </a:xfrm>
              <a:prstGeom prst="triangle">
                <a:avLst/>
              </a:prstGeom>
              <a:solidFill>
                <a:schemeClr val="tx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21" name="îs1íḓé"/>
              <p:cNvSpPr/>
              <p:nvPr/>
            </p:nvSpPr>
            <p:spPr>
              <a:xfrm rot="6358749" flipH="1">
                <a:off x="6921230" y="2032099"/>
                <a:ext cx="78399" cy="1131853"/>
              </a:xfrm>
              <a:prstGeom prst="triangle">
                <a:avLst/>
              </a:prstGeom>
              <a:solidFill>
                <a:schemeClr val="tx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22" name="ísľíḋé"/>
              <p:cNvSpPr/>
              <p:nvPr/>
            </p:nvSpPr>
            <p:spPr>
              <a:xfrm rot="16200000" flipH="1">
                <a:off x="6497759" y="3902386"/>
                <a:ext cx="78399" cy="1874964"/>
              </a:xfrm>
              <a:prstGeom prst="triangle">
                <a:avLst/>
              </a:prstGeom>
              <a:solidFill>
                <a:schemeClr val="tx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23" name="í$1íḍé"/>
              <p:cNvSpPr/>
              <p:nvPr/>
            </p:nvSpPr>
            <p:spPr>
              <a:xfrm rot="19652835" flipH="1">
                <a:off x="7226182" y="3476721"/>
                <a:ext cx="78399" cy="1471255"/>
              </a:xfrm>
              <a:prstGeom prst="triangle">
                <a:avLst/>
              </a:prstGeom>
              <a:solidFill>
                <a:schemeClr val="tx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24" name="ï$ḻíḋe"/>
              <p:cNvSpPr/>
              <p:nvPr/>
            </p:nvSpPr>
            <p:spPr>
              <a:xfrm rot="1004593" flipH="1">
                <a:off x="7974711" y="3987602"/>
                <a:ext cx="78399" cy="859182"/>
              </a:xfrm>
              <a:prstGeom prst="triangle">
                <a:avLst/>
              </a:prstGeom>
              <a:solidFill>
                <a:schemeClr val="tx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25" name="îş1îḋe"/>
              <p:cNvSpPr/>
              <p:nvPr/>
            </p:nvSpPr>
            <p:spPr>
              <a:xfrm rot="15057229" flipH="1">
                <a:off x="7111152" y="2434985"/>
                <a:ext cx="78399" cy="2250855"/>
              </a:xfrm>
              <a:prstGeom prst="triangle">
                <a:avLst/>
              </a:prstGeom>
              <a:solidFill>
                <a:schemeClr val="tx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26" name="iŝľíde"/>
              <p:cNvSpPr/>
              <p:nvPr/>
            </p:nvSpPr>
            <p:spPr>
              <a:xfrm rot="11627016" flipH="1">
                <a:off x="8187759" y="3205104"/>
                <a:ext cx="78399" cy="859182"/>
              </a:xfrm>
              <a:prstGeom prst="triangle">
                <a:avLst/>
              </a:prstGeom>
              <a:solidFill>
                <a:schemeClr val="tx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27" name="íṡļíďe"/>
              <p:cNvSpPr/>
              <p:nvPr/>
            </p:nvSpPr>
            <p:spPr>
              <a:xfrm rot="2810845">
                <a:off x="4326640" y="3326849"/>
                <a:ext cx="78399" cy="1422381"/>
              </a:xfrm>
              <a:prstGeom prst="triangl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iṣḻîḋè"/>
              <p:cNvSpPr/>
              <p:nvPr/>
            </p:nvSpPr>
            <p:spPr>
              <a:xfrm rot="5400000">
                <a:off x="4763491" y="3972638"/>
                <a:ext cx="78399" cy="1734459"/>
              </a:xfrm>
              <a:prstGeom prst="triangle">
                <a:avLst/>
              </a:prstGeom>
              <a:solidFill>
                <a:schemeClr val="tx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29" name="ïṣļïḋê"/>
              <p:cNvSpPr/>
              <p:nvPr/>
            </p:nvSpPr>
            <p:spPr>
              <a:xfrm rot="4263180">
                <a:off x="5038480" y="3148936"/>
                <a:ext cx="78399" cy="2250855"/>
              </a:xfrm>
              <a:prstGeom prst="triangle">
                <a:avLst/>
              </a:prstGeom>
              <a:solidFill>
                <a:schemeClr val="tx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grpSp>
            <p:nvGrpSpPr>
              <p:cNvPr id="30" name="í$ļîḓe"/>
              <p:cNvGrpSpPr/>
              <p:nvPr/>
            </p:nvGrpSpPr>
            <p:grpSpPr>
              <a:xfrm>
                <a:off x="5784921" y="2034000"/>
                <a:ext cx="740748" cy="740748"/>
                <a:chOff x="5784921" y="1899000"/>
                <a:chExt cx="740748" cy="740748"/>
              </a:xfrm>
            </p:grpSpPr>
            <p:sp>
              <p:nvSpPr>
                <p:cNvPr id="41" name="iSḷïḑê"/>
                <p:cNvSpPr/>
                <p:nvPr/>
              </p:nvSpPr>
              <p:spPr>
                <a:xfrm>
                  <a:off x="5784921" y="1899000"/>
                  <a:ext cx="740748" cy="74074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2" name="íšḻiḋé"/>
                <p:cNvSpPr/>
                <p:nvPr/>
              </p:nvSpPr>
              <p:spPr bwMode="auto">
                <a:xfrm>
                  <a:off x="5918531" y="2077737"/>
                  <a:ext cx="473526" cy="383276"/>
                </a:xfrm>
                <a:custGeom>
                  <a:avLst/>
                  <a:gdLst>
                    <a:gd name="connsiteX0" fmla="*/ 355420 w 607568"/>
                    <a:gd name="connsiteY0" fmla="*/ 250307 h 491771"/>
                    <a:gd name="connsiteX1" fmla="*/ 352312 w 607568"/>
                    <a:gd name="connsiteY1" fmla="*/ 251812 h 491771"/>
                    <a:gd name="connsiteX2" fmla="*/ 321042 w 607568"/>
                    <a:gd name="connsiteY2" fmla="*/ 289814 h 491771"/>
                    <a:gd name="connsiteX3" fmla="*/ 321513 w 607568"/>
                    <a:gd name="connsiteY3" fmla="*/ 295364 h 491771"/>
                    <a:gd name="connsiteX4" fmla="*/ 369736 w 607568"/>
                    <a:gd name="connsiteY4" fmla="*/ 338257 h 491771"/>
                    <a:gd name="connsiteX5" fmla="*/ 371997 w 607568"/>
                    <a:gd name="connsiteY5" fmla="*/ 339104 h 491771"/>
                    <a:gd name="connsiteX6" fmla="*/ 373127 w 607568"/>
                    <a:gd name="connsiteY6" fmla="*/ 338916 h 491771"/>
                    <a:gd name="connsiteX7" fmla="*/ 375293 w 607568"/>
                    <a:gd name="connsiteY7" fmla="*/ 336282 h 491771"/>
                    <a:gd name="connsiteX8" fmla="*/ 383676 w 607568"/>
                    <a:gd name="connsiteY8" fmla="*/ 279467 h 491771"/>
                    <a:gd name="connsiteX9" fmla="*/ 376424 w 607568"/>
                    <a:gd name="connsiteY9" fmla="*/ 263287 h 491771"/>
                    <a:gd name="connsiteX10" fmla="*/ 357681 w 607568"/>
                    <a:gd name="connsiteY10" fmla="*/ 250965 h 491771"/>
                    <a:gd name="connsiteX11" fmla="*/ 355420 w 607568"/>
                    <a:gd name="connsiteY11" fmla="*/ 250307 h 491771"/>
                    <a:gd name="connsiteX12" fmla="*/ 258879 w 607568"/>
                    <a:gd name="connsiteY12" fmla="*/ 250307 h 491771"/>
                    <a:gd name="connsiteX13" fmla="*/ 256712 w 607568"/>
                    <a:gd name="connsiteY13" fmla="*/ 250965 h 491771"/>
                    <a:gd name="connsiteX14" fmla="*/ 237969 w 607568"/>
                    <a:gd name="connsiteY14" fmla="*/ 263287 h 491771"/>
                    <a:gd name="connsiteX15" fmla="*/ 230717 w 607568"/>
                    <a:gd name="connsiteY15" fmla="*/ 279467 h 491771"/>
                    <a:gd name="connsiteX16" fmla="*/ 239100 w 607568"/>
                    <a:gd name="connsiteY16" fmla="*/ 336282 h 491771"/>
                    <a:gd name="connsiteX17" fmla="*/ 241266 w 607568"/>
                    <a:gd name="connsiteY17" fmla="*/ 338916 h 491771"/>
                    <a:gd name="connsiteX18" fmla="*/ 242396 w 607568"/>
                    <a:gd name="connsiteY18" fmla="*/ 339104 h 491771"/>
                    <a:gd name="connsiteX19" fmla="*/ 244657 w 607568"/>
                    <a:gd name="connsiteY19" fmla="*/ 338257 h 491771"/>
                    <a:gd name="connsiteX20" fmla="*/ 292880 w 607568"/>
                    <a:gd name="connsiteY20" fmla="*/ 295364 h 491771"/>
                    <a:gd name="connsiteX21" fmla="*/ 293351 w 607568"/>
                    <a:gd name="connsiteY21" fmla="*/ 289814 h 491771"/>
                    <a:gd name="connsiteX22" fmla="*/ 261987 w 607568"/>
                    <a:gd name="connsiteY22" fmla="*/ 251812 h 491771"/>
                    <a:gd name="connsiteX23" fmla="*/ 258879 w 607568"/>
                    <a:gd name="connsiteY23" fmla="*/ 250307 h 491771"/>
                    <a:gd name="connsiteX24" fmla="*/ 500465 w 607568"/>
                    <a:gd name="connsiteY24" fmla="*/ 66049 h 491771"/>
                    <a:gd name="connsiteX25" fmla="*/ 565743 w 607568"/>
                    <a:gd name="connsiteY25" fmla="*/ 130673 h 491771"/>
                    <a:gd name="connsiteX26" fmla="*/ 566120 w 607568"/>
                    <a:gd name="connsiteY26" fmla="*/ 130673 h 491771"/>
                    <a:gd name="connsiteX27" fmla="*/ 580250 w 607568"/>
                    <a:gd name="connsiteY27" fmla="*/ 160962 h 491771"/>
                    <a:gd name="connsiteX28" fmla="*/ 560939 w 607568"/>
                    <a:gd name="connsiteY28" fmla="*/ 182503 h 491771"/>
                    <a:gd name="connsiteX29" fmla="*/ 531927 w 607568"/>
                    <a:gd name="connsiteY29" fmla="*/ 223799 h 491771"/>
                    <a:gd name="connsiteX30" fmla="*/ 528253 w 607568"/>
                    <a:gd name="connsiteY30" fmla="*/ 234240 h 491771"/>
                    <a:gd name="connsiteX31" fmla="*/ 530797 w 607568"/>
                    <a:gd name="connsiteY31" fmla="*/ 246281 h 491771"/>
                    <a:gd name="connsiteX32" fmla="*/ 545868 w 607568"/>
                    <a:gd name="connsiteY32" fmla="*/ 261143 h 491771"/>
                    <a:gd name="connsiteX33" fmla="*/ 558961 w 607568"/>
                    <a:gd name="connsiteY33" fmla="*/ 263777 h 491771"/>
                    <a:gd name="connsiteX34" fmla="*/ 597299 w 607568"/>
                    <a:gd name="connsiteY34" fmla="*/ 301968 h 491771"/>
                    <a:gd name="connsiteX35" fmla="*/ 607002 w 607568"/>
                    <a:gd name="connsiteY35" fmla="*/ 350788 h 491771"/>
                    <a:gd name="connsiteX36" fmla="*/ 601256 w 607568"/>
                    <a:gd name="connsiteY36" fmla="*/ 373835 h 491771"/>
                    <a:gd name="connsiteX37" fmla="*/ 579685 w 607568"/>
                    <a:gd name="connsiteY37" fmla="*/ 384088 h 491771"/>
                    <a:gd name="connsiteX38" fmla="*/ 490386 w 607568"/>
                    <a:gd name="connsiteY38" fmla="*/ 384088 h 491771"/>
                    <a:gd name="connsiteX39" fmla="*/ 467685 w 607568"/>
                    <a:gd name="connsiteY39" fmla="*/ 310058 h 491771"/>
                    <a:gd name="connsiteX40" fmla="*/ 431702 w 607568"/>
                    <a:gd name="connsiteY40" fmla="*/ 267445 h 491771"/>
                    <a:gd name="connsiteX41" fmla="*/ 441969 w 607568"/>
                    <a:gd name="connsiteY41" fmla="*/ 263777 h 491771"/>
                    <a:gd name="connsiteX42" fmla="*/ 455157 w 607568"/>
                    <a:gd name="connsiteY42" fmla="*/ 261237 h 491771"/>
                    <a:gd name="connsiteX43" fmla="*/ 470228 w 607568"/>
                    <a:gd name="connsiteY43" fmla="*/ 246281 h 491771"/>
                    <a:gd name="connsiteX44" fmla="*/ 472677 w 607568"/>
                    <a:gd name="connsiteY44" fmla="*/ 234240 h 491771"/>
                    <a:gd name="connsiteX45" fmla="*/ 469098 w 607568"/>
                    <a:gd name="connsiteY45" fmla="*/ 223893 h 491771"/>
                    <a:gd name="connsiteX46" fmla="*/ 439991 w 607568"/>
                    <a:gd name="connsiteY46" fmla="*/ 182503 h 491771"/>
                    <a:gd name="connsiteX47" fmla="*/ 426144 w 607568"/>
                    <a:gd name="connsiteY47" fmla="*/ 172720 h 491771"/>
                    <a:gd name="connsiteX48" fmla="*/ 441404 w 607568"/>
                    <a:gd name="connsiteY48" fmla="*/ 143278 h 491771"/>
                    <a:gd name="connsiteX49" fmla="*/ 439708 w 607568"/>
                    <a:gd name="connsiteY49" fmla="*/ 107438 h 491771"/>
                    <a:gd name="connsiteX50" fmla="*/ 500465 w 607568"/>
                    <a:gd name="connsiteY50" fmla="*/ 66049 h 491771"/>
                    <a:gd name="connsiteX51" fmla="*/ 107100 w 607568"/>
                    <a:gd name="connsiteY51" fmla="*/ 66049 h 491771"/>
                    <a:gd name="connsiteX52" fmla="*/ 171341 w 607568"/>
                    <a:gd name="connsiteY52" fmla="*/ 123618 h 491771"/>
                    <a:gd name="connsiteX53" fmla="*/ 172849 w 607568"/>
                    <a:gd name="connsiteY53" fmla="*/ 143278 h 491771"/>
                    <a:gd name="connsiteX54" fmla="*/ 184246 w 607568"/>
                    <a:gd name="connsiteY54" fmla="*/ 168205 h 491771"/>
                    <a:gd name="connsiteX55" fmla="*/ 167574 w 607568"/>
                    <a:gd name="connsiteY55" fmla="*/ 182503 h 491771"/>
                    <a:gd name="connsiteX56" fmla="*/ 138468 w 607568"/>
                    <a:gd name="connsiteY56" fmla="*/ 223799 h 491771"/>
                    <a:gd name="connsiteX57" fmla="*/ 134794 w 607568"/>
                    <a:gd name="connsiteY57" fmla="*/ 234240 h 491771"/>
                    <a:gd name="connsiteX58" fmla="*/ 137337 w 607568"/>
                    <a:gd name="connsiteY58" fmla="*/ 246281 h 491771"/>
                    <a:gd name="connsiteX59" fmla="*/ 152408 w 607568"/>
                    <a:gd name="connsiteY59" fmla="*/ 261143 h 491771"/>
                    <a:gd name="connsiteX60" fmla="*/ 165596 w 607568"/>
                    <a:gd name="connsiteY60" fmla="*/ 263777 h 491771"/>
                    <a:gd name="connsiteX61" fmla="*/ 179442 w 607568"/>
                    <a:gd name="connsiteY61" fmla="*/ 268856 h 491771"/>
                    <a:gd name="connsiteX62" fmla="*/ 146662 w 607568"/>
                    <a:gd name="connsiteY62" fmla="*/ 310058 h 491771"/>
                    <a:gd name="connsiteX63" fmla="*/ 123867 w 607568"/>
                    <a:gd name="connsiteY63" fmla="*/ 384088 h 491771"/>
                    <a:gd name="connsiteX64" fmla="*/ 27883 w 607568"/>
                    <a:gd name="connsiteY64" fmla="*/ 384088 h 491771"/>
                    <a:gd name="connsiteX65" fmla="*/ 6312 w 607568"/>
                    <a:gd name="connsiteY65" fmla="*/ 373835 h 491771"/>
                    <a:gd name="connsiteX66" fmla="*/ 566 w 607568"/>
                    <a:gd name="connsiteY66" fmla="*/ 350788 h 491771"/>
                    <a:gd name="connsiteX67" fmla="*/ 10268 w 607568"/>
                    <a:gd name="connsiteY67" fmla="*/ 301968 h 491771"/>
                    <a:gd name="connsiteX68" fmla="*/ 48606 w 607568"/>
                    <a:gd name="connsiteY68" fmla="*/ 263777 h 491771"/>
                    <a:gd name="connsiteX69" fmla="*/ 61699 w 607568"/>
                    <a:gd name="connsiteY69" fmla="*/ 261237 h 491771"/>
                    <a:gd name="connsiteX70" fmla="*/ 76770 w 607568"/>
                    <a:gd name="connsiteY70" fmla="*/ 246281 h 491771"/>
                    <a:gd name="connsiteX71" fmla="*/ 79313 w 607568"/>
                    <a:gd name="connsiteY71" fmla="*/ 234240 h 491771"/>
                    <a:gd name="connsiteX72" fmla="*/ 75639 w 607568"/>
                    <a:gd name="connsiteY72" fmla="*/ 223893 h 491771"/>
                    <a:gd name="connsiteX73" fmla="*/ 46628 w 607568"/>
                    <a:gd name="connsiteY73" fmla="*/ 182503 h 491771"/>
                    <a:gd name="connsiteX74" fmla="*/ 27318 w 607568"/>
                    <a:gd name="connsiteY74" fmla="*/ 160962 h 491771"/>
                    <a:gd name="connsiteX75" fmla="*/ 41447 w 607568"/>
                    <a:gd name="connsiteY75" fmla="*/ 130673 h 491771"/>
                    <a:gd name="connsiteX76" fmla="*/ 41824 w 607568"/>
                    <a:gd name="connsiteY76" fmla="*/ 130673 h 491771"/>
                    <a:gd name="connsiteX77" fmla="*/ 107100 w 607568"/>
                    <a:gd name="connsiteY77" fmla="*/ 66049 h 491771"/>
                    <a:gd name="connsiteX78" fmla="*/ 298626 w 607568"/>
                    <a:gd name="connsiteY78" fmla="*/ 0 h 491771"/>
                    <a:gd name="connsiteX79" fmla="*/ 315956 w 607568"/>
                    <a:gd name="connsiteY79" fmla="*/ 0 h 491771"/>
                    <a:gd name="connsiteX80" fmla="*/ 401854 w 607568"/>
                    <a:gd name="connsiteY80" fmla="*/ 85787 h 491771"/>
                    <a:gd name="connsiteX81" fmla="*/ 401854 w 607568"/>
                    <a:gd name="connsiteY81" fmla="*/ 95476 h 491771"/>
                    <a:gd name="connsiteX82" fmla="*/ 421633 w 607568"/>
                    <a:gd name="connsiteY82" fmla="*/ 138840 h 491771"/>
                    <a:gd name="connsiteX83" fmla="*/ 417960 w 607568"/>
                    <a:gd name="connsiteY83" fmla="*/ 149281 h 491771"/>
                    <a:gd name="connsiteX84" fmla="*/ 417112 w 607568"/>
                    <a:gd name="connsiteY84" fmla="*/ 151068 h 491771"/>
                    <a:gd name="connsiteX85" fmla="*/ 411273 w 607568"/>
                    <a:gd name="connsiteY85" fmla="*/ 159534 h 491771"/>
                    <a:gd name="connsiteX86" fmla="*/ 410896 w 607568"/>
                    <a:gd name="connsiteY86" fmla="*/ 159910 h 491771"/>
                    <a:gd name="connsiteX87" fmla="*/ 394037 w 607568"/>
                    <a:gd name="connsiteY87" fmla="*/ 169787 h 491771"/>
                    <a:gd name="connsiteX88" fmla="*/ 384900 w 607568"/>
                    <a:gd name="connsiteY88" fmla="*/ 189541 h 491771"/>
                    <a:gd name="connsiteX89" fmla="*/ 384712 w 607568"/>
                    <a:gd name="connsiteY89" fmla="*/ 189823 h 491771"/>
                    <a:gd name="connsiteX90" fmla="*/ 373316 w 607568"/>
                    <a:gd name="connsiteY90" fmla="*/ 207131 h 491771"/>
                    <a:gd name="connsiteX91" fmla="*/ 372750 w 607568"/>
                    <a:gd name="connsiteY91" fmla="*/ 207789 h 491771"/>
                    <a:gd name="connsiteX92" fmla="*/ 359847 w 607568"/>
                    <a:gd name="connsiteY92" fmla="*/ 222275 h 491771"/>
                    <a:gd name="connsiteX93" fmla="*/ 359188 w 607568"/>
                    <a:gd name="connsiteY93" fmla="*/ 222934 h 491771"/>
                    <a:gd name="connsiteX94" fmla="*/ 345154 w 607568"/>
                    <a:gd name="connsiteY94" fmla="*/ 234598 h 491771"/>
                    <a:gd name="connsiteX95" fmla="*/ 345625 w 607568"/>
                    <a:gd name="connsiteY95" fmla="*/ 236855 h 491771"/>
                    <a:gd name="connsiteX96" fmla="*/ 348639 w 607568"/>
                    <a:gd name="connsiteY96" fmla="*/ 235538 h 491771"/>
                    <a:gd name="connsiteX97" fmla="*/ 355514 w 607568"/>
                    <a:gd name="connsiteY97" fmla="*/ 234033 h 491771"/>
                    <a:gd name="connsiteX98" fmla="*/ 366628 w 607568"/>
                    <a:gd name="connsiteY98" fmla="*/ 237326 h 491771"/>
                    <a:gd name="connsiteX99" fmla="*/ 385371 w 607568"/>
                    <a:gd name="connsiteY99" fmla="*/ 249648 h 491771"/>
                    <a:gd name="connsiteX100" fmla="*/ 399876 w 607568"/>
                    <a:gd name="connsiteY100" fmla="*/ 279373 h 491771"/>
                    <a:gd name="connsiteX101" fmla="*/ 430016 w 607568"/>
                    <a:gd name="connsiteY101" fmla="*/ 289814 h 491771"/>
                    <a:gd name="connsiteX102" fmla="*/ 448382 w 607568"/>
                    <a:gd name="connsiteY102" fmla="*/ 316058 h 491771"/>
                    <a:gd name="connsiteX103" fmla="*/ 481630 w 607568"/>
                    <a:gd name="connsiteY103" fmla="*/ 424515 h 491771"/>
                    <a:gd name="connsiteX104" fmla="*/ 483891 w 607568"/>
                    <a:gd name="connsiteY104" fmla="*/ 436461 h 491771"/>
                    <a:gd name="connsiteX105" fmla="*/ 473718 w 607568"/>
                    <a:gd name="connsiteY105" fmla="*/ 470700 h 491771"/>
                    <a:gd name="connsiteX106" fmla="*/ 443956 w 607568"/>
                    <a:gd name="connsiteY106" fmla="*/ 490360 h 491771"/>
                    <a:gd name="connsiteX107" fmla="*/ 431805 w 607568"/>
                    <a:gd name="connsiteY107" fmla="*/ 491771 h 491771"/>
                    <a:gd name="connsiteX108" fmla="*/ 325375 w 607568"/>
                    <a:gd name="connsiteY108" fmla="*/ 491771 h 491771"/>
                    <a:gd name="connsiteX109" fmla="*/ 337430 w 607568"/>
                    <a:gd name="connsiteY109" fmla="*/ 415296 h 491771"/>
                    <a:gd name="connsiteX110" fmla="*/ 334605 w 607568"/>
                    <a:gd name="connsiteY110" fmla="*/ 389052 h 491771"/>
                    <a:gd name="connsiteX111" fmla="*/ 323962 w 607568"/>
                    <a:gd name="connsiteY111" fmla="*/ 360927 h 491771"/>
                    <a:gd name="connsiteX112" fmla="*/ 337430 w 607568"/>
                    <a:gd name="connsiteY112" fmla="*/ 347476 h 491771"/>
                    <a:gd name="connsiteX113" fmla="*/ 307196 w 607568"/>
                    <a:gd name="connsiteY113" fmla="*/ 317281 h 491771"/>
                    <a:gd name="connsiteX114" fmla="*/ 276868 w 607568"/>
                    <a:gd name="connsiteY114" fmla="*/ 347476 h 491771"/>
                    <a:gd name="connsiteX115" fmla="*/ 290337 w 607568"/>
                    <a:gd name="connsiteY115" fmla="*/ 360927 h 491771"/>
                    <a:gd name="connsiteX116" fmla="*/ 279694 w 607568"/>
                    <a:gd name="connsiteY116" fmla="*/ 389052 h 491771"/>
                    <a:gd name="connsiteX117" fmla="*/ 276963 w 607568"/>
                    <a:gd name="connsiteY117" fmla="*/ 415296 h 491771"/>
                    <a:gd name="connsiteX118" fmla="*/ 288736 w 607568"/>
                    <a:gd name="connsiteY118" fmla="*/ 491771 h 491771"/>
                    <a:gd name="connsiteX119" fmla="*/ 182493 w 607568"/>
                    <a:gd name="connsiteY119" fmla="*/ 491771 h 491771"/>
                    <a:gd name="connsiteX120" fmla="*/ 170437 w 607568"/>
                    <a:gd name="connsiteY120" fmla="*/ 490360 h 491771"/>
                    <a:gd name="connsiteX121" fmla="*/ 140675 w 607568"/>
                    <a:gd name="connsiteY121" fmla="*/ 470700 h 491771"/>
                    <a:gd name="connsiteX122" fmla="*/ 132669 w 607568"/>
                    <a:gd name="connsiteY122" fmla="*/ 424515 h 491771"/>
                    <a:gd name="connsiteX123" fmla="*/ 166011 w 607568"/>
                    <a:gd name="connsiteY123" fmla="*/ 316058 h 491771"/>
                    <a:gd name="connsiteX124" fmla="*/ 184377 w 607568"/>
                    <a:gd name="connsiteY124" fmla="*/ 289814 h 491771"/>
                    <a:gd name="connsiteX125" fmla="*/ 214517 w 607568"/>
                    <a:gd name="connsiteY125" fmla="*/ 279373 h 491771"/>
                    <a:gd name="connsiteX126" fmla="*/ 214517 w 607568"/>
                    <a:gd name="connsiteY126" fmla="*/ 279279 h 491771"/>
                    <a:gd name="connsiteX127" fmla="*/ 229022 w 607568"/>
                    <a:gd name="connsiteY127" fmla="*/ 249648 h 491771"/>
                    <a:gd name="connsiteX128" fmla="*/ 247765 w 607568"/>
                    <a:gd name="connsiteY128" fmla="*/ 237326 h 491771"/>
                    <a:gd name="connsiteX129" fmla="*/ 258879 w 607568"/>
                    <a:gd name="connsiteY129" fmla="*/ 234033 h 491771"/>
                    <a:gd name="connsiteX130" fmla="*/ 265754 w 607568"/>
                    <a:gd name="connsiteY130" fmla="*/ 235538 h 491771"/>
                    <a:gd name="connsiteX131" fmla="*/ 268768 w 607568"/>
                    <a:gd name="connsiteY131" fmla="*/ 236855 h 491771"/>
                    <a:gd name="connsiteX132" fmla="*/ 269239 w 607568"/>
                    <a:gd name="connsiteY132" fmla="*/ 234598 h 491771"/>
                    <a:gd name="connsiteX133" fmla="*/ 255205 w 607568"/>
                    <a:gd name="connsiteY133" fmla="*/ 222934 h 491771"/>
                    <a:gd name="connsiteX134" fmla="*/ 254546 w 607568"/>
                    <a:gd name="connsiteY134" fmla="*/ 222275 h 491771"/>
                    <a:gd name="connsiteX135" fmla="*/ 241548 w 607568"/>
                    <a:gd name="connsiteY135" fmla="*/ 207789 h 491771"/>
                    <a:gd name="connsiteX136" fmla="*/ 241077 w 607568"/>
                    <a:gd name="connsiteY136" fmla="*/ 207225 h 491771"/>
                    <a:gd name="connsiteX137" fmla="*/ 229681 w 607568"/>
                    <a:gd name="connsiteY137" fmla="*/ 189823 h 491771"/>
                    <a:gd name="connsiteX138" fmla="*/ 229493 w 607568"/>
                    <a:gd name="connsiteY138" fmla="*/ 189635 h 491771"/>
                    <a:gd name="connsiteX139" fmla="*/ 220356 w 607568"/>
                    <a:gd name="connsiteY139" fmla="*/ 169787 h 491771"/>
                    <a:gd name="connsiteX140" fmla="*/ 203497 w 607568"/>
                    <a:gd name="connsiteY140" fmla="*/ 159910 h 491771"/>
                    <a:gd name="connsiteX141" fmla="*/ 203120 w 607568"/>
                    <a:gd name="connsiteY141" fmla="*/ 159534 h 491771"/>
                    <a:gd name="connsiteX142" fmla="*/ 197281 w 607568"/>
                    <a:gd name="connsiteY142" fmla="*/ 151068 h 491771"/>
                    <a:gd name="connsiteX143" fmla="*/ 196433 w 607568"/>
                    <a:gd name="connsiteY143" fmla="*/ 149281 h 491771"/>
                    <a:gd name="connsiteX144" fmla="*/ 192666 w 607568"/>
                    <a:gd name="connsiteY144" fmla="*/ 138840 h 491771"/>
                    <a:gd name="connsiteX145" fmla="*/ 212727 w 607568"/>
                    <a:gd name="connsiteY145" fmla="*/ 95476 h 491771"/>
                    <a:gd name="connsiteX146" fmla="*/ 212727 w 607568"/>
                    <a:gd name="connsiteY146" fmla="*/ 85787 h 491771"/>
                    <a:gd name="connsiteX147" fmla="*/ 298626 w 607568"/>
                    <a:gd name="connsiteY147" fmla="*/ 0 h 491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</a:cxnLst>
                  <a:rect l="l" t="t" r="r" b="b"/>
                  <a:pathLst>
                    <a:path w="607568" h="491771">
                      <a:moveTo>
                        <a:pt x="355420" y="250307"/>
                      </a:moveTo>
                      <a:cubicBezTo>
                        <a:pt x="354290" y="250307"/>
                        <a:pt x="353160" y="250871"/>
                        <a:pt x="352312" y="251812"/>
                      </a:cubicBezTo>
                      <a:lnTo>
                        <a:pt x="321042" y="289814"/>
                      </a:lnTo>
                      <a:cubicBezTo>
                        <a:pt x="319723" y="291507"/>
                        <a:pt x="319912" y="293953"/>
                        <a:pt x="321513" y="295364"/>
                      </a:cubicBezTo>
                      <a:lnTo>
                        <a:pt x="369736" y="338257"/>
                      </a:lnTo>
                      <a:cubicBezTo>
                        <a:pt x="370396" y="338822"/>
                        <a:pt x="371149" y="339104"/>
                        <a:pt x="371997" y="339104"/>
                      </a:cubicBezTo>
                      <a:cubicBezTo>
                        <a:pt x="372374" y="339104"/>
                        <a:pt x="372750" y="339010"/>
                        <a:pt x="373127" y="338916"/>
                      </a:cubicBezTo>
                      <a:cubicBezTo>
                        <a:pt x="374257" y="338539"/>
                        <a:pt x="375105" y="337505"/>
                        <a:pt x="375293" y="336282"/>
                      </a:cubicBezTo>
                      <a:lnTo>
                        <a:pt x="383676" y="279467"/>
                      </a:lnTo>
                      <a:cubicBezTo>
                        <a:pt x="384618" y="273164"/>
                        <a:pt x="381792" y="266768"/>
                        <a:pt x="376424" y="263287"/>
                      </a:cubicBezTo>
                      <a:lnTo>
                        <a:pt x="357681" y="250965"/>
                      </a:lnTo>
                      <a:cubicBezTo>
                        <a:pt x="357021" y="250495"/>
                        <a:pt x="356174" y="250307"/>
                        <a:pt x="355420" y="250307"/>
                      </a:cubicBezTo>
                      <a:close/>
                      <a:moveTo>
                        <a:pt x="258879" y="250307"/>
                      </a:moveTo>
                      <a:cubicBezTo>
                        <a:pt x="258125" y="250307"/>
                        <a:pt x="257372" y="250495"/>
                        <a:pt x="256712" y="250965"/>
                      </a:cubicBezTo>
                      <a:lnTo>
                        <a:pt x="237969" y="263287"/>
                      </a:lnTo>
                      <a:cubicBezTo>
                        <a:pt x="232601" y="266768"/>
                        <a:pt x="229775" y="273164"/>
                        <a:pt x="230717" y="279467"/>
                      </a:cubicBezTo>
                      <a:lnTo>
                        <a:pt x="239100" y="336282"/>
                      </a:lnTo>
                      <a:cubicBezTo>
                        <a:pt x="239288" y="337505"/>
                        <a:pt x="240136" y="338539"/>
                        <a:pt x="241266" y="338916"/>
                      </a:cubicBezTo>
                      <a:cubicBezTo>
                        <a:pt x="241643" y="339010"/>
                        <a:pt x="242019" y="339104"/>
                        <a:pt x="242396" y="339104"/>
                      </a:cubicBezTo>
                      <a:cubicBezTo>
                        <a:pt x="243244" y="339104"/>
                        <a:pt x="243997" y="338822"/>
                        <a:pt x="244657" y="338257"/>
                      </a:cubicBezTo>
                      <a:lnTo>
                        <a:pt x="292880" y="295364"/>
                      </a:lnTo>
                      <a:cubicBezTo>
                        <a:pt x="294481" y="293953"/>
                        <a:pt x="294670" y="291507"/>
                        <a:pt x="293351" y="289814"/>
                      </a:cubicBezTo>
                      <a:lnTo>
                        <a:pt x="261987" y="251812"/>
                      </a:lnTo>
                      <a:cubicBezTo>
                        <a:pt x="261233" y="250871"/>
                        <a:pt x="260103" y="250307"/>
                        <a:pt x="258879" y="250307"/>
                      </a:cubicBezTo>
                      <a:close/>
                      <a:moveTo>
                        <a:pt x="500465" y="66049"/>
                      </a:moveTo>
                      <a:cubicBezTo>
                        <a:pt x="548129" y="66049"/>
                        <a:pt x="562447" y="93516"/>
                        <a:pt x="565743" y="130673"/>
                      </a:cubicBezTo>
                      <a:cubicBezTo>
                        <a:pt x="565932" y="130673"/>
                        <a:pt x="566026" y="130673"/>
                        <a:pt x="566120" y="130673"/>
                      </a:cubicBezTo>
                      <a:cubicBezTo>
                        <a:pt x="577141" y="133118"/>
                        <a:pt x="583358" y="146664"/>
                        <a:pt x="580250" y="160962"/>
                      </a:cubicBezTo>
                      <a:cubicBezTo>
                        <a:pt x="577706" y="172532"/>
                        <a:pt x="569700" y="180904"/>
                        <a:pt x="560939" y="182503"/>
                      </a:cubicBezTo>
                      <a:cubicBezTo>
                        <a:pt x="554628" y="199529"/>
                        <a:pt x="543796" y="214016"/>
                        <a:pt x="531927" y="223799"/>
                      </a:cubicBezTo>
                      <a:cubicBezTo>
                        <a:pt x="528913" y="226338"/>
                        <a:pt x="527500" y="230383"/>
                        <a:pt x="528253" y="234240"/>
                      </a:cubicBezTo>
                      <a:lnTo>
                        <a:pt x="530797" y="246281"/>
                      </a:lnTo>
                      <a:cubicBezTo>
                        <a:pt x="532304" y="253806"/>
                        <a:pt x="538238" y="259732"/>
                        <a:pt x="545868" y="261143"/>
                      </a:cubicBezTo>
                      <a:lnTo>
                        <a:pt x="558961" y="263777"/>
                      </a:lnTo>
                      <a:cubicBezTo>
                        <a:pt x="578366" y="267634"/>
                        <a:pt x="593437" y="282684"/>
                        <a:pt x="597299" y="301968"/>
                      </a:cubicBezTo>
                      <a:lnTo>
                        <a:pt x="607002" y="350788"/>
                      </a:lnTo>
                      <a:cubicBezTo>
                        <a:pt x="608697" y="358972"/>
                        <a:pt x="606531" y="367438"/>
                        <a:pt x="601256" y="373835"/>
                      </a:cubicBezTo>
                      <a:cubicBezTo>
                        <a:pt x="595981" y="380325"/>
                        <a:pt x="588068" y="384088"/>
                        <a:pt x="579685" y="384088"/>
                      </a:cubicBezTo>
                      <a:lnTo>
                        <a:pt x="490386" y="384088"/>
                      </a:lnTo>
                      <a:lnTo>
                        <a:pt x="467685" y="310058"/>
                      </a:lnTo>
                      <a:cubicBezTo>
                        <a:pt x="461845" y="291150"/>
                        <a:pt x="448563" y="276194"/>
                        <a:pt x="431702" y="267445"/>
                      </a:cubicBezTo>
                      <a:cubicBezTo>
                        <a:pt x="434999" y="265940"/>
                        <a:pt x="438295" y="264529"/>
                        <a:pt x="441969" y="263777"/>
                      </a:cubicBezTo>
                      <a:lnTo>
                        <a:pt x="455157" y="261237"/>
                      </a:lnTo>
                      <a:cubicBezTo>
                        <a:pt x="462692" y="259732"/>
                        <a:pt x="468627" y="253806"/>
                        <a:pt x="470228" y="246281"/>
                      </a:cubicBezTo>
                      <a:lnTo>
                        <a:pt x="472677" y="234240"/>
                      </a:lnTo>
                      <a:cubicBezTo>
                        <a:pt x="473525" y="230383"/>
                        <a:pt x="472112" y="226338"/>
                        <a:pt x="469098" y="223893"/>
                      </a:cubicBezTo>
                      <a:cubicBezTo>
                        <a:pt x="457229" y="214016"/>
                        <a:pt x="446302" y="199529"/>
                        <a:pt x="439991" y="182503"/>
                      </a:cubicBezTo>
                      <a:cubicBezTo>
                        <a:pt x="434716" y="181563"/>
                        <a:pt x="429818" y="177894"/>
                        <a:pt x="426144" y="172720"/>
                      </a:cubicBezTo>
                      <a:cubicBezTo>
                        <a:pt x="433303" y="164725"/>
                        <a:pt x="438861" y="154754"/>
                        <a:pt x="441404" y="143278"/>
                      </a:cubicBezTo>
                      <a:cubicBezTo>
                        <a:pt x="444324" y="130485"/>
                        <a:pt x="443476" y="118068"/>
                        <a:pt x="439708" y="107438"/>
                      </a:cubicBezTo>
                      <a:cubicBezTo>
                        <a:pt x="447244" y="82699"/>
                        <a:pt x="464200" y="66049"/>
                        <a:pt x="500465" y="66049"/>
                      </a:cubicBezTo>
                      <a:close/>
                      <a:moveTo>
                        <a:pt x="107100" y="66049"/>
                      </a:moveTo>
                      <a:cubicBezTo>
                        <a:pt x="151561" y="66049"/>
                        <a:pt x="166820" y="90130"/>
                        <a:pt x="171341" y="123618"/>
                      </a:cubicBezTo>
                      <a:cubicBezTo>
                        <a:pt x="170965" y="129920"/>
                        <a:pt x="171436" y="136505"/>
                        <a:pt x="172849" y="143278"/>
                      </a:cubicBezTo>
                      <a:cubicBezTo>
                        <a:pt x="174921" y="152590"/>
                        <a:pt x="178971" y="161056"/>
                        <a:pt x="184246" y="168205"/>
                      </a:cubicBezTo>
                      <a:cubicBezTo>
                        <a:pt x="180573" y="175919"/>
                        <a:pt x="174356" y="181281"/>
                        <a:pt x="167574" y="182503"/>
                      </a:cubicBezTo>
                      <a:cubicBezTo>
                        <a:pt x="161263" y="199529"/>
                        <a:pt x="150336" y="214016"/>
                        <a:pt x="138468" y="223799"/>
                      </a:cubicBezTo>
                      <a:cubicBezTo>
                        <a:pt x="135453" y="226338"/>
                        <a:pt x="134040" y="230383"/>
                        <a:pt x="134794" y="234240"/>
                      </a:cubicBezTo>
                      <a:lnTo>
                        <a:pt x="137337" y="246281"/>
                      </a:lnTo>
                      <a:cubicBezTo>
                        <a:pt x="138939" y="253806"/>
                        <a:pt x="144873" y="259732"/>
                        <a:pt x="152408" y="261143"/>
                      </a:cubicBezTo>
                      <a:lnTo>
                        <a:pt x="165596" y="263777"/>
                      </a:lnTo>
                      <a:cubicBezTo>
                        <a:pt x="170494" y="264812"/>
                        <a:pt x="175203" y="266505"/>
                        <a:pt x="179442" y="268856"/>
                      </a:cubicBezTo>
                      <a:cubicBezTo>
                        <a:pt x="164088" y="277793"/>
                        <a:pt x="152126" y="292279"/>
                        <a:pt x="146662" y="310058"/>
                      </a:cubicBezTo>
                      <a:lnTo>
                        <a:pt x="123867" y="384088"/>
                      </a:lnTo>
                      <a:lnTo>
                        <a:pt x="27883" y="384088"/>
                      </a:lnTo>
                      <a:cubicBezTo>
                        <a:pt x="19499" y="384088"/>
                        <a:pt x="11587" y="380325"/>
                        <a:pt x="6312" y="373835"/>
                      </a:cubicBezTo>
                      <a:cubicBezTo>
                        <a:pt x="1037" y="367438"/>
                        <a:pt x="-1129" y="358972"/>
                        <a:pt x="566" y="350788"/>
                      </a:cubicBezTo>
                      <a:lnTo>
                        <a:pt x="10268" y="301968"/>
                      </a:lnTo>
                      <a:cubicBezTo>
                        <a:pt x="14130" y="282684"/>
                        <a:pt x="29202" y="267634"/>
                        <a:pt x="48606" y="263777"/>
                      </a:cubicBezTo>
                      <a:lnTo>
                        <a:pt x="61699" y="261237"/>
                      </a:lnTo>
                      <a:cubicBezTo>
                        <a:pt x="69328" y="259732"/>
                        <a:pt x="75263" y="253806"/>
                        <a:pt x="76770" y="246281"/>
                      </a:cubicBezTo>
                      <a:lnTo>
                        <a:pt x="79313" y="234240"/>
                      </a:lnTo>
                      <a:cubicBezTo>
                        <a:pt x="80067" y="230383"/>
                        <a:pt x="78654" y="226338"/>
                        <a:pt x="75639" y="223893"/>
                      </a:cubicBezTo>
                      <a:cubicBezTo>
                        <a:pt x="63771" y="214016"/>
                        <a:pt x="52939" y="199623"/>
                        <a:pt x="46628" y="182503"/>
                      </a:cubicBezTo>
                      <a:cubicBezTo>
                        <a:pt x="37867" y="180904"/>
                        <a:pt x="29861" y="172532"/>
                        <a:pt x="27318" y="160962"/>
                      </a:cubicBezTo>
                      <a:cubicBezTo>
                        <a:pt x="24115" y="146664"/>
                        <a:pt x="30426" y="133118"/>
                        <a:pt x="41447" y="130673"/>
                      </a:cubicBezTo>
                      <a:cubicBezTo>
                        <a:pt x="41541" y="130673"/>
                        <a:pt x="41729" y="130673"/>
                        <a:pt x="41824" y="130673"/>
                      </a:cubicBezTo>
                      <a:cubicBezTo>
                        <a:pt x="45403" y="93516"/>
                        <a:pt x="60192" y="66049"/>
                        <a:pt x="107100" y="66049"/>
                      </a:cubicBezTo>
                      <a:close/>
                      <a:moveTo>
                        <a:pt x="298626" y="0"/>
                      </a:moveTo>
                      <a:lnTo>
                        <a:pt x="315956" y="0"/>
                      </a:lnTo>
                      <a:cubicBezTo>
                        <a:pt x="363426" y="0"/>
                        <a:pt x="401854" y="38378"/>
                        <a:pt x="401854" y="85787"/>
                      </a:cubicBezTo>
                      <a:lnTo>
                        <a:pt x="401854" y="95476"/>
                      </a:lnTo>
                      <a:cubicBezTo>
                        <a:pt x="417301" y="99238"/>
                        <a:pt x="426154" y="118522"/>
                        <a:pt x="421633" y="138840"/>
                      </a:cubicBezTo>
                      <a:cubicBezTo>
                        <a:pt x="420880" y="142602"/>
                        <a:pt x="419467" y="146083"/>
                        <a:pt x="417960" y="149281"/>
                      </a:cubicBezTo>
                      <a:cubicBezTo>
                        <a:pt x="417677" y="149939"/>
                        <a:pt x="417395" y="150504"/>
                        <a:pt x="417112" y="151068"/>
                      </a:cubicBezTo>
                      <a:cubicBezTo>
                        <a:pt x="415417" y="154172"/>
                        <a:pt x="413533" y="157088"/>
                        <a:pt x="411273" y="159534"/>
                      </a:cubicBezTo>
                      <a:cubicBezTo>
                        <a:pt x="411179" y="159628"/>
                        <a:pt x="410990" y="159816"/>
                        <a:pt x="410896" y="159910"/>
                      </a:cubicBezTo>
                      <a:cubicBezTo>
                        <a:pt x="406092" y="165084"/>
                        <a:pt x="400159" y="168658"/>
                        <a:pt x="394037" y="169787"/>
                      </a:cubicBezTo>
                      <a:cubicBezTo>
                        <a:pt x="391494" y="176654"/>
                        <a:pt x="388385" y="183332"/>
                        <a:pt x="384900" y="189541"/>
                      </a:cubicBezTo>
                      <a:cubicBezTo>
                        <a:pt x="384806" y="189635"/>
                        <a:pt x="384806" y="189729"/>
                        <a:pt x="384712" y="189823"/>
                      </a:cubicBezTo>
                      <a:cubicBezTo>
                        <a:pt x="381227" y="196031"/>
                        <a:pt x="377460" y="201769"/>
                        <a:pt x="373316" y="207131"/>
                      </a:cubicBezTo>
                      <a:cubicBezTo>
                        <a:pt x="373127" y="207413"/>
                        <a:pt x="372939" y="207601"/>
                        <a:pt x="372750" y="207789"/>
                      </a:cubicBezTo>
                      <a:cubicBezTo>
                        <a:pt x="368700" y="213057"/>
                        <a:pt x="364368" y="217948"/>
                        <a:pt x="359847" y="222275"/>
                      </a:cubicBezTo>
                      <a:cubicBezTo>
                        <a:pt x="359658" y="222463"/>
                        <a:pt x="359376" y="222651"/>
                        <a:pt x="359188" y="222934"/>
                      </a:cubicBezTo>
                      <a:cubicBezTo>
                        <a:pt x="354667" y="227261"/>
                        <a:pt x="349957" y="231211"/>
                        <a:pt x="345154" y="234598"/>
                      </a:cubicBezTo>
                      <a:lnTo>
                        <a:pt x="345625" y="236855"/>
                      </a:lnTo>
                      <a:cubicBezTo>
                        <a:pt x="346567" y="236385"/>
                        <a:pt x="347603" y="235915"/>
                        <a:pt x="348639" y="235538"/>
                      </a:cubicBezTo>
                      <a:cubicBezTo>
                        <a:pt x="350899" y="234786"/>
                        <a:pt x="353065" y="234033"/>
                        <a:pt x="355514" y="234033"/>
                      </a:cubicBezTo>
                      <a:cubicBezTo>
                        <a:pt x="359470" y="234033"/>
                        <a:pt x="363238" y="235162"/>
                        <a:pt x="366628" y="237326"/>
                      </a:cubicBezTo>
                      <a:cubicBezTo>
                        <a:pt x="366628" y="237326"/>
                        <a:pt x="380756" y="246450"/>
                        <a:pt x="385371" y="249648"/>
                      </a:cubicBezTo>
                      <a:cubicBezTo>
                        <a:pt x="401854" y="261030"/>
                        <a:pt x="399876" y="279373"/>
                        <a:pt x="399876" y="279373"/>
                      </a:cubicBezTo>
                      <a:cubicBezTo>
                        <a:pt x="410990" y="279655"/>
                        <a:pt x="421822" y="283041"/>
                        <a:pt x="430016" y="289814"/>
                      </a:cubicBezTo>
                      <a:cubicBezTo>
                        <a:pt x="445180" y="302324"/>
                        <a:pt x="447535" y="313330"/>
                        <a:pt x="448382" y="316058"/>
                      </a:cubicBezTo>
                      <a:lnTo>
                        <a:pt x="481630" y="424515"/>
                      </a:lnTo>
                      <a:cubicBezTo>
                        <a:pt x="482855" y="428371"/>
                        <a:pt x="483608" y="432416"/>
                        <a:pt x="483891" y="436461"/>
                      </a:cubicBezTo>
                      <a:cubicBezTo>
                        <a:pt x="484644" y="448595"/>
                        <a:pt x="481159" y="460730"/>
                        <a:pt x="473718" y="470700"/>
                      </a:cubicBezTo>
                      <a:cubicBezTo>
                        <a:pt x="466372" y="480671"/>
                        <a:pt x="455823" y="487538"/>
                        <a:pt x="443956" y="490360"/>
                      </a:cubicBezTo>
                      <a:cubicBezTo>
                        <a:pt x="440000" y="491301"/>
                        <a:pt x="435950" y="491771"/>
                        <a:pt x="431805" y="491771"/>
                      </a:cubicBezTo>
                      <a:lnTo>
                        <a:pt x="325375" y="491771"/>
                      </a:lnTo>
                      <a:lnTo>
                        <a:pt x="337430" y="415296"/>
                      </a:lnTo>
                      <a:cubicBezTo>
                        <a:pt x="338749" y="406454"/>
                        <a:pt x="337807" y="397424"/>
                        <a:pt x="334605" y="389052"/>
                      </a:cubicBezTo>
                      <a:lnTo>
                        <a:pt x="323962" y="360927"/>
                      </a:lnTo>
                      <a:lnTo>
                        <a:pt x="337430" y="347476"/>
                      </a:lnTo>
                      <a:lnTo>
                        <a:pt x="307196" y="317281"/>
                      </a:lnTo>
                      <a:lnTo>
                        <a:pt x="276868" y="347476"/>
                      </a:lnTo>
                      <a:lnTo>
                        <a:pt x="290337" y="360927"/>
                      </a:lnTo>
                      <a:lnTo>
                        <a:pt x="279694" y="389052"/>
                      </a:lnTo>
                      <a:cubicBezTo>
                        <a:pt x="276586" y="397424"/>
                        <a:pt x="275644" y="406454"/>
                        <a:pt x="276963" y="415296"/>
                      </a:cubicBezTo>
                      <a:lnTo>
                        <a:pt x="288736" y="491771"/>
                      </a:lnTo>
                      <a:lnTo>
                        <a:pt x="182493" y="491771"/>
                      </a:lnTo>
                      <a:cubicBezTo>
                        <a:pt x="178443" y="491771"/>
                        <a:pt x="174299" y="491301"/>
                        <a:pt x="170437" y="490360"/>
                      </a:cubicBezTo>
                      <a:cubicBezTo>
                        <a:pt x="158570" y="487538"/>
                        <a:pt x="148021" y="480671"/>
                        <a:pt x="140675" y="470700"/>
                      </a:cubicBezTo>
                      <a:cubicBezTo>
                        <a:pt x="130785" y="457343"/>
                        <a:pt x="127865" y="440223"/>
                        <a:pt x="132669" y="424515"/>
                      </a:cubicBezTo>
                      <a:lnTo>
                        <a:pt x="166011" y="316058"/>
                      </a:lnTo>
                      <a:cubicBezTo>
                        <a:pt x="166858" y="313330"/>
                        <a:pt x="170908" y="300631"/>
                        <a:pt x="184377" y="289814"/>
                      </a:cubicBezTo>
                      <a:cubicBezTo>
                        <a:pt x="192666" y="283229"/>
                        <a:pt x="203403" y="279655"/>
                        <a:pt x="214517" y="279373"/>
                      </a:cubicBezTo>
                      <a:lnTo>
                        <a:pt x="214517" y="279279"/>
                      </a:lnTo>
                      <a:cubicBezTo>
                        <a:pt x="214140" y="273447"/>
                        <a:pt x="211880" y="260654"/>
                        <a:pt x="229022" y="249648"/>
                      </a:cubicBezTo>
                      <a:cubicBezTo>
                        <a:pt x="233731" y="246638"/>
                        <a:pt x="247765" y="237326"/>
                        <a:pt x="247765" y="237326"/>
                      </a:cubicBezTo>
                      <a:cubicBezTo>
                        <a:pt x="251061" y="235162"/>
                        <a:pt x="254923" y="234033"/>
                        <a:pt x="258879" y="234033"/>
                      </a:cubicBezTo>
                      <a:cubicBezTo>
                        <a:pt x="261328" y="234033"/>
                        <a:pt x="263494" y="234786"/>
                        <a:pt x="265754" y="235538"/>
                      </a:cubicBezTo>
                      <a:cubicBezTo>
                        <a:pt x="266790" y="236009"/>
                        <a:pt x="267826" y="236385"/>
                        <a:pt x="268768" y="236855"/>
                      </a:cubicBezTo>
                      <a:lnTo>
                        <a:pt x="269239" y="234598"/>
                      </a:lnTo>
                      <a:cubicBezTo>
                        <a:pt x="264436" y="231211"/>
                        <a:pt x="259726" y="227261"/>
                        <a:pt x="255205" y="222934"/>
                      </a:cubicBezTo>
                      <a:cubicBezTo>
                        <a:pt x="254923" y="222651"/>
                        <a:pt x="254735" y="222463"/>
                        <a:pt x="254546" y="222275"/>
                      </a:cubicBezTo>
                      <a:cubicBezTo>
                        <a:pt x="250025" y="217948"/>
                        <a:pt x="245693" y="213057"/>
                        <a:pt x="241548" y="207789"/>
                      </a:cubicBezTo>
                      <a:cubicBezTo>
                        <a:pt x="241454" y="207601"/>
                        <a:pt x="241266" y="207413"/>
                        <a:pt x="241077" y="207225"/>
                      </a:cubicBezTo>
                      <a:cubicBezTo>
                        <a:pt x="236933" y="201769"/>
                        <a:pt x="233072" y="196031"/>
                        <a:pt x="229681" y="189823"/>
                      </a:cubicBezTo>
                      <a:cubicBezTo>
                        <a:pt x="229587" y="189729"/>
                        <a:pt x="229587" y="189635"/>
                        <a:pt x="229493" y="189635"/>
                      </a:cubicBezTo>
                      <a:cubicBezTo>
                        <a:pt x="226008" y="183332"/>
                        <a:pt x="222899" y="176654"/>
                        <a:pt x="220356" y="169787"/>
                      </a:cubicBezTo>
                      <a:cubicBezTo>
                        <a:pt x="214140" y="168658"/>
                        <a:pt x="208301" y="165084"/>
                        <a:pt x="203497" y="159910"/>
                      </a:cubicBezTo>
                      <a:cubicBezTo>
                        <a:pt x="203309" y="159722"/>
                        <a:pt x="203214" y="159628"/>
                        <a:pt x="203120" y="159534"/>
                      </a:cubicBezTo>
                      <a:cubicBezTo>
                        <a:pt x="200860" y="157088"/>
                        <a:pt x="198976" y="154172"/>
                        <a:pt x="197281" y="151068"/>
                      </a:cubicBezTo>
                      <a:cubicBezTo>
                        <a:pt x="196998" y="150504"/>
                        <a:pt x="196716" y="149939"/>
                        <a:pt x="196433" y="149281"/>
                      </a:cubicBezTo>
                      <a:cubicBezTo>
                        <a:pt x="194832" y="146083"/>
                        <a:pt x="193513" y="142602"/>
                        <a:pt x="192666" y="138840"/>
                      </a:cubicBezTo>
                      <a:cubicBezTo>
                        <a:pt x="188145" y="118428"/>
                        <a:pt x="197092" y="99050"/>
                        <a:pt x="212727" y="95476"/>
                      </a:cubicBezTo>
                      <a:lnTo>
                        <a:pt x="212727" y="85787"/>
                      </a:lnTo>
                      <a:cubicBezTo>
                        <a:pt x="212727" y="38378"/>
                        <a:pt x="251155" y="0"/>
                        <a:pt x="29862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" name="islïde"/>
              <p:cNvSpPr/>
              <p:nvPr/>
            </p:nvSpPr>
            <p:spPr>
              <a:xfrm rot="17067092" flipH="1">
                <a:off x="7849347" y="2422055"/>
                <a:ext cx="78399" cy="859181"/>
              </a:xfrm>
              <a:prstGeom prst="triangle">
                <a:avLst/>
              </a:prstGeom>
              <a:solidFill>
                <a:schemeClr val="tx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grpSp>
            <p:nvGrpSpPr>
              <p:cNvPr id="32" name="íŝľïdé"/>
              <p:cNvGrpSpPr/>
              <p:nvPr/>
            </p:nvGrpSpPr>
            <p:grpSpPr>
              <a:xfrm>
                <a:off x="8055521" y="2731569"/>
                <a:ext cx="740748" cy="740748"/>
                <a:chOff x="8055521" y="2596569"/>
                <a:chExt cx="740748" cy="740748"/>
              </a:xfrm>
            </p:grpSpPr>
            <p:sp>
              <p:nvSpPr>
                <p:cNvPr id="39" name="iṡľïḋé"/>
                <p:cNvSpPr/>
                <p:nvPr/>
              </p:nvSpPr>
              <p:spPr>
                <a:xfrm>
                  <a:off x="8055521" y="2596569"/>
                  <a:ext cx="740748" cy="74074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0" name="işļîḑé"/>
                <p:cNvSpPr/>
                <p:nvPr/>
              </p:nvSpPr>
              <p:spPr bwMode="auto">
                <a:xfrm>
                  <a:off x="8189132" y="2775306"/>
                  <a:ext cx="473526" cy="383276"/>
                </a:xfrm>
                <a:custGeom>
                  <a:avLst/>
                  <a:gdLst>
                    <a:gd name="connsiteX0" fmla="*/ 355420 w 607568"/>
                    <a:gd name="connsiteY0" fmla="*/ 250307 h 491771"/>
                    <a:gd name="connsiteX1" fmla="*/ 352312 w 607568"/>
                    <a:gd name="connsiteY1" fmla="*/ 251812 h 491771"/>
                    <a:gd name="connsiteX2" fmla="*/ 321042 w 607568"/>
                    <a:gd name="connsiteY2" fmla="*/ 289814 h 491771"/>
                    <a:gd name="connsiteX3" fmla="*/ 321513 w 607568"/>
                    <a:gd name="connsiteY3" fmla="*/ 295364 h 491771"/>
                    <a:gd name="connsiteX4" fmla="*/ 369736 w 607568"/>
                    <a:gd name="connsiteY4" fmla="*/ 338257 h 491771"/>
                    <a:gd name="connsiteX5" fmla="*/ 371997 w 607568"/>
                    <a:gd name="connsiteY5" fmla="*/ 339104 h 491771"/>
                    <a:gd name="connsiteX6" fmla="*/ 373127 w 607568"/>
                    <a:gd name="connsiteY6" fmla="*/ 338916 h 491771"/>
                    <a:gd name="connsiteX7" fmla="*/ 375293 w 607568"/>
                    <a:gd name="connsiteY7" fmla="*/ 336282 h 491771"/>
                    <a:gd name="connsiteX8" fmla="*/ 383676 w 607568"/>
                    <a:gd name="connsiteY8" fmla="*/ 279467 h 491771"/>
                    <a:gd name="connsiteX9" fmla="*/ 376424 w 607568"/>
                    <a:gd name="connsiteY9" fmla="*/ 263287 h 491771"/>
                    <a:gd name="connsiteX10" fmla="*/ 357681 w 607568"/>
                    <a:gd name="connsiteY10" fmla="*/ 250965 h 491771"/>
                    <a:gd name="connsiteX11" fmla="*/ 355420 w 607568"/>
                    <a:gd name="connsiteY11" fmla="*/ 250307 h 491771"/>
                    <a:gd name="connsiteX12" fmla="*/ 258879 w 607568"/>
                    <a:gd name="connsiteY12" fmla="*/ 250307 h 491771"/>
                    <a:gd name="connsiteX13" fmla="*/ 256712 w 607568"/>
                    <a:gd name="connsiteY13" fmla="*/ 250965 h 491771"/>
                    <a:gd name="connsiteX14" fmla="*/ 237969 w 607568"/>
                    <a:gd name="connsiteY14" fmla="*/ 263287 h 491771"/>
                    <a:gd name="connsiteX15" fmla="*/ 230717 w 607568"/>
                    <a:gd name="connsiteY15" fmla="*/ 279467 h 491771"/>
                    <a:gd name="connsiteX16" fmla="*/ 239100 w 607568"/>
                    <a:gd name="connsiteY16" fmla="*/ 336282 h 491771"/>
                    <a:gd name="connsiteX17" fmla="*/ 241266 w 607568"/>
                    <a:gd name="connsiteY17" fmla="*/ 338916 h 491771"/>
                    <a:gd name="connsiteX18" fmla="*/ 242396 w 607568"/>
                    <a:gd name="connsiteY18" fmla="*/ 339104 h 491771"/>
                    <a:gd name="connsiteX19" fmla="*/ 244657 w 607568"/>
                    <a:gd name="connsiteY19" fmla="*/ 338257 h 491771"/>
                    <a:gd name="connsiteX20" fmla="*/ 292880 w 607568"/>
                    <a:gd name="connsiteY20" fmla="*/ 295364 h 491771"/>
                    <a:gd name="connsiteX21" fmla="*/ 293351 w 607568"/>
                    <a:gd name="connsiteY21" fmla="*/ 289814 h 491771"/>
                    <a:gd name="connsiteX22" fmla="*/ 261987 w 607568"/>
                    <a:gd name="connsiteY22" fmla="*/ 251812 h 491771"/>
                    <a:gd name="connsiteX23" fmla="*/ 258879 w 607568"/>
                    <a:gd name="connsiteY23" fmla="*/ 250307 h 491771"/>
                    <a:gd name="connsiteX24" fmla="*/ 500465 w 607568"/>
                    <a:gd name="connsiteY24" fmla="*/ 66049 h 491771"/>
                    <a:gd name="connsiteX25" fmla="*/ 565743 w 607568"/>
                    <a:gd name="connsiteY25" fmla="*/ 130673 h 491771"/>
                    <a:gd name="connsiteX26" fmla="*/ 566120 w 607568"/>
                    <a:gd name="connsiteY26" fmla="*/ 130673 h 491771"/>
                    <a:gd name="connsiteX27" fmla="*/ 580250 w 607568"/>
                    <a:gd name="connsiteY27" fmla="*/ 160962 h 491771"/>
                    <a:gd name="connsiteX28" fmla="*/ 560939 w 607568"/>
                    <a:gd name="connsiteY28" fmla="*/ 182503 h 491771"/>
                    <a:gd name="connsiteX29" fmla="*/ 531927 w 607568"/>
                    <a:gd name="connsiteY29" fmla="*/ 223799 h 491771"/>
                    <a:gd name="connsiteX30" fmla="*/ 528253 w 607568"/>
                    <a:gd name="connsiteY30" fmla="*/ 234240 h 491771"/>
                    <a:gd name="connsiteX31" fmla="*/ 530797 w 607568"/>
                    <a:gd name="connsiteY31" fmla="*/ 246281 h 491771"/>
                    <a:gd name="connsiteX32" fmla="*/ 545868 w 607568"/>
                    <a:gd name="connsiteY32" fmla="*/ 261143 h 491771"/>
                    <a:gd name="connsiteX33" fmla="*/ 558961 w 607568"/>
                    <a:gd name="connsiteY33" fmla="*/ 263777 h 491771"/>
                    <a:gd name="connsiteX34" fmla="*/ 597299 w 607568"/>
                    <a:gd name="connsiteY34" fmla="*/ 301968 h 491771"/>
                    <a:gd name="connsiteX35" fmla="*/ 607002 w 607568"/>
                    <a:gd name="connsiteY35" fmla="*/ 350788 h 491771"/>
                    <a:gd name="connsiteX36" fmla="*/ 601256 w 607568"/>
                    <a:gd name="connsiteY36" fmla="*/ 373835 h 491771"/>
                    <a:gd name="connsiteX37" fmla="*/ 579685 w 607568"/>
                    <a:gd name="connsiteY37" fmla="*/ 384088 h 491771"/>
                    <a:gd name="connsiteX38" fmla="*/ 490386 w 607568"/>
                    <a:gd name="connsiteY38" fmla="*/ 384088 h 491771"/>
                    <a:gd name="connsiteX39" fmla="*/ 467685 w 607568"/>
                    <a:gd name="connsiteY39" fmla="*/ 310058 h 491771"/>
                    <a:gd name="connsiteX40" fmla="*/ 431702 w 607568"/>
                    <a:gd name="connsiteY40" fmla="*/ 267445 h 491771"/>
                    <a:gd name="connsiteX41" fmla="*/ 441969 w 607568"/>
                    <a:gd name="connsiteY41" fmla="*/ 263777 h 491771"/>
                    <a:gd name="connsiteX42" fmla="*/ 455157 w 607568"/>
                    <a:gd name="connsiteY42" fmla="*/ 261237 h 491771"/>
                    <a:gd name="connsiteX43" fmla="*/ 470228 w 607568"/>
                    <a:gd name="connsiteY43" fmla="*/ 246281 h 491771"/>
                    <a:gd name="connsiteX44" fmla="*/ 472677 w 607568"/>
                    <a:gd name="connsiteY44" fmla="*/ 234240 h 491771"/>
                    <a:gd name="connsiteX45" fmla="*/ 469098 w 607568"/>
                    <a:gd name="connsiteY45" fmla="*/ 223893 h 491771"/>
                    <a:gd name="connsiteX46" fmla="*/ 439991 w 607568"/>
                    <a:gd name="connsiteY46" fmla="*/ 182503 h 491771"/>
                    <a:gd name="connsiteX47" fmla="*/ 426144 w 607568"/>
                    <a:gd name="connsiteY47" fmla="*/ 172720 h 491771"/>
                    <a:gd name="connsiteX48" fmla="*/ 441404 w 607568"/>
                    <a:gd name="connsiteY48" fmla="*/ 143278 h 491771"/>
                    <a:gd name="connsiteX49" fmla="*/ 439708 w 607568"/>
                    <a:gd name="connsiteY49" fmla="*/ 107438 h 491771"/>
                    <a:gd name="connsiteX50" fmla="*/ 500465 w 607568"/>
                    <a:gd name="connsiteY50" fmla="*/ 66049 h 491771"/>
                    <a:gd name="connsiteX51" fmla="*/ 107100 w 607568"/>
                    <a:gd name="connsiteY51" fmla="*/ 66049 h 491771"/>
                    <a:gd name="connsiteX52" fmla="*/ 171341 w 607568"/>
                    <a:gd name="connsiteY52" fmla="*/ 123618 h 491771"/>
                    <a:gd name="connsiteX53" fmla="*/ 172849 w 607568"/>
                    <a:gd name="connsiteY53" fmla="*/ 143278 h 491771"/>
                    <a:gd name="connsiteX54" fmla="*/ 184246 w 607568"/>
                    <a:gd name="connsiteY54" fmla="*/ 168205 h 491771"/>
                    <a:gd name="connsiteX55" fmla="*/ 167574 w 607568"/>
                    <a:gd name="connsiteY55" fmla="*/ 182503 h 491771"/>
                    <a:gd name="connsiteX56" fmla="*/ 138468 w 607568"/>
                    <a:gd name="connsiteY56" fmla="*/ 223799 h 491771"/>
                    <a:gd name="connsiteX57" fmla="*/ 134794 w 607568"/>
                    <a:gd name="connsiteY57" fmla="*/ 234240 h 491771"/>
                    <a:gd name="connsiteX58" fmla="*/ 137337 w 607568"/>
                    <a:gd name="connsiteY58" fmla="*/ 246281 h 491771"/>
                    <a:gd name="connsiteX59" fmla="*/ 152408 w 607568"/>
                    <a:gd name="connsiteY59" fmla="*/ 261143 h 491771"/>
                    <a:gd name="connsiteX60" fmla="*/ 165596 w 607568"/>
                    <a:gd name="connsiteY60" fmla="*/ 263777 h 491771"/>
                    <a:gd name="connsiteX61" fmla="*/ 179442 w 607568"/>
                    <a:gd name="connsiteY61" fmla="*/ 268856 h 491771"/>
                    <a:gd name="connsiteX62" fmla="*/ 146662 w 607568"/>
                    <a:gd name="connsiteY62" fmla="*/ 310058 h 491771"/>
                    <a:gd name="connsiteX63" fmla="*/ 123867 w 607568"/>
                    <a:gd name="connsiteY63" fmla="*/ 384088 h 491771"/>
                    <a:gd name="connsiteX64" fmla="*/ 27883 w 607568"/>
                    <a:gd name="connsiteY64" fmla="*/ 384088 h 491771"/>
                    <a:gd name="connsiteX65" fmla="*/ 6312 w 607568"/>
                    <a:gd name="connsiteY65" fmla="*/ 373835 h 491771"/>
                    <a:gd name="connsiteX66" fmla="*/ 566 w 607568"/>
                    <a:gd name="connsiteY66" fmla="*/ 350788 h 491771"/>
                    <a:gd name="connsiteX67" fmla="*/ 10268 w 607568"/>
                    <a:gd name="connsiteY67" fmla="*/ 301968 h 491771"/>
                    <a:gd name="connsiteX68" fmla="*/ 48606 w 607568"/>
                    <a:gd name="connsiteY68" fmla="*/ 263777 h 491771"/>
                    <a:gd name="connsiteX69" fmla="*/ 61699 w 607568"/>
                    <a:gd name="connsiteY69" fmla="*/ 261237 h 491771"/>
                    <a:gd name="connsiteX70" fmla="*/ 76770 w 607568"/>
                    <a:gd name="connsiteY70" fmla="*/ 246281 h 491771"/>
                    <a:gd name="connsiteX71" fmla="*/ 79313 w 607568"/>
                    <a:gd name="connsiteY71" fmla="*/ 234240 h 491771"/>
                    <a:gd name="connsiteX72" fmla="*/ 75639 w 607568"/>
                    <a:gd name="connsiteY72" fmla="*/ 223893 h 491771"/>
                    <a:gd name="connsiteX73" fmla="*/ 46628 w 607568"/>
                    <a:gd name="connsiteY73" fmla="*/ 182503 h 491771"/>
                    <a:gd name="connsiteX74" fmla="*/ 27318 w 607568"/>
                    <a:gd name="connsiteY74" fmla="*/ 160962 h 491771"/>
                    <a:gd name="connsiteX75" fmla="*/ 41447 w 607568"/>
                    <a:gd name="connsiteY75" fmla="*/ 130673 h 491771"/>
                    <a:gd name="connsiteX76" fmla="*/ 41824 w 607568"/>
                    <a:gd name="connsiteY76" fmla="*/ 130673 h 491771"/>
                    <a:gd name="connsiteX77" fmla="*/ 107100 w 607568"/>
                    <a:gd name="connsiteY77" fmla="*/ 66049 h 491771"/>
                    <a:gd name="connsiteX78" fmla="*/ 298626 w 607568"/>
                    <a:gd name="connsiteY78" fmla="*/ 0 h 491771"/>
                    <a:gd name="connsiteX79" fmla="*/ 315956 w 607568"/>
                    <a:gd name="connsiteY79" fmla="*/ 0 h 491771"/>
                    <a:gd name="connsiteX80" fmla="*/ 401854 w 607568"/>
                    <a:gd name="connsiteY80" fmla="*/ 85787 h 491771"/>
                    <a:gd name="connsiteX81" fmla="*/ 401854 w 607568"/>
                    <a:gd name="connsiteY81" fmla="*/ 95476 h 491771"/>
                    <a:gd name="connsiteX82" fmla="*/ 421633 w 607568"/>
                    <a:gd name="connsiteY82" fmla="*/ 138840 h 491771"/>
                    <a:gd name="connsiteX83" fmla="*/ 417960 w 607568"/>
                    <a:gd name="connsiteY83" fmla="*/ 149281 h 491771"/>
                    <a:gd name="connsiteX84" fmla="*/ 417112 w 607568"/>
                    <a:gd name="connsiteY84" fmla="*/ 151068 h 491771"/>
                    <a:gd name="connsiteX85" fmla="*/ 411273 w 607568"/>
                    <a:gd name="connsiteY85" fmla="*/ 159534 h 491771"/>
                    <a:gd name="connsiteX86" fmla="*/ 410896 w 607568"/>
                    <a:gd name="connsiteY86" fmla="*/ 159910 h 491771"/>
                    <a:gd name="connsiteX87" fmla="*/ 394037 w 607568"/>
                    <a:gd name="connsiteY87" fmla="*/ 169787 h 491771"/>
                    <a:gd name="connsiteX88" fmla="*/ 384900 w 607568"/>
                    <a:gd name="connsiteY88" fmla="*/ 189541 h 491771"/>
                    <a:gd name="connsiteX89" fmla="*/ 384712 w 607568"/>
                    <a:gd name="connsiteY89" fmla="*/ 189823 h 491771"/>
                    <a:gd name="connsiteX90" fmla="*/ 373316 w 607568"/>
                    <a:gd name="connsiteY90" fmla="*/ 207131 h 491771"/>
                    <a:gd name="connsiteX91" fmla="*/ 372750 w 607568"/>
                    <a:gd name="connsiteY91" fmla="*/ 207789 h 491771"/>
                    <a:gd name="connsiteX92" fmla="*/ 359847 w 607568"/>
                    <a:gd name="connsiteY92" fmla="*/ 222275 h 491771"/>
                    <a:gd name="connsiteX93" fmla="*/ 359188 w 607568"/>
                    <a:gd name="connsiteY93" fmla="*/ 222934 h 491771"/>
                    <a:gd name="connsiteX94" fmla="*/ 345154 w 607568"/>
                    <a:gd name="connsiteY94" fmla="*/ 234598 h 491771"/>
                    <a:gd name="connsiteX95" fmla="*/ 345625 w 607568"/>
                    <a:gd name="connsiteY95" fmla="*/ 236855 h 491771"/>
                    <a:gd name="connsiteX96" fmla="*/ 348639 w 607568"/>
                    <a:gd name="connsiteY96" fmla="*/ 235538 h 491771"/>
                    <a:gd name="connsiteX97" fmla="*/ 355514 w 607568"/>
                    <a:gd name="connsiteY97" fmla="*/ 234033 h 491771"/>
                    <a:gd name="connsiteX98" fmla="*/ 366628 w 607568"/>
                    <a:gd name="connsiteY98" fmla="*/ 237326 h 491771"/>
                    <a:gd name="connsiteX99" fmla="*/ 385371 w 607568"/>
                    <a:gd name="connsiteY99" fmla="*/ 249648 h 491771"/>
                    <a:gd name="connsiteX100" fmla="*/ 399876 w 607568"/>
                    <a:gd name="connsiteY100" fmla="*/ 279373 h 491771"/>
                    <a:gd name="connsiteX101" fmla="*/ 430016 w 607568"/>
                    <a:gd name="connsiteY101" fmla="*/ 289814 h 491771"/>
                    <a:gd name="connsiteX102" fmla="*/ 448382 w 607568"/>
                    <a:gd name="connsiteY102" fmla="*/ 316058 h 491771"/>
                    <a:gd name="connsiteX103" fmla="*/ 481630 w 607568"/>
                    <a:gd name="connsiteY103" fmla="*/ 424515 h 491771"/>
                    <a:gd name="connsiteX104" fmla="*/ 483891 w 607568"/>
                    <a:gd name="connsiteY104" fmla="*/ 436461 h 491771"/>
                    <a:gd name="connsiteX105" fmla="*/ 473718 w 607568"/>
                    <a:gd name="connsiteY105" fmla="*/ 470700 h 491771"/>
                    <a:gd name="connsiteX106" fmla="*/ 443956 w 607568"/>
                    <a:gd name="connsiteY106" fmla="*/ 490360 h 491771"/>
                    <a:gd name="connsiteX107" fmla="*/ 431805 w 607568"/>
                    <a:gd name="connsiteY107" fmla="*/ 491771 h 491771"/>
                    <a:gd name="connsiteX108" fmla="*/ 325375 w 607568"/>
                    <a:gd name="connsiteY108" fmla="*/ 491771 h 491771"/>
                    <a:gd name="connsiteX109" fmla="*/ 337430 w 607568"/>
                    <a:gd name="connsiteY109" fmla="*/ 415296 h 491771"/>
                    <a:gd name="connsiteX110" fmla="*/ 334605 w 607568"/>
                    <a:gd name="connsiteY110" fmla="*/ 389052 h 491771"/>
                    <a:gd name="connsiteX111" fmla="*/ 323962 w 607568"/>
                    <a:gd name="connsiteY111" fmla="*/ 360927 h 491771"/>
                    <a:gd name="connsiteX112" fmla="*/ 337430 w 607568"/>
                    <a:gd name="connsiteY112" fmla="*/ 347476 h 491771"/>
                    <a:gd name="connsiteX113" fmla="*/ 307196 w 607568"/>
                    <a:gd name="connsiteY113" fmla="*/ 317281 h 491771"/>
                    <a:gd name="connsiteX114" fmla="*/ 276868 w 607568"/>
                    <a:gd name="connsiteY114" fmla="*/ 347476 h 491771"/>
                    <a:gd name="connsiteX115" fmla="*/ 290337 w 607568"/>
                    <a:gd name="connsiteY115" fmla="*/ 360927 h 491771"/>
                    <a:gd name="connsiteX116" fmla="*/ 279694 w 607568"/>
                    <a:gd name="connsiteY116" fmla="*/ 389052 h 491771"/>
                    <a:gd name="connsiteX117" fmla="*/ 276963 w 607568"/>
                    <a:gd name="connsiteY117" fmla="*/ 415296 h 491771"/>
                    <a:gd name="connsiteX118" fmla="*/ 288736 w 607568"/>
                    <a:gd name="connsiteY118" fmla="*/ 491771 h 491771"/>
                    <a:gd name="connsiteX119" fmla="*/ 182493 w 607568"/>
                    <a:gd name="connsiteY119" fmla="*/ 491771 h 491771"/>
                    <a:gd name="connsiteX120" fmla="*/ 170437 w 607568"/>
                    <a:gd name="connsiteY120" fmla="*/ 490360 h 491771"/>
                    <a:gd name="connsiteX121" fmla="*/ 140675 w 607568"/>
                    <a:gd name="connsiteY121" fmla="*/ 470700 h 491771"/>
                    <a:gd name="connsiteX122" fmla="*/ 132669 w 607568"/>
                    <a:gd name="connsiteY122" fmla="*/ 424515 h 491771"/>
                    <a:gd name="connsiteX123" fmla="*/ 166011 w 607568"/>
                    <a:gd name="connsiteY123" fmla="*/ 316058 h 491771"/>
                    <a:gd name="connsiteX124" fmla="*/ 184377 w 607568"/>
                    <a:gd name="connsiteY124" fmla="*/ 289814 h 491771"/>
                    <a:gd name="connsiteX125" fmla="*/ 214517 w 607568"/>
                    <a:gd name="connsiteY125" fmla="*/ 279373 h 491771"/>
                    <a:gd name="connsiteX126" fmla="*/ 214517 w 607568"/>
                    <a:gd name="connsiteY126" fmla="*/ 279279 h 491771"/>
                    <a:gd name="connsiteX127" fmla="*/ 229022 w 607568"/>
                    <a:gd name="connsiteY127" fmla="*/ 249648 h 491771"/>
                    <a:gd name="connsiteX128" fmla="*/ 247765 w 607568"/>
                    <a:gd name="connsiteY128" fmla="*/ 237326 h 491771"/>
                    <a:gd name="connsiteX129" fmla="*/ 258879 w 607568"/>
                    <a:gd name="connsiteY129" fmla="*/ 234033 h 491771"/>
                    <a:gd name="connsiteX130" fmla="*/ 265754 w 607568"/>
                    <a:gd name="connsiteY130" fmla="*/ 235538 h 491771"/>
                    <a:gd name="connsiteX131" fmla="*/ 268768 w 607568"/>
                    <a:gd name="connsiteY131" fmla="*/ 236855 h 491771"/>
                    <a:gd name="connsiteX132" fmla="*/ 269239 w 607568"/>
                    <a:gd name="connsiteY132" fmla="*/ 234598 h 491771"/>
                    <a:gd name="connsiteX133" fmla="*/ 255205 w 607568"/>
                    <a:gd name="connsiteY133" fmla="*/ 222934 h 491771"/>
                    <a:gd name="connsiteX134" fmla="*/ 254546 w 607568"/>
                    <a:gd name="connsiteY134" fmla="*/ 222275 h 491771"/>
                    <a:gd name="connsiteX135" fmla="*/ 241548 w 607568"/>
                    <a:gd name="connsiteY135" fmla="*/ 207789 h 491771"/>
                    <a:gd name="connsiteX136" fmla="*/ 241077 w 607568"/>
                    <a:gd name="connsiteY136" fmla="*/ 207225 h 491771"/>
                    <a:gd name="connsiteX137" fmla="*/ 229681 w 607568"/>
                    <a:gd name="connsiteY137" fmla="*/ 189823 h 491771"/>
                    <a:gd name="connsiteX138" fmla="*/ 229493 w 607568"/>
                    <a:gd name="connsiteY138" fmla="*/ 189635 h 491771"/>
                    <a:gd name="connsiteX139" fmla="*/ 220356 w 607568"/>
                    <a:gd name="connsiteY139" fmla="*/ 169787 h 491771"/>
                    <a:gd name="connsiteX140" fmla="*/ 203497 w 607568"/>
                    <a:gd name="connsiteY140" fmla="*/ 159910 h 491771"/>
                    <a:gd name="connsiteX141" fmla="*/ 203120 w 607568"/>
                    <a:gd name="connsiteY141" fmla="*/ 159534 h 491771"/>
                    <a:gd name="connsiteX142" fmla="*/ 197281 w 607568"/>
                    <a:gd name="connsiteY142" fmla="*/ 151068 h 491771"/>
                    <a:gd name="connsiteX143" fmla="*/ 196433 w 607568"/>
                    <a:gd name="connsiteY143" fmla="*/ 149281 h 491771"/>
                    <a:gd name="connsiteX144" fmla="*/ 192666 w 607568"/>
                    <a:gd name="connsiteY144" fmla="*/ 138840 h 491771"/>
                    <a:gd name="connsiteX145" fmla="*/ 212727 w 607568"/>
                    <a:gd name="connsiteY145" fmla="*/ 95476 h 491771"/>
                    <a:gd name="connsiteX146" fmla="*/ 212727 w 607568"/>
                    <a:gd name="connsiteY146" fmla="*/ 85787 h 491771"/>
                    <a:gd name="connsiteX147" fmla="*/ 298626 w 607568"/>
                    <a:gd name="connsiteY147" fmla="*/ 0 h 491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</a:cxnLst>
                  <a:rect l="l" t="t" r="r" b="b"/>
                  <a:pathLst>
                    <a:path w="607568" h="491771">
                      <a:moveTo>
                        <a:pt x="355420" y="250307"/>
                      </a:moveTo>
                      <a:cubicBezTo>
                        <a:pt x="354290" y="250307"/>
                        <a:pt x="353160" y="250871"/>
                        <a:pt x="352312" y="251812"/>
                      </a:cubicBezTo>
                      <a:lnTo>
                        <a:pt x="321042" y="289814"/>
                      </a:lnTo>
                      <a:cubicBezTo>
                        <a:pt x="319723" y="291507"/>
                        <a:pt x="319912" y="293953"/>
                        <a:pt x="321513" y="295364"/>
                      </a:cubicBezTo>
                      <a:lnTo>
                        <a:pt x="369736" y="338257"/>
                      </a:lnTo>
                      <a:cubicBezTo>
                        <a:pt x="370396" y="338822"/>
                        <a:pt x="371149" y="339104"/>
                        <a:pt x="371997" y="339104"/>
                      </a:cubicBezTo>
                      <a:cubicBezTo>
                        <a:pt x="372374" y="339104"/>
                        <a:pt x="372750" y="339010"/>
                        <a:pt x="373127" y="338916"/>
                      </a:cubicBezTo>
                      <a:cubicBezTo>
                        <a:pt x="374257" y="338539"/>
                        <a:pt x="375105" y="337505"/>
                        <a:pt x="375293" y="336282"/>
                      </a:cubicBezTo>
                      <a:lnTo>
                        <a:pt x="383676" y="279467"/>
                      </a:lnTo>
                      <a:cubicBezTo>
                        <a:pt x="384618" y="273164"/>
                        <a:pt x="381792" y="266768"/>
                        <a:pt x="376424" y="263287"/>
                      </a:cubicBezTo>
                      <a:lnTo>
                        <a:pt x="357681" y="250965"/>
                      </a:lnTo>
                      <a:cubicBezTo>
                        <a:pt x="357021" y="250495"/>
                        <a:pt x="356174" y="250307"/>
                        <a:pt x="355420" y="250307"/>
                      </a:cubicBezTo>
                      <a:close/>
                      <a:moveTo>
                        <a:pt x="258879" y="250307"/>
                      </a:moveTo>
                      <a:cubicBezTo>
                        <a:pt x="258125" y="250307"/>
                        <a:pt x="257372" y="250495"/>
                        <a:pt x="256712" y="250965"/>
                      </a:cubicBezTo>
                      <a:lnTo>
                        <a:pt x="237969" y="263287"/>
                      </a:lnTo>
                      <a:cubicBezTo>
                        <a:pt x="232601" y="266768"/>
                        <a:pt x="229775" y="273164"/>
                        <a:pt x="230717" y="279467"/>
                      </a:cubicBezTo>
                      <a:lnTo>
                        <a:pt x="239100" y="336282"/>
                      </a:lnTo>
                      <a:cubicBezTo>
                        <a:pt x="239288" y="337505"/>
                        <a:pt x="240136" y="338539"/>
                        <a:pt x="241266" y="338916"/>
                      </a:cubicBezTo>
                      <a:cubicBezTo>
                        <a:pt x="241643" y="339010"/>
                        <a:pt x="242019" y="339104"/>
                        <a:pt x="242396" y="339104"/>
                      </a:cubicBezTo>
                      <a:cubicBezTo>
                        <a:pt x="243244" y="339104"/>
                        <a:pt x="243997" y="338822"/>
                        <a:pt x="244657" y="338257"/>
                      </a:cubicBezTo>
                      <a:lnTo>
                        <a:pt x="292880" y="295364"/>
                      </a:lnTo>
                      <a:cubicBezTo>
                        <a:pt x="294481" y="293953"/>
                        <a:pt x="294670" y="291507"/>
                        <a:pt x="293351" y="289814"/>
                      </a:cubicBezTo>
                      <a:lnTo>
                        <a:pt x="261987" y="251812"/>
                      </a:lnTo>
                      <a:cubicBezTo>
                        <a:pt x="261233" y="250871"/>
                        <a:pt x="260103" y="250307"/>
                        <a:pt x="258879" y="250307"/>
                      </a:cubicBezTo>
                      <a:close/>
                      <a:moveTo>
                        <a:pt x="500465" y="66049"/>
                      </a:moveTo>
                      <a:cubicBezTo>
                        <a:pt x="548129" y="66049"/>
                        <a:pt x="562447" y="93516"/>
                        <a:pt x="565743" y="130673"/>
                      </a:cubicBezTo>
                      <a:cubicBezTo>
                        <a:pt x="565932" y="130673"/>
                        <a:pt x="566026" y="130673"/>
                        <a:pt x="566120" y="130673"/>
                      </a:cubicBezTo>
                      <a:cubicBezTo>
                        <a:pt x="577141" y="133118"/>
                        <a:pt x="583358" y="146664"/>
                        <a:pt x="580250" y="160962"/>
                      </a:cubicBezTo>
                      <a:cubicBezTo>
                        <a:pt x="577706" y="172532"/>
                        <a:pt x="569700" y="180904"/>
                        <a:pt x="560939" y="182503"/>
                      </a:cubicBezTo>
                      <a:cubicBezTo>
                        <a:pt x="554628" y="199529"/>
                        <a:pt x="543796" y="214016"/>
                        <a:pt x="531927" y="223799"/>
                      </a:cubicBezTo>
                      <a:cubicBezTo>
                        <a:pt x="528913" y="226338"/>
                        <a:pt x="527500" y="230383"/>
                        <a:pt x="528253" y="234240"/>
                      </a:cubicBezTo>
                      <a:lnTo>
                        <a:pt x="530797" y="246281"/>
                      </a:lnTo>
                      <a:cubicBezTo>
                        <a:pt x="532304" y="253806"/>
                        <a:pt x="538238" y="259732"/>
                        <a:pt x="545868" y="261143"/>
                      </a:cubicBezTo>
                      <a:lnTo>
                        <a:pt x="558961" y="263777"/>
                      </a:lnTo>
                      <a:cubicBezTo>
                        <a:pt x="578366" y="267634"/>
                        <a:pt x="593437" y="282684"/>
                        <a:pt x="597299" y="301968"/>
                      </a:cubicBezTo>
                      <a:lnTo>
                        <a:pt x="607002" y="350788"/>
                      </a:lnTo>
                      <a:cubicBezTo>
                        <a:pt x="608697" y="358972"/>
                        <a:pt x="606531" y="367438"/>
                        <a:pt x="601256" y="373835"/>
                      </a:cubicBezTo>
                      <a:cubicBezTo>
                        <a:pt x="595981" y="380325"/>
                        <a:pt x="588068" y="384088"/>
                        <a:pt x="579685" y="384088"/>
                      </a:cubicBezTo>
                      <a:lnTo>
                        <a:pt x="490386" y="384088"/>
                      </a:lnTo>
                      <a:lnTo>
                        <a:pt x="467685" y="310058"/>
                      </a:lnTo>
                      <a:cubicBezTo>
                        <a:pt x="461845" y="291150"/>
                        <a:pt x="448563" y="276194"/>
                        <a:pt x="431702" y="267445"/>
                      </a:cubicBezTo>
                      <a:cubicBezTo>
                        <a:pt x="434999" y="265940"/>
                        <a:pt x="438295" y="264529"/>
                        <a:pt x="441969" y="263777"/>
                      </a:cubicBezTo>
                      <a:lnTo>
                        <a:pt x="455157" y="261237"/>
                      </a:lnTo>
                      <a:cubicBezTo>
                        <a:pt x="462692" y="259732"/>
                        <a:pt x="468627" y="253806"/>
                        <a:pt x="470228" y="246281"/>
                      </a:cubicBezTo>
                      <a:lnTo>
                        <a:pt x="472677" y="234240"/>
                      </a:lnTo>
                      <a:cubicBezTo>
                        <a:pt x="473525" y="230383"/>
                        <a:pt x="472112" y="226338"/>
                        <a:pt x="469098" y="223893"/>
                      </a:cubicBezTo>
                      <a:cubicBezTo>
                        <a:pt x="457229" y="214016"/>
                        <a:pt x="446302" y="199529"/>
                        <a:pt x="439991" y="182503"/>
                      </a:cubicBezTo>
                      <a:cubicBezTo>
                        <a:pt x="434716" y="181563"/>
                        <a:pt x="429818" y="177894"/>
                        <a:pt x="426144" y="172720"/>
                      </a:cubicBezTo>
                      <a:cubicBezTo>
                        <a:pt x="433303" y="164725"/>
                        <a:pt x="438861" y="154754"/>
                        <a:pt x="441404" y="143278"/>
                      </a:cubicBezTo>
                      <a:cubicBezTo>
                        <a:pt x="444324" y="130485"/>
                        <a:pt x="443476" y="118068"/>
                        <a:pt x="439708" y="107438"/>
                      </a:cubicBezTo>
                      <a:cubicBezTo>
                        <a:pt x="447244" y="82699"/>
                        <a:pt x="464200" y="66049"/>
                        <a:pt x="500465" y="66049"/>
                      </a:cubicBezTo>
                      <a:close/>
                      <a:moveTo>
                        <a:pt x="107100" y="66049"/>
                      </a:moveTo>
                      <a:cubicBezTo>
                        <a:pt x="151561" y="66049"/>
                        <a:pt x="166820" y="90130"/>
                        <a:pt x="171341" y="123618"/>
                      </a:cubicBezTo>
                      <a:cubicBezTo>
                        <a:pt x="170965" y="129920"/>
                        <a:pt x="171436" y="136505"/>
                        <a:pt x="172849" y="143278"/>
                      </a:cubicBezTo>
                      <a:cubicBezTo>
                        <a:pt x="174921" y="152590"/>
                        <a:pt x="178971" y="161056"/>
                        <a:pt x="184246" y="168205"/>
                      </a:cubicBezTo>
                      <a:cubicBezTo>
                        <a:pt x="180573" y="175919"/>
                        <a:pt x="174356" y="181281"/>
                        <a:pt x="167574" y="182503"/>
                      </a:cubicBezTo>
                      <a:cubicBezTo>
                        <a:pt x="161263" y="199529"/>
                        <a:pt x="150336" y="214016"/>
                        <a:pt x="138468" y="223799"/>
                      </a:cubicBezTo>
                      <a:cubicBezTo>
                        <a:pt x="135453" y="226338"/>
                        <a:pt x="134040" y="230383"/>
                        <a:pt x="134794" y="234240"/>
                      </a:cubicBezTo>
                      <a:lnTo>
                        <a:pt x="137337" y="246281"/>
                      </a:lnTo>
                      <a:cubicBezTo>
                        <a:pt x="138939" y="253806"/>
                        <a:pt x="144873" y="259732"/>
                        <a:pt x="152408" y="261143"/>
                      </a:cubicBezTo>
                      <a:lnTo>
                        <a:pt x="165596" y="263777"/>
                      </a:lnTo>
                      <a:cubicBezTo>
                        <a:pt x="170494" y="264812"/>
                        <a:pt x="175203" y="266505"/>
                        <a:pt x="179442" y="268856"/>
                      </a:cubicBezTo>
                      <a:cubicBezTo>
                        <a:pt x="164088" y="277793"/>
                        <a:pt x="152126" y="292279"/>
                        <a:pt x="146662" y="310058"/>
                      </a:cubicBezTo>
                      <a:lnTo>
                        <a:pt x="123867" y="384088"/>
                      </a:lnTo>
                      <a:lnTo>
                        <a:pt x="27883" y="384088"/>
                      </a:lnTo>
                      <a:cubicBezTo>
                        <a:pt x="19499" y="384088"/>
                        <a:pt x="11587" y="380325"/>
                        <a:pt x="6312" y="373835"/>
                      </a:cubicBezTo>
                      <a:cubicBezTo>
                        <a:pt x="1037" y="367438"/>
                        <a:pt x="-1129" y="358972"/>
                        <a:pt x="566" y="350788"/>
                      </a:cubicBezTo>
                      <a:lnTo>
                        <a:pt x="10268" y="301968"/>
                      </a:lnTo>
                      <a:cubicBezTo>
                        <a:pt x="14130" y="282684"/>
                        <a:pt x="29202" y="267634"/>
                        <a:pt x="48606" y="263777"/>
                      </a:cubicBezTo>
                      <a:lnTo>
                        <a:pt x="61699" y="261237"/>
                      </a:lnTo>
                      <a:cubicBezTo>
                        <a:pt x="69328" y="259732"/>
                        <a:pt x="75263" y="253806"/>
                        <a:pt x="76770" y="246281"/>
                      </a:cubicBezTo>
                      <a:lnTo>
                        <a:pt x="79313" y="234240"/>
                      </a:lnTo>
                      <a:cubicBezTo>
                        <a:pt x="80067" y="230383"/>
                        <a:pt x="78654" y="226338"/>
                        <a:pt x="75639" y="223893"/>
                      </a:cubicBezTo>
                      <a:cubicBezTo>
                        <a:pt x="63771" y="214016"/>
                        <a:pt x="52939" y="199623"/>
                        <a:pt x="46628" y="182503"/>
                      </a:cubicBezTo>
                      <a:cubicBezTo>
                        <a:pt x="37867" y="180904"/>
                        <a:pt x="29861" y="172532"/>
                        <a:pt x="27318" y="160962"/>
                      </a:cubicBezTo>
                      <a:cubicBezTo>
                        <a:pt x="24115" y="146664"/>
                        <a:pt x="30426" y="133118"/>
                        <a:pt x="41447" y="130673"/>
                      </a:cubicBezTo>
                      <a:cubicBezTo>
                        <a:pt x="41541" y="130673"/>
                        <a:pt x="41729" y="130673"/>
                        <a:pt x="41824" y="130673"/>
                      </a:cubicBezTo>
                      <a:cubicBezTo>
                        <a:pt x="45403" y="93516"/>
                        <a:pt x="60192" y="66049"/>
                        <a:pt x="107100" y="66049"/>
                      </a:cubicBezTo>
                      <a:close/>
                      <a:moveTo>
                        <a:pt x="298626" y="0"/>
                      </a:moveTo>
                      <a:lnTo>
                        <a:pt x="315956" y="0"/>
                      </a:lnTo>
                      <a:cubicBezTo>
                        <a:pt x="363426" y="0"/>
                        <a:pt x="401854" y="38378"/>
                        <a:pt x="401854" y="85787"/>
                      </a:cubicBezTo>
                      <a:lnTo>
                        <a:pt x="401854" y="95476"/>
                      </a:lnTo>
                      <a:cubicBezTo>
                        <a:pt x="417301" y="99238"/>
                        <a:pt x="426154" y="118522"/>
                        <a:pt x="421633" y="138840"/>
                      </a:cubicBezTo>
                      <a:cubicBezTo>
                        <a:pt x="420880" y="142602"/>
                        <a:pt x="419467" y="146083"/>
                        <a:pt x="417960" y="149281"/>
                      </a:cubicBezTo>
                      <a:cubicBezTo>
                        <a:pt x="417677" y="149939"/>
                        <a:pt x="417395" y="150504"/>
                        <a:pt x="417112" y="151068"/>
                      </a:cubicBezTo>
                      <a:cubicBezTo>
                        <a:pt x="415417" y="154172"/>
                        <a:pt x="413533" y="157088"/>
                        <a:pt x="411273" y="159534"/>
                      </a:cubicBezTo>
                      <a:cubicBezTo>
                        <a:pt x="411179" y="159628"/>
                        <a:pt x="410990" y="159816"/>
                        <a:pt x="410896" y="159910"/>
                      </a:cubicBezTo>
                      <a:cubicBezTo>
                        <a:pt x="406092" y="165084"/>
                        <a:pt x="400159" y="168658"/>
                        <a:pt x="394037" y="169787"/>
                      </a:cubicBezTo>
                      <a:cubicBezTo>
                        <a:pt x="391494" y="176654"/>
                        <a:pt x="388385" y="183332"/>
                        <a:pt x="384900" y="189541"/>
                      </a:cubicBezTo>
                      <a:cubicBezTo>
                        <a:pt x="384806" y="189635"/>
                        <a:pt x="384806" y="189729"/>
                        <a:pt x="384712" y="189823"/>
                      </a:cubicBezTo>
                      <a:cubicBezTo>
                        <a:pt x="381227" y="196031"/>
                        <a:pt x="377460" y="201769"/>
                        <a:pt x="373316" y="207131"/>
                      </a:cubicBezTo>
                      <a:cubicBezTo>
                        <a:pt x="373127" y="207413"/>
                        <a:pt x="372939" y="207601"/>
                        <a:pt x="372750" y="207789"/>
                      </a:cubicBezTo>
                      <a:cubicBezTo>
                        <a:pt x="368700" y="213057"/>
                        <a:pt x="364368" y="217948"/>
                        <a:pt x="359847" y="222275"/>
                      </a:cubicBezTo>
                      <a:cubicBezTo>
                        <a:pt x="359658" y="222463"/>
                        <a:pt x="359376" y="222651"/>
                        <a:pt x="359188" y="222934"/>
                      </a:cubicBezTo>
                      <a:cubicBezTo>
                        <a:pt x="354667" y="227261"/>
                        <a:pt x="349957" y="231211"/>
                        <a:pt x="345154" y="234598"/>
                      </a:cubicBezTo>
                      <a:lnTo>
                        <a:pt x="345625" y="236855"/>
                      </a:lnTo>
                      <a:cubicBezTo>
                        <a:pt x="346567" y="236385"/>
                        <a:pt x="347603" y="235915"/>
                        <a:pt x="348639" y="235538"/>
                      </a:cubicBezTo>
                      <a:cubicBezTo>
                        <a:pt x="350899" y="234786"/>
                        <a:pt x="353065" y="234033"/>
                        <a:pt x="355514" y="234033"/>
                      </a:cubicBezTo>
                      <a:cubicBezTo>
                        <a:pt x="359470" y="234033"/>
                        <a:pt x="363238" y="235162"/>
                        <a:pt x="366628" y="237326"/>
                      </a:cubicBezTo>
                      <a:cubicBezTo>
                        <a:pt x="366628" y="237326"/>
                        <a:pt x="380756" y="246450"/>
                        <a:pt x="385371" y="249648"/>
                      </a:cubicBezTo>
                      <a:cubicBezTo>
                        <a:pt x="401854" y="261030"/>
                        <a:pt x="399876" y="279373"/>
                        <a:pt x="399876" y="279373"/>
                      </a:cubicBezTo>
                      <a:cubicBezTo>
                        <a:pt x="410990" y="279655"/>
                        <a:pt x="421822" y="283041"/>
                        <a:pt x="430016" y="289814"/>
                      </a:cubicBezTo>
                      <a:cubicBezTo>
                        <a:pt x="445180" y="302324"/>
                        <a:pt x="447535" y="313330"/>
                        <a:pt x="448382" y="316058"/>
                      </a:cubicBezTo>
                      <a:lnTo>
                        <a:pt x="481630" y="424515"/>
                      </a:lnTo>
                      <a:cubicBezTo>
                        <a:pt x="482855" y="428371"/>
                        <a:pt x="483608" y="432416"/>
                        <a:pt x="483891" y="436461"/>
                      </a:cubicBezTo>
                      <a:cubicBezTo>
                        <a:pt x="484644" y="448595"/>
                        <a:pt x="481159" y="460730"/>
                        <a:pt x="473718" y="470700"/>
                      </a:cubicBezTo>
                      <a:cubicBezTo>
                        <a:pt x="466372" y="480671"/>
                        <a:pt x="455823" y="487538"/>
                        <a:pt x="443956" y="490360"/>
                      </a:cubicBezTo>
                      <a:cubicBezTo>
                        <a:pt x="440000" y="491301"/>
                        <a:pt x="435950" y="491771"/>
                        <a:pt x="431805" y="491771"/>
                      </a:cubicBezTo>
                      <a:lnTo>
                        <a:pt x="325375" y="491771"/>
                      </a:lnTo>
                      <a:lnTo>
                        <a:pt x="337430" y="415296"/>
                      </a:lnTo>
                      <a:cubicBezTo>
                        <a:pt x="338749" y="406454"/>
                        <a:pt x="337807" y="397424"/>
                        <a:pt x="334605" y="389052"/>
                      </a:cubicBezTo>
                      <a:lnTo>
                        <a:pt x="323962" y="360927"/>
                      </a:lnTo>
                      <a:lnTo>
                        <a:pt x="337430" y="347476"/>
                      </a:lnTo>
                      <a:lnTo>
                        <a:pt x="307196" y="317281"/>
                      </a:lnTo>
                      <a:lnTo>
                        <a:pt x="276868" y="347476"/>
                      </a:lnTo>
                      <a:lnTo>
                        <a:pt x="290337" y="360927"/>
                      </a:lnTo>
                      <a:lnTo>
                        <a:pt x="279694" y="389052"/>
                      </a:lnTo>
                      <a:cubicBezTo>
                        <a:pt x="276586" y="397424"/>
                        <a:pt x="275644" y="406454"/>
                        <a:pt x="276963" y="415296"/>
                      </a:cubicBezTo>
                      <a:lnTo>
                        <a:pt x="288736" y="491771"/>
                      </a:lnTo>
                      <a:lnTo>
                        <a:pt x="182493" y="491771"/>
                      </a:lnTo>
                      <a:cubicBezTo>
                        <a:pt x="178443" y="491771"/>
                        <a:pt x="174299" y="491301"/>
                        <a:pt x="170437" y="490360"/>
                      </a:cubicBezTo>
                      <a:cubicBezTo>
                        <a:pt x="158570" y="487538"/>
                        <a:pt x="148021" y="480671"/>
                        <a:pt x="140675" y="470700"/>
                      </a:cubicBezTo>
                      <a:cubicBezTo>
                        <a:pt x="130785" y="457343"/>
                        <a:pt x="127865" y="440223"/>
                        <a:pt x="132669" y="424515"/>
                      </a:cubicBezTo>
                      <a:lnTo>
                        <a:pt x="166011" y="316058"/>
                      </a:lnTo>
                      <a:cubicBezTo>
                        <a:pt x="166858" y="313330"/>
                        <a:pt x="170908" y="300631"/>
                        <a:pt x="184377" y="289814"/>
                      </a:cubicBezTo>
                      <a:cubicBezTo>
                        <a:pt x="192666" y="283229"/>
                        <a:pt x="203403" y="279655"/>
                        <a:pt x="214517" y="279373"/>
                      </a:cubicBezTo>
                      <a:lnTo>
                        <a:pt x="214517" y="279279"/>
                      </a:lnTo>
                      <a:cubicBezTo>
                        <a:pt x="214140" y="273447"/>
                        <a:pt x="211880" y="260654"/>
                        <a:pt x="229022" y="249648"/>
                      </a:cubicBezTo>
                      <a:cubicBezTo>
                        <a:pt x="233731" y="246638"/>
                        <a:pt x="247765" y="237326"/>
                        <a:pt x="247765" y="237326"/>
                      </a:cubicBezTo>
                      <a:cubicBezTo>
                        <a:pt x="251061" y="235162"/>
                        <a:pt x="254923" y="234033"/>
                        <a:pt x="258879" y="234033"/>
                      </a:cubicBezTo>
                      <a:cubicBezTo>
                        <a:pt x="261328" y="234033"/>
                        <a:pt x="263494" y="234786"/>
                        <a:pt x="265754" y="235538"/>
                      </a:cubicBezTo>
                      <a:cubicBezTo>
                        <a:pt x="266790" y="236009"/>
                        <a:pt x="267826" y="236385"/>
                        <a:pt x="268768" y="236855"/>
                      </a:cubicBezTo>
                      <a:lnTo>
                        <a:pt x="269239" y="234598"/>
                      </a:lnTo>
                      <a:cubicBezTo>
                        <a:pt x="264436" y="231211"/>
                        <a:pt x="259726" y="227261"/>
                        <a:pt x="255205" y="222934"/>
                      </a:cubicBezTo>
                      <a:cubicBezTo>
                        <a:pt x="254923" y="222651"/>
                        <a:pt x="254735" y="222463"/>
                        <a:pt x="254546" y="222275"/>
                      </a:cubicBezTo>
                      <a:cubicBezTo>
                        <a:pt x="250025" y="217948"/>
                        <a:pt x="245693" y="213057"/>
                        <a:pt x="241548" y="207789"/>
                      </a:cubicBezTo>
                      <a:cubicBezTo>
                        <a:pt x="241454" y="207601"/>
                        <a:pt x="241266" y="207413"/>
                        <a:pt x="241077" y="207225"/>
                      </a:cubicBezTo>
                      <a:cubicBezTo>
                        <a:pt x="236933" y="201769"/>
                        <a:pt x="233072" y="196031"/>
                        <a:pt x="229681" y="189823"/>
                      </a:cubicBezTo>
                      <a:cubicBezTo>
                        <a:pt x="229587" y="189729"/>
                        <a:pt x="229587" y="189635"/>
                        <a:pt x="229493" y="189635"/>
                      </a:cubicBezTo>
                      <a:cubicBezTo>
                        <a:pt x="226008" y="183332"/>
                        <a:pt x="222899" y="176654"/>
                        <a:pt x="220356" y="169787"/>
                      </a:cubicBezTo>
                      <a:cubicBezTo>
                        <a:pt x="214140" y="168658"/>
                        <a:pt x="208301" y="165084"/>
                        <a:pt x="203497" y="159910"/>
                      </a:cubicBezTo>
                      <a:cubicBezTo>
                        <a:pt x="203309" y="159722"/>
                        <a:pt x="203214" y="159628"/>
                        <a:pt x="203120" y="159534"/>
                      </a:cubicBezTo>
                      <a:cubicBezTo>
                        <a:pt x="200860" y="157088"/>
                        <a:pt x="198976" y="154172"/>
                        <a:pt x="197281" y="151068"/>
                      </a:cubicBezTo>
                      <a:cubicBezTo>
                        <a:pt x="196998" y="150504"/>
                        <a:pt x="196716" y="149939"/>
                        <a:pt x="196433" y="149281"/>
                      </a:cubicBezTo>
                      <a:cubicBezTo>
                        <a:pt x="194832" y="146083"/>
                        <a:pt x="193513" y="142602"/>
                        <a:pt x="192666" y="138840"/>
                      </a:cubicBezTo>
                      <a:cubicBezTo>
                        <a:pt x="188145" y="118428"/>
                        <a:pt x="197092" y="99050"/>
                        <a:pt x="212727" y="95476"/>
                      </a:cubicBezTo>
                      <a:lnTo>
                        <a:pt x="212727" y="85787"/>
                      </a:lnTo>
                      <a:cubicBezTo>
                        <a:pt x="212727" y="38378"/>
                        <a:pt x="251155" y="0"/>
                        <a:pt x="29862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íŝḷidé"/>
              <p:cNvGrpSpPr/>
              <p:nvPr/>
            </p:nvGrpSpPr>
            <p:grpSpPr>
              <a:xfrm>
                <a:off x="7418579" y="4553047"/>
                <a:ext cx="739189" cy="739191"/>
                <a:chOff x="7418579" y="4418047"/>
                <a:chExt cx="739189" cy="739191"/>
              </a:xfrm>
            </p:grpSpPr>
            <p:sp>
              <p:nvSpPr>
                <p:cNvPr id="37" name="îṡľíḋê"/>
                <p:cNvSpPr/>
                <p:nvPr/>
              </p:nvSpPr>
              <p:spPr>
                <a:xfrm>
                  <a:off x="7418579" y="4418047"/>
                  <a:ext cx="739189" cy="739191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8" name="íṡḷïdê"/>
                <p:cNvSpPr/>
                <p:nvPr/>
              </p:nvSpPr>
              <p:spPr bwMode="auto">
                <a:xfrm>
                  <a:off x="7551410" y="4596007"/>
                  <a:ext cx="473526" cy="383276"/>
                </a:xfrm>
                <a:custGeom>
                  <a:avLst/>
                  <a:gdLst>
                    <a:gd name="connsiteX0" fmla="*/ 355420 w 607568"/>
                    <a:gd name="connsiteY0" fmla="*/ 250307 h 491771"/>
                    <a:gd name="connsiteX1" fmla="*/ 352312 w 607568"/>
                    <a:gd name="connsiteY1" fmla="*/ 251812 h 491771"/>
                    <a:gd name="connsiteX2" fmla="*/ 321042 w 607568"/>
                    <a:gd name="connsiteY2" fmla="*/ 289814 h 491771"/>
                    <a:gd name="connsiteX3" fmla="*/ 321513 w 607568"/>
                    <a:gd name="connsiteY3" fmla="*/ 295364 h 491771"/>
                    <a:gd name="connsiteX4" fmla="*/ 369736 w 607568"/>
                    <a:gd name="connsiteY4" fmla="*/ 338257 h 491771"/>
                    <a:gd name="connsiteX5" fmla="*/ 371997 w 607568"/>
                    <a:gd name="connsiteY5" fmla="*/ 339104 h 491771"/>
                    <a:gd name="connsiteX6" fmla="*/ 373127 w 607568"/>
                    <a:gd name="connsiteY6" fmla="*/ 338916 h 491771"/>
                    <a:gd name="connsiteX7" fmla="*/ 375293 w 607568"/>
                    <a:gd name="connsiteY7" fmla="*/ 336282 h 491771"/>
                    <a:gd name="connsiteX8" fmla="*/ 383676 w 607568"/>
                    <a:gd name="connsiteY8" fmla="*/ 279467 h 491771"/>
                    <a:gd name="connsiteX9" fmla="*/ 376424 w 607568"/>
                    <a:gd name="connsiteY9" fmla="*/ 263287 h 491771"/>
                    <a:gd name="connsiteX10" fmla="*/ 357681 w 607568"/>
                    <a:gd name="connsiteY10" fmla="*/ 250965 h 491771"/>
                    <a:gd name="connsiteX11" fmla="*/ 355420 w 607568"/>
                    <a:gd name="connsiteY11" fmla="*/ 250307 h 491771"/>
                    <a:gd name="connsiteX12" fmla="*/ 258879 w 607568"/>
                    <a:gd name="connsiteY12" fmla="*/ 250307 h 491771"/>
                    <a:gd name="connsiteX13" fmla="*/ 256712 w 607568"/>
                    <a:gd name="connsiteY13" fmla="*/ 250965 h 491771"/>
                    <a:gd name="connsiteX14" fmla="*/ 237969 w 607568"/>
                    <a:gd name="connsiteY14" fmla="*/ 263287 h 491771"/>
                    <a:gd name="connsiteX15" fmla="*/ 230717 w 607568"/>
                    <a:gd name="connsiteY15" fmla="*/ 279467 h 491771"/>
                    <a:gd name="connsiteX16" fmla="*/ 239100 w 607568"/>
                    <a:gd name="connsiteY16" fmla="*/ 336282 h 491771"/>
                    <a:gd name="connsiteX17" fmla="*/ 241266 w 607568"/>
                    <a:gd name="connsiteY17" fmla="*/ 338916 h 491771"/>
                    <a:gd name="connsiteX18" fmla="*/ 242396 w 607568"/>
                    <a:gd name="connsiteY18" fmla="*/ 339104 h 491771"/>
                    <a:gd name="connsiteX19" fmla="*/ 244657 w 607568"/>
                    <a:gd name="connsiteY19" fmla="*/ 338257 h 491771"/>
                    <a:gd name="connsiteX20" fmla="*/ 292880 w 607568"/>
                    <a:gd name="connsiteY20" fmla="*/ 295364 h 491771"/>
                    <a:gd name="connsiteX21" fmla="*/ 293351 w 607568"/>
                    <a:gd name="connsiteY21" fmla="*/ 289814 h 491771"/>
                    <a:gd name="connsiteX22" fmla="*/ 261987 w 607568"/>
                    <a:gd name="connsiteY22" fmla="*/ 251812 h 491771"/>
                    <a:gd name="connsiteX23" fmla="*/ 258879 w 607568"/>
                    <a:gd name="connsiteY23" fmla="*/ 250307 h 491771"/>
                    <a:gd name="connsiteX24" fmla="*/ 500465 w 607568"/>
                    <a:gd name="connsiteY24" fmla="*/ 66049 h 491771"/>
                    <a:gd name="connsiteX25" fmla="*/ 565743 w 607568"/>
                    <a:gd name="connsiteY25" fmla="*/ 130673 h 491771"/>
                    <a:gd name="connsiteX26" fmla="*/ 566120 w 607568"/>
                    <a:gd name="connsiteY26" fmla="*/ 130673 h 491771"/>
                    <a:gd name="connsiteX27" fmla="*/ 580250 w 607568"/>
                    <a:gd name="connsiteY27" fmla="*/ 160962 h 491771"/>
                    <a:gd name="connsiteX28" fmla="*/ 560939 w 607568"/>
                    <a:gd name="connsiteY28" fmla="*/ 182503 h 491771"/>
                    <a:gd name="connsiteX29" fmla="*/ 531927 w 607568"/>
                    <a:gd name="connsiteY29" fmla="*/ 223799 h 491771"/>
                    <a:gd name="connsiteX30" fmla="*/ 528253 w 607568"/>
                    <a:gd name="connsiteY30" fmla="*/ 234240 h 491771"/>
                    <a:gd name="connsiteX31" fmla="*/ 530797 w 607568"/>
                    <a:gd name="connsiteY31" fmla="*/ 246281 h 491771"/>
                    <a:gd name="connsiteX32" fmla="*/ 545868 w 607568"/>
                    <a:gd name="connsiteY32" fmla="*/ 261143 h 491771"/>
                    <a:gd name="connsiteX33" fmla="*/ 558961 w 607568"/>
                    <a:gd name="connsiteY33" fmla="*/ 263777 h 491771"/>
                    <a:gd name="connsiteX34" fmla="*/ 597299 w 607568"/>
                    <a:gd name="connsiteY34" fmla="*/ 301968 h 491771"/>
                    <a:gd name="connsiteX35" fmla="*/ 607002 w 607568"/>
                    <a:gd name="connsiteY35" fmla="*/ 350788 h 491771"/>
                    <a:gd name="connsiteX36" fmla="*/ 601256 w 607568"/>
                    <a:gd name="connsiteY36" fmla="*/ 373835 h 491771"/>
                    <a:gd name="connsiteX37" fmla="*/ 579685 w 607568"/>
                    <a:gd name="connsiteY37" fmla="*/ 384088 h 491771"/>
                    <a:gd name="connsiteX38" fmla="*/ 490386 w 607568"/>
                    <a:gd name="connsiteY38" fmla="*/ 384088 h 491771"/>
                    <a:gd name="connsiteX39" fmla="*/ 467685 w 607568"/>
                    <a:gd name="connsiteY39" fmla="*/ 310058 h 491771"/>
                    <a:gd name="connsiteX40" fmla="*/ 431702 w 607568"/>
                    <a:gd name="connsiteY40" fmla="*/ 267445 h 491771"/>
                    <a:gd name="connsiteX41" fmla="*/ 441969 w 607568"/>
                    <a:gd name="connsiteY41" fmla="*/ 263777 h 491771"/>
                    <a:gd name="connsiteX42" fmla="*/ 455157 w 607568"/>
                    <a:gd name="connsiteY42" fmla="*/ 261237 h 491771"/>
                    <a:gd name="connsiteX43" fmla="*/ 470228 w 607568"/>
                    <a:gd name="connsiteY43" fmla="*/ 246281 h 491771"/>
                    <a:gd name="connsiteX44" fmla="*/ 472677 w 607568"/>
                    <a:gd name="connsiteY44" fmla="*/ 234240 h 491771"/>
                    <a:gd name="connsiteX45" fmla="*/ 469098 w 607568"/>
                    <a:gd name="connsiteY45" fmla="*/ 223893 h 491771"/>
                    <a:gd name="connsiteX46" fmla="*/ 439991 w 607568"/>
                    <a:gd name="connsiteY46" fmla="*/ 182503 h 491771"/>
                    <a:gd name="connsiteX47" fmla="*/ 426144 w 607568"/>
                    <a:gd name="connsiteY47" fmla="*/ 172720 h 491771"/>
                    <a:gd name="connsiteX48" fmla="*/ 441404 w 607568"/>
                    <a:gd name="connsiteY48" fmla="*/ 143278 h 491771"/>
                    <a:gd name="connsiteX49" fmla="*/ 439708 w 607568"/>
                    <a:gd name="connsiteY49" fmla="*/ 107438 h 491771"/>
                    <a:gd name="connsiteX50" fmla="*/ 500465 w 607568"/>
                    <a:gd name="connsiteY50" fmla="*/ 66049 h 491771"/>
                    <a:gd name="connsiteX51" fmla="*/ 107100 w 607568"/>
                    <a:gd name="connsiteY51" fmla="*/ 66049 h 491771"/>
                    <a:gd name="connsiteX52" fmla="*/ 171341 w 607568"/>
                    <a:gd name="connsiteY52" fmla="*/ 123618 h 491771"/>
                    <a:gd name="connsiteX53" fmla="*/ 172849 w 607568"/>
                    <a:gd name="connsiteY53" fmla="*/ 143278 h 491771"/>
                    <a:gd name="connsiteX54" fmla="*/ 184246 w 607568"/>
                    <a:gd name="connsiteY54" fmla="*/ 168205 h 491771"/>
                    <a:gd name="connsiteX55" fmla="*/ 167574 w 607568"/>
                    <a:gd name="connsiteY55" fmla="*/ 182503 h 491771"/>
                    <a:gd name="connsiteX56" fmla="*/ 138468 w 607568"/>
                    <a:gd name="connsiteY56" fmla="*/ 223799 h 491771"/>
                    <a:gd name="connsiteX57" fmla="*/ 134794 w 607568"/>
                    <a:gd name="connsiteY57" fmla="*/ 234240 h 491771"/>
                    <a:gd name="connsiteX58" fmla="*/ 137337 w 607568"/>
                    <a:gd name="connsiteY58" fmla="*/ 246281 h 491771"/>
                    <a:gd name="connsiteX59" fmla="*/ 152408 w 607568"/>
                    <a:gd name="connsiteY59" fmla="*/ 261143 h 491771"/>
                    <a:gd name="connsiteX60" fmla="*/ 165596 w 607568"/>
                    <a:gd name="connsiteY60" fmla="*/ 263777 h 491771"/>
                    <a:gd name="connsiteX61" fmla="*/ 179442 w 607568"/>
                    <a:gd name="connsiteY61" fmla="*/ 268856 h 491771"/>
                    <a:gd name="connsiteX62" fmla="*/ 146662 w 607568"/>
                    <a:gd name="connsiteY62" fmla="*/ 310058 h 491771"/>
                    <a:gd name="connsiteX63" fmla="*/ 123867 w 607568"/>
                    <a:gd name="connsiteY63" fmla="*/ 384088 h 491771"/>
                    <a:gd name="connsiteX64" fmla="*/ 27883 w 607568"/>
                    <a:gd name="connsiteY64" fmla="*/ 384088 h 491771"/>
                    <a:gd name="connsiteX65" fmla="*/ 6312 w 607568"/>
                    <a:gd name="connsiteY65" fmla="*/ 373835 h 491771"/>
                    <a:gd name="connsiteX66" fmla="*/ 566 w 607568"/>
                    <a:gd name="connsiteY66" fmla="*/ 350788 h 491771"/>
                    <a:gd name="connsiteX67" fmla="*/ 10268 w 607568"/>
                    <a:gd name="connsiteY67" fmla="*/ 301968 h 491771"/>
                    <a:gd name="connsiteX68" fmla="*/ 48606 w 607568"/>
                    <a:gd name="connsiteY68" fmla="*/ 263777 h 491771"/>
                    <a:gd name="connsiteX69" fmla="*/ 61699 w 607568"/>
                    <a:gd name="connsiteY69" fmla="*/ 261237 h 491771"/>
                    <a:gd name="connsiteX70" fmla="*/ 76770 w 607568"/>
                    <a:gd name="connsiteY70" fmla="*/ 246281 h 491771"/>
                    <a:gd name="connsiteX71" fmla="*/ 79313 w 607568"/>
                    <a:gd name="connsiteY71" fmla="*/ 234240 h 491771"/>
                    <a:gd name="connsiteX72" fmla="*/ 75639 w 607568"/>
                    <a:gd name="connsiteY72" fmla="*/ 223893 h 491771"/>
                    <a:gd name="connsiteX73" fmla="*/ 46628 w 607568"/>
                    <a:gd name="connsiteY73" fmla="*/ 182503 h 491771"/>
                    <a:gd name="connsiteX74" fmla="*/ 27318 w 607568"/>
                    <a:gd name="connsiteY74" fmla="*/ 160962 h 491771"/>
                    <a:gd name="connsiteX75" fmla="*/ 41447 w 607568"/>
                    <a:gd name="connsiteY75" fmla="*/ 130673 h 491771"/>
                    <a:gd name="connsiteX76" fmla="*/ 41824 w 607568"/>
                    <a:gd name="connsiteY76" fmla="*/ 130673 h 491771"/>
                    <a:gd name="connsiteX77" fmla="*/ 107100 w 607568"/>
                    <a:gd name="connsiteY77" fmla="*/ 66049 h 491771"/>
                    <a:gd name="connsiteX78" fmla="*/ 298626 w 607568"/>
                    <a:gd name="connsiteY78" fmla="*/ 0 h 491771"/>
                    <a:gd name="connsiteX79" fmla="*/ 315956 w 607568"/>
                    <a:gd name="connsiteY79" fmla="*/ 0 h 491771"/>
                    <a:gd name="connsiteX80" fmla="*/ 401854 w 607568"/>
                    <a:gd name="connsiteY80" fmla="*/ 85787 h 491771"/>
                    <a:gd name="connsiteX81" fmla="*/ 401854 w 607568"/>
                    <a:gd name="connsiteY81" fmla="*/ 95476 h 491771"/>
                    <a:gd name="connsiteX82" fmla="*/ 421633 w 607568"/>
                    <a:gd name="connsiteY82" fmla="*/ 138840 h 491771"/>
                    <a:gd name="connsiteX83" fmla="*/ 417960 w 607568"/>
                    <a:gd name="connsiteY83" fmla="*/ 149281 h 491771"/>
                    <a:gd name="connsiteX84" fmla="*/ 417112 w 607568"/>
                    <a:gd name="connsiteY84" fmla="*/ 151068 h 491771"/>
                    <a:gd name="connsiteX85" fmla="*/ 411273 w 607568"/>
                    <a:gd name="connsiteY85" fmla="*/ 159534 h 491771"/>
                    <a:gd name="connsiteX86" fmla="*/ 410896 w 607568"/>
                    <a:gd name="connsiteY86" fmla="*/ 159910 h 491771"/>
                    <a:gd name="connsiteX87" fmla="*/ 394037 w 607568"/>
                    <a:gd name="connsiteY87" fmla="*/ 169787 h 491771"/>
                    <a:gd name="connsiteX88" fmla="*/ 384900 w 607568"/>
                    <a:gd name="connsiteY88" fmla="*/ 189541 h 491771"/>
                    <a:gd name="connsiteX89" fmla="*/ 384712 w 607568"/>
                    <a:gd name="connsiteY89" fmla="*/ 189823 h 491771"/>
                    <a:gd name="connsiteX90" fmla="*/ 373316 w 607568"/>
                    <a:gd name="connsiteY90" fmla="*/ 207131 h 491771"/>
                    <a:gd name="connsiteX91" fmla="*/ 372750 w 607568"/>
                    <a:gd name="connsiteY91" fmla="*/ 207789 h 491771"/>
                    <a:gd name="connsiteX92" fmla="*/ 359847 w 607568"/>
                    <a:gd name="connsiteY92" fmla="*/ 222275 h 491771"/>
                    <a:gd name="connsiteX93" fmla="*/ 359188 w 607568"/>
                    <a:gd name="connsiteY93" fmla="*/ 222934 h 491771"/>
                    <a:gd name="connsiteX94" fmla="*/ 345154 w 607568"/>
                    <a:gd name="connsiteY94" fmla="*/ 234598 h 491771"/>
                    <a:gd name="connsiteX95" fmla="*/ 345625 w 607568"/>
                    <a:gd name="connsiteY95" fmla="*/ 236855 h 491771"/>
                    <a:gd name="connsiteX96" fmla="*/ 348639 w 607568"/>
                    <a:gd name="connsiteY96" fmla="*/ 235538 h 491771"/>
                    <a:gd name="connsiteX97" fmla="*/ 355514 w 607568"/>
                    <a:gd name="connsiteY97" fmla="*/ 234033 h 491771"/>
                    <a:gd name="connsiteX98" fmla="*/ 366628 w 607568"/>
                    <a:gd name="connsiteY98" fmla="*/ 237326 h 491771"/>
                    <a:gd name="connsiteX99" fmla="*/ 385371 w 607568"/>
                    <a:gd name="connsiteY99" fmla="*/ 249648 h 491771"/>
                    <a:gd name="connsiteX100" fmla="*/ 399876 w 607568"/>
                    <a:gd name="connsiteY100" fmla="*/ 279373 h 491771"/>
                    <a:gd name="connsiteX101" fmla="*/ 430016 w 607568"/>
                    <a:gd name="connsiteY101" fmla="*/ 289814 h 491771"/>
                    <a:gd name="connsiteX102" fmla="*/ 448382 w 607568"/>
                    <a:gd name="connsiteY102" fmla="*/ 316058 h 491771"/>
                    <a:gd name="connsiteX103" fmla="*/ 481630 w 607568"/>
                    <a:gd name="connsiteY103" fmla="*/ 424515 h 491771"/>
                    <a:gd name="connsiteX104" fmla="*/ 483891 w 607568"/>
                    <a:gd name="connsiteY104" fmla="*/ 436461 h 491771"/>
                    <a:gd name="connsiteX105" fmla="*/ 473718 w 607568"/>
                    <a:gd name="connsiteY105" fmla="*/ 470700 h 491771"/>
                    <a:gd name="connsiteX106" fmla="*/ 443956 w 607568"/>
                    <a:gd name="connsiteY106" fmla="*/ 490360 h 491771"/>
                    <a:gd name="connsiteX107" fmla="*/ 431805 w 607568"/>
                    <a:gd name="connsiteY107" fmla="*/ 491771 h 491771"/>
                    <a:gd name="connsiteX108" fmla="*/ 325375 w 607568"/>
                    <a:gd name="connsiteY108" fmla="*/ 491771 h 491771"/>
                    <a:gd name="connsiteX109" fmla="*/ 337430 w 607568"/>
                    <a:gd name="connsiteY109" fmla="*/ 415296 h 491771"/>
                    <a:gd name="connsiteX110" fmla="*/ 334605 w 607568"/>
                    <a:gd name="connsiteY110" fmla="*/ 389052 h 491771"/>
                    <a:gd name="connsiteX111" fmla="*/ 323962 w 607568"/>
                    <a:gd name="connsiteY111" fmla="*/ 360927 h 491771"/>
                    <a:gd name="connsiteX112" fmla="*/ 337430 w 607568"/>
                    <a:gd name="connsiteY112" fmla="*/ 347476 h 491771"/>
                    <a:gd name="connsiteX113" fmla="*/ 307196 w 607568"/>
                    <a:gd name="connsiteY113" fmla="*/ 317281 h 491771"/>
                    <a:gd name="connsiteX114" fmla="*/ 276868 w 607568"/>
                    <a:gd name="connsiteY114" fmla="*/ 347476 h 491771"/>
                    <a:gd name="connsiteX115" fmla="*/ 290337 w 607568"/>
                    <a:gd name="connsiteY115" fmla="*/ 360927 h 491771"/>
                    <a:gd name="connsiteX116" fmla="*/ 279694 w 607568"/>
                    <a:gd name="connsiteY116" fmla="*/ 389052 h 491771"/>
                    <a:gd name="connsiteX117" fmla="*/ 276963 w 607568"/>
                    <a:gd name="connsiteY117" fmla="*/ 415296 h 491771"/>
                    <a:gd name="connsiteX118" fmla="*/ 288736 w 607568"/>
                    <a:gd name="connsiteY118" fmla="*/ 491771 h 491771"/>
                    <a:gd name="connsiteX119" fmla="*/ 182493 w 607568"/>
                    <a:gd name="connsiteY119" fmla="*/ 491771 h 491771"/>
                    <a:gd name="connsiteX120" fmla="*/ 170437 w 607568"/>
                    <a:gd name="connsiteY120" fmla="*/ 490360 h 491771"/>
                    <a:gd name="connsiteX121" fmla="*/ 140675 w 607568"/>
                    <a:gd name="connsiteY121" fmla="*/ 470700 h 491771"/>
                    <a:gd name="connsiteX122" fmla="*/ 132669 w 607568"/>
                    <a:gd name="connsiteY122" fmla="*/ 424515 h 491771"/>
                    <a:gd name="connsiteX123" fmla="*/ 166011 w 607568"/>
                    <a:gd name="connsiteY123" fmla="*/ 316058 h 491771"/>
                    <a:gd name="connsiteX124" fmla="*/ 184377 w 607568"/>
                    <a:gd name="connsiteY124" fmla="*/ 289814 h 491771"/>
                    <a:gd name="connsiteX125" fmla="*/ 214517 w 607568"/>
                    <a:gd name="connsiteY125" fmla="*/ 279373 h 491771"/>
                    <a:gd name="connsiteX126" fmla="*/ 214517 w 607568"/>
                    <a:gd name="connsiteY126" fmla="*/ 279279 h 491771"/>
                    <a:gd name="connsiteX127" fmla="*/ 229022 w 607568"/>
                    <a:gd name="connsiteY127" fmla="*/ 249648 h 491771"/>
                    <a:gd name="connsiteX128" fmla="*/ 247765 w 607568"/>
                    <a:gd name="connsiteY128" fmla="*/ 237326 h 491771"/>
                    <a:gd name="connsiteX129" fmla="*/ 258879 w 607568"/>
                    <a:gd name="connsiteY129" fmla="*/ 234033 h 491771"/>
                    <a:gd name="connsiteX130" fmla="*/ 265754 w 607568"/>
                    <a:gd name="connsiteY130" fmla="*/ 235538 h 491771"/>
                    <a:gd name="connsiteX131" fmla="*/ 268768 w 607568"/>
                    <a:gd name="connsiteY131" fmla="*/ 236855 h 491771"/>
                    <a:gd name="connsiteX132" fmla="*/ 269239 w 607568"/>
                    <a:gd name="connsiteY132" fmla="*/ 234598 h 491771"/>
                    <a:gd name="connsiteX133" fmla="*/ 255205 w 607568"/>
                    <a:gd name="connsiteY133" fmla="*/ 222934 h 491771"/>
                    <a:gd name="connsiteX134" fmla="*/ 254546 w 607568"/>
                    <a:gd name="connsiteY134" fmla="*/ 222275 h 491771"/>
                    <a:gd name="connsiteX135" fmla="*/ 241548 w 607568"/>
                    <a:gd name="connsiteY135" fmla="*/ 207789 h 491771"/>
                    <a:gd name="connsiteX136" fmla="*/ 241077 w 607568"/>
                    <a:gd name="connsiteY136" fmla="*/ 207225 h 491771"/>
                    <a:gd name="connsiteX137" fmla="*/ 229681 w 607568"/>
                    <a:gd name="connsiteY137" fmla="*/ 189823 h 491771"/>
                    <a:gd name="connsiteX138" fmla="*/ 229493 w 607568"/>
                    <a:gd name="connsiteY138" fmla="*/ 189635 h 491771"/>
                    <a:gd name="connsiteX139" fmla="*/ 220356 w 607568"/>
                    <a:gd name="connsiteY139" fmla="*/ 169787 h 491771"/>
                    <a:gd name="connsiteX140" fmla="*/ 203497 w 607568"/>
                    <a:gd name="connsiteY140" fmla="*/ 159910 h 491771"/>
                    <a:gd name="connsiteX141" fmla="*/ 203120 w 607568"/>
                    <a:gd name="connsiteY141" fmla="*/ 159534 h 491771"/>
                    <a:gd name="connsiteX142" fmla="*/ 197281 w 607568"/>
                    <a:gd name="connsiteY142" fmla="*/ 151068 h 491771"/>
                    <a:gd name="connsiteX143" fmla="*/ 196433 w 607568"/>
                    <a:gd name="connsiteY143" fmla="*/ 149281 h 491771"/>
                    <a:gd name="connsiteX144" fmla="*/ 192666 w 607568"/>
                    <a:gd name="connsiteY144" fmla="*/ 138840 h 491771"/>
                    <a:gd name="connsiteX145" fmla="*/ 212727 w 607568"/>
                    <a:gd name="connsiteY145" fmla="*/ 95476 h 491771"/>
                    <a:gd name="connsiteX146" fmla="*/ 212727 w 607568"/>
                    <a:gd name="connsiteY146" fmla="*/ 85787 h 491771"/>
                    <a:gd name="connsiteX147" fmla="*/ 298626 w 607568"/>
                    <a:gd name="connsiteY147" fmla="*/ 0 h 491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</a:cxnLst>
                  <a:rect l="l" t="t" r="r" b="b"/>
                  <a:pathLst>
                    <a:path w="607568" h="491771">
                      <a:moveTo>
                        <a:pt x="355420" y="250307"/>
                      </a:moveTo>
                      <a:cubicBezTo>
                        <a:pt x="354290" y="250307"/>
                        <a:pt x="353160" y="250871"/>
                        <a:pt x="352312" y="251812"/>
                      </a:cubicBezTo>
                      <a:lnTo>
                        <a:pt x="321042" y="289814"/>
                      </a:lnTo>
                      <a:cubicBezTo>
                        <a:pt x="319723" y="291507"/>
                        <a:pt x="319912" y="293953"/>
                        <a:pt x="321513" y="295364"/>
                      </a:cubicBezTo>
                      <a:lnTo>
                        <a:pt x="369736" y="338257"/>
                      </a:lnTo>
                      <a:cubicBezTo>
                        <a:pt x="370396" y="338822"/>
                        <a:pt x="371149" y="339104"/>
                        <a:pt x="371997" y="339104"/>
                      </a:cubicBezTo>
                      <a:cubicBezTo>
                        <a:pt x="372374" y="339104"/>
                        <a:pt x="372750" y="339010"/>
                        <a:pt x="373127" y="338916"/>
                      </a:cubicBezTo>
                      <a:cubicBezTo>
                        <a:pt x="374257" y="338539"/>
                        <a:pt x="375105" y="337505"/>
                        <a:pt x="375293" y="336282"/>
                      </a:cubicBezTo>
                      <a:lnTo>
                        <a:pt x="383676" y="279467"/>
                      </a:lnTo>
                      <a:cubicBezTo>
                        <a:pt x="384618" y="273164"/>
                        <a:pt x="381792" y="266768"/>
                        <a:pt x="376424" y="263287"/>
                      </a:cubicBezTo>
                      <a:lnTo>
                        <a:pt x="357681" y="250965"/>
                      </a:lnTo>
                      <a:cubicBezTo>
                        <a:pt x="357021" y="250495"/>
                        <a:pt x="356174" y="250307"/>
                        <a:pt x="355420" y="250307"/>
                      </a:cubicBezTo>
                      <a:close/>
                      <a:moveTo>
                        <a:pt x="258879" y="250307"/>
                      </a:moveTo>
                      <a:cubicBezTo>
                        <a:pt x="258125" y="250307"/>
                        <a:pt x="257372" y="250495"/>
                        <a:pt x="256712" y="250965"/>
                      </a:cubicBezTo>
                      <a:lnTo>
                        <a:pt x="237969" y="263287"/>
                      </a:lnTo>
                      <a:cubicBezTo>
                        <a:pt x="232601" y="266768"/>
                        <a:pt x="229775" y="273164"/>
                        <a:pt x="230717" y="279467"/>
                      </a:cubicBezTo>
                      <a:lnTo>
                        <a:pt x="239100" y="336282"/>
                      </a:lnTo>
                      <a:cubicBezTo>
                        <a:pt x="239288" y="337505"/>
                        <a:pt x="240136" y="338539"/>
                        <a:pt x="241266" y="338916"/>
                      </a:cubicBezTo>
                      <a:cubicBezTo>
                        <a:pt x="241643" y="339010"/>
                        <a:pt x="242019" y="339104"/>
                        <a:pt x="242396" y="339104"/>
                      </a:cubicBezTo>
                      <a:cubicBezTo>
                        <a:pt x="243244" y="339104"/>
                        <a:pt x="243997" y="338822"/>
                        <a:pt x="244657" y="338257"/>
                      </a:cubicBezTo>
                      <a:lnTo>
                        <a:pt x="292880" y="295364"/>
                      </a:lnTo>
                      <a:cubicBezTo>
                        <a:pt x="294481" y="293953"/>
                        <a:pt x="294670" y="291507"/>
                        <a:pt x="293351" y="289814"/>
                      </a:cubicBezTo>
                      <a:lnTo>
                        <a:pt x="261987" y="251812"/>
                      </a:lnTo>
                      <a:cubicBezTo>
                        <a:pt x="261233" y="250871"/>
                        <a:pt x="260103" y="250307"/>
                        <a:pt x="258879" y="250307"/>
                      </a:cubicBezTo>
                      <a:close/>
                      <a:moveTo>
                        <a:pt x="500465" y="66049"/>
                      </a:moveTo>
                      <a:cubicBezTo>
                        <a:pt x="548129" y="66049"/>
                        <a:pt x="562447" y="93516"/>
                        <a:pt x="565743" y="130673"/>
                      </a:cubicBezTo>
                      <a:cubicBezTo>
                        <a:pt x="565932" y="130673"/>
                        <a:pt x="566026" y="130673"/>
                        <a:pt x="566120" y="130673"/>
                      </a:cubicBezTo>
                      <a:cubicBezTo>
                        <a:pt x="577141" y="133118"/>
                        <a:pt x="583358" y="146664"/>
                        <a:pt x="580250" y="160962"/>
                      </a:cubicBezTo>
                      <a:cubicBezTo>
                        <a:pt x="577706" y="172532"/>
                        <a:pt x="569700" y="180904"/>
                        <a:pt x="560939" y="182503"/>
                      </a:cubicBezTo>
                      <a:cubicBezTo>
                        <a:pt x="554628" y="199529"/>
                        <a:pt x="543796" y="214016"/>
                        <a:pt x="531927" y="223799"/>
                      </a:cubicBezTo>
                      <a:cubicBezTo>
                        <a:pt x="528913" y="226338"/>
                        <a:pt x="527500" y="230383"/>
                        <a:pt x="528253" y="234240"/>
                      </a:cubicBezTo>
                      <a:lnTo>
                        <a:pt x="530797" y="246281"/>
                      </a:lnTo>
                      <a:cubicBezTo>
                        <a:pt x="532304" y="253806"/>
                        <a:pt x="538238" y="259732"/>
                        <a:pt x="545868" y="261143"/>
                      </a:cubicBezTo>
                      <a:lnTo>
                        <a:pt x="558961" y="263777"/>
                      </a:lnTo>
                      <a:cubicBezTo>
                        <a:pt x="578366" y="267634"/>
                        <a:pt x="593437" y="282684"/>
                        <a:pt x="597299" y="301968"/>
                      </a:cubicBezTo>
                      <a:lnTo>
                        <a:pt x="607002" y="350788"/>
                      </a:lnTo>
                      <a:cubicBezTo>
                        <a:pt x="608697" y="358972"/>
                        <a:pt x="606531" y="367438"/>
                        <a:pt x="601256" y="373835"/>
                      </a:cubicBezTo>
                      <a:cubicBezTo>
                        <a:pt x="595981" y="380325"/>
                        <a:pt x="588068" y="384088"/>
                        <a:pt x="579685" y="384088"/>
                      </a:cubicBezTo>
                      <a:lnTo>
                        <a:pt x="490386" y="384088"/>
                      </a:lnTo>
                      <a:lnTo>
                        <a:pt x="467685" y="310058"/>
                      </a:lnTo>
                      <a:cubicBezTo>
                        <a:pt x="461845" y="291150"/>
                        <a:pt x="448563" y="276194"/>
                        <a:pt x="431702" y="267445"/>
                      </a:cubicBezTo>
                      <a:cubicBezTo>
                        <a:pt x="434999" y="265940"/>
                        <a:pt x="438295" y="264529"/>
                        <a:pt x="441969" y="263777"/>
                      </a:cubicBezTo>
                      <a:lnTo>
                        <a:pt x="455157" y="261237"/>
                      </a:lnTo>
                      <a:cubicBezTo>
                        <a:pt x="462692" y="259732"/>
                        <a:pt x="468627" y="253806"/>
                        <a:pt x="470228" y="246281"/>
                      </a:cubicBezTo>
                      <a:lnTo>
                        <a:pt x="472677" y="234240"/>
                      </a:lnTo>
                      <a:cubicBezTo>
                        <a:pt x="473525" y="230383"/>
                        <a:pt x="472112" y="226338"/>
                        <a:pt x="469098" y="223893"/>
                      </a:cubicBezTo>
                      <a:cubicBezTo>
                        <a:pt x="457229" y="214016"/>
                        <a:pt x="446302" y="199529"/>
                        <a:pt x="439991" y="182503"/>
                      </a:cubicBezTo>
                      <a:cubicBezTo>
                        <a:pt x="434716" y="181563"/>
                        <a:pt x="429818" y="177894"/>
                        <a:pt x="426144" y="172720"/>
                      </a:cubicBezTo>
                      <a:cubicBezTo>
                        <a:pt x="433303" y="164725"/>
                        <a:pt x="438861" y="154754"/>
                        <a:pt x="441404" y="143278"/>
                      </a:cubicBezTo>
                      <a:cubicBezTo>
                        <a:pt x="444324" y="130485"/>
                        <a:pt x="443476" y="118068"/>
                        <a:pt x="439708" y="107438"/>
                      </a:cubicBezTo>
                      <a:cubicBezTo>
                        <a:pt x="447244" y="82699"/>
                        <a:pt x="464200" y="66049"/>
                        <a:pt x="500465" y="66049"/>
                      </a:cubicBezTo>
                      <a:close/>
                      <a:moveTo>
                        <a:pt x="107100" y="66049"/>
                      </a:moveTo>
                      <a:cubicBezTo>
                        <a:pt x="151561" y="66049"/>
                        <a:pt x="166820" y="90130"/>
                        <a:pt x="171341" y="123618"/>
                      </a:cubicBezTo>
                      <a:cubicBezTo>
                        <a:pt x="170965" y="129920"/>
                        <a:pt x="171436" y="136505"/>
                        <a:pt x="172849" y="143278"/>
                      </a:cubicBezTo>
                      <a:cubicBezTo>
                        <a:pt x="174921" y="152590"/>
                        <a:pt x="178971" y="161056"/>
                        <a:pt x="184246" y="168205"/>
                      </a:cubicBezTo>
                      <a:cubicBezTo>
                        <a:pt x="180573" y="175919"/>
                        <a:pt x="174356" y="181281"/>
                        <a:pt x="167574" y="182503"/>
                      </a:cubicBezTo>
                      <a:cubicBezTo>
                        <a:pt x="161263" y="199529"/>
                        <a:pt x="150336" y="214016"/>
                        <a:pt x="138468" y="223799"/>
                      </a:cubicBezTo>
                      <a:cubicBezTo>
                        <a:pt x="135453" y="226338"/>
                        <a:pt x="134040" y="230383"/>
                        <a:pt x="134794" y="234240"/>
                      </a:cubicBezTo>
                      <a:lnTo>
                        <a:pt x="137337" y="246281"/>
                      </a:lnTo>
                      <a:cubicBezTo>
                        <a:pt x="138939" y="253806"/>
                        <a:pt x="144873" y="259732"/>
                        <a:pt x="152408" y="261143"/>
                      </a:cubicBezTo>
                      <a:lnTo>
                        <a:pt x="165596" y="263777"/>
                      </a:lnTo>
                      <a:cubicBezTo>
                        <a:pt x="170494" y="264812"/>
                        <a:pt x="175203" y="266505"/>
                        <a:pt x="179442" y="268856"/>
                      </a:cubicBezTo>
                      <a:cubicBezTo>
                        <a:pt x="164088" y="277793"/>
                        <a:pt x="152126" y="292279"/>
                        <a:pt x="146662" y="310058"/>
                      </a:cubicBezTo>
                      <a:lnTo>
                        <a:pt x="123867" y="384088"/>
                      </a:lnTo>
                      <a:lnTo>
                        <a:pt x="27883" y="384088"/>
                      </a:lnTo>
                      <a:cubicBezTo>
                        <a:pt x="19499" y="384088"/>
                        <a:pt x="11587" y="380325"/>
                        <a:pt x="6312" y="373835"/>
                      </a:cubicBezTo>
                      <a:cubicBezTo>
                        <a:pt x="1037" y="367438"/>
                        <a:pt x="-1129" y="358972"/>
                        <a:pt x="566" y="350788"/>
                      </a:cubicBezTo>
                      <a:lnTo>
                        <a:pt x="10268" y="301968"/>
                      </a:lnTo>
                      <a:cubicBezTo>
                        <a:pt x="14130" y="282684"/>
                        <a:pt x="29202" y="267634"/>
                        <a:pt x="48606" y="263777"/>
                      </a:cubicBezTo>
                      <a:lnTo>
                        <a:pt x="61699" y="261237"/>
                      </a:lnTo>
                      <a:cubicBezTo>
                        <a:pt x="69328" y="259732"/>
                        <a:pt x="75263" y="253806"/>
                        <a:pt x="76770" y="246281"/>
                      </a:cubicBezTo>
                      <a:lnTo>
                        <a:pt x="79313" y="234240"/>
                      </a:lnTo>
                      <a:cubicBezTo>
                        <a:pt x="80067" y="230383"/>
                        <a:pt x="78654" y="226338"/>
                        <a:pt x="75639" y="223893"/>
                      </a:cubicBezTo>
                      <a:cubicBezTo>
                        <a:pt x="63771" y="214016"/>
                        <a:pt x="52939" y="199623"/>
                        <a:pt x="46628" y="182503"/>
                      </a:cubicBezTo>
                      <a:cubicBezTo>
                        <a:pt x="37867" y="180904"/>
                        <a:pt x="29861" y="172532"/>
                        <a:pt x="27318" y="160962"/>
                      </a:cubicBezTo>
                      <a:cubicBezTo>
                        <a:pt x="24115" y="146664"/>
                        <a:pt x="30426" y="133118"/>
                        <a:pt x="41447" y="130673"/>
                      </a:cubicBezTo>
                      <a:cubicBezTo>
                        <a:pt x="41541" y="130673"/>
                        <a:pt x="41729" y="130673"/>
                        <a:pt x="41824" y="130673"/>
                      </a:cubicBezTo>
                      <a:cubicBezTo>
                        <a:pt x="45403" y="93516"/>
                        <a:pt x="60192" y="66049"/>
                        <a:pt x="107100" y="66049"/>
                      </a:cubicBezTo>
                      <a:close/>
                      <a:moveTo>
                        <a:pt x="298626" y="0"/>
                      </a:moveTo>
                      <a:lnTo>
                        <a:pt x="315956" y="0"/>
                      </a:lnTo>
                      <a:cubicBezTo>
                        <a:pt x="363426" y="0"/>
                        <a:pt x="401854" y="38378"/>
                        <a:pt x="401854" y="85787"/>
                      </a:cubicBezTo>
                      <a:lnTo>
                        <a:pt x="401854" y="95476"/>
                      </a:lnTo>
                      <a:cubicBezTo>
                        <a:pt x="417301" y="99238"/>
                        <a:pt x="426154" y="118522"/>
                        <a:pt x="421633" y="138840"/>
                      </a:cubicBezTo>
                      <a:cubicBezTo>
                        <a:pt x="420880" y="142602"/>
                        <a:pt x="419467" y="146083"/>
                        <a:pt x="417960" y="149281"/>
                      </a:cubicBezTo>
                      <a:cubicBezTo>
                        <a:pt x="417677" y="149939"/>
                        <a:pt x="417395" y="150504"/>
                        <a:pt x="417112" y="151068"/>
                      </a:cubicBezTo>
                      <a:cubicBezTo>
                        <a:pt x="415417" y="154172"/>
                        <a:pt x="413533" y="157088"/>
                        <a:pt x="411273" y="159534"/>
                      </a:cubicBezTo>
                      <a:cubicBezTo>
                        <a:pt x="411179" y="159628"/>
                        <a:pt x="410990" y="159816"/>
                        <a:pt x="410896" y="159910"/>
                      </a:cubicBezTo>
                      <a:cubicBezTo>
                        <a:pt x="406092" y="165084"/>
                        <a:pt x="400159" y="168658"/>
                        <a:pt x="394037" y="169787"/>
                      </a:cubicBezTo>
                      <a:cubicBezTo>
                        <a:pt x="391494" y="176654"/>
                        <a:pt x="388385" y="183332"/>
                        <a:pt x="384900" y="189541"/>
                      </a:cubicBezTo>
                      <a:cubicBezTo>
                        <a:pt x="384806" y="189635"/>
                        <a:pt x="384806" y="189729"/>
                        <a:pt x="384712" y="189823"/>
                      </a:cubicBezTo>
                      <a:cubicBezTo>
                        <a:pt x="381227" y="196031"/>
                        <a:pt x="377460" y="201769"/>
                        <a:pt x="373316" y="207131"/>
                      </a:cubicBezTo>
                      <a:cubicBezTo>
                        <a:pt x="373127" y="207413"/>
                        <a:pt x="372939" y="207601"/>
                        <a:pt x="372750" y="207789"/>
                      </a:cubicBezTo>
                      <a:cubicBezTo>
                        <a:pt x="368700" y="213057"/>
                        <a:pt x="364368" y="217948"/>
                        <a:pt x="359847" y="222275"/>
                      </a:cubicBezTo>
                      <a:cubicBezTo>
                        <a:pt x="359658" y="222463"/>
                        <a:pt x="359376" y="222651"/>
                        <a:pt x="359188" y="222934"/>
                      </a:cubicBezTo>
                      <a:cubicBezTo>
                        <a:pt x="354667" y="227261"/>
                        <a:pt x="349957" y="231211"/>
                        <a:pt x="345154" y="234598"/>
                      </a:cubicBezTo>
                      <a:lnTo>
                        <a:pt x="345625" y="236855"/>
                      </a:lnTo>
                      <a:cubicBezTo>
                        <a:pt x="346567" y="236385"/>
                        <a:pt x="347603" y="235915"/>
                        <a:pt x="348639" y="235538"/>
                      </a:cubicBezTo>
                      <a:cubicBezTo>
                        <a:pt x="350899" y="234786"/>
                        <a:pt x="353065" y="234033"/>
                        <a:pt x="355514" y="234033"/>
                      </a:cubicBezTo>
                      <a:cubicBezTo>
                        <a:pt x="359470" y="234033"/>
                        <a:pt x="363238" y="235162"/>
                        <a:pt x="366628" y="237326"/>
                      </a:cubicBezTo>
                      <a:cubicBezTo>
                        <a:pt x="366628" y="237326"/>
                        <a:pt x="380756" y="246450"/>
                        <a:pt x="385371" y="249648"/>
                      </a:cubicBezTo>
                      <a:cubicBezTo>
                        <a:pt x="401854" y="261030"/>
                        <a:pt x="399876" y="279373"/>
                        <a:pt x="399876" y="279373"/>
                      </a:cubicBezTo>
                      <a:cubicBezTo>
                        <a:pt x="410990" y="279655"/>
                        <a:pt x="421822" y="283041"/>
                        <a:pt x="430016" y="289814"/>
                      </a:cubicBezTo>
                      <a:cubicBezTo>
                        <a:pt x="445180" y="302324"/>
                        <a:pt x="447535" y="313330"/>
                        <a:pt x="448382" y="316058"/>
                      </a:cubicBezTo>
                      <a:lnTo>
                        <a:pt x="481630" y="424515"/>
                      </a:lnTo>
                      <a:cubicBezTo>
                        <a:pt x="482855" y="428371"/>
                        <a:pt x="483608" y="432416"/>
                        <a:pt x="483891" y="436461"/>
                      </a:cubicBezTo>
                      <a:cubicBezTo>
                        <a:pt x="484644" y="448595"/>
                        <a:pt x="481159" y="460730"/>
                        <a:pt x="473718" y="470700"/>
                      </a:cubicBezTo>
                      <a:cubicBezTo>
                        <a:pt x="466372" y="480671"/>
                        <a:pt x="455823" y="487538"/>
                        <a:pt x="443956" y="490360"/>
                      </a:cubicBezTo>
                      <a:cubicBezTo>
                        <a:pt x="440000" y="491301"/>
                        <a:pt x="435950" y="491771"/>
                        <a:pt x="431805" y="491771"/>
                      </a:cubicBezTo>
                      <a:lnTo>
                        <a:pt x="325375" y="491771"/>
                      </a:lnTo>
                      <a:lnTo>
                        <a:pt x="337430" y="415296"/>
                      </a:lnTo>
                      <a:cubicBezTo>
                        <a:pt x="338749" y="406454"/>
                        <a:pt x="337807" y="397424"/>
                        <a:pt x="334605" y="389052"/>
                      </a:cubicBezTo>
                      <a:lnTo>
                        <a:pt x="323962" y="360927"/>
                      </a:lnTo>
                      <a:lnTo>
                        <a:pt x="337430" y="347476"/>
                      </a:lnTo>
                      <a:lnTo>
                        <a:pt x="307196" y="317281"/>
                      </a:lnTo>
                      <a:lnTo>
                        <a:pt x="276868" y="347476"/>
                      </a:lnTo>
                      <a:lnTo>
                        <a:pt x="290337" y="360927"/>
                      </a:lnTo>
                      <a:lnTo>
                        <a:pt x="279694" y="389052"/>
                      </a:lnTo>
                      <a:cubicBezTo>
                        <a:pt x="276586" y="397424"/>
                        <a:pt x="275644" y="406454"/>
                        <a:pt x="276963" y="415296"/>
                      </a:cubicBezTo>
                      <a:lnTo>
                        <a:pt x="288736" y="491771"/>
                      </a:lnTo>
                      <a:lnTo>
                        <a:pt x="182493" y="491771"/>
                      </a:lnTo>
                      <a:cubicBezTo>
                        <a:pt x="178443" y="491771"/>
                        <a:pt x="174299" y="491301"/>
                        <a:pt x="170437" y="490360"/>
                      </a:cubicBezTo>
                      <a:cubicBezTo>
                        <a:pt x="158570" y="487538"/>
                        <a:pt x="148021" y="480671"/>
                        <a:pt x="140675" y="470700"/>
                      </a:cubicBezTo>
                      <a:cubicBezTo>
                        <a:pt x="130785" y="457343"/>
                        <a:pt x="127865" y="440223"/>
                        <a:pt x="132669" y="424515"/>
                      </a:cubicBezTo>
                      <a:lnTo>
                        <a:pt x="166011" y="316058"/>
                      </a:lnTo>
                      <a:cubicBezTo>
                        <a:pt x="166858" y="313330"/>
                        <a:pt x="170908" y="300631"/>
                        <a:pt x="184377" y="289814"/>
                      </a:cubicBezTo>
                      <a:cubicBezTo>
                        <a:pt x="192666" y="283229"/>
                        <a:pt x="203403" y="279655"/>
                        <a:pt x="214517" y="279373"/>
                      </a:cubicBezTo>
                      <a:lnTo>
                        <a:pt x="214517" y="279279"/>
                      </a:lnTo>
                      <a:cubicBezTo>
                        <a:pt x="214140" y="273447"/>
                        <a:pt x="211880" y="260654"/>
                        <a:pt x="229022" y="249648"/>
                      </a:cubicBezTo>
                      <a:cubicBezTo>
                        <a:pt x="233731" y="246638"/>
                        <a:pt x="247765" y="237326"/>
                        <a:pt x="247765" y="237326"/>
                      </a:cubicBezTo>
                      <a:cubicBezTo>
                        <a:pt x="251061" y="235162"/>
                        <a:pt x="254923" y="234033"/>
                        <a:pt x="258879" y="234033"/>
                      </a:cubicBezTo>
                      <a:cubicBezTo>
                        <a:pt x="261328" y="234033"/>
                        <a:pt x="263494" y="234786"/>
                        <a:pt x="265754" y="235538"/>
                      </a:cubicBezTo>
                      <a:cubicBezTo>
                        <a:pt x="266790" y="236009"/>
                        <a:pt x="267826" y="236385"/>
                        <a:pt x="268768" y="236855"/>
                      </a:cubicBezTo>
                      <a:lnTo>
                        <a:pt x="269239" y="234598"/>
                      </a:lnTo>
                      <a:cubicBezTo>
                        <a:pt x="264436" y="231211"/>
                        <a:pt x="259726" y="227261"/>
                        <a:pt x="255205" y="222934"/>
                      </a:cubicBezTo>
                      <a:cubicBezTo>
                        <a:pt x="254923" y="222651"/>
                        <a:pt x="254735" y="222463"/>
                        <a:pt x="254546" y="222275"/>
                      </a:cubicBezTo>
                      <a:cubicBezTo>
                        <a:pt x="250025" y="217948"/>
                        <a:pt x="245693" y="213057"/>
                        <a:pt x="241548" y="207789"/>
                      </a:cubicBezTo>
                      <a:cubicBezTo>
                        <a:pt x="241454" y="207601"/>
                        <a:pt x="241266" y="207413"/>
                        <a:pt x="241077" y="207225"/>
                      </a:cubicBezTo>
                      <a:cubicBezTo>
                        <a:pt x="236933" y="201769"/>
                        <a:pt x="233072" y="196031"/>
                        <a:pt x="229681" y="189823"/>
                      </a:cubicBezTo>
                      <a:cubicBezTo>
                        <a:pt x="229587" y="189729"/>
                        <a:pt x="229587" y="189635"/>
                        <a:pt x="229493" y="189635"/>
                      </a:cubicBezTo>
                      <a:cubicBezTo>
                        <a:pt x="226008" y="183332"/>
                        <a:pt x="222899" y="176654"/>
                        <a:pt x="220356" y="169787"/>
                      </a:cubicBezTo>
                      <a:cubicBezTo>
                        <a:pt x="214140" y="168658"/>
                        <a:pt x="208301" y="165084"/>
                        <a:pt x="203497" y="159910"/>
                      </a:cubicBezTo>
                      <a:cubicBezTo>
                        <a:pt x="203309" y="159722"/>
                        <a:pt x="203214" y="159628"/>
                        <a:pt x="203120" y="159534"/>
                      </a:cubicBezTo>
                      <a:cubicBezTo>
                        <a:pt x="200860" y="157088"/>
                        <a:pt x="198976" y="154172"/>
                        <a:pt x="197281" y="151068"/>
                      </a:cubicBezTo>
                      <a:cubicBezTo>
                        <a:pt x="196998" y="150504"/>
                        <a:pt x="196716" y="149939"/>
                        <a:pt x="196433" y="149281"/>
                      </a:cubicBezTo>
                      <a:cubicBezTo>
                        <a:pt x="194832" y="146083"/>
                        <a:pt x="193513" y="142602"/>
                        <a:pt x="192666" y="138840"/>
                      </a:cubicBezTo>
                      <a:cubicBezTo>
                        <a:pt x="188145" y="118428"/>
                        <a:pt x="197092" y="99050"/>
                        <a:pt x="212727" y="95476"/>
                      </a:cubicBezTo>
                      <a:lnTo>
                        <a:pt x="212727" y="85787"/>
                      </a:lnTo>
                      <a:cubicBezTo>
                        <a:pt x="212727" y="38378"/>
                        <a:pt x="251155" y="0"/>
                        <a:pt x="29862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" name="iśļiḓê"/>
              <p:cNvGrpSpPr/>
              <p:nvPr/>
            </p:nvGrpSpPr>
            <p:grpSpPr>
              <a:xfrm>
                <a:off x="3395731" y="4343633"/>
                <a:ext cx="740748" cy="740748"/>
                <a:chOff x="3395731" y="4208633"/>
                <a:chExt cx="740748" cy="740748"/>
              </a:xfrm>
            </p:grpSpPr>
            <p:sp>
              <p:nvSpPr>
                <p:cNvPr id="35" name="iSľíḑe"/>
                <p:cNvSpPr/>
                <p:nvPr/>
              </p:nvSpPr>
              <p:spPr>
                <a:xfrm>
                  <a:off x="3395731" y="4208633"/>
                  <a:ext cx="740748" cy="74074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6" name="iSľîḓê"/>
                <p:cNvSpPr/>
                <p:nvPr/>
              </p:nvSpPr>
              <p:spPr bwMode="auto">
                <a:xfrm>
                  <a:off x="3529340" y="4387376"/>
                  <a:ext cx="473526" cy="383276"/>
                </a:xfrm>
                <a:custGeom>
                  <a:avLst/>
                  <a:gdLst>
                    <a:gd name="connsiteX0" fmla="*/ 355420 w 607568"/>
                    <a:gd name="connsiteY0" fmla="*/ 250307 h 491771"/>
                    <a:gd name="connsiteX1" fmla="*/ 352312 w 607568"/>
                    <a:gd name="connsiteY1" fmla="*/ 251812 h 491771"/>
                    <a:gd name="connsiteX2" fmla="*/ 321042 w 607568"/>
                    <a:gd name="connsiteY2" fmla="*/ 289814 h 491771"/>
                    <a:gd name="connsiteX3" fmla="*/ 321513 w 607568"/>
                    <a:gd name="connsiteY3" fmla="*/ 295364 h 491771"/>
                    <a:gd name="connsiteX4" fmla="*/ 369736 w 607568"/>
                    <a:gd name="connsiteY4" fmla="*/ 338257 h 491771"/>
                    <a:gd name="connsiteX5" fmla="*/ 371997 w 607568"/>
                    <a:gd name="connsiteY5" fmla="*/ 339104 h 491771"/>
                    <a:gd name="connsiteX6" fmla="*/ 373127 w 607568"/>
                    <a:gd name="connsiteY6" fmla="*/ 338916 h 491771"/>
                    <a:gd name="connsiteX7" fmla="*/ 375293 w 607568"/>
                    <a:gd name="connsiteY7" fmla="*/ 336282 h 491771"/>
                    <a:gd name="connsiteX8" fmla="*/ 383676 w 607568"/>
                    <a:gd name="connsiteY8" fmla="*/ 279467 h 491771"/>
                    <a:gd name="connsiteX9" fmla="*/ 376424 w 607568"/>
                    <a:gd name="connsiteY9" fmla="*/ 263287 h 491771"/>
                    <a:gd name="connsiteX10" fmla="*/ 357681 w 607568"/>
                    <a:gd name="connsiteY10" fmla="*/ 250965 h 491771"/>
                    <a:gd name="connsiteX11" fmla="*/ 355420 w 607568"/>
                    <a:gd name="connsiteY11" fmla="*/ 250307 h 491771"/>
                    <a:gd name="connsiteX12" fmla="*/ 258879 w 607568"/>
                    <a:gd name="connsiteY12" fmla="*/ 250307 h 491771"/>
                    <a:gd name="connsiteX13" fmla="*/ 256712 w 607568"/>
                    <a:gd name="connsiteY13" fmla="*/ 250965 h 491771"/>
                    <a:gd name="connsiteX14" fmla="*/ 237969 w 607568"/>
                    <a:gd name="connsiteY14" fmla="*/ 263287 h 491771"/>
                    <a:gd name="connsiteX15" fmla="*/ 230717 w 607568"/>
                    <a:gd name="connsiteY15" fmla="*/ 279467 h 491771"/>
                    <a:gd name="connsiteX16" fmla="*/ 239100 w 607568"/>
                    <a:gd name="connsiteY16" fmla="*/ 336282 h 491771"/>
                    <a:gd name="connsiteX17" fmla="*/ 241266 w 607568"/>
                    <a:gd name="connsiteY17" fmla="*/ 338916 h 491771"/>
                    <a:gd name="connsiteX18" fmla="*/ 242396 w 607568"/>
                    <a:gd name="connsiteY18" fmla="*/ 339104 h 491771"/>
                    <a:gd name="connsiteX19" fmla="*/ 244657 w 607568"/>
                    <a:gd name="connsiteY19" fmla="*/ 338257 h 491771"/>
                    <a:gd name="connsiteX20" fmla="*/ 292880 w 607568"/>
                    <a:gd name="connsiteY20" fmla="*/ 295364 h 491771"/>
                    <a:gd name="connsiteX21" fmla="*/ 293351 w 607568"/>
                    <a:gd name="connsiteY21" fmla="*/ 289814 h 491771"/>
                    <a:gd name="connsiteX22" fmla="*/ 261987 w 607568"/>
                    <a:gd name="connsiteY22" fmla="*/ 251812 h 491771"/>
                    <a:gd name="connsiteX23" fmla="*/ 258879 w 607568"/>
                    <a:gd name="connsiteY23" fmla="*/ 250307 h 491771"/>
                    <a:gd name="connsiteX24" fmla="*/ 500465 w 607568"/>
                    <a:gd name="connsiteY24" fmla="*/ 66049 h 491771"/>
                    <a:gd name="connsiteX25" fmla="*/ 565743 w 607568"/>
                    <a:gd name="connsiteY25" fmla="*/ 130673 h 491771"/>
                    <a:gd name="connsiteX26" fmla="*/ 566120 w 607568"/>
                    <a:gd name="connsiteY26" fmla="*/ 130673 h 491771"/>
                    <a:gd name="connsiteX27" fmla="*/ 580250 w 607568"/>
                    <a:gd name="connsiteY27" fmla="*/ 160962 h 491771"/>
                    <a:gd name="connsiteX28" fmla="*/ 560939 w 607568"/>
                    <a:gd name="connsiteY28" fmla="*/ 182503 h 491771"/>
                    <a:gd name="connsiteX29" fmla="*/ 531927 w 607568"/>
                    <a:gd name="connsiteY29" fmla="*/ 223799 h 491771"/>
                    <a:gd name="connsiteX30" fmla="*/ 528253 w 607568"/>
                    <a:gd name="connsiteY30" fmla="*/ 234240 h 491771"/>
                    <a:gd name="connsiteX31" fmla="*/ 530797 w 607568"/>
                    <a:gd name="connsiteY31" fmla="*/ 246281 h 491771"/>
                    <a:gd name="connsiteX32" fmla="*/ 545868 w 607568"/>
                    <a:gd name="connsiteY32" fmla="*/ 261143 h 491771"/>
                    <a:gd name="connsiteX33" fmla="*/ 558961 w 607568"/>
                    <a:gd name="connsiteY33" fmla="*/ 263777 h 491771"/>
                    <a:gd name="connsiteX34" fmla="*/ 597299 w 607568"/>
                    <a:gd name="connsiteY34" fmla="*/ 301968 h 491771"/>
                    <a:gd name="connsiteX35" fmla="*/ 607002 w 607568"/>
                    <a:gd name="connsiteY35" fmla="*/ 350788 h 491771"/>
                    <a:gd name="connsiteX36" fmla="*/ 601256 w 607568"/>
                    <a:gd name="connsiteY36" fmla="*/ 373835 h 491771"/>
                    <a:gd name="connsiteX37" fmla="*/ 579685 w 607568"/>
                    <a:gd name="connsiteY37" fmla="*/ 384088 h 491771"/>
                    <a:gd name="connsiteX38" fmla="*/ 490386 w 607568"/>
                    <a:gd name="connsiteY38" fmla="*/ 384088 h 491771"/>
                    <a:gd name="connsiteX39" fmla="*/ 467685 w 607568"/>
                    <a:gd name="connsiteY39" fmla="*/ 310058 h 491771"/>
                    <a:gd name="connsiteX40" fmla="*/ 431702 w 607568"/>
                    <a:gd name="connsiteY40" fmla="*/ 267445 h 491771"/>
                    <a:gd name="connsiteX41" fmla="*/ 441969 w 607568"/>
                    <a:gd name="connsiteY41" fmla="*/ 263777 h 491771"/>
                    <a:gd name="connsiteX42" fmla="*/ 455157 w 607568"/>
                    <a:gd name="connsiteY42" fmla="*/ 261237 h 491771"/>
                    <a:gd name="connsiteX43" fmla="*/ 470228 w 607568"/>
                    <a:gd name="connsiteY43" fmla="*/ 246281 h 491771"/>
                    <a:gd name="connsiteX44" fmla="*/ 472677 w 607568"/>
                    <a:gd name="connsiteY44" fmla="*/ 234240 h 491771"/>
                    <a:gd name="connsiteX45" fmla="*/ 469098 w 607568"/>
                    <a:gd name="connsiteY45" fmla="*/ 223893 h 491771"/>
                    <a:gd name="connsiteX46" fmla="*/ 439991 w 607568"/>
                    <a:gd name="connsiteY46" fmla="*/ 182503 h 491771"/>
                    <a:gd name="connsiteX47" fmla="*/ 426144 w 607568"/>
                    <a:gd name="connsiteY47" fmla="*/ 172720 h 491771"/>
                    <a:gd name="connsiteX48" fmla="*/ 441404 w 607568"/>
                    <a:gd name="connsiteY48" fmla="*/ 143278 h 491771"/>
                    <a:gd name="connsiteX49" fmla="*/ 439708 w 607568"/>
                    <a:gd name="connsiteY49" fmla="*/ 107438 h 491771"/>
                    <a:gd name="connsiteX50" fmla="*/ 500465 w 607568"/>
                    <a:gd name="connsiteY50" fmla="*/ 66049 h 491771"/>
                    <a:gd name="connsiteX51" fmla="*/ 107100 w 607568"/>
                    <a:gd name="connsiteY51" fmla="*/ 66049 h 491771"/>
                    <a:gd name="connsiteX52" fmla="*/ 171341 w 607568"/>
                    <a:gd name="connsiteY52" fmla="*/ 123618 h 491771"/>
                    <a:gd name="connsiteX53" fmla="*/ 172849 w 607568"/>
                    <a:gd name="connsiteY53" fmla="*/ 143278 h 491771"/>
                    <a:gd name="connsiteX54" fmla="*/ 184246 w 607568"/>
                    <a:gd name="connsiteY54" fmla="*/ 168205 h 491771"/>
                    <a:gd name="connsiteX55" fmla="*/ 167574 w 607568"/>
                    <a:gd name="connsiteY55" fmla="*/ 182503 h 491771"/>
                    <a:gd name="connsiteX56" fmla="*/ 138468 w 607568"/>
                    <a:gd name="connsiteY56" fmla="*/ 223799 h 491771"/>
                    <a:gd name="connsiteX57" fmla="*/ 134794 w 607568"/>
                    <a:gd name="connsiteY57" fmla="*/ 234240 h 491771"/>
                    <a:gd name="connsiteX58" fmla="*/ 137337 w 607568"/>
                    <a:gd name="connsiteY58" fmla="*/ 246281 h 491771"/>
                    <a:gd name="connsiteX59" fmla="*/ 152408 w 607568"/>
                    <a:gd name="connsiteY59" fmla="*/ 261143 h 491771"/>
                    <a:gd name="connsiteX60" fmla="*/ 165596 w 607568"/>
                    <a:gd name="connsiteY60" fmla="*/ 263777 h 491771"/>
                    <a:gd name="connsiteX61" fmla="*/ 179442 w 607568"/>
                    <a:gd name="connsiteY61" fmla="*/ 268856 h 491771"/>
                    <a:gd name="connsiteX62" fmla="*/ 146662 w 607568"/>
                    <a:gd name="connsiteY62" fmla="*/ 310058 h 491771"/>
                    <a:gd name="connsiteX63" fmla="*/ 123867 w 607568"/>
                    <a:gd name="connsiteY63" fmla="*/ 384088 h 491771"/>
                    <a:gd name="connsiteX64" fmla="*/ 27883 w 607568"/>
                    <a:gd name="connsiteY64" fmla="*/ 384088 h 491771"/>
                    <a:gd name="connsiteX65" fmla="*/ 6312 w 607568"/>
                    <a:gd name="connsiteY65" fmla="*/ 373835 h 491771"/>
                    <a:gd name="connsiteX66" fmla="*/ 566 w 607568"/>
                    <a:gd name="connsiteY66" fmla="*/ 350788 h 491771"/>
                    <a:gd name="connsiteX67" fmla="*/ 10268 w 607568"/>
                    <a:gd name="connsiteY67" fmla="*/ 301968 h 491771"/>
                    <a:gd name="connsiteX68" fmla="*/ 48606 w 607568"/>
                    <a:gd name="connsiteY68" fmla="*/ 263777 h 491771"/>
                    <a:gd name="connsiteX69" fmla="*/ 61699 w 607568"/>
                    <a:gd name="connsiteY69" fmla="*/ 261237 h 491771"/>
                    <a:gd name="connsiteX70" fmla="*/ 76770 w 607568"/>
                    <a:gd name="connsiteY70" fmla="*/ 246281 h 491771"/>
                    <a:gd name="connsiteX71" fmla="*/ 79313 w 607568"/>
                    <a:gd name="connsiteY71" fmla="*/ 234240 h 491771"/>
                    <a:gd name="connsiteX72" fmla="*/ 75639 w 607568"/>
                    <a:gd name="connsiteY72" fmla="*/ 223893 h 491771"/>
                    <a:gd name="connsiteX73" fmla="*/ 46628 w 607568"/>
                    <a:gd name="connsiteY73" fmla="*/ 182503 h 491771"/>
                    <a:gd name="connsiteX74" fmla="*/ 27318 w 607568"/>
                    <a:gd name="connsiteY74" fmla="*/ 160962 h 491771"/>
                    <a:gd name="connsiteX75" fmla="*/ 41447 w 607568"/>
                    <a:gd name="connsiteY75" fmla="*/ 130673 h 491771"/>
                    <a:gd name="connsiteX76" fmla="*/ 41824 w 607568"/>
                    <a:gd name="connsiteY76" fmla="*/ 130673 h 491771"/>
                    <a:gd name="connsiteX77" fmla="*/ 107100 w 607568"/>
                    <a:gd name="connsiteY77" fmla="*/ 66049 h 491771"/>
                    <a:gd name="connsiteX78" fmla="*/ 298626 w 607568"/>
                    <a:gd name="connsiteY78" fmla="*/ 0 h 491771"/>
                    <a:gd name="connsiteX79" fmla="*/ 315956 w 607568"/>
                    <a:gd name="connsiteY79" fmla="*/ 0 h 491771"/>
                    <a:gd name="connsiteX80" fmla="*/ 401854 w 607568"/>
                    <a:gd name="connsiteY80" fmla="*/ 85787 h 491771"/>
                    <a:gd name="connsiteX81" fmla="*/ 401854 w 607568"/>
                    <a:gd name="connsiteY81" fmla="*/ 95476 h 491771"/>
                    <a:gd name="connsiteX82" fmla="*/ 421633 w 607568"/>
                    <a:gd name="connsiteY82" fmla="*/ 138840 h 491771"/>
                    <a:gd name="connsiteX83" fmla="*/ 417960 w 607568"/>
                    <a:gd name="connsiteY83" fmla="*/ 149281 h 491771"/>
                    <a:gd name="connsiteX84" fmla="*/ 417112 w 607568"/>
                    <a:gd name="connsiteY84" fmla="*/ 151068 h 491771"/>
                    <a:gd name="connsiteX85" fmla="*/ 411273 w 607568"/>
                    <a:gd name="connsiteY85" fmla="*/ 159534 h 491771"/>
                    <a:gd name="connsiteX86" fmla="*/ 410896 w 607568"/>
                    <a:gd name="connsiteY86" fmla="*/ 159910 h 491771"/>
                    <a:gd name="connsiteX87" fmla="*/ 394037 w 607568"/>
                    <a:gd name="connsiteY87" fmla="*/ 169787 h 491771"/>
                    <a:gd name="connsiteX88" fmla="*/ 384900 w 607568"/>
                    <a:gd name="connsiteY88" fmla="*/ 189541 h 491771"/>
                    <a:gd name="connsiteX89" fmla="*/ 384712 w 607568"/>
                    <a:gd name="connsiteY89" fmla="*/ 189823 h 491771"/>
                    <a:gd name="connsiteX90" fmla="*/ 373316 w 607568"/>
                    <a:gd name="connsiteY90" fmla="*/ 207131 h 491771"/>
                    <a:gd name="connsiteX91" fmla="*/ 372750 w 607568"/>
                    <a:gd name="connsiteY91" fmla="*/ 207789 h 491771"/>
                    <a:gd name="connsiteX92" fmla="*/ 359847 w 607568"/>
                    <a:gd name="connsiteY92" fmla="*/ 222275 h 491771"/>
                    <a:gd name="connsiteX93" fmla="*/ 359188 w 607568"/>
                    <a:gd name="connsiteY93" fmla="*/ 222934 h 491771"/>
                    <a:gd name="connsiteX94" fmla="*/ 345154 w 607568"/>
                    <a:gd name="connsiteY94" fmla="*/ 234598 h 491771"/>
                    <a:gd name="connsiteX95" fmla="*/ 345625 w 607568"/>
                    <a:gd name="connsiteY95" fmla="*/ 236855 h 491771"/>
                    <a:gd name="connsiteX96" fmla="*/ 348639 w 607568"/>
                    <a:gd name="connsiteY96" fmla="*/ 235538 h 491771"/>
                    <a:gd name="connsiteX97" fmla="*/ 355514 w 607568"/>
                    <a:gd name="connsiteY97" fmla="*/ 234033 h 491771"/>
                    <a:gd name="connsiteX98" fmla="*/ 366628 w 607568"/>
                    <a:gd name="connsiteY98" fmla="*/ 237326 h 491771"/>
                    <a:gd name="connsiteX99" fmla="*/ 385371 w 607568"/>
                    <a:gd name="connsiteY99" fmla="*/ 249648 h 491771"/>
                    <a:gd name="connsiteX100" fmla="*/ 399876 w 607568"/>
                    <a:gd name="connsiteY100" fmla="*/ 279373 h 491771"/>
                    <a:gd name="connsiteX101" fmla="*/ 430016 w 607568"/>
                    <a:gd name="connsiteY101" fmla="*/ 289814 h 491771"/>
                    <a:gd name="connsiteX102" fmla="*/ 448382 w 607568"/>
                    <a:gd name="connsiteY102" fmla="*/ 316058 h 491771"/>
                    <a:gd name="connsiteX103" fmla="*/ 481630 w 607568"/>
                    <a:gd name="connsiteY103" fmla="*/ 424515 h 491771"/>
                    <a:gd name="connsiteX104" fmla="*/ 483891 w 607568"/>
                    <a:gd name="connsiteY104" fmla="*/ 436461 h 491771"/>
                    <a:gd name="connsiteX105" fmla="*/ 473718 w 607568"/>
                    <a:gd name="connsiteY105" fmla="*/ 470700 h 491771"/>
                    <a:gd name="connsiteX106" fmla="*/ 443956 w 607568"/>
                    <a:gd name="connsiteY106" fmla="*/ 490360 h 491771"/>
                    <a:gd name="connsiteX107" fmla="*/ 431805 w 607568"/>
                    <a:gd name="connsiteY107" fmla="*/ 491771 h 491771"/>
                    <a:gd name="connsiteX108" fmla="*/ 325375 w 607568"/>
                    <a:gd name="connsiteY108" fmla="*/ 491771 h 491771"/>
                    <a:gd name="connsiteX109" fmla="*/ 337430 w 607568"/>
                    <a:gd name="connsiteY109" fmla="*/ 415296 h 491771"/>
                    <a:gd name="connsiteX110" fmla="*/ 334605 w 607568"/>
                    <a:gd name="connsiteY110" fmla="*/ 389052 h 491771"/>
                    <a:gd name="connsiteX111" fmla="*/ 323962 w 607568"/>
                    <a:gd name="connsiteY111" fmla="*/ 360927 h 491771"/>
                    <a:gd name="connsiteX112" fmla="*/ 337430 w 607568"/>
                    <a:gd name="connsiteY112" fmla="*/ 347476 h 491771"/>
                    <a:gd name="connsiteX113" fmla="*/ 307196 w 607568"/>
                    <a:gd name="connsiteY113" fmla="*/ 317281 h 491771"/>
                    <a:gd name="connsiteX114" fmla="*/ 276868 w 607568"/>
                    <a:gd name="connsiteY114" fmla="*/ 347476 h 491771"/>
                    <a:gd name="connsiteX115" fmla="*/ 290337 w 607568"/>
                    <a:gd name="connsiteY115" fmla="*/ 360927 h 491771"/>
                    <a:gd name="connsiteX116" fmla="*/ 279694 w 607568"/>
                    <a:gd name="connsiteY116" fmla="*/ 389052 h 491771"/>
                    <a:gd name="connsiteX117" fmla="*/ 276963 w 607568"/>
                    <a:gd name="connsiteY117" fmla="*/ 415296 h 491771"/>
                    <a:gd name="connsiteX118" fmla="*/ 288736 w 607568"/>
                    <a:gd name="connsiteY118" fmla="*/ 491771 h 491771"/>
                    <a:gd name="connsiteX119" fmla="*/ 182493 w 607568"/>
                    <a:gd name="connsiteY119" fmla="*/ 491771 h 491771"/>
                    <a:gd name="connsiteX120" fmla="*/ 170437 w 607568"/>
                    <a:gd name="connsiteY120" fmla="*/ 490360 h 491771"/>
                    <a:gd name="connsiteX121" fmla="*/ 140675 w 607568"/>
                    <a:gd name="connsiteY121" fmla="*/ 470700 h 491771"/>
                    <a:gd name="connsiteX122" fmla="*/ 132669 w 607568"/>
                    <a:gd name="connsiteY122" fmla="*/ 424515 h 491771"/>
                    <a:gd name="connsiteX123" fmla="*/ 166011 w 607568"/>
                    <a:gd name="connsiteY123" fmla="*/ 316058 h 491771"/>
                    <a:gd name="connsiteX124" fmla="*/ 184377 w 607568"/>
                    <a:gd name="connsiteY124" fmla="*/ 289814 h 491771"/>
                    <a:gd name="connsiteX125" fmla="*/ 214517 w 607568"/>
                    <a:gd name="connsiteY125" fmla="*/ 279373 h 491771"/>
                    <a:gd name="connsiteX126" fmla="*/ 214517 w 607568"/>
                    <a:gd name="connsiteY126" fmla="*/ 279279 h 491771"/>
                    <a:gd name="connsiteX127" fmla="*/ 229022 w 607568"/>
                    <a:gd name="connsiteY127" fmla="*/ 249648 h 491771"/>
                    <a:gd name="connsiteX128" fmla="*/ 247765 w 607568"/>
                    <a:gd name="connsiteY128" fmla="*/ 237326 h 491771"/>
                    <a:gd name="connsiteX129" fmla="*/ 258879 w 607568"/>
                    <a:gd name="connsiteY129" fmla="*/ 234033 h 491771"/>
                    <a:gd name="connsiteX130" fmla="*/ 265754 w 607568"/>
                    <a:gd name="connsiteY130" fmla="*/ 235538 h 491771"/>
                    <a:gd name="connsiteX131" fmla="*/ 268768 w 607568"/>
                    <a:gd name="connsiteY131" fmla="*/ 236855 h 491771"/>
                    <a:gd name="connsiteX132" fmla="*/ 269239 w 607568"/>
                    <a:gd name="connsiteY132" fmla="*/ 234598 h 491771"/>
                    <a:gd name="connsiteX133" fmla="*/ 255205 w 607568"/>
                    <a:gd name="connsiteY133" fmla="*/ 222934 h 491771"/>
                    <a:gd name="connsiteX134" fmla="*/ 254546 w 607568"/>
                    <a:gd name="connsiteY134" fmla="*/ 222275 h 491771"/>
                    <a:gd name="connsiteX135" fmla="*/ 241548 w 607568"/>
                    <a:gd name="connsiteY135" fmla="*/ 207789 h 491771"/>
                    <a:gd name="connsiteX136" fmla="*/ 241077 w 607568"/>
                    <a:gd name="connsiteY136" fmla="*/ 207225 h 491771"/>
                    <a:gd name="connsiteX137" fmla="*/ 229681 w 607568"/>
                    <a:gd name="connsiteY137" fmla="*/ 189823 h 491771"/>
                    <a:gd name="connsiteX138" fmla="*/ 229493 w 607568"/>
                    <a:gd name="connsiteY138" fmla="*/ 189635 h 491771"/>
                    <a:gd name="connsiteX139" fmla="*/ 220356 w 607568"/>
                    <a:gd name="connsiteY139" fmla="*/ 169787 h 491771"/>
                    <a:gd name="connsiteX140" fmla="*/ 203497 w 607568"/>
                    <a:gd name="connsiteY140" fmla="*/ 159910 h 491771"/>
                    <a:gd name="connsiteX141" fmla="*/ 203120 w 607568"/>
                    <a:gd name="connsiteY141" fmla="*/ 159534 h 491771"/>
                    <a:gd name="connsiteX142" fmla="*/ 197281 w 607568"/>
                    <a:gd name="connsiteY142" fmla="*/ 151068 h 491771"/>
                    <a:gd name="connsiteX143" fmla="*/ 196433 w 607568"/>
                    <a:gd name="connsiteY143" fmla="*/ 149281 h 491771"/>
                    <a:gd name="connsiteX144" fmla="*/ 192666 w 607568"/>
                    <a:gd name="connsiteY144" fmla="*/ 138840 h 491771"/>
                    <a:gd name="connsiteX145" fmla="*/ 212727 w 607568"/>
                    <a:gd name="connsiteY145" fmla="*/ 95476 h 491771"/>
                    <a:gd name="connsiteX146" fmla="*/ 212727 w 607568"/>
                    <a:gd name="connsiteY146" fmla="*/ 85787 h 491771"/>
                    <a:gd name="connsiteX147" fmla="*/ 298626 w 607568"/>
                    <a:gd name="connsiteY147" fmla="*/ 0 h 491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</a:cxnLst>
                  <a:rect l="l" t="t" r="r" b="b"/>
                  <a:pathLst>
                    <a:path w="607568" h="491771">
                      <a:moveTo>
                        <a:pt x="355420" y="250307"/>
                      </a:moveTo>
                      <a:cubicBezTo>
                        <a:pt x="354290" y="250307"/>
                        <a:pt x="353160" y="250871"/>
                        <a:pt x="352312" y="251812"/>
                      </a:cubicBezTo>
                      <a:lnTo>
                        <a:pt x="321042" y="289814"/>
                      </a:lnTo>
                      <a:cubicBezTo>
                        <a:pt x="319723" y="291507"/>
                        <a:pt x="319912" y="293953"/>
                        <a:pt x="321513" y="295364"/>
                      </a:cubicBezTo>
                      <a:lnTo>
                        <a:pt x="369736" y="338257"/>
                      </a:lnTo>
                      <a:cubicBezTo>
                        <a:pt x="370396" y="338822"/>
                        <a:pt x="371149" y="339104"/>
                        <a:pt x="371997" y="339104"/>
                      </a:cubicBezTo>
                      <a:cubicBezTo>
                        <a:pt x="372374" y="339104"/>
                        <a:pt x="372750" y="339010"/>
                        <a:pt x="373127" y="338916"/>
                      </a:cubicBezTo>
                      <a:cubicBezTo>
                        <a:pt x="374257" y="338539"/>
                        <a:pt x="375105" y="337505"/>
                        <a:pt x="375293" y="336282"/>
                      </a:cubicBezTo>
                      <a:lnTo>
                        <a:pt x="383676" y="279467"/>
                      </a:lnTo>
                      <a:cubicBezTo>
                        <a:pt x="384618" y="273164"/>
                        <a:pt x="381792" y="266768"/>
                        <a:pt x="376424" y="263287"/>
                      </a:cubicBezTo>
                      <a:lnTo>
                        <a:pt x="357681" y="250965"/>
                      </a:lnTo>
                      <a:cubicBezTo>
                        <a:pt x="357021" y="250495"/>
                        <a:pt x="356174" y="250307"/>
                        <a:pt x="355420" y="250307"/>
                      </a:cubicBezTo>
                      <a:close/>
                      <a:moveTo>
                        <a:pt x="258879" y="250307"/>
                      </a:moveTo>
                      <a:cubicBezTo>
                        <a:pt x="258125" y="250307"/>
                        <a:pt x="257372" y="250495"/>
                        <a:pt x="256712" y="250965"/>
                      </a:cubicBezTo>
                      <a:lnTo>
                        <a:pt x="237969" y="263287"/>
                      </a:lnTo>
                      <a:cubicBezTo>
                        <a:pt x="232601" y="266768"/>
                        <a:pt x="229775" y="273164"/>
                        <a:pt x="230717" y="279467"/>
                      </a:cubicBezTo>
                      <a:lnTo>
                        <a:pt x="239100" y="336282"/>
                      </a:lnTo>
                      <a:cubicBezTo>
                        <a:pt x="239288" y="337505"/>
                        <a:pt x="240136" y="338539"/>
                        <a:pt x="241266" y="338916"/>
                      </a:cubicBezTo>
                      <a:cubicBezTo>
                        <a:pt x="241643" y="339010"/>
                        <a:pt x="242019" y="339104"/>
                        <a:pt x="242396" y="339104"/>
                      </a:cubicBezTo>
                      <a:cubicBezTo>
                        <a:pt x="243244" y="339104"/>
                        <a:pt x="243997" y="338822"/>
                        <a:pt x="244657" y="338257"/>
                      </a:cubicBezTo>
                      <a:lnTo>
                        <a:pt x="292880" y="295364"/>
                      </a:lnTo>
                      <a:cubicBezTo>
                        <a:pt x="294481" y="293953"/>
                        <a:pt x="294670" y="291507"/>
                        <a:pt x="293351" y="289814"/>
                      </a:cubicBezTo>
                      <a:lnTo>
                        <a:pt x="261987" y="251812"/>
                      </a:lnTo>
                      <a:cubicBezTo>
                        <a:pt x="261233" y="250871"/>
                        <a:pt x="260103" y="250307"/>
                        <a:pt x="258879" y="250307"/>
                      </a:cubicBezTo>
                      <a:close/>
                      <a:moveTo>
                        <a:pt x="500465" y="66049"/>
                      </a:moveTo>
                      <a:cubicBezTo>
                        <a:pt x="548129" y="66049"/>
                        <a:pt x="562447" y="93516"/>
                        <a:pt x="565743" y="130673"/>
                      </a:cubicBezTo>
                      <a:cubicBezTo>
                        <a:pt x="565932" y="130673"/>
                        <a:pt x="566026" y="130673"/>
                        <a:pt x="566120" y="130673"/>
                      </a:cubicBezTo>
                      <a:cubicBezTo>
                        <a:pt x="577141" y="133118"/>
                        <a:pt x="583358" y="146664"/>
                        <a:pt x="580250" y="160962"/>
                      </a:cubicBezTo>
                      <a:cubicBezTo>
                        <a:pt x="577706" y="172532"/>
                        <a:pt x="569700" y="180904"/>
                        <a:pt x="560939" y="182503"/>
                      </a:cubicBezTo>
                      <a:cubicBezTo>
                        <a:pt x="554628" y="199529"/>
                        <a:pt x="543796" y="214016"/>
                        <a:pt x="531927" y="223799"/>
                      </a:cubicBezTo>
                      <a:cubicBezTo>
                        <a:pt x="528913" y="226338"/>
                        <a:pt x="527500" y="230383"/>
                        <a:pt x="528253" y="234240"/>
                      </a:cubicBezTo>
                      <a:lnTo>
                        <a:pt x="530797" y="246281"/>
                      </a:lnTo>
                      <a:cubicBezTo>
                        <a:pt x="532304" y="253806"/>
                        <a:pt x="538238" y="259732"/>
                        <a:pt x="545868" y="261143"/>
                      </a:cubicBezTo>
                      <a:lnTo>
                        <a:pt x="558961" y="263777"/>
                      </a:lnTo>
                      <a:cubicBezTo>
                        <a:pt x="578366" y="267634"/>
                        <a:pt x="593437" y="282684"/>
                        <a:pt x="597299" y="301968"/>
                      </a:cubicBezTo>
                      <a:lnTo>
                        <a:pt x="607002" y="350788"/>
                      </a:lnTo>
                      <a:cubicBezTo>
                        <a:pt x="608697" y="358972"/>
                        <a:pt x="606531" y="367438"/>
                        <a:pt x="601256" y="373835"/>
                      </a:cubicBezTo>
                      <a:cubicBezTo>
                        <a:pt x="595981" y="380325"/>
                        <a:pt x="588068" y="384088"/>
                        <a:pt x="579685" y="384088"/>
                      </a:cubicBezTo>
                      <a:lnTo>
                        <a:pt x="490386" y="384088"/>
                      </a:lnTo>
                      <a:lnTo>
                        <a:pt x="467685" y="310058"/>
                      </a:lnTo>
                      <a:cubicBezTo>
                        <a:pt x="461845" y="291150"/>
                        <a:pt x="448563" y="276194"/>
                        <a:pt x="431702" y="267445"/>
                      </a:cubicBezTo>
                      <a:cubicBezTo>
                        <a:pt x="434999" y="265940"/>
                        <a:pt x="438295" y="264529"/>
                        <a:pt x="441969" y="263777"/>
                      </a:cubicBezTo>
                      <a:lnTo>
                        <a:pt x="455157" y="261237"/>
                      </a:lnTo>
                      <a:cubicBezTo>
                        <a:pt x="462692" y="259732"/>
                        <a:pt x="468627" y="253806"/>
                        <a:pt x="470228" y="246281"/>
                      </a:cubicBezTo>
                      <a:lnTo>
                        <a:pt x="472677" y="234240"/>
                      </a:lnTo>
                      <a:cubicBezTo>
                        <a:pt x="473525" y="230383"/>
                        <a:pt x="472112" y="226338"/>
                        <a:pt x="469098" y="223893"/>
                      </a:cubicBezTo>
                      <a:cubicBezTo>
                        <a:pt x="457229" y="214016"/>
                        <a:pt x="446302" y="199529"/>
                        <a:pt x="439991" y="182503"/>
                      </a:cubicBezTo>
                      <a:cubicBezTo>
                        <a:pt x="434716" y="181563"/>
                        <a:pt x="429818" y="177894"/>
                        <a:pt x="426144" y="172720"/>
                      </a:cubicBezTo>
                      <a:cubicBezTo>
                        <a:pt x="433303" y="164725"/>
                        <a:pt x="438861" y="154754"/>
                        <a:pt x="441404" y="143278"/>
                      </a:cubicBezTo>
                      <a:cubicBezTo>
                        <a:pt x="444324" y="130485"/>
                        <a:pt x="443476" y="118068"/>
                        <a:pt x="439708" y="107438"/>
                      </a:cubicBezTo>
                      <a:cubicBezTo>
                        <a:pt x="447244" y="82699"/>
                        <a:pt x="464200" y="66049"/>
                        <a:pt x="500465" y="66049"/>
                      </a:cubicBezTo>
                      <a:close/>
                      <a:moveTo>
                        <a:pt x="107100" y="66049"/>
                      </a:moveTo>
                      <a:cubicBezTo>
                        <a:pt x="151561" y="66049"/>
                        <a:pt x="166820" y="90130"/>
                        <a:pt x="171341" y="123618"/>
                      </a:cubicBezTo>
                      <a:cubicBezTo>
                        <a:pt x="170965" y="129920"/>
                        <a:pt x="171436" y="136505"/>
                        <a:pt x="172849" y="143278"/>
                      </a:cubicBezTo>
                      <a:cubicBezTo>
                        <a:pt x="174921" y="152590"/>
                        <a:pt x="178971" y="161056"/>
                        <a:pt x="184246" y="168205"/>
                      </a:cubicBezTo>
                      <a:cubicBezTo>
                        <a:pt x="180573" y="175919"/>
                        <a:pt x="174356" y="181281"/>
                        <a:pt x="167574" y="182503"/>
                      </a:cubicBezTo>
                      <a:cubicBezTo>
                        <a:pt x="161263" y="199529"/>
                        <a:pt x="150336" y="214016"/>
                        <a:pt x="138468" y="223799"/>
                      </a:cubicBezTo>
                      <a:cubicBezTo>
                        <a:pt x="135453" y="226338"/>
                        <a:pt x="134040" y="230383"/>
                        <a:pt x="134794" y="234240"/>
                      </a:cubicBezTo>
                      <a:lnTo>
                        <a:pt x="137337" y="246281"/>
                      </a:lnTo>
                      <a:cubicBezTo>
                        <a:pt x="138939" y="253806"/>
                        <a:pt x="144873" y="259732"/>
                        <a:pt x="152408" y="261143"/>
                      </a:cubicBezTo>
                      <a:lnTo>
                        <a:pt x="165596" y="263777"/>
                      </a:lnTo>
                      <a:cubicBezTo>
                        <a:pt x="170494" y="264812"/>
                        <a:pt x="175203" y="266505"/>
                        <a:pt x="179442" y="268856"/>
                      </a:cubicBezTo>
                      <a:cubicBezTo>
                        <a:pt x="164088" y="277793"/>
                        <a:pt x="152126" y="292279"/>
                        <a:pt x="146662" y="310058"/>
                      </a:cubicBezTo>
                      <a:lnTo>
                        <a:pt x="123867" y="384088"/>
                      </a:lnTo>
                      <a:lnTo>
                        <a:pt x="27883" y="384088"/>
                      </a:lnTo>
                      <a:cubicBezTo>
                        <a:pt x="19499" y="384088"/>
                        <a:pt x="11587" y="380325"/>
                        <a:pt x="6312" y="373835"/>
                      </a:cubicBezTo>
                      <a:cubicBezTo>
                        <a:pt x="1037" y="367438"/>
                        <a:pt x="-1129" y="358972"/>
                        <a:pt x="566" y="350788"/>
                      </a:cubicBezTo>
                      <a:lnTo>
                        <a:pt x="10268" y="301968"/>
                      </a:lnTo>
                      <a:cubicBezTo>
                        <a:pt x="14130" y="282684"/>
                        <a:pt x="29202" y="267634"/>
                        <a:pt x="48606" y="263777"/>
                      </a:cubicBezTo>
                      <a:lnTo>
                        <a:pt x="61699" y="261237"/>
                      </a:lnTo>
                      <a:cubicBezTo>
                        <a:pt x="69328" y="259732"/>
                        <a:pt x="75263" y="253806"/>
                        <a:pt x="76770" y="246281"/>
                      </a:cubicBezTo>
                      <a:lnTo>
                        <a:pt x="79313" y="234240"/>
                      </a:lnTo>
                      <a:cubicBezTo>
                        <a:pt x="80067" y="230383"/>
                        <a:pt x="78654" y="226338"/>
                        <a:pt x="75639" y="223893"/>
                      </a:cubicBezTo>
                      <a:cubicBezTo>
                        <a:pt x="63771" y="214016"/>
                        <a:pt x="52939" y="199623"/>
                        <a:pt x="46628" y="182503"/>
                      </a:cubicBezTo>
                      <a:cubicBezTo>
                        <a:pt x="37867" y="180904"/>
                        <a:pt x="29861" y="172532"/>
                        <a:pt x="27318" y="160962"/>
                      </a:cubicBezTo>
                      <a:cubicBezTo>
                        <a:pt x="24115" y="146664"/>
                        <a:pt x="30426" y="133118"/>
                        <a:pt x="41447" y="130673"/>
                      </a:cubicBezTo>
                      <a:cubicBezTo>
                        <a:pt x="41541" y="130673"/>
                        <a:pt x="41729" y="130673"/>
                        <a:pt x="41824" y="130673"/>
                      </a:cubicBezTo>
                      <a:cubicBezTo>
                        <a:pt x="45403" y="93516"/>
                        <a:pt x="60192" y="66049"/>
                        <a:pt x="107100" y="66049"/>
                      </a:cubicBezTo>
                      <a:close/>
                      <a:moveTo>
                        <a:pt x="298626" y="0"/>
                      </a:moveTo>
                      <a:lnTo>
                        <a:pt x="315956" y="0"/>
                      </a:lnTo>
                      <a:cubicBezTo>
                        <a:pt x="363426" y="0"/>
                        <a:pt x="401854" y="38378"/>
                        <a:pt x="401854" y="85787"/>
                      </a:cubicBezTo>
                      <a:lnTo>
                        <a:pt x="401854" y="95476"/>
                      </a:lnTo>
                      <a:cubicBezTo>
                        <a:pt x="417301" y="99238"/>
                        <a:pt x="426154" y="118522"/>
                        <a:pt x="421633" y="138840"/>
                      </a:cubicBezTo>
                      <a:cubicBezTo>
                        <a:pt x="420880" y="142602"/>
                        <a:pt x="419467" y="146083"/>
                        <a:pt x="417960" y="149281"/>
                      </a:cubicBezTo>
                      <a:cubicBezTo>
                        <a:pt x="417677" y="149939"/>
                        <a:pt x="417395" y="150504"/>
                        <a:pt x="417112" y="151068"/>
                      </a:cubicBezTo>
                      <a:cubicBezTo>
                        <a:pt x="415417" y="154172"/>
                        <a:pt x="413533" y="157088"/>
                        <a:pt x="411273" y="159534"/>
                      </a:cubicBezTo>
                      <a:cubicBezTo>
                        <a:pt x="411179" y="159628"/>
                        <a:pt x="410990" y="159816"/>
                        <a:pt x="410896" y="159910"/>
                      </a:cubicBezTo>
                      <a:cubicBezTo>
                        <a:pt x="406092" y="165084"/>
                        <a:pt x="400159" y="168658"/>
                        <a:pt x="394037" y="169787"/>
                      </a:cubicBezTo>
                      <a:cubicBezTo>
                        <a:pt x="391494" y="176654"/>
                        <a:pt x="388385" y="183332"/>
                        <a:pt x="384900" y="189541"/>
                      </a:cubicBezTo>
                      <a:cubicBezTo>
                        <a:pt x="384806" y="189635"/>
                        <a:pt x="384806" y="189729"/>
                        <a:pt x="384712" y="189823"/>
                      </a:cubicBezTo>
                      <a:cubicBezTo>
                        <a:pt x="381227" y="196031"/>
                        <a:pt x="377460" y="201769"/>
                        <a:pt x="373316" y="207131"/>
                      </a:cubicBezTo>
                      <a:cubicBezTo>
                        <a:pt x="373127" y="207413"/>
                        <a:pt x="372939" y="207601"/>
                        <a:pt x="372750" y="207789"/>
                      </a:cubicBezTo>
                      <a:cubicBezTo>
                        <a:pt x="368700" y="213057"/>
                        <a:pt x="364368" y="217948"/>
                        <a:pt x="359847" y="222275"/>
                      </a:cubicBezTo>
                      <a:cubicBezTo>
                        <a:pt x="359658" y="222463"/>
                        <a:pt x="359376" y="222651"/>
                        <a:pt x="359188" y="222934"/>
                      </a:cubicBezTo>
                      <a:cubicBezTo>
                        <a:pt x="354667" y="227261"/>
                        <a:pt x="349957" y="231211"/>
                        <a:pt x="345154" y="234598"/>
                      </a:cubicBezTo>
                      <a:lnTo>
                        <a:pt x="345625" y="236855"/>
                      </a:lnTo>
                      <a:cubicBezTo>
                        <a:pt x="346567" y="236385"/>
                        <a:pt x="347603" y="235915"/>
                        <a:pt x="348639" y="235538"/>
                      </a:cubicBezTo>
                      <a:cubicBezTo>
                        <a:pt x="350899" y="234786"/>
                        <a:pt x="353065" y="234033"/>
                        <a:pt x="355514" y="234033"/>
                      </a:cubicBezTo>
                      <a:cubicBezTo>
                        <a:pt x="359470" y="234033"/>
                        <a:pt x="363238" y="235162"/>
                        <a:pt x="366628" y="237326"/>
                      </a:cubicBezTo>
                      <a:cubicBezTo>
                        <a:pt x="366628" y="237326"/>
                        <a:pt x="380756" y="246450"/>
                        <a:pt x="385371" y="249648"/>
                      </a:cubicBezTo>
                      <a:cubicBezTo>
                        <a:pt x="401854" y="261030"/>
                        <a:pt x="399876" y="279373"/>
                        <a:pt x="399876" y="279373"/>
                      </a:cubicBezTo>
                      <a:cubicBezTo>
                        <a:pt x="410990" y="279655"/>
                        <a:pt x="421822" y="283041"/>
                        <a:pt x="430016" y="289814"/>
                      </a:cubicBezTo>
                      <a:cubicBezTo>
                        <a:pt x="445180" y="302324"/>
                        <a:pt x="447535" y="313330"/>
                        <a:pt x="448382" y="316058"/>
                      </a:cubicBezTo>
                      <a:lnTo>
                        <a:pt x="481630" y="424515"/>
                      </a:lnTo>
                      <a:cubicBezTo>
                        <a:pt x="482855" y="428371"/>
                        <a:pt x="483608" y="432416"/>
                        <a:pt x="483891" y="436461"/>
                      </a:cubicBezTo>
                      <a:cubicBezTo>
                        <a:pt x="484644" y="448595"/>
                        <a:pt x="481159" y="460730"/>
                        <a:pt x="473718" y="470700"/>
                      </a:cubicBezTo>
                      <a:cubicBezTo>
                        <a:pt x="466372" y="480671"/>
                        <a:pt x="455823" y="487538"/>
                        <a:pt x="443956" y="490360"/>
                      </a:cubicBezTo>
                      <a:cubicBezTo>
                        <a:pt x="440000" y="491301"/>
                        <a:pt x="435950" y="491771"/>
                        <a:pt x="431805" y="491771"/>
                      </a:cubicBezTo>
                      <a:lnTo>
                        <a:pt x="325375" y="491771"/>
                      </a:lnTo>
                      <a:lnTo>
                        <a:pt x="337430" y="415296"/>
                      </a:lnTo>
                      <a:cubicBezTo>
                        <a:pt x="338749" y="406454"/>
                        <a:pt x="337807" y="397424"/>
                        <a:pt x="334605" y="389052"/>
                      </a:cubicBezTo>
                      <a:lnTo>
                        <a:pt x="323962" y="360927"/>
                      </a:lnTo>
                      <a:lnTo>
                        <a:pt x="337430" y="347476"/>
                      </a:lnTo>
                      <a:lnTo>
                        <a:pt x="307196" y="317281"/>
                      </a:lnTo>
                      <a:lnTo>
                        <a:pt x="276868" y="347476"/>
                      </a:lnTo>
                      <a:lnTo>
                        <a:pt x="290337" y="360927"/>
                      </a:lnTo>
                      <a:lnTo>
                        <a:pt x="279694" y="389052"/>
                      </a:lnTo>
                      <a:cubicBezTo>
                        <a:pt x="276586" y="397424"/>
                        <a:pt x="275644" y="406454"/>
                        <a:pt x="276963" y="415296"/>
                      </a:cubicBezTo>
                      <a:lnTo>
                        <a:pt x="288736" y="491771"/>
                      </a:lnTo>
                      <a:lnTo>
                        <a:pt x="182493" y="491771"/>
                      </a:lnTo>
                      <a:cubicBezTo>
                        <a:pt x="178443" y="491771"/>
                        <a:pt x="174299" y="491301"/>
                        <a:pt x="170437" y="490360"/>
                      </a:cubicBezTo>
                      <a:cubicBezTo>
                        <a:pt x="158570" y="487538"/>
                        <a:pt x="148021" y="480671"/>
                        <a:pt x="140675" y="470700"/>
                      </a:cubicBezTo>
                      <a:cubicBezTo>
                        <a:pt x="130785" y="457343"/>
                        <a:pt x="127865" y="440223"/>
                        <a:pt x="132669" y="424515"/>
                      </a:cubicBezTo>
                      <a:lnTo>
                        <a:pt x="166011" y="316058"/>
                      </a:lnTo>
                      <a:cubicBezTo>
                        <a:pt x="166858" y="313330"/>
                        <a:pt x="170908" y="300631"/>
                        <a:pt x="184377" y="289814"/>
                      </a:cubicBezTo>
                      <a:cubicBezTo>
                        <a:pt x="192666" y="283229"/>
                        <a:pt x="203403" y="279655"/>
                        <a:pt x="214517" y="279373"/>
                      </a:cubicBezTo>
                      <a:lnTo>
                        <a:pt x="214517" y="279279"/>
                      </a:lnTo>
                      <a:cubicBezTo>
                        <a:pt x="214140" y="273447"/>
                        <a:pt x="211880" y="260654"/>
                        <a:pt x="229022" y="249648"/>
                      </a:cubicBezTo>
                      <a:cubicBezTo>
                        <a:pt x="233731" y="246638"/>
                        <a:pt x="247765" y="237326"/>
                        <a:pt x="247765" y="237326"/>
                      </a:cubicBezTo>
                      <a:cubicBezTo>
                        <a:pt x="251061" y="235162"/>
                        <a:pt x="254923" y="234033"/>
                        <a:pt x="258879" y="234033"/>
                      </a:cubicBezTo>
                      <a:cubicBezTo>
                        <a:pt x="261328" y="234033"/>
                        <a:pt x="263494" y="234786"/>
                        <a:pt x="265754" y="235538"/>
                      </a:cubicBezTo>
                      <a:cubicBezTo>
                        <a:pt x="266790" y="236009"/>
                        <a:pt x="267826" y="236385"/>
                        <a:pt x="268768" y="236855"/>
                      </a:cubicBezTo>
                      <a:lnTo>
                        <a:pt x="269239" y="234598"/>
                      </a:lnTo>
                      <a:cubicBezTo>
                        <a:pt x="264436" y="231211"/>
                        <a:pt x="259726" y="227261"/>
                        <a:pt x="255205" y="222934"/>
                      </a:cubicBezTo>
                      <a:cubicBezTo>
                        <a:pt x="254923" y="222651"/>
                        <a:pt x="254735" y="222463"/>
                        <a:pt x="254546" y="222275"/>
                      </a:cubicBezTo>
                      <a:cubicBezTo>
                        <a:pt x="250025" y="217948"/>
                        <a:pt x="245693" y="213057"/>
                        <a:pt x="241548" y="207789"/>
                      </a:cubicBezTo>
                      <a:cubicBezTo>
                        <a:pt x="241454" y="207601"/>
                        <a:pt x="241266" y="207413"/>
                        <a:pt x="241077" y="207225"/>
                      </a:cubicBezTo>
                      <a:cubicBezTo>
                        <a:pt x="236933" y="201769"/>
                        <a:pt x="233072" y="196031"/>
                        <a:pt x="229681" y="189823"/>
                      </a:cubicBezTo>
                      <a:cubicBezTo>
                        <a:pt x="229587" y="189729"/>
                        <a:pt x="229587" y="189635"/>
                        <a:pt x="229493" y="189635"/>
                      </a:cubicBezTo>
                      <a:cubicBezTo>
                        <a:pt x="226008" y="183332"/>
                        <a:pt x="222899" y="176654"/>
                        <a:pt x="220356" y="169787"/>
                      </a:cubicBezTo>
                      <a:cubicBezTo>
                        <a:pt x="214140" y="168658"/>
                        <a:pt x="208301" y="165084"/>
                        <a:pt x="203497" y="159910"/>
                      </a:cubicBezTo>
                      <a:cubicBezTo>
                        <a:pt x="203309" y="159722"/>
                        <a:pt x="203214" y="159628"/>
                        <a:pt x="203120" y="159534"/>
                      </a:cubicBezTo>
                      <a:cubicBezTo>
                        <a:pt x="200860" y="157088"/>
                        <a:pt x="198976" y="154172"/>
                        <a:pt x="197281" y="151068"/>
                      </a:cubicBezTo>
                      <a:cubicBezTo>
                        <a:pt x="196998" y="150504"/>
                        <a:pt x="196716" y="149939"/>
                        <a:pt x="196433" y="149281"/>
                      </a:cubicBezTo>
                      <a:cubicBezTo>
                        <a:pt x="194832" y="146083"/>
                        <a:pt x="193513" y="142602"/>
                        <a:pt x="192666" y="138840"/>
                      </a:cubicBezTo>
                      <a:cubicBezTo>
                        <a:pt x="188145" y="118428"/>
                        <a:pt x="197092" y="99050"/>
                        <a:pt x="212727" y="95476"/>
                      </a:cubicBezTo>
                      <a:lnTo>
                        <a:pt x="212727" y="85787"/>
                      </a:lnTo>
                      <a:cubicBezTo>
                        <a:pt x="212727" y="38378"/>
                        <a:pt x="251155" y="0"/>
                        <a:pt x="29862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ïşļíḋè"/>
            <p:cNvGrpSpPr/>
            <p:nvPr/>
          </p:nvGrpSpPr>
          <p:grpSpPr>
            <a:xfrm>
              <a:off x="8892937" y="2641569"/>
              <a:ext cx="2108063" cy="944997"/>
              <a:chOff x="8722857" y="2910096"/>
              <a:chExt cx="2108063" cy="944997"/>
            </a:xfrm>
          </p:grpSpPr>
          <p:sp>
            <p:nvSpPr>
              <p:cNvPr id="17" name="îśḷiḓé"/>
              <p:cNvSpPr/>
              <p:nvPr/>
            </p:nvSpPr>
            <p:spPr bwMode="auto">
              <a:xfrm>
                <a:off x="8722857" y="3297694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18" name="iṧlíḑê"/>
              <p:cNvSpPr txBox="1"/>
              <p:nvPr/>
            </p:nvSpPr>
            <p:spPr bwMode="auto">
              <a:xfrm>
                <a:off x="8722857" y="2910096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8" name="iṡḷïdé"/>
            <p:cNvGrpSpPr/>
            <p:nvPr/>
          </p:nvGrpSpPr>
          <p:grpSpPr>
            <a:xfrm>
              <a:off x="8254436" y="4463047"/>
              <a:ext cx="2108063" cy="944997"/>
              <a:chOff x="8722857" y="2910096"/>
              <a:chExt cx="2108063" cy="944997"/>
            </a:xfrm>
          </p:grpSpPr>
          <p:sp>
            <p:nvSpPr>
              <p:cNvPr id="15" name="iṣḻiḓé"/>
              <p:cNvSpPr/>
              <p:nvPr/>
            </p:nvSpPr>
            <p:spPr bwMode="auto">
              <a:xfrm>
                <a:off x="8722857" y="3297694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16" name="í$ľíḓe"/>
              <p:cNvSpPr txBox="1"/>
              <p:nvPr/>
            </p:nvSpPr>
            <p:spPr bwMode="auto">
              <a:xfrm>
                <a:off x="8722857" y="2910096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9" name="íṥľîḓê"/>
            <p:cNvGrpSpPr/>
            <p:nvPr/>
          </p:nvGrpSpPr>
          <p:grpSpPr>
            <a:xfrm>
              <a:off x="3580190" y="1944000"/>
              <a:ext cx="2108063" cy="944997"/>
              <a:chOff x="8722857" y="2910096"/>
              <a:chExt cx="2108063" cy="944997"/>
            </a:xfrm>
          </p:grpSpPr>
          <p:sp>
            <p:nvSpPr>
              <p:cNvPr id="13" name="íŝlíḍé"/>
              <p:cNvSpPr/>
              <p:nvPr/>
            </p:nvSpPr>
            <p:spPr bwMode="auto">
              <a:xfrm>
                <a:off x="8722857" y="3297694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14" name="iSļíďê"/>
              <p:cNvSpPr txBox="1"/>
              <p:nvPr/>
            </p:nvSpPr>
            <p:spPr bwMode="auto">
              <a:xfrm>
                <a:off x="8722857" y="2910096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10" name="ïšḷïdé"/>
            <p:cNvGrpSpPr/>
            <p:nvPr/>
          </p:nvGrpSpPr>
          <p:grpSpPr>
            <a:xfrm>
              <a:off x="1191000" y="4253633"/>
              <a:ext cx="2108063" cy="944997"/>
              <a:chOff x="8722857" y="2910096"/>
              <a:chExt cx="2108063" cy="944997"/>
            </a:xfrm>
          </p:grpSpPr>
          <p:sp>
            <p:nvSpPr>
              <p:cNvPr id="11" name="isļiḑe"/>
              <p:cNvSpPr/>
              <p:nvPr/>
            </p:nvSpPr>
            <p:spPr bwMode="auto">
              <a:xfrm>
                <a:off x="8722857" y="3297694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12" name="îšľíḋe"/>
              <p:cNvSpPr txBox="1"/>
              <p:nvPr/>
            </p:nvSpPr>
            <p:spPr bwMode="auto">
              <a:xfrm>
                <a:off x="8722857" y="2910096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73dd3c15-0711-4946-a04f-d2b41b2deb0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307470" y="1565507"/>
            <a:ext cx="9613068" cy="4296774"/>
            <a:chOff x="1307470" y="1565507"/>
            <a:chExt cx="9613068" cy="4296774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8472266" y="3668207"/>
              <a:ext cx="244827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1307470" y="3668207"/>
              <a:ext cx="244827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ísḻïḓê"/>
            <p:cNvSpPr/>
            <p:nvPr/>
          </p:nvSpPr>
          <p:spPr bwMode="auto">
            <a:xfrm>
              <a:off x="3944143" y="1565507"/>
              <a:ext cx="4303713" cy="4296774"/>
            </a:xfrm>
            <a:custGeom>
              <a:avLst/>
              <a:gdLst>
                <a:gd name="connsiteX0" fmla="*/ 135672 w 609076"/>
                <a:gd name="connsiteY0" fmla="*/ 378765 h 608094"/>
                <a:gd name="connsiteX1" fmla="*/ 268220 w 609076"/>
                <a:gd name="connsiteY1" fmla="*/ 423490 h 608094"/>
                <a:gd name="connsiteX2" fmla="*/ 270801 w 609076"/>
                <a:gd name="connsiteY2" fmla="*/ 426343 h 608094"/>
                <a:gd name="connsiteX3" fmla="*/ 269787 w 609076"/>
                <a:gd name="connsiteY3" fmla="*/ 430116 h 608094"/>
                <a:gd name="connsiteX4" fmla="*/ 255408 w 609076"/>
                <a:gd name="connsiteY4" fmla="*/ 444380 h 608094"/>
                <a:gd name="connsiteX5" fmla="*/ 304538 w 609076"/>
                <a:gd name="connsiteY5" fmla="*/ 493430 h 608094"/>
                <a:gd name="connsiteX6" fmla="*/ 356341 w 609076"/>
                <a:gd name="connsiteY6" fmla="*/ 441619 h 608094"/>
                <a:gd name="connsiteX7" fmla="*/ 346478 w 609076"/>
                <a:gd name="connsiteY7" fmla="*/ 470699 h 608094"/>
                <a:gd name="connsiteX8" fmla="*/ 355511 w 609076"/>
                <a:gd name="connsiteY8" fmla="*/ 509534 h 608094"/>
                <a:gd name="connsiteX9" fmla="*/ 382426 w 609076"/>
                <a:gd name="connsiteY9" fmla="*/ 520669 h 608094"/>
                <a:gd name="connsiteX10" fmla="*/ 394778 w 609076"/>
                <a:gd name="connsiteY10" fmla="*/ 518645 h 608094"/>
                <a:gd name="connsiteX11" fmla="*/ 423629 w 609076"/>
                <a:gd name="connsiteY11" fmla="*/ 508890 h 608094"/>
                <a:gd name="connsiteX12" fmla="*/ 338182 w 609076"/>
                <a:gd name="connsiteY12" fmla="*/ 594198 h 608094"/>
                <a:gd name="connsiteX13" fmla="*/ 304538 w 609076"/>
                <a:gd name="connsiteY13" fmla="*/ 608094 h 608094"/>
                <a:gd name="connsiteX14" fmla="*/ 270894 w 609076"/>
                <a:gd name="connsiteY14" fmla="*/ 594198 h 608094"/>
                <a:gd name="connsiteX15" fmla="*/ 188120 w 609076"/>
                <a:gd name="connsiteY15" fmla="*/ 511559 h 608094"/>
                <a:gd name="connsiteX16" fmla="*/ 173832 w 609076"/>
                <a:gd name="connsiteY16" fmla="*/ 525915 h 608094"/>
                <a:gd name="connsiteX17" fmla="*/ 170053 w 609076"/>
                <a:gd name="connsiteY17" fmla="*/ 526927 h 608094"/>
                <a:gd name="connsiteX18" fmla="*/ 167288 w 609076"/>
                <a:gd name="connsiteY18" fmla="*/ 524350 h 608094"/>
                <a:gd name="connsiteX19" fmla="*/ 122398 w 609076"/>
                <a:gd name="connsiteY19" fmla="*/ 392017 h 608094"/>
                <a:gd name="connsiteX20" fmla="*/ 135672 w 609076"/>
                <a:gd name="connsiteY20" fmla="*/ 378765 h 608094"/>
                <a:gd name="connsiteX21" fmla="*/ 513252 w 609076"/>
                <a:gd name="connsiteY21" fmla="*/ 188723 h 608094"/>
                <a:gd name="connsiteX22" fmla="*/ 595111 w 609076"/>
                <a:gd name="connsiteY22" fmla="*/ 270462 h 608094"/>
                <a:gd name="connsiteX23" fmla="*/ 595111 w 609076"/>
                <a:gd name="connsiteY23" fmla="*/ 337658 h 608094"/>
                <a:gd name="connsiteX24" fmla="*/ 516017 w 609076"/>
                <a:gd name="connsiteY24" fmla="*/ 416635 h 608094"/>
                <a:gd name="connsiteX25" fmla="*/ 530398 w 609076"/>
                <a:gd name="connsiteY25" fmla="*/ 430995 h 608094"/>
                <a:gd name="connsiteX26" fmla="*/ 531412 w 609076"/>
                <a:gd name="connsiteY26" fmla="*/ 434677 h 608094"/>
                <a:gd name="connsiteX27" fmla="*/ 528831 w 609076"/>
                <a:gd name="connsiteY27" fmla="*/ 437530 h 608094"/>
                <a:gd name="connsiteX28" fmla="*/ 396271 w 609076"/>
                <a:gd name="connsiteY28" fmla="*/ 482266 h 608094"/>
                <a:gd name="connsiteX29" fmla="*/ 382997 w 609076"/>
                <a:gd name="connsiteY29" fmla="*/ 469011 h 608094"/>
                <a:gd name="connsiteX30" fmla="*/ 427798 w 609076"/>
                <a:gd name="connsiteY30" fmla="*/ 336645 h 608094"/>
                <a:gd name="connsiteX31" fmla="*/ 430655 w 609076"/>
                <a:gd name="connsiteY31" fmla="*/ 334068 h 608094"/>
                <a:gd name="connsiteX32" fmla="*/ 434343 w 609076"/>
                <a:gd name="connsiteY32" fmla="*/ 335172 h 608094"/>
                <a:gd name="connsiteX33" fmla="*/ 448631 w 609076"/>
                <a:gd name="connsiteY33" fmla="*/ 349440 h 608094"/>
                <a:gd name="connsiteX34" fmla="*/ 494170 w 609076"/>
                <a:gd name="connsiteY34" fmla="*/ 304060 h 608094"/>
                <a:gd name="connsiteX35" fmla="*/ 445958 w 609076"/>
                <a:gd name="connsiteY35" fmla="*/ 255919 h 608094"/>
                <a:gd name="connsiteX36" fmla="*/ 474996 w 609076"/>
                <a:gd name="connsiteY36" fmla="*/ 265768 h 608094"/>
                <a:gd name="connsiteX37" fmla="*/ 487164 w 609076"/>
                <a:gd name="connsiteY37" fmla="*/ 267701 h 608094"/>
                <a:gd name="connsiteX38" fmla="*/ 514082 w 609076"/>
                <a:gd name="connsiteY38" fmla="*/ 256563 h 608094"/>
                <a:gd name="connsiteX39" fmla="*/ 523116 w 609076"/>
                <a:gd name="connsiteY39" fmla="*/ 217719 h 608094"/>
                <a:gd name="connsiteX40" fmla="*/ 212828 w 609076"/>
                <a:gd name="connsiteY40" fmla="*/ 125789 h 608094"/>
                <a:gd name="connsiteX41" fmla="*/ 226102 w 609076"/>
                <a:gd name="connsiteY41" fmla="*/ 139043 h 608094"/>
                <a:gd name="connsiteX42" fmla="*/ 181209 w 609076"/>
                <a:gd name="connsiteY42" fmla="*/ 271491 h 608094"/>
                <a:gd name="connsiteX43" fmla="*/ 178351 w 609076"/>
                <a:gd name="connsiteY43" fmla="*/ 273976 h 608094"/>
                <a:gd name="connsiteX44" fmla="*/ 174664 w 609076"/>
                <a:gd name="connsiteY44" fmla="*/ 272964 h 608094"/>
                <a:gd name="connsiteX45" fmla="*/ 160376 w 609076"/>
                <a:gd name="connsiteY45" fmla="*/ 258697 h 608094"/>
                <a:gd name="connsiteX46" fmla="*/ 114929 w 609076"/>
                <a:gd name="connsiteY46" fmla="*/ 304074 h 608094"/>
                <a:gd name="connsiteX47" fmla="*/ 163141 w 609076"/>
                <a:gd name="connsiteY47" fmla="*/ 352212 h 608094"/>
                <a:gd name="connsiteX48" fmla="*/ 134011 w 609076"/>
                <a:gd name="connsiteY48" fmla="*/ 342363 h 608094"/>
                <a:gd name="connsiteX49" fmla="*/ 121843 w 609076"/>
                <a:gd name="connsiteY49" fmla="*/ 340338 h 608094"/>
                <a:gd name="connsiteX50" fmla="*/ 95202 w 609076"/>
                <a:gd name="connsiteY50" fmla="*/ 351383 h 608094"/>
                <a:gd name="connsiteX51" fmla="*/ 85891 w 609076"/>
                <a:gd name="connsiteY51" fmla="*/ 390317 h 608094"/>
                <a:gd name="connsiteX52" fmla="*/ 95755 w 609076"/>
                <a:gd name="connsiteY52" fmla="*/ 419402 h 608094"/>
                <a:gd name="connsiteX53" fmla="*/ 13896 w 609076"/>
                <a:gd name="connsiteY53" fmla="*/ 337669 h 608094"/>
                <a:gd name="connsiteX54" fmla="*/ 13896 w 609076"/>
                <a:gd name="connsiteY54" fmla="*/ 270478 h 608094"/>
                <a:gd name="connsiteX55" fmla="*/ 93082 w 609076"/>
                <a:gd name="connsiteY55" fmla="*/ 191414 h 608094"/>
                <a:gd name="connsiteX56" fmla="*/ 78701 w 609076"/>
                <a:gd name="connsiteY56" fmla="*/ 177148 h 608094"/>
                <a:gd name="connsiteX57" fmla="*/ 77687 w 609076"/>
                <a:gd name="connsiteY57" fmla="*/ 173466 h 608094"/>
                <a:gd name="connsiteX58" fmla="*/ 80268 w 609076"/>
                <a:gd name="connsiteY58" fmla="*/ 170613 h 608094"/>
                <a:gd name="connsiteX59" fmla="*/ 212828 w 609076"/>
                <a:gd name="connsiteY59" fmla="*/ 125789 h 608094"/>
                <a:gd name="connsiteX60" fmla="*/ 304478 w 609076"/>
                <a:gd name="connsiteY60" fmla="*/ 0 h 608094"/>
                <a:gd name="connsiteX61" fmla="*/ 338157 w 609076"/>
                <a:gd name="connsiteY61" fmla="*/ 13876 h 608094"/>
                <a:gd name="connsiteX62" fmla="*/ 420931 w 609076"/>
                <a:gd name="connsiteY62" fmla="*/ 96535 h 608094"/>
                <a:gd name="connsiteX63" fmla="*/ 435218 w 609076"/>
                <a:gd name="connsiteY63" fmla="*/ 82267 h 608094"/>
                <a:gd name="connsiteX64" fmla="*/ 438905 w 609076"/>
                <a:gd name="connsiteY64" fmla="*/ 81163 h 608094"/>
                <a:gd name="connsiteX65" fmla="*/ 441762 w 609076"/>
                <a:gd name="connsiteY65" fmla="*/ 83740 h 608094"/>
                <a:gd name="connsiteX66" fmla="*/ 486560 w 609076"/>
                <a:gd name="connsiteY66" fmla="*/ 216105 h 608094"/>
                <a:gd name="connsiteX67" fmla="*/ 473286 w 609076"/>
                <a:gd name="connsiteY67" fmla="*/ 229360 h 608094"/>
                <a:gd name="connsiteX68" fmla="*/ 340830 w 609076"/>
                <a:gd name="connsiteY68" fmla="*/ 184625 h 608094"/>
                <a:gd name="connsiteX69" fmla="*/ 338157 w 609076"/>
                <a:gd name="connsiteY69" fmla="*/ 181771 h 608094"/>
                <a:gd name="connsiteX70" fmla="*/ 339263 w 609076"/>
                <a:gd name="connsiteY70" fmla="*/ 178089 h 608094"/>
                <a:gd name="connsiteX71" fmla="*/ 353550 w 609076"/>
                <a:gd name="connsiteY71" fmla="*/ 163730 h 608094"/>
                <a:gd name="connsiteX72" fmla="*/ 304512 w 609076"/>
                <a:gd name="connsiteY72" fmla="*/ 114760 h 608094"/>
                <a:gd name="connsiteX73" fmla="*/ 252617 w 609076"/>
                <a:gd name="connsiteY73" fmla="*/ 166491 h 608094"/>
                <a:gd name="connsiteX74" fmla="*/ 262480 w 609076"/>
                <a:gd name="connsiteY74" fmla="*/ 137496 h 608094"/>
                <a:gd name="connsiteX75" fmla="*/ 253447 w 609076"/>
                <a:gd name="connsiteY75" fmla="*/ 98652 h 608094"/>
                <a:gd name="connsiteX76" fmla="*/ 226624 w 609076"/>
                <a:gd name="connsiteY76" fmla="*/ 87422 h 608094"/>
                <a:gd name="connsiteX77" fmla="*/ 214272 w 609076"/>
                <a:gd name="connsiteY77" fmla="*/ 89539 h 608094"/>
                <a:gd name="connsiteX78" fmla="*/ 185329 w 609076"/>
                <a:gd name="connsiteY78" fmla="*/ 99296 h 608094"/>
                <a:gd name="connsiteX79" fmla="*/ 270868 w 609076"/>
                <a:gd name="connsiteY79" fmla="*/ 13876 h 608094"/>
                <a:gd name="connsiteX80" fmla="*/ 304478 w 609076"/>
                <a:gd name="connsiteY80" fmla="*/ 0 h 608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9076" h="608094">
                  <a:moveTo>
                    <a:pt x="135672" y="378765"/>
                  </a:moveTo>
                  <a:cubicBezTo>
                    <a:pt x="177243" y="392753"/>
                    <a:pt x="257159" y="419809"/>
                    <a:pt x="268220" y="423490"/>
                  </a:cubicBezTo>
                  <a:cubicBezTo>
                    <a:pt x="269511" y="423950"/>
                    <a:pt x="270525" y="425054"/>
                    <a:pt x="270801" y="426343"/>
                  </a:cubicBezTo>
                  <a:cubicBezTo>
                    <a:pt x="271078" y="427723"/>
                    <a:pt x="270709" y="429103"/>
                    <a:pt x="269787" y="430116"/>
                  </a:cubicBezTo>
                  <a:lnTo>
                    <a:pt x="255408" y="444380"/>
                  </a:lnTo>
                  <a:lnTo>
                    <a:pt x="304538" y="493430"/>
                  </a:lnTo>
                  <a:lnTo>
                    <a:pt x="356341" y="441619"/>
                  </a:lnTo>
                  <a:lnTo>
                    <a:pt x="346478" y="470699"/>
                  </a:lnTo>
                  <a:cubicBezTo>
                    <a:pt x="341869" y="484319"/>
                    <a:pt x="345280" y="499227"/>
                    <a:pt x="355511" y="509534"/>
                  </a:cubicBezTo>
                  <a:cubicBezTo>
                    <a:pt x="362793" y="516712"/>
                    <a:pt x="372287" y="520669"/>
                    <a:pt x="382426" y="520669"/>
                  </a:cubicBezTo>
                  <a:cubicBezTo>
                    <a:pt x="386574" y="520669"/>
                    <a:pt x="390722" y="520025"/>
                    <a:pt x="394778" y="518645"/>
                  </a:cubicBezTo>
                  <a:lnTo>
                    <a:pt x="423629" y="508890"/>
                  </a:lnTo>
                  <a:lnTo>
                    <a:pt x="338182" y="594198"/>
                  </a:lnTo>
                  <a:cubicBezTo>
                    <a:pt x="328872" y="603493"/>
                    <a:pt x="316705" y="608094"/>
                    <a:pt x="304538" y="608094"/>
                  </a:cubicBezTo>
                  <a:cubicBezTo>
                    <a:pt x="292371" y="608094"/>
                    <a:pt x="280111" y="603493"/>
                    <a:pt x="270894" y="594198"/>
                  </a:cubicBezTo>
                  <a:lnTo>
                    <a:pt x="188120" y="511559"/>
                  </a:lnTo>
                  <a:lnTo>
                    <a:pt x="173832" y="525915"/>
                  </a:lnTo>
                  <a:cubicBezTo>
                    <a:pt x="172818" y="526835"/>
                    <a:pt x="171436" y="527295"/>
                    <a:pt x="170053" y="526927"/>
                  </a:cubicBezTo>
                  <a:cubicBezTo>
                    <a:pt x="168763" y="526651"/>
                    <a:pt x="167657" y="525639"/>
                    <a:pt x="167288" y="524350"/>
                  </a:cubicBezTo>
                  <a:cubicBezTo>
                    <a:pt x="163232" y="512571"/>
                    <a:pt x="135856" y="431864"/>
                    <a:pt x="122398" y="392017"/>
                  </a:cubicBezTo>
                  <a:cubicBezTo>
                    <a:pt x="119633" y="383826"/>
                    <a:pt x="127468" y="376004"/>
                    <a:pt x="135672" y="378765"/>
                  </a:cubicBezTo>
                  <a:close/>
                  <a:moveTo>
                    <a:pt x="513252" y="188723"/>
                  </a:moveTo>
                  <a:lnTo>
                    <a:pt x="595111" y="270462"/>
                  </a:lnTo>
                  <a:cubicBezTo>
                    <a:pt x="613732" y="288964"/>
                    <a:pt x="613732" y="319064"/>
                    <a:pt x="595111" y="337658"/>
                  </a:cubicBezTo>
                  <a:lnTo>
                    <a:pt x="516017" y="416635"/>
                  </a:lnTo>
                  <a:lnTo>
                    <a:pt x="530398" y="430995"/>
                  </a:lnTo>
                  <a:cubicBezTo>
                    <a:pt x="531320" y="431915"/>
                    <a:pt x="531689" y="433296"/>
                    <a:pt x="531412" y="434677"/>
                  </a:cubicBezTo>
                  <a:cubicBezTo>
                    <a:pt x="531043" y="435965"/>
                    <a:pt x="530122" y="437070"/>
                    <a:pt x="528831" y="437530"/>
                  </a:cubicBezTo>
                  <a:cubicBezTo>
                    <a:pt x="513160" y="442869"/>
                    <a:pt x="524130" y="439095"/>
                    <a:pt x="396271" y="482266"/>
                  </a:cubicBezTo>
                  <a:cubicBezTo>
                    <a:pt x="388067" y="485027"/>
                    <a:pt x="380231" y="477203"/>
                    <a:pt x="382997" y="469011"/>
                  </a:cubicBezTo>
                  <a:cubicBezTo>
                    <a:pt x="399313" y="420593"/>
                    <a:pt x="423004" y="350913"/>
                    <a:pt x="427798" y="336645"/>
                  </a:cubicBezTo>
                  <a:cubicBezTo>
                    <a:pt x="428259" y="335356"/>
                    <a:pt x="429365" y="334436"/>
                    <a:pt x="430655" y="334068"/>
                  </a:cubicBezTo>
                  <a:cubicBezTo>
                    <a:pt x="431946" y="333792"/>
                    <a:pt x="433421" y="334160"/>
                    <a:pt x="434343" y="335172"/>
                  </a:cubicBezTo>
                  <a:lnTo>
                    <a:pt x="448631" y="349440"/>
                  </a:lnTo>
                  <a:lnTo>
                    <a:pt x="494170" y="304060"/>
                  </a:lnTo>
                  <a:lnTo>
                    <a:pt x="445958" y="255919"/>
                  </a:lnTo>
                  <a:lnTo>
                    <a:pt x="474996" y="265768"/>
                  </a:lnTo>
                  <a:cubicBezTo>
                    <a:pt x="478775" y="267056"/>
                    <a:pt x="482924" y="267701"/>
                    <a:pt x="487164" y="267701"/>
                  </a:cubicBezTo>
                  <a:cubicBezTo>
                    <a:pt x="497212" y="267701"/>
                    <a:pt x="506983" y="263651"/>
                    <a:pt x="514082" y="256563"/>
                  </a:cubicBezTo>
                  <a:cubicBezTo>
                    <a:pt x="524037" y="246714"/>
                    <a:pt x="527725" y="231434"/>
                    <a:pt x="523116" y="217719"/>
                  </a:cubicBezTo>
                  <a:close/>
                  <a:moveTo>
                    <a:pt x="212828" y="125789"/>
                  </a:moveTo>
                  <a:cubicBezTo>
                    <a:pt x="221032" y="123027"/>
                    <a:pt x="228868" y="130851"/>
                    <a:pt x="226102" y="139043"/>
                  </a:cubicBezTo>
                  <a:cubicBezTo>
                    <a:pt x="211445" y="182302"/>
                    <a:pt x="186095" y="257316"/>
                    <a:pt x="181209" y="271491"/>
                  </a:cubicBezTo>
                  <a:cubicBezTo>
                    <a:pt x="180840" y="272779"/>
                    <a:pt x="179734" y="273700"/>
                    <a:pt x="178351" y="273976"/>
                  </a:cubicBezTo>
                  <a:cubicBezTo>
                    <a:pt x="177061" y="274344"/>
                    <a:pt x="175678" y="273976"/>
                    <a:pt x="174664" y="272964"/>
                  </a:cubicBezTo>
                  <a:lnTo>
                    <a:pt x="160376" y="258697"/>
                  </a:lnTo>
                  <a:lnTo>
                    <a:pt x="114929" y="304074"/>
                  </a:lnTo>
                  <a:lnTo>
                    <a:pt x="163141" y="352212"/>
                  </a:lnTo>
                  <a:lnTo>
                    <a:pt x="134011" y="342363"/>
                  </a:lnTo>
                  <a:cubicBezTo>
                    <a:pt x="130232" y="341075"/>
                    <a:pt x="126083" y="340338"/>
                    <a:pt x="121843" y="340338"/>
                  </a:cubicBezTo>
                  <a:cubicBezTo>
                    <a:pt x="111795" y="340338"/>
                    <a:pt x="102300" y="344204"/>
                    <a:pt x="95202" y="351383"/>
                  </a:cubicBezTo>
                  <a:cubicBezTo>
                    <a:pt x="84785" y="361784"/>
                    <a:pt x="81282" y="376695"/>
                    <a:pt x="85891" y="390317"/>
                  </a:cubicBezTo>
                  <a:lnTo>
                    <a:pt x="95755" y="419402"/>
                  </a:lnTo>
                  <a:lnTo>
                    <a:pt x="13896" y="337669"/>
                  </a:lnTo>
                  <a:cubicBezTo>
                    <a:pt x="-4633" y="319077"/>
                    <a:pt x="-4633" y="288979"/>
                    <a:pt x="13896" y="270478"/>
                  </a:cubicBezTo>
                  <a:lnTo>
                    <a:pt x="93082" y="191414"/>
                  </a:lnTo>
                  <a:lnTo>
                    <a:pt x="78701" y="177148"/>
                  </a:lnTo>
                  <a:cubicBezTo>
                    <a:pt x="77779" y="176135"/>
                    <a:pt x="77318" y="174755"/>
                    <a:pt x="77687" y="173466"/>
                  </a:cubicBezTo>
                  <a:cubicBezTo>
                    <a:pt x="77963" y="172086"/>
                    <a:pt x="78978" y="170981"/>
                    <a:pt x="80268" y="170613"/>
                  </a:cubicBezTo>
                  <a:cubicBezTo>
                    <a:pt x="81098" y="170337"/>
                    <a:pt x="166183" y="141528"/>
                    <a:pt x="212828" y="125789"/>
                  </a:cubicBezTo>
                  <a:close/>
                  <a:moveTo>
                    <a:pt x="304478" y="0"/>
                  </a:moveTo>
                  <a:cubicBezTo>
                    <a:pt x="316657" y="0"/>
                    <a:pt x="328847" y="4625"/>
                    <a:pt x="338157" y="13876"/>
                  </a:cubicBezTo>
                  <a:lnTo>
                    <a:pt x="420931" y="96535"/>
                  </a:lnTo>
                  <a:lnTo>
                    <a:pt x="435218" y="82267"/>
                  </a:lnTo>
                  <a:cubicBezTo>
                    <a:pt x="436140" y="81255"/>
                    <a:pt x="437522" y="80887"/>
                    <a:pt x="438905" y="81163"/>
                  </a:cubicBezTo>
                  <a:cubicBezTo>
                    <a:pt x="440287" y="81531"/>
                    <a:pt x="441301" y="82451"/>
                    <a:pt x="441762" y="83740"/>
                  </a:cubicBezTo>
                  <a:cubicBezTo>
                    <a:pt x="445634" y="95246"/>
                    <a:pt x="472272" y="173855"/>
                    <a:pt x="486560" y="216105"/>
                  </a:cubicBezTo>
                  <a:cubicBezTo>
                    <a:pt x="489325" y="224297"/>
                    <a:pt x="481490" y="232121"/>
                    <a:pt x="473286" y="229360"/>
                  </a:cubicBezTo>
                  <a:cubicBezTo>
                    <a:pt x="417059" y="210398"/>
                    <a:pt x="353734" y="188951"/>
                    <a:pt x="340830" y="184625"/>
                  </a:cubicBezTo>
                  <a:cubicBezTo>
                    <a:pt x="339447" y="184164"/>
                    <a:pt x="338525" y="183152"/>
                    <a:pt x="338157" y="181771"/>
                  </a:cubicBezTo>
                  <a:cubicBezTo>
                    <a:pt x="337880" y="180482"/>
                    <a:pt x="338249" y="179010"/>
                    <a:pt x="339263" y="178089"/>
                  </a:cubicBezTo>
                  <a:lnTo>
                    <a:pt x="353550" y="163730"/>
                  </a:lnTo>
                  <a:lnTo>
                    <a:pt x="304512" y="114760"/>
                  </a:lnTo>
                  <a:lnTo>
                    <a:pt x="252617" y="166491"/>
                  </a:lnTo>
                  <a:lnTo>
                    <a:pt x="262480" y="137496"/>
                  </a:lnTo>
                  <a:cubicBezTo>
                    <a:pt x="267181" y="123781"/>
                    <a:pt x="263678" y="108961"/>
                    <a:pt x="253447" y="98652"/>
                  </a:cubicBezTo>
                  <a:cubicBezTo>
                    <a:pt x="246165" y="91380"/>
                    <a:pt x="236671" y="87422"/>
                    <a:pt x="226624" y="87422"/>
                  </a:cubicBezTo>
                  <a:cubicBezTo>
                    <a:pt x="222384" y="87422"/>
                    <a:pt x="218236" y="88158"/>
                    <a:pt x="214272" y="89539"/>
                  </a:cubicBezTo>
                  <a:lnTo>
                    <a:pt x="185329" y="99296"/>
                  </a:lnTo>
                  <a:lnTo>
                    <a:pt x="270868" y="13876"/>
                  </a:lnTo>
                  <a:cubicBezTo>
                    <a:pt x="280132" y="4625"/>
                    <a:pt x="292299" y="0"/>
                    <a:pt x="304478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9" name="ïśľïḓê"/>
            <p:cNvSpPr txBox="1"/>
            <p:nvPr/>
          </p:nvSpPr>
          <p:spPr>
            <a:xfrm>
              <a:off x="5447928" y="3453034"/>
              <a:ext cx="1431853" cy="521720"/>
            </a:xfrm>
            <a:prstGeom prst="rect">
              <a:avLst/>
            </a:prstGeom>
            <a:noFill/>
          </p:spPr>
          <p:txBody>
            <a:bodyPr wrap="none" lIns="90000" tIns="46800" rIns="90000" bIns="46800" anchor="ctr" anchorCtr="0">
              <a:normAutofit/>
            </a:bodyPr>
            <a:lstStyle/>
            <a:p>
              <a:pPr algn="ctr"/>
              <a:r>
                <a:rPr lang="en-US" altLang="zh-CN" sz="2000" b="1" dirty="0"/>
                <a:t>Key words</a:t>
              </a:r>
              <a:endParaRPr lang="zh-CN" altLang="en-US" sz="2000" b="1" dirty="0"/>
            </a:p>
          </p:txBody>
        </p:sp>
        <p:grpSp>
          <p:nvGrpSpPr>
            <p:cNvPr id="10" name="ísḻîďê"/>
            <p:cNvGrpSpPr/>
            <p:nvPr/>
          </p:nvGrpSpPr>
          <p:grpSpPr>
            <a:xfrm>
              <a:off x="1307470" y="2636912"/>
              <a:ext cx="2195910" cy="908538"/>
              <a:chOff x="1268227" y="1619185"/>
              <a:chExt cx="2195910" cy="908538"/>
            </a:xfrm>
          </p:grpSpPr>
          <p:sp>
            <p:nvSpPr>
              <p:cNvPr id="20" name="îSľïḑê"/>
              <p:cNvSpPr/>
              <p:nvPr/>
            </p:nvSpPr>
            <p:spPr bwMode="auto">
              <a:xfrm>
                <a:off x="1268227" y="1970324"/>
                <a:ext cx="2195910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21" name="ïṡḷiḓè"/>
              <p:cNvSpPr txBox="1"/>
              <p:nvPr/>
            </p:nvSpPr>
            <p:spPr bwMode="auto">
              <a:xfrm>
                <a:off x="1268227" y="1619185"/>
                <a:ext cx="2195910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 lnSpcReduction="10000"/>
              </a:bodyPr>
              <a:lstStyle/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</a:rPr>
                  <a:t>Text here</a:t>
                </a:r>
                <a:endParaRPr lang="zh-CN" altLang="en-US" sz="18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1" name="ïṥ1íḍè"/>
            <p:cNvGrpSpPr/>
            <p:nvPr/>
          </p:nvGrpSpPr>
          <p:grpSpPr>
            <a:xfrm>
              <a:off x="1307470" y="3799185"/>
              <a:ext cx="2195910" cy="908538"/>
              <a:chOff x="1268227" y="1619185"/>
              <a:chExt cx="2195910" cy="908538"/>
            </a:xfrm>
          </p:grpSpPr>
          <p:sp>
            <p:nvSpPr>
              <p:cNvPr id="18" name="iṩļïḍê"/>
              <p:cNvSpPr/>
              <p:nvPr/>
            </p:nvSpPr>
            <p:spPr bwMode="auto">
              <a:xfrm>
                <a:off x="1268227" y="1970324"/>
                <a:ext cx="2195910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19" name="işḻïde"/>
              <p:cNvSpPr txBox="1"/>
              <p:nvPr/>
            </p:nvSpPr>
            <p:spPr bwMode="auto">
              <a:xfrm>
                <a:off x="1268227" y="1619185"/>
                <a:ext cx="2195910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 lnSpcReduction="10000"/>
              </a:bodyPr>
              <a:lstStyle/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accent3"/>
                    </a:solidFill>
                  </a:rPr>
                  <a:t>Text here</a:t>
                </a:r>
                <a:endParaRPr lang="zh-CN" altLang="en-US" sz="1800" b="1" dirty="0">
                  <a:solidFill>
                    <a:schemeClr val="accent3"/>
                  </a:solidFill>
                </a:endParaRPr>
              </a:p>
            </p:txBody>
          </p:sp>
        </p:grpSp>
        <p:grpSp>
          <p:nvGrpSpPr>
            <p:cNvPr id="12" name="işlïḓè"/>
            <p:cNvGrpSpPr/>
            <p:nvPr/>
          </p:nvGrpSpPr>
          <p:grpSpPr>
            <a:xfrm>
              <a:off x="8724628" y="2636912"/>
              <a:ext cx="2195910" cy="908538"/>
              <a:chOff x="1268227" y="1619185"/>
              <a:chExt cx="2195910" cy="908538"/>
            </a:xfrm>
          </p:grpSpPr>
          <p:sp>
            <p:nvSpPr>
              <p:cNvPr id="16" name="îṡļïdé"/>
              <p:cNvSpPr/>
              <p:nvPr/>
            </p:nvSpPr>
            <p:spPr bwMode="auto">
              <a:xfrm>
                <a:off x="1268227" y="1970324"/>
                <a:ext cx="2195910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17" name="iṡḷîdé"/>
              <p:cNvSpPr txBox="1"/>
              <p:nvPr/>
            </p:nvSpPr>
            <p:spPr bwMode="auto">
              <a:xfrm>
                <a:off x="1268227" y="1619185"/>
                <a:ext cx="2195910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 lnSpcReduction="10000"/>
              </a:bodyPr>
              <a:lstStyle/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accent2"/>
                    </a:solidFill>
                  </a:rPr>
                  <a:t>Text here</a:t>
                </a:r>
                <a:endParaRPr lang="zh-CN" altLang="en-US" sz="1800" b="1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13" name="îṣľïḋè"/>
            <p:cNvGrpSpPr/>
            <p:nvPr/>
          </p:nvGrpSpPr>
          <p:grpSpPr>
            <a:xfrm>
              <a:off x="8724628" y="3799185"/>
              <a:ext cx="2195910" cy="908538"/>
              <a:chOff x="1268227" y="1619185"/>
              <a:chExt cx="2195910" cy="908538"/>
            </a:xfrm>
          </p:grpSpPr>
          <p:sp>
            <p:nvSpPr>
              <p:cNvPr id="14" name="íşlïdé"/>
              <p:cNvSpPr/>
              <p:nvPr/>
            </p:nvSpPr>
            <p:spPr bwMode="auto">
              <a:xfrm>
                <a:off x="1268227" y="1970324"/>
                <a:ext cx="2195910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15" name="ïśľíḑè"/>
              <p:cNvSpPr txBox="1"/>
              <p:nvPr/>
            </p:nvSpPr>
            <p:spPr bwMode="auto">
              <a:xfrm>
                <a:off x="1268227" y="1619185"/>
                <a:ext cx="2195910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 lnSpcReduction="10000"/>
              </a:bodyPr>
              <a:lstStyle/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accent4"/>
                    </a:solidFill>
                  </a:rPr>
                  <a:t>Text here</a:t>
                </a:r>
                <a:endParaRPr lang="zh-CN" altLang="en-US" sz="1800" b="1" dirty="0">
                  <a:solidFill>
                    <a:schemeClr val="accent4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b15d545d-6a15-46b3-895f-c24e208876c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36745" y="1275545"/>
            <a:ext cx="10941360" cy="4811643"/>
            <a:chOff x="736745" y="1275545"/>
            <a:chExt cx="10941360" cy="4811643"/>
          </a:xfrm>
        </p:grpSpPr>
        <p:grpSp>
          <p:nvGrpSpPr>
            <p:cNvPr id="6" name="îṥ1íde"/>
            <p:cNvGrpSpPr/>
            <p:nvPr/>
          </p:nvGrpSpPr>
          <p:grpSpPr>
            <a:xfrm>
              <a:off x="6411000" y="1356666"/>
              <a:ext cx="1933578" cy="1993257"/>
              <a:chOff x="736745" y="1356666"/>
              <a:chExt cx="1933578" cy="1993257"/>
            </a:xfrm>
          </p:grpSpPr>
          <p:sp>
            <p:nvSpPr>
              <p:cNvPr id="29" name="îSḻídé"/>
              <p:cNvSpPr/>
              <p:nvPr/>
            </p:nvSpPr>
            <p:spPr>
              <a:xfrm>
                <a:off x="736745" y="1416345"/>
                <a:ext cx="1933578" cy="19335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</a:path>
                </a:pathLst>
              </a:custGeom>
              <a:noFill/>
              <a:ln w="25400" cap="flat" cmpd="sng" algn="ctr">
                <a:solidFill>
                  <a:schemeClr val="accent3"/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îsḷíḑê"/>
              <p:cNvSpPr/>
              <p:nvPr/>
            </p:nvSpPr>
            <p:spPr>
              <a:xfrm>
                <a:off x="805009" y="1493193"/>
                <a:ext cx="1797051" cy="17970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</a:path>
                </a:pathLst>
              </a:custGeom>
              <a:blipFill>
                <a:blip r:embed="rId2"/>
                <a:stretch>
                  <a:fillRect l="-25179" t="-1" r="-24825" b="-1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/>
                <a:endParaRPr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31" name="íşļîḑé"/>
              <p:cNvGrpSpPr/>
              <p:nvPr/>
            </p:nvGrpSpPr>
            <p:grpSpPr>
              <a:xfrm>
                <a:off x="1936034" y="1356666"/>
                <a:ext cx="675000" cy="675005"/>
                <a:chOff x="7209746" y="4153276"/>
                <a:chExt cx="675000" cy="675005"/>
              </a:xfrm>
            </p:grpSpPr>
            <p:sp>
              <p:nvSpPr>
                <p:cNvPr id="32" name="ïṥļïḑé"/>
                <p:cNvSpPr/>
                <p:nvPr/>
              </p:nvSpPr>
              <p:spPr>
                <a:xfrm>
                  <a:off x="7209746" y="4153276"/>
                  <a:ext cx="675000" cy="675005"/>
                </a:xfrm>
                <a:prstGeom prst="ellipse">
                  <a:avLst/>
                </a:prstGeom>
                <a:solidFill>
                  <a:schemeClr val="accent3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33" name="îsļiḓe"/>
                <p:cNvSpPr/>
                <p:nvPr/>
              </p:nvSpPr>
              <p:spPr bwMode="auto">
                <a:xfrm>
                  <a:off x="7375153" y="4322040"/>
                  <a:ext cx="344185" cy="337474"/>
                </a:xfrm>
                <a:custGeom>
                  <a:avLst/>
                  <a:gdLst>
                    <a:gd name="T0" fmla="*/ 1312 w 1990"/>
                    <a:gd name="T1" fmla="*/ 1552 h 1954"/>
                    <a:gd name="T2" fmla="*/ 291 w 1990"/>
                    <a:gd name="T3" fmla="*/ 1746 h 1954"/>
                    <a:gd name="T4" fmla="*/ 0 w 1990"/>
                    <a:gd name="T5" fmla="*/ 540 h 1954"/>
                    <a:gd name="T6" fmla="*/ 515 w 1990"/>
                    <a:gd name="T7" fmla="*/ 249 h 1954"/>
                    <a:gd name="T8" fmla="*/ 1205 w 1990"/>
                    <a:gd name="T9" fmla="*/ 0 h 1954"/>
                    <a:gd name="T10" fmla="*/ 1496 w 1990"/>
                    <a:gd name="T11" fmla="*/ 489 h 1954"/>
                    <a:gd name="T12" fmla="*/ 1413 w 1990"/>
                    <a:gd name="T13" fmla="*/ 291 h 1954"/>
                    <a:gd name="T14" fmla="*/ 802 w 1990"/>
                    <a:gd name="T15" fmla="*/ 83 h 1954"/>
                    <a:gd name="T16" fmla="*/ 1039 w 1990"/>
                    <a:gd name="T17" fmla="*/ 249 h 1954"/>
                    <a:gd name="T18" fmla="*/ 1243 w 1990"/>
                    <a:gd name="T19" fmla="*/ 499 h 1954"/>
                    <a:gd name="T20" fmla="*/ 291 w 1990"/>
                    <a:gd name="T21" fmla="*/ 333 h 1954"/>
                    <a:gd name="T22" fmla="*/ 83 w 1990"/>
                    <a:gd name="T23" fmla="*/ 1455 h 1954"/>
                    <a:gd name="T24" fmla="*/ 1039 w 1990"/>
                    <a:gd name="T25" fmla="*/ 1663 h 1954"/>
                    <a:gd name="T26" fmla="*/ 1641 w 1990"/>
                    <a:gd name="T27" fmla="*/ 1453 h 1954"/>
                    <a:gd name="T28" fmla="*/ 1138 w 1990"/>
                    <a:gd name="T29" fmla="*/ 583 h 1954"/>
                    <a:gd name="T30" fmla="*/ 1641 w 1990"/>
                    <a:gd name="T31" fmla="*/ 1453 h 1954"/>
                    <a:gd name="T32" fmla="*/ 1752 w 1990"/>
                    <a:gd name="T33" fmla="*/ 809 h 1954"/>
                    <a:gd name="T34" fmla="*/ 1026 w 1990"/>
                    <a:gd name="T35" fmla="*/ 1228 h 1954"/>
                    <a:gd name="T36" fmla="*/ 1767 w 1990"/>
                    <a:gd name="T37" fmla="*/ 1422 h 1954"/>
                    <a:gd name="T38" fmla="*/ 1717 w 1990"/>
                    <a:gd name="T39" fmla="*/ 1835 h 1954"/>
                    <a:gd name="T40" fmla="*/ 1767 w 1990"/>
                    <a:gd name="T41" fmla="*/ 1422 h 1954"/>
                    <a:gd name="T42" fmla="*/ 1739 w 1990"/>
                    <a:gd name="T43" fmla="*/ 1874 h 1954"/>
                    <a:gd name="T44" fmla="*/ 1956 w 1990"/>
                    <a:gd name="T45" fmla="*/ 1749 h 1954"/>
                    <a:gd name="T46" fmla="*/ 249 w 1990"/>
                    <a:gd name="T47" fmla="*/ 551 h 1954"/>
                    <a:gd name="T48" fmla="*/ 803 w 1990"/>
                    <a:gd name="T49" fmla="*/ 613 h 1954"/>
                    <a:gd name="T50" fmla="*/ 675 w 1990"/>
                    <a:gd name="T51" fmla="*/ 828 h 1954"/>
                    <a:gd name="T52" fmla="*/ 249 w 1990"/>
                    <a:gd name="T53" fmla="*/ 890 h 1954"/>
                    <a:gd name="T54" fmla="*/ 675 w 1990"/>
                    <a:gd name="T55" fmla="*/ 828 h 1954"/>
                    <a:gd name="T56" fmla="*/ 675 w 1990"/>
                    <a:gd name="T57" fmla="*/ 1167 h 1954"/>
                    <a:gd name="T58" fmla="*/ 249 w 1990"/>
                    <a:gd name="T59" fmla="*/ 1105 h 1954"/>
                    <a:gd name="T60" fmla="*/ 249 w 1990"/>
                    <a:gd name="T61" fmla="*/ 1444 h 1954"/>
                    <a:gd name="T62" fmla="*/ 803 w 1990"/>
                    <a:gd name="T63" fmla="*/ 1382 h 1954"/>
                    <a:gd name="T64" fmla="*/ 249 w 1990"/>
                    <a:gd name="T65" fmla="*/ 1444 h 1954"/>
                    <a:gd name="T66" fmla="*/ 1179 w 1990"/>
                    <a:gd name="T67" fmla="*/ 961 h 1954"/>
                    <a:gd name="T68" fmla="*/ 1300 w 1990"/>
                    <a:gd name="T69" fmla="*/ 1219 h 1954"/>
                    <a:gd name="T70" fmla="*/ 1604 w 1990"/>
                    <a:gd name="T71" fmla="*/ 858 h 19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990" h="1954">
                      <a:moveTo>
                        <a:pt x="1231" y="1534"/>
                      </a:moveTo>
                      <a:cubicBezTo>
                        <a:pt x="1258" y="1542"/>
                        <a:pt x="1285" y="1548"/>
                        <a:pt x="1312" y="1552"/>
                      </a:cubicBezTo>
                      <a:cubicBezTo>
                        <a:pt x="1272" y="1665"/>
                        <a:pt x="1165" y="1746"/>
                        <a:pt x="1039" y="1746"/>
                      </a:cubicBezTo>
                      <a:lnTo>
                        <a:pt x="291" y="1746"/>
                      </a:lnTo>
                      <a:cubicBezTo>
                        <a:pt x="131" y="1746"/>
                        <a:pt x="0" y="1615"/>
                        <a:pt x="0" y="1455"/>
                      </a:cubicBezTo>
                      <a:lnTo>
                        <a:pt x="0" y="540"/>
                      </a:lnTo>
                      <a:cubicBezTo>
                        <a:pt x="0" y="380"/>
                        <a:pt x="131" y="249"/>
                        <a:pt x="291" y="249"/>
                      </a:cubicBezTo>
                      <a:lnTo>
                        <a:pt x="515" y="249"/>
                      </a:lnTo>
                      <a:cubicBezTo>
                        <a:pt x="535" y="109"/>
                        <a:pt x="656" y="0"/>
                        <a:pt x="802" y="0"/>
                      </a:cubicBezTo>
                      <a:lnTo>
                        <a:pt x="1205" y="0"/>
                      </a:lnTo>
                      <a:cubicBezTo>
                        <a:pt x="1366" y="0"/>
                        <a:pt x="1496" y="131"/>
                        <a:pt x="1496" y="291"/>
                      </a:cubicBezTo>
                      <a:lnTo>
                        <a:pt x="1496" y="489"/>
                      </a:lnTo>
                      <a:cubicBezTo>
                        <a:pt x="1469" y="484"/>
                        <a:pt x="1441" y="480"/>
                        <a:pt x="1413" y="479"/>
                      </a:cubicBezTo>
                      <a:lnTo>
                        <a:pt x="1413" y="291"/>
                      </a:lnTo>
                      <a:cubicBezTo>
                        <a:pt x="1413" y="176"/>
                        <a:pt x="1320" y="83"/>
                        <a:pt x="1205" y="83"/>
                      </a:cubicBezTo>
                      <a:lnTo>
                        <a:pt x="802" y="83"/>
                      </a:lnTo>
                      <a:cubicBezTo>
                        <a:pt x="701" y="83"/>
                        <a:pt x="617" y="155"/>
                        <a:pt x="598" y="249"/>
                      </a:cubicBezTo>
                      <a:lnTo>
                        <a:pt x="1039" y="249"/>
                      </a:lnTo>
                      <a:cubicBezTo>
                        <a:pt x="1180" y="249"/>
                        <a:pt x="1297" y="349"/>
                        <a:pt x="1324" y="482"/>
                      </a:cubicBezTo>
                      <a:cubicBezTo>
                        <a:pt x="1297" y="485"/>
                        <a:pt x="1270" y="491"/>
                        <a:pt x="1243" y="499"/>
                      </a:cubicBezTo>
                      <a:cubicBezTo>
                        <a:pt x="1224" y="404"/>
                        <a:pt x="1140" y="333"/>
                        <a:pt x="1039" y="333"/>
                      </a:cubicBezTo>
                      <a:lnTo>
                        <a:pt x="291" y="333"/>
                      </a:lnTo>
                      <a:cubicBezTo>
                        <a:pt x="177" y="333"/>
                        <a:pt x="83" y="426"/>
                        <a:pt x="83" y="540"/>
                      </a:cubicBezTo>
                      <a:lnTo>
                        <a:pt x="83" y="1455"/>
                      </a:lnTo>
                      <a:cubicBezTo>
                        <a:pt x="83" y="1569"/>
                        <a:pt x="177" y="1663"/>
                        <a:pt x="291" y="1663"/>
                      </a:cubicBezTo>
                      <a:lnTo>
                        <a:pt x="1039" y="1663"/>
                      </a:lnTo>
                      <a:cubicBezTo>
                        <a:pt x="1126" y="1663"/>
                        <a:pt x="1200" y="1609"/>
                        <a:pt x="1231" y="1534"/>
                      </a:cubicBezTo>
                      <a:close/>
                      <a:moveTo>
                        <a:pt x="1641" y="1453"/>
                      </a:moveTo>
                      <a:cubicBezTo>
                        <a:pt x="1401" y="1591"/>
                        <a:pt x="1093" y="1509"/>
                        <a:pt x="955" y="1269"/>
                      </a:cubicBezTo>
                      <a:cubicBezTo>
                        <a:pt x="816" y="1029"/>
                        <a:pt x="899" y="722"/>
                        <a:pt x="1138" y="583"/>
                      </a:cubicBezTo>
                      <a:cubicBezTo>
                        <a:pt x="1378" y="445"/>
                        <a:pt x="1686" y="527"/>
                        <a:pt x="1824" y="767"/>
                      </a:cubicBezTo>
                      <a:cubicBezTo>
                        <a:pt x="1963" y="1007"/>
                        <a:pt x="1880" y="1314"/>
                        <a:pt x="1641" y="1453"/>
                      </a:cubicBezTo>
                      <a:close/>
                      <a:moveTo>
                        <a:pt x="1599" y="1381"/>
                      </a:moveTo>
                      <a:cubicBezTo>
                        <a:pt x="1799" y="1266"/>
                        <a:pt x="1868" y="1009"/>
                        <a:pt x="1752" y="809"/>
                      </a:cubicBezTo>
                      <a:cubicBezTo>
                        <a:pt x="1637" y="608"/>
                        <a:pt x="1380" y="539"/>
                        <a:pt x="1180" y="655"/>
                      </a:cubicBezTo>
                      <a:cubicBezTo>
                        <a:pt x="980" y="771"/>
                        <a:pt x="911" y="1027"/>
                        <a:pt x="1026" y="1228"/>
                      </a:cubicBezTo>
                      <a:cubicBezTo>
                        <a:pt x="1142" y="1428"/>
                        <a:pt x="1399" y="1497"/>
                        <a:pt x="1599" y="1381"/>
                      </a:cubicBezTo>
                      <a:close/>
                      <a:moveTo>
                        <a:pt x="1767" y="1422"/>
                      </a:moveTo>
                      <a:lnTo>
                        <a:pt x="1551" y="1547"/>
                      </a:lnTo>
                      <a:lnTo>
                        <a:pt x="1717" y="1835"/>
                      </a:lnTo>
                      <a:lnTo>
                        <a:pt x="1933" y="1710"/>
                      </a:lnTo>
                      <a:lnTo>
                        <a:pt x="1767" y="1422"/>
                      </a:lnTo>
                      <a:close/>
                      <a:moveTo>
                        <a:pt x="1956" y="1749"/>
                      </a:moveTo>
                      <a:lnTo>
                        <a:pt x="1739" y="1874"/>
                      </a:lnTo>
                      <a:cubicBezTo>
                        <a:pt x="1774" y="1934"/>
                        <a:pt x="1850" y="1954"/>
                        <a:pt x="1910" y="1919"/>
                      </a:cubicBezTo>
                      <a:cubicBezTo>
                        <a:pt x="1969" y="1885"/>
                        <a:pt x="1990" y="1809"/>
                        <a:pt x="1956" y="1749"/>
                      </a:cubicBezTo>
                      <a:close/>
                      <a:moveTo>
                        <a:pt x="803" y="551"/>
                      </a:moveTo>
                      <a:lnTo>
                        <a:pt x="249" y="551"/>
                      </a:lnTo>
                      <a:lnTo>
                        <a:pt x="249" y="613"/>
                      </a:lnTo>
                      <a:lnTo>
                        <a:pt x="803" y="613"/>
                      </a:lnTo>
                      <a:lnTo>
                        <a:pt x="803" y="551"/>
                      </a:lnTo>
                      <a:close/>
                      <a:moveTo>
                        <a:pt x="675" y="828"/>
                      </a:moveTo>
                      <a:lnTo>
                        <a:pt x="249" y="828"/>
                      </a:lnTo>
                      <a:lnTo>
                        <a:pt x="249" y="890"/>
                      </a:lnTo>
                      <a:lnTo>
                        <a:pt x="675" y="890"/>
                      </a:lnTo>
                      <a:lnTo>
                        <a:pt x="675" y="828"/>
                      </a:lnTo>
                      <a:close/>
                      <a:moveTo>
                        <a:pt x="249" y="1167"/>
                      </a:moveTo>
                      <a:lnTo>
                        <a:pt x="675" y="1167"/>
                      </a:lnTo>
                      <a:lnTo>
                        <a:pt x="675" y="1105"/>
                      </a:lnTo>
                      <a:lnTo>
                        <a:pt x="249" y="1105"/>
                      </a:lnTo>
                      <a:lnTo>
                        <a:pt x="249" y="1167"/>
                      </a:lnTo>
                      <a:close/>
                      <a:moveTo>
                        <a:pt x="249" y="1444"/>
                      </a:moveTo>
                      <a:lnTo>
                        <a:pt x="803" y="1444"/>
                      </a:lnTo>
                      <a:lnTo>
                        <a:pt x="803" y="1382"/>
                      </a:lnTo>
                      <a:lnTo>
                        <a:pt x="249" y="1382"/>
                      </a:lnTo>
                      <a:lnTo>
                        <a:pt x="249" y="1444"/>
                      </a:lnTo>
                      <a:close/>
                      <a:moveTo>
                        <a:pt x="1308" y="1105"/>
                      </a:moveTo>
                      <a:lnTo>
                        <a:pt x="1179" y="961"/>
                      </a:lnTo>
                      <a:lnTo>
                        <a:pt x="1118" y="1017"/>
                      </a:lnTo>
                      <a:lnTo>
                        <a:pt x="1300" y="1219"/>
                      </a:lnTo>
                      <a:lnTo>
                        <a:pt x="1657" y="922"/>
                      </a:lnTo>
                      <a:lnTo>
                        <a:pt x="1604" y="858"/>
                      </a:lnTo>
                      <a:lnTo>
                        <a:pt x="1308" y="110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182832" tIns="91416" rIns="182832" bIns="91416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en-US" sz="7200" dirty="0"/>
                </a:p>
              </p:txBody>
            </p:sp>
          </p:grpSp>
        </p:grpSp>
        <p:grpSp>
          <p:nvGrpSpPr>
            <p:cNvPr id="7" name="iṣḷiḋê"/>
            <p:cNvGrpSpPr/>
            <p:nvPr/>
          </p:nvGrpSpPr>
          <p:grpSpPr>
            <a:xfrm>
              <a:off x="6411000" y="4014000"/>
              <a:ext cx="1933578" cy="1993257"/>
              <a:chOff x="736745" y="1356666"/>
              <a:chExt cx="1933578" cy="1993257"/>
            </a:xfrm>
          </p:grpSpPr>
          <p:sp>
            <p:nvSpPr>
              <p:cNvPr id="24" name="íşľïḓe"/>
              <p:cNvSpPr/>
              <p:nvPr/>
            </p:nvSpPr>
            <p:spPr>
              <a:xfrm>
                <a:off x="736745" y="1416345"/>
                <a:ext cx="1933578" cy="19335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</a:path>
                </a:pathLst>
              </a:custGeom>
              <a:noFill/>
              <a:ln w="25400" cap="flat" cmpd="sng" algn="ctr">
                <a:solidFill>
                  <a:schemeClr val="accent3"/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ïṡḷídê"/>
              <p:cNvSpPr/>
              <p:nvPr/>
            </p:nvSpPr>
            <p:spPr>
              <a:xfrm>
                <a:off x="805009" y="1493193"/>
                <a:ext cx="1797051" cy="17970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</a:path>
                </a:pathLst>
              </a:custGeom>
              <a:blipFill>
                <a:blip r:embed="rId3"/>
                <a:stretch>
                  <a:fillRect l="-25123" t="-1" r="-24764" b="-1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/>
                <a:endParaRPr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26" name="íṣlîḑé"/>
              <p:cNvGrpSpPr/>
              <p:nvPr/>
            </p:nvGrpSpPr>
            <p:grpSpPr>
              <a:xfrm>
                <a:off x="1936034" y="1356666"/>
                <a:ext cx="675000" cy="675005"/>
                <a:chOff x="7209746" y="4153276"/>
                <a:chExt cx="675000" cy="675005"/>
              </a:xfrm>
            </p:grpSpPr>
            <p:sp>
              <p:nvSpPr>
                <p:cNvPr id="27" name="ïṣļíḑe"/>
                <p:cNvSpPr/>
                <p:nvPr/>
              </p:nvSpPr>
              <p:spPr>
                <a:xfrm>
                  <a:off x="7209746" y="4153276"/>
                  <a:ext cx="675000" cy="675005"/>
                </a:xfrm>
                <a:prstGeom prst="ellipse">
                  <a:avLst/>
                </a:prstGeom>
                <a:solidFill>
                  <a:schemeClr val="accent3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28" name="îšľíde"/>
                <p:cNvSpPr/>
                <p:nvPr/>
              </p:nvSpPr>
              <p:spPr bwMode="auto">
                <a:xfrm>
                  <a:off x="7375153" y="4322040"/>
                  <a:ext cx="344185" cy="337474"/>
                </a:xfrm>
                <a:custGeom>
                  <a:avLst/>
                  <a:gdLst>
                    <a:gd name="T0" fmla="*/ 1312 w 1990"/>
                    <a:gd name="T1" fmla="*/ 1552 h 1954"/>
                    <a:gd name="T2" fmla="*/ 291 w 1990"/>
                    <a:gd name="T3" fmla="*/ 1746 h 1954"/>
                    <a:gd name="T4" fmla="*/ 0 w 1990"/>
                    <a:gd name="T5" fmla="*/ 540 h 1954"/>
                    <a:gd name="T6" fmla="*/ 515 w 1990"/>
                    <a:gd name="T7" fmla="*/ 249 h 1954"/>
                    <a:gd name="T8" fmla="*/ 1205 w 1990"/>
                    <a:gd name="T9" fmla="*/ 0 h 1954"/>
                    <a:gd name="T10" fmla="*/ 1496 w 1990"/>
                    <a:gd name="T11" fmla="*/ 489 h 1954"/>
                    <a:gd name="T12" fmla="*/ 1413 w 1990"/>
                    <a:gd name="T13" fmla="*/ 291 h 1954"/>
                    <a:gd name="T14" fmla="*/ 802 w 1990"/>
                    <a:gd name="T15" fmla="*/ 83 h 1954"/>
                    <a:gd name="T16" fmla="*/ 1039 w 1990"/>
                    <a:gd name="T17" fmla="*/ 249 h 1954"/>
                    <a:gd name="T18" fmla="*/ 1243 w 1990"/>
                    <a:gd name="T19" fmla="*/ 499 h 1954"/>
                    <a:gd name="T20" fmla="*/ 291 w 1990"/>
                    <a:gd name="T21" fmla="*/ 333 h 1954"/>
                    <a:gd name="T22" fmla="*/ 83 w 1990"/>
                    <a:gd name="T23" fmla="*/ 1455 h 1954"/>
                    <a:gd name="T24" fmla="*/ 1039 w 1990"/>
                    <a:gd name="T25" fmla="*/ 1663 h 1954"/>
                    <a:gd name="T26" fmla="*/ 1641 w 1990"/>
                    <a:gd name="T27" fmla="*/ 1453 h 1954"/>
                    <a:gd name="T28" fmla="*/ 1138 w 1990"/>
                    <a:gd name="T29" fmla="*/ 583 h 1954"/>
                    <a:gd name="T30" fmla="*/ 1641 w 1990"/>
                    <a:gd name="T31" fmla="*/ 1453 h 1954"/>
                    <a:gd name="T32" fmla="*/ 1752 w 1990"/>
                    <a:gd name="T33" fmla="*/ 809 h 1954"/>
                    <a:gd name="T34" fmla="*/ 1026 w 1990"/>
                    <a:gd name="T35" fmla="*/ 1228 h 1954"/>
                    <a:gd name="T36" fmla="*/ 1767 w 1990"/>
                    <a:gd name="T37" fmla="*/ 1422 h 1954"/>
                    <a:gd name="T38" fmla="*/ 1717 w 1990"/>
                    <a:gd name="T39" fmla="*/ 1835 h 1954"/>
                    <a:gd name="T40" fmla="*/ 1767 w 1990"/>
                    <a:gd name="T41" fmla="*/ 1422 h 1954"/>
                    <a:gd name="T42" fmla="*/ 1739 w 1990"/>
                    <a:gd name="T43" fmla="*/ 1874 h 1954"/>
                    <a:gd name="T44" fmla="*/ 1956 w 1990"/>
                    <a:gd name="T45" fmla="*/ 1749 h 1954"/>
                    <a:gd name="T46" fmla="*/ 249 w 1990"/>
                    <a:gd name="T47" fmla="*/ 551 h 1954"/>
                    <a:gd name="T48" fmla="*/ 803 w 1990"/>
                    <a:gd name="T49" fmla="*/ 613 h 1954"/>
                    <a:gd name="T50" fmla="*/ 675 w 1990"/>
                    <a:gd name="T51" fmla="*/ 828 h 1954"/>
                    <a:gd name="T52" fmla="*/ 249 w 1990"/>
                    <a:gd name="T53" fmla="*/ 890 h 1954"/>
                    <a:gd name="T54" fmla="*/ 675 w 1990"/>
                    <a:gd name="T55" fmla="*/ 828 h 1954"/>
                    <a:gd name="T56" fmla="*/ 675 w 1990"/>
                    <a:gd name="T57" fmla="*/ 1167 h 1954"/>
                    <a:gd name="T58" fmla="*/ 249 w 1990"/>
                    <a:gd name="T59" fmla="*/ 1105 h 1954"/>
                    <a:gd name="T60" fmla="*/ 249 w 1990"/>
                    <a:gd name="T61" fmla="*/ 1444 h 1954"/>
                    <a:gd name="T62" fmla="*/ 803 w 1990"/>
                    <a:gd name="T63" fmla="*/ 1382 h 1954"/>
                    <a:gd name="T64" fmla="*/ 249 w 1990"/>
                    <a:gd name="T65" fmla="*/ 1444 h 1954"/>
                    <a:gd name="T66" fmla="*/ 1179 w 1990"/>
                    <a:gd name="T67" fmla="*/ 961 h 1954"/>
                    <a:gd name="T68" fmla="*/ 1300 w 1990"/>
                    <a:gd name="T69" fmla="*/ 1219 h 1954"/>
                    <a:gd name="T70" fmla="*/ 1604 w 1990"/>
                    <a:gd name="T71" fmla="*/ 858 h 19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990" h="1954">
                      <a:moveTo>
                        <a:pt x="1231" y="1534"/>
                      </a:moveTo>
                      <a:cubicBezTo>
                        <a:pt x="1258" y="1542"/>
                        <a:pt x="1285" y="1548"/>
                        <a:pt x="1312" y="1552"/>
                      </a:cubicBezTo>
                      <a:cubicBezTo>
                        <a:pt x="1272" y="1665"/>
                        <a:pt x="1165" y="1746"/>
                        <a:pt x="1039" y="1746"/>
                      </a:cubicBezTo>
                      <a:lnTo>
                        <a:pt x="291" y="1746"/>
                      </a:lnTo>
                      <a:cubicBezTo>
                        <a:pt x="131" y="1746"/>
                        <a:pt x="0" y="1615"/>
                        <a:pt x="0" y="1455"/>
                      </a:cubicBezTo>
                      <a:lnTo>
                        <a:pt x="0" y="540"/>
                      </a:lnTo>
                      <a:cubicBezTo>
                        <a:pt x="0" y="380"/>
                        <a:pt x="131" y="249"/>
                        <a:pt x="291" y="249"/>
                      </a:cubicBezTo>
                      <a:lnTo>
                        <a:pt x="515" y="249"/>
                      </a:lnTo>
                      <a:cubicBezTo>
                        <a:pt x="535" y="109"/>
                        <a:pt x="656" y="0"/>
                        <a:pt x="802" y="0"/>
                      </a:cubicBezTo>
                      <a:lnTo>
                        <a:pt x="1205" y="0"/>
                      </a:lnTo>
                      <a:cubicBezTo>
                        <a:pt x="1366" y="0"/>
                        <a:pt x="1496" y="131"/>
                        <a:pt x="1496" y="291"/>
                      </a:cubicBezTo>
                      <a:lnTo>
                        <a:pt x="1496" y="489"/>
                      </a:lnTo>
                      <a:cubicBezTo>
                        <a:pt x="1469" y="484"/>
                        <a:pt x="1441" y="480"/>
                        <a:pt x="1413" y="479"/>
                      </a:cubicBezTo>
                      <a:lnTo>
                        <a:pt x="1413" y="291"/>
                      </a:lnTo>
                      <a:cubicBezTo>
                        <a:pt x="1413" y="176"/>
                        <a:pt x="1320" y="83"/>
                        <a:pt x="1205" y="83"/>
                      </a:cubicBezTo>
                      <a:lnTo>
                        <a:pt x="802" y="83"/>
                      </a:lnTo>
                      <a:cubicBezTo>
                        <a:pt x="701" y="83"/>
                        <a:pt x="617" y="155"/>
                        <a:pt x="598" y="249"/>
                      </a:cubicBezTo>
                      <a:lnTo>
                        <a:pt x="1039" y="249"/>
                      </a:lnTo>
                      <a:cubicBezTo>
                        <a:pt x="1180" y="249"/>
                        <a:pt x="1297" y="349"/>
                        <a:pt x="1324" y="482"/>
                      </a:cubicBezTo>
                      <a:cubicBezTo>
                        <a:pt x="1297" y="485"/>
                        <a:pt x="1270" y="491"/>
                        <a:pt x="1243" y="499"/>
                      </a:cubicBezTo>
                      <a:cubicBezTo>
                        <a:pt x="1224" y="404"/>
                        <a:pt x="1140" y="333"/>
                        <a:pt x="1039" y="333"/>
                      </a:cubicBezTo>
                      <a:lnTo>
                        <a:pt x="291" y="333"/>
                      </a:lnTo>
                      <a:cubicBezTo>
                        <a:pt x="177" y="333"/>
                        <a:pt x="83" y="426"/>
                        <a:pt x="83" y="540"/>
                      </a:cubicBezTo>
                      <a:lnTo>
                        <a:pt x="83" y="1455"/>
                      </a:lnTo>
                      <a:cubicBezTo>
                        <a:pt x="83" y="1569"/>
                        <a:pt x="177" y="1663"/>
                        <a:pt x="291" y="1663"/>
                      </a:cubicBezTo>
                      <a:lnTo>
                        <a:pt x="1039" y="1663"/>
                      </a:lnTo>
                      <a:cubicBezTo>
                        <a:pt x="1126" y="1663"/>
                        <a:pt x="1200" y="1609"/>
                        <a:pt x="1231" y="1534"/>
                      </a:cubicBezTo>
                      <a:close/>
                      <a:moveTo>
                        <a:pt x="1641" y="1453"/>
                      </a:moveTo>
                      <a:cubicBezTo>
                        <a:pt x="1401" y="1591"/>
                        <a:pt x="1093" y="1509"/>
                        <a:pt x="955" y="1269"/>
                      </a:cubicBezTo>
                      <a:cubicBezTo>
                        <a:pt x="816" y="1029"/>
                        <a:pt x="899" y="722"/>
                        <a:pt x="1138" y="583"/>
                      </a:cubicBezTo>
                      <a:cubicBezTo>
                        <a:pt x="1378" y="445"/>
                        <a:pt x="1686" y="527"/>
                        <a:pt x="1824" y="767"/>
                      </a:cubicBezTo>
                      <a:cubicBezTo>
                        <a:pt x="1963" y="1007"/>
                        <a:pt x="1880" y="1314"/>
                        <a:pt x="1641" y="1453"/>
                      </a:cubicBezTo>
                      <a:close/>
                      <a:moveTo>
                        <a:pt x="1599" y="1381"/>
                      </a:moveTo>
                      <a:cubicBezTo>
                        <a:pt x="1799" y="1266"/>
                        <a:pt x="1868" y="1009"/>
                        <a:pt x="1752" y="809"/>
                      </a:cubicBezTo>
                      <a:cubicBezTo>
                        <a:pt x="1637" y="608"/>
                        <a:pt x="1380" y="539"/>
                        <a:pt x="1180" y="655"/>
                      </a:cubicBezTo>
                      <a:cubicBezTo>
                        <a:pt x="980" y="771"/>
                        <a:pt x="911" y="1027"/>
                        <a:pt x="1026" y="1228"/>
                      </a:cubicBezTo>
                      <a:cubicBezTo>
                        <a:pt x="1142" y="1428"/>
                        <a:pt x="1399" y="1497"/>
                        <a:pt x="1599" y="1381"/>
                      </a:cubicBezTo>
                      <a:close/>
                      <a:moveTo>
                        <a:pt x="1767" y="1422"/>
                      </a:moveTo>
                      <a:lnTo>
                        <a:pt x="1551" y="1547"/>
                      </a:lnTo>
                      <a:lnTo>
                        <a:pt x="1717" y="1835"/>
                      </a:lnTo>
                      <a:lnTo>
                        <a:pt x="1933" y="1710"/>
                      </a:lnTo>
                      <a:lnTo>
                        <a:pt x="1767" y="1422"/>
                      </a:lnTo>
                      <a:close/>
                      <a:moveTo>
                        <a:pt x="1956" y="1749"/>
                      </a:moveTo>
                      <a:lnTo>
                        <a:pt x="1739" y="1874"/>
                      </a:lnTo>
                      <a:cubicBezTo>
                        <a:pt x="1774" y="1934"/>
                        <a:pt x="1850" y="1954"/>
                        <a:pt x="1910" y="1919"/>
                      </a:cubicBezTo>
                      <a:cubicBezTo>
                        <a:pt x="1969" y="1885"/>
                        <a:pt x="1990" y="1809"/>
                        <a:pt x="1956" y="1749"/>
                      </a:cubicBezTo>
                      <a:close/>
                      <a:moveTo>
                        <a:pt x="803" y="551"/>
                      </a:moveTo>
                      <a:lnTo>
                        <a:pt x="249" y="551"/>
                      </a:lnTo>
                      <a:lnTo>
                        <a:pt x="249" y="613"/>
                      </a:lnTo>
                      <a:lnTo>
                        <a:pt x="803" y="613"/>
                      </a:lnTo>
                      <a:lnTo>
                        <a:pt x="803" y="551"/>
                      </a:lnTo>
                      <a:close/>
                      <a:moveTo>
                        <a:pt x="675" y="828"/>
                      </a:moveTo>
                      <a:lnTo>
                        <a:pt x="249" y="828"/>
                      </a:lnTo>
                      <a:lnTo>
                        <a:pt x="249" y="890"/>
                      </a:lnTo>
                      <a:lnTo>
                        <a:pt x="675" y="890"/>
                      </a:lnTo>
                      <a:lnTo>
                        <a:pt x="675" y="828"/>
                      </a:lnTo>
                      <a:close/>
                      <a:moveTo>
                        <a:pt x="249" y="1167"/>
                      </a:moveTo>
                      <a:lnTo>
                        <a:pt x="675" y="1167"/>
                      </a:lnTo>
                      <a:lnTo>
                        <a:pt x="675" y="1105"/>
                      </a:lnTo>
                      <a:lnTo>
                        <a:pt x="249" y="1105"/>
                      </a:lnTo>
                      <a:lnTo>
                        <a:pt x="249" y="1167"/>
                      </a:lnTo>
                      <a:close/>
                      <a:moveTo>
                        <a:pt x="249" y="1444"/>
                      </a:moveTo>
                      <a:lnTo>
                        <a:pt x="803" y="1444"/>
                      </a:lnTo>
                      <a:lnTo>
                        <a:pt x="803" y="1382"/>
                      </a:lnTo>
                      <a:lnTo>
                        <a:pt x="249" y="1382"/>
                      </a:lnTo>
                      <a:lnTo>
                        <a:pt x="249" y="1444"/>
                      </a:lnTo>
                      <a:close/>
                      <a:moveTo>
                        <a:pt x="1308" y="1105"/>
                      </a:moveTo>
                      <a:lnTo>
                        <a:pt x="1179" y="961"/>
                      </a:lnTo>
                      <a:lnTo>
                        <a:pt x="1118" y="1017"/>
                      </a:lnTo>
                      <a:lnTo>
                        <a:pt x="1300" y="1219"/>
                      </a:lnTo>
                      <a:lnTo>
                        <a:pt x="1657" y="922"/>
                      </a:lnTo>
                      <a:lnTo>
                        <a:pt x="1604" y="858"/>
                      </a:lnTo>
                      <a:lnTo>
                        <a:pt x="1308" y="110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182832" tIns="91416" rIns="182832" bIns="91416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en-US" sz="7200" dirty="0"/>
                </a:p>
              </p:txBody>
            </p:sp>
          </p:grpSp>
        </p:grpSp>
        <p:grpSp>
          <p:nvGrpSpPr>
            <p:cNvPr id="8" name="îṩḻïḑe"/>
            <p:cNvGrpSpPr/>
            <p:nvPr/>
          </p:nvGrpSpPr>
          <p:grpSpPr>
            <a:xfrm>
              <a:off x="736745" y="2607313"/>
              <a:ext cx="5267105" cy="2075204"/>
              <a:chOff x="736745" y="1275545"/>
              <a:chExt cx="5267105" cy="2075204"/>
            </a:xfrm>
          </p:grpSpPr>
          <p:grpSp>
            <p:nvGrpSpPr>
              <p:cNvPr id="15" name="is1iďê"/>
              <p:cNvGrpSpPr/>
              <p:nvPr/>
            </p:nvGrpSpPr>
            <p:grpSpPr>
              <a:xfrm>
                <a:off x="736745" y="1356666"/>
                <a:ext cx="1933578" cy="1993257"/>
                <a:chOff x="736745" y="1356666"/>
                <a:chExt cx="1933578" cy="1993257"/>
              </a:xfrm>
            </p:grpSpPr>
            <p:sp>
              <p:nvSpPr>
                <p:cNvPr id="19" name="ïṧḻïḋe"/>
                <p:cNvSpPr/>
                <p:nvPr/>
              </p:nvSpPr>
              <p:spPr>
                <a:xfrm>
                  <a:off x="736745" y="1416345"/>
                  <a:ext cx="1933578" cy="193357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</a:path>
                  </a:pathLst>
                </a:custGeom>
                <a:noFill/>
                <a:ln w="25400" cap="flat" cmpd="sng" algn="ctr">
                  <a:solidFill>
                    <a:schemeClr val="accent1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2">
                          <a:lumMod val="100000"/>
                        </a:schemeClr>
                      </a:solidFill>
                    </a14:hiddenFill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0" name="ïṥlïde"/>
                <p:cNvSpPr/>
                <p:nvPr/>
              </p:nvSpPr>
              <p:spPr>
                <a:xfrm>
                  <a:off x="805009" y="1493193"/>
                  <a:ext cx="1797051" cy="179705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</a:path>
                  </a:pathLst>
                </a:custGeom>
                <a:blipFill>
                  <a:blip r:embed="rId4"/>
                  <a:stretch>
                    <a:fillRect l="-39252" t="-1" r="-38695" b="-1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4400"/>
                  <a:endParaRPr dirty="0">
                    <a:solidFill>
                      <a:schemeClr val="lt1"/>
                    </a:solidFill>
                  </a:endParaRPr>
                </a:p>
              </p:txBody>
            </p:sp>
            <p:grpSp>
              <p:nvGrpSpPr>
                <p:cNvPr id="21" name="ísḻíde"/>
                <p:cNvGrpSpPr/>
                <p:nvPr/>
              </p:nvGrpSpPr>
              <p:grpSpPr>
                <a:xfrm>
                  <a:off x="1936034" y="1356666"/>
                  <a:ext cx="675000" cy="675005"/>
                  <a:chOff x="7209746" y="4153276"/>
                  <a:chExt cx="675000" cy="675005"/>
                </a:xfrm>
              </p:grpSpPr>
              <p:sp>
                <p:nvSpPr>
                  <p:cNvPr id="22" name="iṧľîḍe"/>
                  <p:cNvSpPr/>
                  <p:nvPr/>
                </p:nvSpPr>
                <p:spPr>
                  <a:xfrm>
                    <a:off x="7209746" y="4153276"/>
                    <a:ext cx="675000" cy="67500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381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3" name="iṡļïďe"/>
                  <p:cNvSpPr/>
                  <p:nvPr/>
                </p:nvSpPr>
                <p:spPr bwMode="auto">
                  <a:xfrm>
                    <a:off x="7375153" y="4322040"/>
                    <a:ext cx="344185" cy="337474"/>
                  </a:xfrm>
                  <a:custGeom>
                    <a:avLst/>
                    <a:gdLst>
                      <a:gd name="T0" fmla="*/ 1312 w 1990"/>
                      <a:gd name="T1" fmla="*/ 1552 h 1954"/>
                      <a:gd name="T2" fmla="*/ 291 w 1990"/>
                      <a:gd name="T3" fmla="*/ 1746 h 1954"/>
                      <a:gd name="T4" fmla="*/ 0 w 1990"/>
                      <a:gd name="T5" fmla="*/ 540 h 1954"/>
                      <a:gd name="T6" fmla="*/ 515 w 1990"/>
                      <a:gd name="T7" fmla="*/ 249 h 1954"/>
                      <a:gd name="T8" fmla="*/ 1205 w 1990"/>
                      <a:gd name="T9" fmla="*/ 0 h 1954"/>
                      <a:gd name="T10" fmla="*/ 1496 w 1990"/>
                      <a:gd name="T11" fmla="*/ 489 h 1954"/>
                      <a:gd name="T12" fmla="*/ 1413 w 1990"/>
                      <a:gd name="T13" fmla="*/ 291 h 1954"/>
                      <a:gd name="T14" fmla="*/ 802 w 1990"/>
                      <a:gd name="T15" fmla="*/ 83 h 1954"/>
                      <a:gd name="T16" fmla="*/ 1039 w 1990"/>
                      <a:gd name="T17" fmla="*/ 249 h 1954"/>
                      <a:gd name="T18" fmla="*/ 1243 w 1990"/>
                      <a:gd name="T19" fmla="*/ 499 h 1954"/>
                      <a:gd name="T20" fmla="*/ 291 w 1990"/>
                      <a:gd name="T21" fmla="*/ 333 h 1954"/>
                      <a:gd name="T22" fmla="*/ 83 w 1990"/>
                      <a:gd name="T23" fmla="*/ 1455 h 1954"/>
                      <a:gd name="T24" fmla="*/ 1039 w 1990"/>
                      <a:gd name="T25" fmla="*/ 1663 h 1954"/>
                      <a:gd name="T26" fmla="*/ 1641 w 1990"/>
                      <a:gd name="T27" fmla="*/ 1453 h 1954"/>
                      <a:gd name="T28" fmla="*/ 1138 w 1990"/>
                      <a:gd name="T29" fmla="*/ 583 h 1954"/>
                      <a:gd name="T30" fmla="*/ 1641 w 1990"/>
                      <a:gd name="T31" fmla="*/ 1453 h 1954"/>
                      <a:gd name="T32" fmla="*/ 1752 w 1990"/>
                      <a:gd name="T33" fmla="*/ 809 h 1954"/>
                      <a:gd name="T34" fmla="*/ 1026 w 1990"/>
                      <a:gd name="T35" fmla="*/ 1228 h 1954"/>
                      <a:gd name="T36" fmla="*/ 1767 w 1990"/>
                      <a:gd name="T37" fmla="*/ 1422 h 1954"/>
                      <a:gd name="T38" fmla="*/ 1717 w 1990"/>
                      <a:gd name="T39" fmla="*/ 1835 h 1954"/>
                      <a:gd name="T40" fmla="*/ 1767 w 1990"/>
                      <a:gd name="T41" fmla="*/ 1422 h 1954"/>
                      <a:gd name="T42" fmla="*/ 1739 w 1990"/>
                      <a:gd name="T43" fmla="*/ 1874 h 1954"/>
                      <a:gd name="T44" fmla="*/ 1956 w 1990"/>
                      <a:gd name="T45" fmla="*/ 1749 h 1954"/>
                      <a:gd name="T46" fmla="*/ 249 w 1990"/>
                      <a:gd name="T47" fmla="*/ 551 h 1954"/>
                      <a:gd name="T48" fmla="*/ 803 w 1990"/>
                      <a:gd name="T49" fmla="*/ 613 h 1954"/>
                      <a:gd name="T50" fmla="*/ 675 w 1990"/>
                      <a:gd name="T51" fmla="*/ 828 h 1954"/>
                      <a:gd name="T52" fmla="*/ 249 w 1990"/>
                      <a:gd name="T53" fmla="*/ 890 h 1954"/>
                      <a:gd name="T54" fmla="*/ 675 w 1990"/>
                      <a:gd name="T55" fmla="*/ 828 h 1954"/>
                      <a:gd name="T56" fmla="*/ 675 w 1990"/>
                      <a:gd name="T57" fmla="*/ 1167 h 1954"/>
                      <a:gd name="T58" fmla="*/ 249 w 1990"/>
                      <a:gd name="T59" fmla="*/ 1105 h 1954"/>
                      <a:gd name="T60" fmla="*/ 249 w 1990"/>
                      <a:gd name="T61" fmla="*/ 1444 h 1954"/>
                      <a:gd name="T62" fmla="*/ 803 w 1990"/>
                      <a:gd name="T63" fmla="*/ 1382 h 1954"/>
                      <a:gd name="T64" fmla="*/ 249 w 1990"/>
                      <a:gd name="T65" fmla="*/ 1444 h 1954"/>
                      <a:gd name="T66" fmla="*/ 1179 w 1990"/>
                      <a:gd name="T67" fmla="*/ 961 h 1954"/>
                      <a:gd name="T68" fmla="*/ 1300 w 1990"/>
                      <a:gd name="T69" fmla="*/ 1219 h 1954"/>
                      <a:gd name="T70" fmla="*/ 1604 w 1990"/>
                      <a:gd name="T71" fmla="*/ 858 h 19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990" h="1954">
                        <a:moveTo>
                          <a:pt x="1231" y="1534"/>
                        </a:moveTo>
                        <a:cubicBezTo>
                          <a:pt x="1258" y="1542"/>
                          <a:pt x="1285" y="1548"/>
                          <a:pt x="1312" y="1552"/>
                        </a:cubicBezTo>
                        <a:cubicBezTo>
                          <a:pt x="1272" y="1665"/>
                          <a:pt x="1165" y="1746"/>
                          <a:pt x="1039" y="1746"/>
                        </a:cubicBezTo>
                        <a:lnTo>
                          <a:pt x="291" y="1746"/>
                        </a:lnTo>
                        <a:cubicBezTo>
                          <a:pt x="131" y="1746"/>
                          <a:pt x="0" y="1615"/>
                          <a:pt x="0" y="1455"/>
                        </a:cubicBezTo>
                        <a:lnTo>
                          <a:pt x="0" y="540"/>
                        </a:lnTo>
                        <a:cubicBezTo>
                          <a:pt x="0" y="380"/>
                          <a:pt x="131" y="249"/>
                          <a:pt x="291" y="249"/>
                        </a:cubicBezTo>
                        <a:lnTo>
                          <a:pt x="515" y="249"/>
                        </a:lnTo>
                        <a:cubicBezTo>
                          <a:pt x="535" y="109"/>
                          <a:pt x="656" y="0"/>
                          <a:pt x="802" y="0"/>
                        </a:cubicBezTo>
                        <a:lnTo>
                          <a:pt x="1205" y="0"/>
                        </a:lnTo>
                        <a:cubicBezTo>
                          <a:pt x="1366" y="0"/>
                          <a:pt x="1496" y="131"/>
                          <a:pt x="1496" y="291"/>
                        </a:cubicBezTo>
                        <a:lnTo>
                          <a:pt x="1496" y="489"/>
                        </a:lnTo>
                        <a:cubicBezTo>
                          <a:pt x="1469" y="484"/>
                          <a:pt x="1441" y="480"/>
                          <a:pt x="1413" y="479"/>
                        </a:cubicBezTo>
                        <a:lnTo>
                          <a:pt x="1413" y="291"/>
                        </a:lnTo>
                        <a:cubicBezTo>
                          <a:pt x="1413" y="176"/>
                          <a:pt x="1320" y="83"/>
                          <a:pt x="1205" y="83"/>
                        </a:cubicBezTo>
                        <a:lnTo>
                          <a:pt x="802" y="83"/>
                        </a:lnTo>
                        <a:cubicBezTo>
                          <a:pt x="701" y="83"/>
                          <a:pt x="617" y="155"/>
                          <a:pt x="598" y="249"/>
                        </a:cubicBezTo>
                        <a:lnTo>
                          <a:pt x="1039" y="249"/>
                        </a:lnTo>
                        <a:cubicBezTo>
                          <a:pt x="1180" y="249"/>
                          <a:pt x="1297" y="349"/>
                          <a:pt x="1324" y="482"/>
                        </a:cubicBezTo>
                        <a:cubicBezTo>
                          <a:pt x="1297" y="485"/>
                          <a:pt x="1270" y="491"/>
                          <a:pt x="1243" y="499"/>
                        </a:cubicBezTo>
                        <a:cubicBezTo>
                          <a:pt x="1224" y="404"/>
                          <a:pt x="1140" y="333"/>
                          <a:pt x="1039" y="333"/>
                        </a:cubicBezTo>
                        <a:lnTo>
                          <a:pt x="291" y="333"/>
                        </a:lnTo>
                        <a:cubicBezTo>
                          <a:pt x="177" y="333"/>
                          <a:pt x="83" y="426"/>
                          <a:pt x="83" y="540"/>
                        </a:cubicBezTo>
                        <a:lnTo>
                          <a:pt x="83" y="1455"/>
                        </a:lnTo>
                        <a:cubicBezTo>
                          <a:pt x="83" y="1569"/>
                          <a:pt x="177" y="1663"/>
                          <a:pt x="291" y="1663"/>
                        </a:cubicBezTo>
                        <a:lnTo>
                          <a:pt x="1039" y="1663"/>
                        </a:lnTo>
                        <a:cubicBezTo>
                          <a:pt x="1126" y="1663"/>
                          <a:pt x="1200" y="1609"/>
                          <a:pt x="1231" y="1534"/>
                        </a:cubicBezTo>
                        <a:close/>
                        <a:moveTo>
                          <a:pt x="1641" y="1453"/>
                        </a:moveTo>
                        <a:cubicBezTo>
                          <a:pt x="1401" y="1591"/>
                          <a:pt x="1093" y="1509"/>
                          <a:pt x="955" y="1269"/>
                        </a:cubicBezTo>
                        <a:cubicBezTo>
                          <a:pt x="816" y="1029"/>
                          <a:pt x="899" y="722"/>
                          <a:pt x="1138" y="583"/>
                        </a:cubicBezTo>
                        <a:cubicBezTo>
                          <a:pt x="1378" y="445"/>
                          <a:pt x="1686" y="527"/>
                          <a:pt x="1824" y="767"/>
                        </a:cubicBezTo>
                        <a:cubicBezTo>
                          <a:pt x="1963" y="1007"/>
                          <a:pt x="1880" y="1314"/>
                          <a:pt x="1641" y="1453"/>
                        </a:cubicBezTo>
                        <a:close/>
                        <a:moveTo>
                          <a:pt x="1599" y="1381"/>
                        </a:moveTo>
                        <a:cubicBezTo>
                          <a:pt x="1799" y="1266"/>
                          <a:pt x="1868" y="1009"/>
                          <a:pt x="1752" y="809"/>
                        </a:cubicBezTo>
                        <a:cubicBezTo>
                          <a:pt x="1637" y="608"/>
                          <a:pt x="1380" y="539"/>
                          <a:pt x="1180" y="655"/>
                        </a:cubicBezTo>
                        <a:cubicBezTo>
                          <a:pt x="980" y="771"/>
                          <a:pt x="911" y="1027"/>
                          <a:pt x="1026" y="1228"/>
                        </a:cubicBezTo>
                        <a:cubicBezTo>
                          <a:pt x="1142" y="1428"/>
                          <a:pt x="1399" y="1497"/>
                          <a:pt x="1599" y="1381"/>
                        </a:cubicBezTo>
                        <a:close/>
                        <a:moveTo>
                          <a:pt x="1767" y="1422"/>
                        </a:moveTo>
                        <a:lnTo>
                          <a:pt x="1551" y="1547"/>
                        </a:lnTo>
                        <a:lnTo>
                          <a:pt x="1717" y="1835"/>
                        </a:lnTo>
                        <a:lnTo>
                          <a:pt x="1933" y="1710"/>
                        </a:lnTo>
                        <a:lnTo>
                          <a:pt x="1767" y="1422"/>
                        </a:lnTo>
                        <a:close/>
                        <a:moveTo>
                          <a:pt x="1956" y="1749"/>
                        </a:moveTo>
                        <a:lnTo>
                          <a:pt x="1739" y="1874"/>
                        </a:lnTo>
                        <a:cubicBezTo>
                          <a:pt x="1774" y="1934"/>
                          <a:pt x="1850" y="1954"/>
                          <a:pt x="1910" y="1919"/>
                        </a:cubicBezTo>
                        <a:cubicBezTo>
                          <a:pt x="1969" y="1885"/>
                          <a:pt x="1990" y="1809"/>
                          <a:pt x="1956" y="1749"/>
                        </a:cubicBezTo>
                        <a:close/>
                        <a:moveTo>
                          <a:pt x="803" y="551"/>
                        </a:moveTo>
                        <a:lnTo>
                          <a:pt x="249" y="551"/>
                        </a:lnTo>
                        <a:lnTo>
                          <a:pt x="249" y="613"/>
                        </a:lnTo>
                        <a:lnTo>
                          <a:pt x="803" y="613"/>
                        </a:lnTo>
                        <a:lnTo>
                          <a:pt x="803" y="551"/>
                        </a:lnTo>
                        <a:close/>
                        <a:moveTo>
                          <a:pt x="675" y="828"/>
                        </a:moveTo>
                        <a:lnTo>
                          <a:pt x="249" y="828"/>
                        </a:lnTo>
                        <a:lnTo>
                          <a:pt x="249" y="890"/>
                        </a:lnTo>
                        <a:lnTo>
                          <a:pt x="675" y="890"/>
                        </a:lnTo>
                        <a:lnTo>
                          <a:pt x="675" y="828"/>
                        </a:lnTo>
                        <a:close/>
                        <a:moveTo>
                          <a:pt x="249" y="1167"/>
                        </a:moveTo>
                        <a:lnTo>
                          <a:pt x="675" y="1167"/>
                        </a:lnTo>
                        <a:lnTo>
                          <a:pt x="675" y="1105"/>
                        </a:lnTo>
                        <a:lnTo>
                          <a:pt x="249" y="1105"/>
                        </a:lnTo>
                        <a:lnTo>
                          <a:pt x="249" y="1167"/>
                        </a:lnTo>
                        <a:close/>
                        <a:moveTo>
                          <a:pt x="249" y="1444"/>
                        </a:moveTo>
                        <a:lnTo>
                          <a:pt x="803" y="1444"/>
                        </a:lnTo>
                        <a:lnTo>
                          <a:pt x="803" y="1382"/>
                        </a:lnTo>
                        <a:lnTo>
                          <a:pt x="249" y="1382"/>
                        </a:lnTo>
                        <a:lnTo>
                          <a:pt x="249" y="1444"/>
                        </a:lnTo>
                        <a:close/>
                        <a:moveTo>
                          <a:pt x="1308" y="1105"/>
                        </a:moveTo>
                        <a:lnTo>
                          <a:pt x="1179" y="961"/>
                        </a:lnTo>
                        <a:lnTo>
                          <a:pt x="1118" y="1017"/>
                        </a:lnTo>
                        <a:lnTo>
                          <a:pt x="1300" y="1219"/>
                        </a:lnTo>
                        <a:lnTo>
                          <a:pt x="1657" y="922"/>
                        </a:lnTo>
                        <a:lnTo>
                          <a:pt x="1604" y="858"/>
                        </a:lnTo>
                        <a:lnTo>
                          <a:pt x="1308" y="1105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182832" tIns="91416" rIns="182832" bIns="91416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endParaRPr lang="en-US" sz="7200" dirty="0"/>
                  </a:p>
                </p:txBody>
              </p:sp>
            </p:grpSp>
          </p:grpSp>
          <p:grpSp>
            <p:nvGrpSpPr>
              <p:cNvPr id="16" name="islïḋè"/>
              <p:cNvGrpSpPr/>
              <p:nvPr/>
            </p:nvGrpSpPr>
            <p:grpSpPr>
              <a:xfrm>
                <a:off x="2767467" y="1275545"/>
                <a:ext cx="3236383" cy="2075204"/>
                <a:chOff x="2776441" y="1231264"/>
                <a:chExt cx="3236383" cy="2075204"/>
              </a:xfrm>
            </p:grpSpPr>
            <p:sp>
              <p:nvSpPr>
                <p:cNvPr id="17" name="ïśļíḍê"/>
                <p:cNvSpPr txBox="1"/>
                <p:nvPr/>
              </p:nvSpPr>
              <p:spPr>
                <a:xfrm>
                  <a:off x="2776441" y="1231264"/>
                  <a:ext cx="3236383" cy="588331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rtlCol="0" anchor="ctr" anchorCtr="0">
                  <a:normAutofit/>
                </a:bodyPr>
                <a:lstStyle/>
                <a:p>
                  <a:r>
                    <a:rPr lang="en-US" altLang="zh-CN" b="1" dirty="0">
                      <a:solidFill>
                        <a:schemeClr val="accent1"/>
                      </a:solidFill>
                    </a:rPr>
                    <a:t>Text here</a:t>
                  </a:r>
                  <a:endParaRPr lang="en-US" altLang="zh-CN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8" name="îşḷídê"/>
                <p:cNvSpPr txBox="1"/>
                <p:nvPr/>
              </p:nvSpPr>
              <p:spPr>
                <a:xfrm>
                  <a:off x="2776441" y="1819596"/>
                  <a:ext cx="3236382" cy="1486872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>
                  <a:norm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1000" dirty="0"/>
                    <a:t>Unified fonts make reading more fluent.</a:t>
                  </a:r>
                  <a:endParaRPr lang="en-US" altLang="zh-CN" sz="1000" dirty="0"/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000" dirty="0"/>
                    <a:t>Theme color makes PPT more convenient to change.</a:t>
                  </a:r>
                  <a:endParaRPr lang="en-US" altLang="zh-CN" sz="1000" dirty="0"/>
                </a:p>
                <a:p>
                  <a:pPr>
                    <a:lnSpc>
                      <a:spcPct val="150000"/>
                    </a:lnSpc>
                  </a:pPr>
                  <a:endParaRPr lang="en-US" altLang="zh-CN" sz="1000" dirty="0"/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000" dirty="0"/>
                    <a:t>Adjust the spacing to adapt to Chinese typesetting, use the reference line in PPT.</a:t>
                  </a:r>
                  <a:endParaRPr lang="en-US" altLang="zh-CN" sz="1000" dirty="0"/>
                </a:p>
              </p:txBody>
            </p:sp>
          </p:grpSp>
        </p:grpSp>
        <p:grpSp>
          <p:nvGrpSpPr>
            <p:cNvPr id="9" name="ïŝḷïḍè"/>
            <p:cNvGrpSpPr/>
            <p:nvPr/>
          </p:nvGrpSpPr>
          <p:grpSpPr>
            <a:xfrm>
              <a:off x="8441722" y="1275545"/>
              <a:ext cx="3236383" cy="2075204"/>
              <a:chOff x="2776441" y="1231264"/>
              <a:chExt cx="3236383" cy="2075204"/>
            </a:xfrm>
          </p:grpSpPr>
          <p:sp>
            <p:nvSpPr>
              <p:cNvPr id="13" name="iş1îḑè"/>
              <p:cNvSpPr txBox="1"/>
              <p:nvPr/>
            </p:nvSpPr>
            <p:spPr>
              <a:xfrm>
                <a:off x="2776441" y="1231264"/>
                <a:ext cx="3236383" cy="588331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r>
                  <a:rPr lang="en-US" altLang="zh-CN" b="1" dirty="0">
                    <a:solidFill>
                      <a:schemeClr val="accent2"/>
                    </a:solidFill>
                  </a:rPr>
                  <a:t>Text here</a:t>
                </a:r>
                <a:endParaRPr lang="en-US" altLang="zh-CN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4" name="îsļídê"/>
              <p:cNvSpPr txBox="1"/>
              <p:nvPr/>
            </p:nvSpPr>
            <p:spPr>
              <a:xfrm>
                <a:off x="2776441" y="1819596"/>
                <a:ext cx="3236382" cy="1486872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000" dirty="0"/>
                  <a:t>Unified fonts make reading more fluent.</a:t>
                </a:r>
                <a:endParaRPr lang="en-US" altLang="zh-CN" sz="10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1000" dirty="0"/>
                  <a:t>Theme color makes PPT more convenient to change.</a:t>
                </a:r>
                <a:endParaRPr lang="en-US" altLang="zh-CN" sz="1000" dirty="0"/>
              </a:p>
              <a:p>
                <a:pPr>
                  <a:lnSpc>
                    <a:spcPct val="150000"/>
                  </a:lnSpc>
                </a:pPr>
                <a:endParaRPr lang="en-US" altLang="zh-CN" sz="10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1000" dirty="0"/>
                  <a:t>Adjust the spacing to adapt to Chinese typesetting, use the reference line in PPT.</a:t>
                </a:r>
                <a:endParaRPr lang="en-US" altLang="zh-CN" sz="1000" dirty="0"/>
              </a:p>
            </p:txBody>
          </p:sp>
        </p:grpSp>
        <p:grpSp>
          <p:nvGrpSpPr>
            <p:cNvPr id="10" name="ïşḻîḓé"/>
            <p:cNvGrpSpPr/>
            <p:nvPr/>
          </p:nvGrpSpPr>
          <p:grpSpPr>
            <a:xfrm>
              <a:off x="8441722" y="4011984"/>
              <a:ext cx="3236383" cy="2075204"/>
              <a:chOff x="2776441" y="1231264"/>
              <a:chExt cx="3236383" cy="2075204"/>
            </a:xfrm>
          </p:grpSpPr>
          <p:sp>
            <p:nvSpPr>
              <p:cNvPr id="11" name="îşľídê"/>
              <p:cNvSpPr txBox="1"/>
              <p:nvPr/>
            </p:nvSpPr>
            <p:spPr>
              <a:xfrm>
                <a:off x="2776441" y="1231264"/>
                <a:ext cx="3236383" cy="588331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r>
                  <a:rPr lang="en-US" altLang="zh-CN" b="1" dirty="0">
                    <a:solidFill>
                      <a:schemeClr val="accent3"/>
                    </a:solidFill>
                  </a:rPr>
                  <a:t>Text here</a:t>
                </a:r>
                <a:endParaRPr lang="en-US" altLang="zh-CN" b="1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2" name="îSḻïďe"/>
              <p:cNvSpPr txBox="1"/>
              <p:nvPr/>
            </p:nvSpPr>
            <p:spPr>
              <a:xfrm>
                <a:off x="2776441" y="1819596"/>
                <a:ext cx="3236382" cy="1486872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000" dirty="0"/>
                  <a:t>Unified fonts make reading more fluent.</a:t>
                </a:r>
                <a:endParaRPr lang="en-US" altLang="zh-CN" sz="10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1000" dirty="0"/>
                  <a:t>Theme color makes PPT more convenient to change.</a:t>
                </a:r>
                <a:endParaRPr lang="en-US" altLang="zh-CN" sz="1000" dirty="0"/>
              </a:p>
              <a:p>
                <a:pPr>
                  <a:lnSpc>
                    <a:spcPct val="150000"/>
                  </a:lnSpc>
                </a:pPr>
                <a:endParaRPr lang="en-US" altLang="zh-CN" sz="10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1000" dirty="0"/>
                  <a:t>Adjust the spacing to adapt to Chinese typesetting, use the reference line in PPT.</a:t>
                </a:r>
                <a:endParaRPr lang="en-US" altLang="zh-CN" sz="1000" dirty="0"/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5421325e-66d4-4ffe-9309-b6aea6215e7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0"/>
            <a:ext cx="12192000" cy="6644148"/>
            <a:chOff x="0" y="0"/>
            <a:chExt cx="12192000" cy="6644148"/>
          </a:xfrm>
        </p:grpSpPr>
        <p:sp>
          <p:nvSpPr>
            <p:cNvPr id="6" name="iṡľîḑé"/>
            <p:cNvSpPr/>
            <p:nvPr/>
          </p:nvSpPr>
          <p:spPr>
            <a:xfrm>
              <a:off x="0" y="0"/>
              <a:ext cx="12192000" cy="415904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/>
            </a:p>
          </p:txBody>
        </p:sp>
        <p:sp>
          <p:nvSpPr>
            <p:cNvPr id="7" name="íSḷïḑe"/>
            <p:cNvSpPr/>
            <p:nvPr/>
          </p:nvSpPr>
          <p:spPr>
            <a:xfrm>
              <a:off x="291588" y="1673942"/>
              <a:ext cx="11608824" cy="4970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39700" dist="63500" dir="3900000" algn="t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00" b="1" spc="300">
                <a:solidFill>
                  <a:srgbClr val="0070C0"/>
                </a:solidFill>
              </a:endParaRPr>
            </a:p>
          </p:txBody>
        </p:sp>
        <p:grpSp>
          <p:nvGrpSpPr>
            <p:cNvPr id="8" name="ïs1îdè"/>
            <p:cNvGrpSpPr/>
            <p:nvPr/>
          </p:nvGrpSpPr>
          <p:grpSpPr>
            <a:xfrm>
              <a:off x="6843524" y="2540904"/>
              <a:ext cx="4634832" cy="1508050"/>
              <a:chOff x="1941336" y="3219803"/>
              <a:chExt cx="5378800" cy="1508050"/>
            </a:xfrm>
          </p:grpSpPr>
          <p:sp>
            <p:nvSpPr>
              <p:cNvPr id="14" name="ïSļiḑè"/>
              <p:cNvSpPr txBox="1"/>
              <p:nvPr/>
            </p:nvSpPr>
            <p:spPr>
              <a:xfrm>
                <a:off x="1941336" y="3615410"/>
                <a:ext cx="5378800" cy="1112443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>
                <a:defPPr>
                  <a:defRPr lang="zh-CN"/>
                </a:defPPr>
                <a:lvl1pPr marL="171450" indent="-171450">
                  <a:lnSpc>
                    <a:spcPct val="160000"/>
                  </a:lnSpc>
                  <a:buFont typeface="Arial" panose="020B0604020202020204" pitchFamily="34" charset="0"/>
                  <a:buChar char="•"/>
                  <a:defRPr sz="1000"/>
                </a:lvl1pPr>
              </a:lstStyle>
              <a:p>
                <a:r>
                  <a:rPr lang="en-US" altLang="zh-CN" dirty="0"/>
                  <a:t>Supporting text here.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You can use the icon library in </a:t>
                </a:r>
                <a:r>
                  <a:rPr lang="en-US" altLang="zh-CN" dirty="0" err="1"/>
                  <a:t>iSlide</a:t>
                </a:r>
                <a:r>
                  <a:rPr lang="en-US" altLang="zh-CN" dirty="0"/>
                  <a:t>  (www.islide.cc) to filter and replace existing icon elements with one click.</a:t>
                </a:r>
                <a:endParaRPr lang="en-US" altLang="zh-CN" dirty="0"/>
              </a:p>
            </p:txBody>
          </p:sp>
          <p:sp>
            <p:nvSpPr>
              <p:cNvPr id="15" name="iŝlídê"/>
              <p:cNvSpPr txBox="1"/>
              <p:nvPr/>
            </p:nvSpPr>
            <p:spPr>
              <a:xfrm>
                <a:off x="1941336" y="3219803"/>
                <a:ext cx="5378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solidFill>
                      <a:schemeClr val="accent1"/>
                    </a:solidFill>
                  </a:rPr>
                  <a:t>01-Text here</a:t>
                </a:r>
                <a:endParaRPr lang="en-US" altLang="zh-CN" sz="16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9" name="ïṧľîḍe"/>
            <p:cNvGrpSpPr/>
            <p:nvPr/>
          </p:nvGrpSpPr>
          <p:grpSpPr>
            <a:xfrm>
              <a:off x="6843524" y="4296457"/>
              <a:ext cx="4634832" cy="1512168"/>
              <a:chOff x="1941336" y="3219803"/>
              <a:chExt cx="5378800" cy="1512168"/>
            </a:xfrm>
          </p:grpSpPr>
          <p:sp>
            <p:nvSpPr>
              <p:cNvPr id="12" name="íSļïdê"/>
              <p:cNvSpPr txBox="1"/>
              <p:nvPr/>
            </p:nvSpPr>
            <p:spPr>
              <a:xfrm>
                <a:off x="1941336" y="3615410"/>
                <a:ext cx="5378800" cy="111656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You can use the icon library in </a:t>
                </a:r>
                <a:r>
                  <a:rPr lang="en-US" altLang="zh-CN" sz="1000" dirty="0" err="1"/>
                  <a:t>iSlide</a:t>
                </a:r>
                <a:r>
                  <a:rPr lang="en-US" altLang="zh-CN" sz="1000" dirty="0"/>
                  <a:t>  (www.islide.cc) to filter and replace existing icon elements with one click.</a:t>
                </a:r>
                <a:endParaRPr lang="en-US" altLang="zh-CN" sz="1000" dirty="0"/>
              </a:p>
            </p:txBody>
          </p:sp>
          <p:sp>
            <p:nvSpPr>
              <p:cNvPr id="13" name="iṧľíḋé"/>
              <p:cNvSpPr txBox="1"/>
              <p:nvPr/>
            </p:nvSpPr>
            <p:spPr>
              <a:xfrm>
                <a:off x="1941336" y="3219803"/>
                <a:ext cx="5378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solidFill>
                      <a:schemeClr val="accent1"/>
                    </a:solidFill>
                  </a:rPr>
                  <a:t>02-Text here</a:t>
                </a:r>
                <a:endParaRPr lang="en-US" altLang="zh-CN" sz="1600" b="1" dirty="0">
                  <a:solidFill>
                    <a:schemeClr val="accent1"/>
                  </a:solidFill>
                </a:endParaRPr>
              </a:p>
            </p:txBody>
          </p:sp>
        </p:grpSp>
        <p:cxnSp>
          <p:nvCxnSpPr>
            <p:cNvPr id="10" name="直接连接符 9"/>
            <p:cNvCxnSpPr/>
            <p:nvPr/>
          </p:nvCxnSpPr>
          <p:spPr>
            <a:xfrm>
              <a:off x="6843524" y="4104000"/>
              <a:ext cx="4343244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îṣļïḍe"/>
            <p:cNvSpPr txBox="1"/>
            <p:nvPr/>
          </p:nvSpPr>
          <p:spPr>
            <a:xfrm>
              <a:off x="669925" y="3204165"/>
              <a:ext cx="5664863" cy="1909759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>
                <a:lnSpc>
                  <a:spcPct val="150000"/>
                </a:lnSpc>
              </a:pPr>
              <a:r>
                <a:rPr lang="en-US" altLang="zh-CN" sz="1700" b="1" dirty="0"/>
                <a:t>Theme color makes PPT more convenient to change.</a:t>
              </a:r>
              <a:endParaRPr lang="en-US" altLang="zh-CN" sz="17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sz="1600" b="1" dirty="0"/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Click to edit Master title style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34" name="dc68ff2f-2493-4130-847c-cda801bf9332" descr="HAYAAB+LCAAAAAAABAC9VMFugkAQ/Zdte6MGTW0NN6qx4WA10bSHxsMWRtkGFrMsjcbw791dFmQFrfbQcFmGNzPvzbxlj275bgPIQfMYMz4ieM1w7HGIkYW8ADk0iyILPRMaELp+YUm2SZHzsa/S6l/eCQ+HSZSwNxxlIAtQwgmOilenkWRgZ4wIBjsVO4UVsEat6WpFfFiEEEOJWRDKXRrMQxwIhN2xhQBG1iGnkKY6MP38Ap/X0py+RGVpKGrejMcPvadH15XFVBs7zy00Bz+hwf+QvLc73X4bzZ5BczSQj0nz1LjLSU8IJXEWa5jqPMHbWqhrF0ESBBHUYR7lwL6rhXZlTJ3nnIkG44TFmIuGezu/O4yhP+goXh4NYCsqlWSRsX9NUlqv1WHyQ2WwA36GhV9B0GoRbKQcgJZcRwrc9X2gXI+1MIWKN7xS0O3lVVOxtA28inKSKRpmKU/iBWx5qVmdl6ZOaXHMREMjmFvnWat79Qe1Kq8u2aXrCAw99ik9xUZl6FhDyaYppNjiGTV6PFfokBl1BW0eOyvhaAuagcFd0162EK/+aJ649L//yxSqzeQ6/VJ7m/BL5iQzDrirlqqbGSMphCzF8wOFfEZOHAYAAA=="/>
          <p:cNvGrpSpPr>
            <a:grpSpLocks noChangeAspect="1"/>
          </p:cNvGrpSpPr>
          <p:nvPr/>
        </p:nvGrpSpPr>
        <p:grpSpPr>
          <a:xfrm>
            <a:off x="2616151" y="3047944"/>
            <a:ext cx="6958107" cy="1173274"/>
            <a:chOff x="2521697" y="1008464"/>
            <a:chExt cx="6958107" cy="1173274"/>
          </a:xfrm>
        </p:grpSpPr>
        <p:sp>
          <p:nvSpPr>
            <p:cNvPr id="35" name="ValueText"/>
            <p:cNvSpPr txBox="1"/>
            <p:nvPr/>
          </p:nvSpPr>
          <p:spPr>
            <a:xfrm>
              <a:off x="8467139" y="1073647"/>
              <a:ext cx="1012665" cy="759499"/>
            </a:xfrm>
            <a:prstGeom prst="rect">
              <a:avLst/>
            </a:prstGeom>
            <a:noFill/>
          </p:spPr>
          <p:txBody>
            <a:bodyPr wrap="none" anchor="ctr" anchorCtr="1">
              <a:prstTxWarp prst="textPlain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altLang="zh-CN" sz="600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58%</a:t>
              </a:r>
              <a:endParaRPr lang="en-US" altLang="zh-CN" sz="600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6" name="CustomText1"/>
            <p:cNvSpPr/>
            <p:nvPr/>
          </p:nvSpPr>
          <p:spPr>
            <a:xfrm>
              <a:off x="2521697" y="1833146"/>
              <a:ext cx="5547451" cy="348592"/>
            </a:xfrm>
            <a:prstGeom prst="rect">
              <a:avLst/>
            </a:prstGeom>
            <a:noFill/>
          </p:spPr>
          <p:txBody>
            <a:bodyPr wrap="none" lIns="0" tIns="0" rIns="0" bIns="0">
              <a:normAutofit/>
            </a:bodyPr>
            <a:lstStyle/>
            <a:p>
              <a:r>
                <a:rPr lang="en-US" altLang="zh-CN"/>
                <a:t>Supporting text here</a:t>
              </a:r>
              <a:endParaRPr lang="en-US" altLang="zh-CN"/>
            </a:p>
          </p:txBody>
        </p:sp>
        <p:cxnSp>
          <p:nvCxnSpPr>
            <p:cNvPr id="37" name="LineShape"/>
            <p:cNvCxnSpPr/>
            <p:nvPr/>
          </p:nvCxnSpPr>
          <p:spPr>
            <a:xfrm flipH="1">
              <a:off x="2558894" y="2153206"/>
              <a:ext cx="5510254" cy="0"/>
            </a:xfrm>
            <a:prstGeom prst="straightConnector1">
              <a:avLst/>
            </a:prstGeom>
            <a:noFill/>
            <a:ln w="3175" cap="flat" cmpd="sng">
              <a:solidFill>
                <a:schemeClr val="bg1">
                  <a:lumMod val="75000"/>
                </a:schemeClr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sp>
          <p:nvSpPr>
            <p:cNvPr id="38" name="ValueShape"/>
            <p:cNvSpPr/>
            <p:nvPr/>
          </p:nvSpPr>
          <p:spPr>
            <a:xfrm>
              <a:off x="2587743" y="1008464"/>
              <a:ext cx="315867" cy="769697"/>
            </a:xfrm>
            <a:custGeom>
              <a:avLst/>
              <a:gdLst>
                <a:gd name="connsiteX0" fmla="*/ 30544 w 138113"/>
                <a:gd name="connsiteY0" fmla="*/ 76200 h 336550"/>
                <a:gd name="connsiteX1" fmla="*/ 102257 w 138113"/>
                <a:gd name="connsiteY1" fmla="*/ 76200 h 336550"/>
                <a:gd name="connsiteX2" fmla="*/ 116865 w 138113"/>
                <a:gd name="connsiteY2" fmla="*/ 78830 h 336550"/>
                <a:gd name="connsiteX3" fmla="*/ 128817 w 138113"/>
                <a:gd name="connsiteY3" fmla="*/ 86719 h 336550"/>
                <a:gd name="connsiteX4" fmla="*/ 135457 w 138113"/>
                <a:gd name="connsiteY4" fmla="*/ 98553 h 336550"/>
                <a:gd name="connsiteX5" fmla="*/ 138113 w 138113"/>
                <a:gd name="connsiteY5" fmla="*/ 111702 h 336550"/>
                <a:gd name="connsiteX6" fmla="*/ 138113 w 138113"/>
                <a:gd name="connsiteY6" fmla="*/ 206375 h 336550"/>
                <a:gd name="connsiteX7" fmla="*/ 135457 w 138113"/>
                <a:gd name="connsiteY7" fmla="*/ 214264 h 336550"/>
                <a:gd name="connsiteX8" fmla="*/ 127489 w 138113"/>
                <a:gd name="connsiteY8" fmla="*/ 216894 h 336550"/>
                <a:gd name="connsiteX9" fmla="*/ 120849 w 138113"/>
                <a:gd name="connsiteY9" fmla="*/ 214264 h 336550"/>
                <a:gd name="connsiteX10" fmla="*/ 118193 w 138113"/>
                <a:gd name="connsiteY10" fmla="*/ 206375 h 336550"/>
                <a:gd name="connsiteX11" fmla="*/ 118193 w 138113"/>
                <a:gd name="connsiteY11" fmla="*/ 116962 h 336550"/>
                <a:gd name="connsiteX12" fmla="*/ 115537 w 138113"/>
                <a:gd name="connsiteY12" fmla="*/ 114332 h 336550"/>
                <a:gd name="connsiteX13" fmla="*/ 111553 w 138113"/>
                <a:gd name="connsiteY13" fmla="*/ 113017 h 336550"/>
                <a:gd name="connsiteX14" fmla="*/ 107569 w 138113"/>
                <a:gd name="connsiteY14" fmla="*/ 114332 h 336550"/>
                <a:gd name="connsiteX15" fmla="*/ 106241 w 138113"/>
                <a:gd name="connsiteY15" fmla="*/ 116962 h 336550"/>
                <a:gd name="connsiteX16" fmla="*/ 106241 w 138113"/>
                <a:gd name="connsiteY16" fmla="*/ 322086 h 336550"/>
                <a:gd name="connsiteX17" fmla="*/ 100929 w 138113"/>
                <a:gd name="connsiteY17" fmla="*/ 332605 h 336550"/>
                <a:gd name="connsiteX18" fmla="*/ 90305 w 138113"/>
                <a:gd name="connsiteY18" fmla="*/ 336550 h 336550"/>
                <a:gd name="connsiteX19" fmla="*/ 79681 w 138113"/>
                <a:gd name="connsiteY19" fmla="*/ 332605 h 336550"/>
                <a:gd name="connsiteX20" fmla="*/ 75697 w 138113"/>
                <a:gd name="connsiteY20" fmla="*/ 322086 h 336550"/>
                <a:gd name="connsiteX21" fmla="*/ 75697 w 138113"/>
                <a:gd name="connsiteY21" fmla="*/ 195856 h 336550"/>
                <a:gd name="connsiteX22" fmla="*/ 73041 w 138113"/>
                <a:gd name="connsiteY22" fmla="*/ 191911 h 336550"/>
                <a:gd name="connsiteX23" fmla="*/ 69057 w 138113"/>
                <a:gd name="connsiteY23" fmla="*/ 190596 h 336550"/>
                <a:gd name="connsiteX24" fmla="*/ 65073 w 138113"/>
                <a:gd name="connsiteY24" fmla="*/ 191911 h 336550"/>
                <a:gd name="connsiteX25" fmla="*/ 62417 w 138113"/>
                <a:gd name="connsiteY25" fmla="*/ 195856 h 336550"/>
                <a:gd name="connsiteX26" fmla="*/ 62417 w 138113"/>
                <a:gd name="connsiteY26" fmla="*/ 241877 h 336550"/>
                <a:gd name="connsiteX27" fmla="*/ 62417 w 138113"/>
                <a:gd name="connsiteY27" fmla="*/ 322086 h 336550"/>
                <a:gd name="connsiteX28" fmla="*/ 57105 w 138113"/>
                <a:gd name="connsiteY28" fmla="*/ 332605 h 336550"/>
                <a:gd name="connsiteX29" fmla="*/ 46480 w 138113"/>
                <a:gd name="connsiteY29" fmla="*/ 336550 h 336550"/>
                <a:gd name="connsiteX30" fmla="*/ 35856 w 138113"/>
                <a:gd name="connsiteY30" fmla="*/ 332605 h 336550"/>
                <a:gd name="connsiteX31" fmla="*/ 31872 w 138113"/>
                <a:gd name="connsiteY31" fmla="*/ 322086 h 336550"/>
                <a:gd name="connsiteX32" fmla="*/ 31872 w 138113"/>
                <a:gd name="connsiteY32" fmla="*/ 116962 h 336550"/>
                <a:gd name="connsiteX33" fmla="*/ 29216 w 138113"/>
                <a:gd name="connsiteY33" fmla="*/ 114332 h 336550"/>
                <a:gd name="connsiteX34" fmla="*/ 26560 w 138113"/>
                <a:gd name="connsiteY34" fmla="*/ 113017 h 336550"/>
                <a:gd name="connsiteX35" fmla="*/ 22576 w 138113"/>
                <a:gd name="connsiteY35" fmla="*/ 114332 h 336550"/>
                <a:gd name="connsiteX36" fmla="*/ 19920 w 138113"/>
                <a:gd name="connsiteY36" fmla="*/ 116962 h 336550"/>
                <a:gd name="connsiteX37" fmla="*/ 19920 w 138113"/>
                <a:gd name="connsiteY37" fmla="*/ 206375 h 336550"/>
                <a:gd name="connsiteX38" fmla="*/ 17264 w 138113"/>
                <a:gd name="connsiteY38" fmla="*/ 214264 h 336550"/>
                <a:gd name="connsiteX39" fmla="*/ 10624 w 138113"/>
                <a:gd name="connsiteY39" fmla="*/ 216894 h 336550"/>
                <a:gd name="connsiteX40" fmla="*/ 2656 w 138113"/>
                <a:gd name="connsiteY40" fmla="*/ 214264 h 336550"/>
                <a:gd name="connsiteX41" fmla="*/ 0 w 138113"/>
                <a:gd name="connsiteY41" fmla="*/ 206375 h 336550"/>
                <a:gd name="connsiteX42" fmla="*/ 0 w 138113"/>
                <a:gd name="connsiteY42" fmla="*/ 111702 h 336550"/>
                <a:gd name="connsiteX43" fmla="*/ 1328 w 138113"/>
                <a:gd name="connsiteY43" fmla="*/ 98553 h 336550"/>
                <a:gd name="connsiteX44" fmla="*/ 7968 w 138113"/>
                <a:gd name="connsiteY44" fmla="*/ 86719 h 336550"/>
                <a:gd name="connsiteX45" fmla="*/ 17264 w 138113"/>
                <a:gd name="connsiteY45" fmla="*/ 78830 h 336550"/>
                <a:gd name="connsiteX46" fmla="*/ 30544 w 138113"/>
                <a:gd name="connsiteY46" fmla="*/ 76200 h 336550"/>
                <a:gd name="connsiteX47" fmla="*/ 69057 w 138113"/>
                <a:gd name="connsiteY47" fmla="*/ 0 h 336550"/>
                <a:gd name="connsiteX48" fmla="*/ 92489 w 138113"/>
                <a:gd name="connsiteY48" fmla="*/ 9335 h 336550"/>
                <a:gd name="connsiteX49" fmla="*/ 101601 w 138113"/>
                <a:gd name="connsiteY49" fmla="*/ 33338 h 336550"/>
                <a:gd name="connsiteX50" fmla="*/ 98998 w 138113"/>
                <a:gd name="connsiteY50" fmla="*/ 46673 h 336550"/>
                <a:gd name="connsiteX51" fmla="*/ 92489 w 138113"/>
                <a:gd name="connsiteY51" fmla="*/ 57341 h 336550"/>
                <a:gd name="connsiteX52" fmla="*/ 82075 w 138113"/>
                <a:gd name="connsiteY52" fmla="*/ 64008 h 336550"/>
                <a:gd name="connsiteX53" fmla="*/ 69057 w 138113"/>
                <a:gd name="connsiteY53" fmla="*/ 66675 h 336550"/>
                <a:gd name="connsiteX54" fmla="*/ 56040 w 138113"/>
                <a:gd name="connsiteY54" fmla="*/ 64008 h 336550"/>
                <a:gd name="connsiteX55" fmla="*/ 45625 w 138113"/>
                <a:gd name="connsiteY55" fmla="*/ 57341 h 336550"/>
                <a:gd name="connsiteX56" fmla="*/ 39117 w 138113"/>
                <a:gd name="connsiteY56" fmla="*/ 46673 h 336550"/>
                <a:gd name="connsiteX57" fmla="*/ 36513 w 138113"/>
                <a:gd name="connsiteY57" fmla="*/ 33338 h 336550"/>
                <a:gd name="connsiteX58" fmla="*/ 39117 w 138113"/>
                <a:gd name="connsiteY58" fmla="*/ 20003 h 336550"/>
                <a:gd name="connsiteX59" fmla="*/ 45625 w 138113"/>
                <a:gd name="connsiteY59" fmla="*/ 9335 h 336550"/>
                <a:gd name="connsiteX60" fmla="*/ 56040 w 138113"/>
                <a:gd name="connsiteY60" fmla="*/ 2667 h 336550"/>
                <a:gd name="connsiteX61" fmla="*/ 69057 w 138113"/>
                <a:gd name="connsiteY61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8113" h="336550">
                  <a:moveTo>
                    <a:pt x="30544" y="76200"/>
                  </a:moveTo>
                  <a:lnTo>
                    <a:pt x="102257" y="76200"/>
                  </a:lnTo>
                  <a:cubicBezTo>
                    <a:pt x="107569" y="76200"/>
                    <a:pt x="112881" y="77515"/>
                    <a:pt x="116865" y="78830"/>
                  </a:cubicBezTo>
                  <a:cubicBezTo>
                    <a:pt x="122177" y="81460"/>
                    <a:pt x="124833" y="84089"/>
                    <a:pt x="128817" y="86719"/>
                  </a:cubicBezTo>
                  <a:cubicBezTo>
                    <a:pt x="131473" y="90664"/>
                    <a:pt x="134129" y="94609"/>
                    <a:pt x="135457" y="98553"/>
                  </a:cubicBezTo>
                  <a:cubicBezTo>
                    <a:pt x="136785" y="102498"/>
                    <a:pt x="138113" y="106443"/>
                    <a:pt x="138113" y="111702"/>
                  </a:cubicBezTo>
                  <a:cubicBezTo>
                    <a:pt x="138113" y="206375"/>
                    <a:pt x="138113" y="206375"/>
                    <a:pt x="138113" y="206375"/>
                  </a:cubicBezTo>
                  <a:cubicBezTo>
                    <a:pt x="138113" y="209005"/>
                    <a:pt x="136785" y="211635"/>
                    <a:pt x="135457" y="214264"/>
                  </a:cubicBezTo>
                  <a:cubicBezTo>
                    <a:pt x="132801" y="215579"/>
                    <a:pt x="130145" y="216894"/>
                    <a:pt x="127489" y="216894"/>
                  </a:cubicBezTo>
                  <a:cubicBezTo>
                    <a:pt x="124833" y="216894"/>
                    <a:pt x="123505" y="215579"/>
                    <a:pt x="120849" y="214264"/>
                  </a:cubicBezTo>
                  <a:cubicBezTo>
                    <a:pt x="118193" y="211635"/>
                    <a:pt x="118193" y="209005"/>
                    <a:pt x="118193" y="206375"/>
                  </a:cubicBezTo>
                  <a:cubicBezTo>
                    <a:pt x="118193" y="116962"/>
                    <a:pt x="118193" y="116962"/>
                    <a:pt x="118193" y="116962"/>
                  </a:cubicBezTo>
                  <a:cubicBezTo>
                    <a:pt x="118193" y="115647"/>
                    <a:pt x="116865" y="114332"/>
                    <a:pt x="115537" y="114332"/>
                  </a:cubicBezTo>
                  <a:cubicBezTo>
                    <a:pt x="114209" y="114332"/>
                    <a:pt x="112881" y="113017"/>
                    <a:pt x="111553" y="113017"/>
                  </a:cubicBezTo>
                  <a:cubicBezTo>
                    <a:pt x="110225" y="113017"/>
                    <a:pt x="110225" y="114332"/>
                    <a:pt x="107569" y="114332"/>
                  </a:cubicBezTo>
                  <a:cubicBezTo>
                    <a:pt x="106241" y="114332"/>
                    <a:pt x="106241" y="115647"/>
                    <a:pt x="106241" y="116962"/>
                  </a:cubicBezTo>
                  <a:cubicBezTo>
                    <a:pt x="106241" y="322086"/>
                    <a:pt x="106241" y="322086"/>
                    <a:pt x="106241" y="322086"/>
                  </a:cubicBezTo>
                  <a:cubicBezTo>
                    <a:pt x="106241" y="326031"/>
                    <a:pt x="104913" y="329976"/>
                    <a:pt x="100929" y="332605"/>
                  </a:cubicBezTo>
                  <a:cubicBezTo>
                    <a:pt x="98273" y="335235"/>
                    <a:pt x="95617" y="336550"/>
                    <a:pt x="90305" y="336550"/>
                  </a:cubicBezTo>
                  <a:cubicBezTo>
                    <a:pt x="86321" y="336550"/>
                    <a:pt x="83665" y="335235"/>
                    <a:pt x="79681" y="332605"/>
                  </a:cubicBezTo>
                  <a:cubicBezTo>
                    <a:pt x="77025" y="328661"/>
                    <a:pt x="75697" y="326031"/>
                    <a:pt x="75697" y="322086"/>
                  </a:cubicBezTo>
                  <a:cubicBezTo>
                    <a:pt x="75697" y="195856"/>
                    <a:pt x="75697" y="195856"/>
                    <a:pt x="75697" y="195856"/>
                  </a:cubicBezTo>
                  <a:cubicBezTo>
                    <a:pt x="75697" y="194541"/>
                    <a:pt x="74369" y="193226"/>
                    <a:pt x="73041" y="191911"/>
                  </a:cubicBezTo>
                  <a:cubicBezTo>
                    <a:pt x="71713" y="191911"/>
                    <a:pt x="70385" y="190596"/>
                    <a:pt x="69057" y="190596"/>
                  </a:cubicBezTo>
                  <a:cubicBezTo>
                    <a:pt x="69057" y="190596"/>
                    <a:pt x="66401" y="191911"/>
                    <a:pt x="65073" y="191911"/>
                  </a:cubicBezTo>
                  <a:cubicBezTo>
                    <a:pt x="62417" y="193226"/>
                    <a:pt x="62417" y="194541"/>
                    <a:pt x="62417" y="195856"/>
                  </a:cubicBezTo>
                  <a:cubicBezTo>
                    <a:pt x="62417" y="241877"/>
                    <a:pt x="62417" y="241877"/>
                    <a:pt x="62417" y="241877"/>
                  </a:cubicBezTo>
                  <a:cubicBezTo>
                    <a:pt x="62417" y="322086"/>
                    <a:pt x="62417" y="322086"/>
                    <a:pt x="62417" y="322086"/>
                  </a:cubicBezTo>
                  <a:cubicBezTo>
                    <a:pt x="62417" y="326031"/>
                    <a:pt x="61089" y="328661"/>
                    <a:pt x="57105" y="332605"/>
                  </a:cubicBezTo>
                  <a:cubicBezTo>
                    <a:pt x="54449" y="335235"/>
                    <a:pt x="50464" y="336550"/>
                    <a:pt x="46480" y="336550"/>
                  </a:cubicBezTo>
                  <a:cubicBezTo>
                    <a:pt x="42496" y="336550"/>
                    <a:pt x="38512" y="335235"/>
                    <a:pt x="35856" y="332605"/>
                  </a:cubicBezTo>
                  <a:cubicBezTo>
                    <a:pt x="33200" y="329976"/>
                    <a:pt x="31872" y="326031"/>
                    <a:pt x="31872" y="322086"/>
                  </a:cubicBezTo>
                  <a:cubicBezTo>
                    <a:pt x="31872" y="116962"/>
                    <a:pt x="31872" y="116962"/>
                    <a:pt x="31872" y="116962"/>
                  </a:cubicBezTo>
                  <a:cubicBezTo>
                    <a:pt x="31872" y="115647"/>
                    <a:pt x="30544" y="114332"/>
                    <a:pt x="29216" y="114332"/>
                  </a:cubicBezTo>
                  <a:cubicBezTo>
                    <a:pt x="27888" y="114332"/>
                    <a:pt x="26560" y="113017"/>
                    <a:pt x="26560" y="113017"/>
                  </a:cubicBezTo>
                  <a:cubicBezTo>
                    <a:pt x="25232" y="113017"/>
                    <a:pt x="23904" y="114332"/>
                    <a:pt x="22576" y="114332"/>
                  </a:cubicBezTo>
                  <a:cubicBezTo>
                    <a:pt x="21248" y="114332"/>
                    <a:pt x="19920" y="115647"/>
                    <a:pt x="19920" y="116962"/>
                  </a:cubicBezTo>
                  <a:cubicBezTo>
                    <a:pt x="19920" y="206375"/>
                    <a:pt x="19920" y="206375"/>
                    <a:pt x="19920" y="206375"/>
                  </a:cubicBezTo>
                  <a:cubicBezTo>
                    <a:pt x="19920" y="209005"/>
                    <a:pt x="19920" y="211635"/>
                    <a:pt x="17264" y="214264"/>
                  </a:cubicBezTo>
                  <a:cubicBezTo>
                    <a:pt x="14608" y="215579"/>
                    <a:pt x="13280" y="216894"/>
                    <a:pt x="10624" y="216894"/>
                  </a:cubicBezTo>
                  <a:cubicBezTo>
                    <a:pt x="7968" y="216894"/>
                    <a:pt x="5312" y="215579"/>
                    <a:pt x="2656" y="214264"/>
                  </a:cubicBezTo>
                  <a:cubicBezTo>
                    <a:pt x="1328" y="211635"/>
                    <a:pt x="0" y="209005"/>
                    <a:pt x="0" y="206375"/>
                  </a:cubicBezTo>
                  <a:cubicBezTo>
                    <a:pt x="0" y="111702"/>
                    <a:pt x="0" y="111702"/>
                    <a:pt x="0" y="111702"/>
                  </a:cubicBezTo>
                  <a:cubicBezTo>
                    <a:pt x="0" y="106443"/>
                    <a:pt x="0" y="102498"/>
                    <a:pt x="1328" y="98553"/>
                  </a:cubicBezTo>
                  <a:cubicBezTo>
                    <a:pt x="2656" y="94609"/>
                    <a:pt x="5312" y="90664"/>
                    <a:pt x="7968" y="86719"/>
                  </a:cubicBezTo>
                  <a:cubicBezTo>
                    <a:pt x="9296" y="84089"/>
                    <a:pt x="13280" y="81460"/>
                    <a:pt x="17264" y="78830"/>
                  </a:cubicBezTo>
                  <a:cubicBezTo>
                    <a:pt x="19920" y="77515"/>
                    <a:pt x="25232" y="76200"/>
                    <a:pt x="30544" y="76200"/>
                  </a:cubicBezTo>
                  <a:close/>
                  <a:moveTo>
                    <a:pt x="69057" y="0"/>
                  </a:moveTo>
                  <a:cubicBezTo>
                    <a:pt x="78169" y="0"/>
                    <a:pt x="85980" y="2667"/>
                    <a:pt x="92489" y="9335"/>
                  </a:cubicBezTo>
                  <a:cubicBezTo>
                    <a:pt x="98998" y="16002"/>
                    <a:pt x="101601" y="24003"/>
                    <a:pt x="101601" y="33338"/>
                  </a:cubicBezTo>
                  <a:cubicBezTo>
                    <a:pt x="101601" y="38672"/>
                    <a:pt x="101601" y="42672"/>
                    <a:pt x="98998" y="46673"/>
                  </a:cubicBezTo>
                  <a:cubicBezTo>
                    <a:pt x="97696" y="50673"/>
                    <a:pt x="95092" y="54674"/>
                    <a:pt x="92489" y="57341"/>
                  </a:cubicBezTo>
                  <a:cubicBezTo>
                    <a:pt x="89885" y="60008"/>
                    <a:pt x="85980" y="62675"/>
                    <a:pt x="82075" y="64008"/>
                  </a:cubicBezTo>
                  <a:cubicBezTo>
                    <a:pt x="78169" y="66675"/>
                    <a:pt x="72962" y="66675"/>
                    <a:pt x="69057" y="66675"/>
                  </a:cubicBezTo>
                  <a:cubicBezTo>
                    <a:pt x="63850" y="66675"/>
                    <a:pt x="59945" y="66675"/>
                    <a:pt x="56040" y="64008"/>
                  </a:cubicBezTo>
                  <a:cubicBezTo>
                    <a:pt x="52134" y="62675"/>
                    <a:pt x="48229" y="60008"/>
                    <a:pt x="45625" y="57341"/>
                  </a:cubicBezTo>
                  <a:cubicBezTo>
                    <a:pt x="43022" y="54674"/>
                    <a:pt x="40418" y="50673"/>
                    <a:pt x="39117" y="46673"/>
                  </a:cubicBezTo>
                  <a:cubicBezTo>
                    <a:pt x="37815" y="42672"/>
                    <a:pt x="36513" y="38672"/>
                    <a:pt x="36513" y="33338"/>
                  </a:cubicBezTo>
                  <a:cubicBezTo>
                    <a:pt x="36513" y="29337"/>
                    <a:pt x="37815" y="25337"/>
                    <a:pt x="39117" y="20003"/>
                  </a:cubicBezTo>
                  <a:cubicBezTo>
                    <a:pt x="40418" y="16002"/>
                    <a:pt x="43022" y="13335"/>
                    <a:pt x="45625" y="9335"/>
                  </a:cubicBezTo>
                  <a:cubicBezTo>
                    <a:pt x="48229" y="6668"/>
                    <a:pt x="52134" y="4001"/>
                    <a:pt x="56040" y="2667"/>
                  </a:cubicBezTo>
                  <a:cubicBezTo>
                    <a:pt x="59945" y="1334"/>
                    <a:pt x="63850" y="0"/>
                    <a:pt x="69057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9" name="ValueShape"/>
            <p:cNvSpPr/>
            <p:nvPr/>
          </p:nvSpPr>
          <p:spPr>
            <a:xfrm>
              <a:off x="3159243" y="1008464"/>
              <a:ext cx="315867" cy="769697"/>
            </a:xfrm>
            <a:custGeom>
              <a:avLst/>
              <a:gdLst>
                <a:gd name="connsiteX0" fmla="*/ 30544 w 138113"/>
                <a:gd name="connsiteY0" fmla="*/ 76200 h 336550"/>
                <a:gd name="connsiteX1" fmla="*/ 102257 w 138113"/>
                <a:gd name="connsiteY1" fmla="*/ 76200 h 336550"/>
                <a:gd name="connsiteX2" fmla="*/ 116865 w 138113"/>
                <a:gd name="connsiteY2" fmla="*/ 78830 h 336550"/>
                <a:gd name="connsiteX3" fmla="*/ 128817 w 138113"/>
                <a:gd name="connsiteY3" fmla="*/ 86719 h 336550"/>
                <a:gd name="connsiteX4" fmla="*/ 135457 w 138113"/>
                <a:gd name="connsiteY4" fmla="*/ 98553 h 336550"/>
                <a:gd name="connsiteX5" fmla="*/ 138113 w 138113"/>
                <a:gd name="connsiteY5" fmla="*/ 111702 h 336550"/>
                <a:gd name="connsiteX6" fmla="*/ 138113 w 138113"/>
                <a:gd name="connsiteY6" fmla="*/ 206375 h 336550"/>
                <a:gd name="connsiteX7" fmla="*/ 135457 w 138113"/>
                <a:gd name="connsiteY7" fmla="*/ 214264 h 336550"/>
                <a:gd name="connsiteX8" fmla="*/ 127489 w 138113"/>
                <a:gd name="connsiteY8" fmla="*/ 216894 h 336550"/>
                <a:gd name="connsiteX9" fmla="*/ 120849 w 138113"/>
                <a:gd name="connsiteY9" fmla="*/ 214264 h 336550"/>
                <a:gd name="connsiteX10" fmla="*/ 118193 w 138113"/>
                <a:gd name="connsiteY10" fmla="*/ 206375 h 336550"/>
                <a:gd name="connsiteX11" fmla="*/ 118193 w 138113"/>
                <a:gd name="connsiteY11" fmla="*/ 116962 h 336550"/>
                <a:gd name="connsiteX12" fmla="*/ 115537 w 138113"/>
                <a:gd name="connsiteY12" fmla="*/ 114332 h 336550"/>
                <a:gd name="connsiteX13" fmla="*/ 111553 w 138113"/>
                <a:gd name="connsiteY13" fmla="*/ 113017 h 336550"/>
                <a:gd name="connsiteX14" fmla="*/ 107569 w 138113"/>
                <a:gd name="connsiteY14" fmla="*/ 114332 h 336550"/>
                <a:gd name="connsiteX15" fmla="*/ 106241 w 138113"/>
                <a:gd name="connsiteY15" fmla="*/ 116962 h 336550"/>
                <a:gd name="connsiteX16" fmla="*/ 106241 w 138113"/>
                <a:gd name="connsiteY16" fmla="*/ 322086 h 336550"/>
                <a:gd name="connsiteX17" fmla="*/ 100929 w 138113"/>
                <a:gd name="connsiteY17" fmla="*/ 332605 h 336550"/>
                <a:gd name="connsiteX18" fmla="*/ 90305 w 138113"/>
                <a:gd name="connsiteY18" fmla="*/ 336550 h 336550"/>
                <a:gd name="connsiteX19" fmla="*/ 79681 w 138113"/>
                <a:gd name="connsiteY19" fmla="*/ 332605 h 336550"/>
                <a:gd name="connsiteX20" fmla="*/ 75697 w 138113"/>
                <a:gd name="connsiteY20" fmla="*/ 322086 h 336550"/>
                <a:gd name="connsiteX21" fmla="*/ 75697 w 138113"/>
                <a:gd name="connsiteY21" fmla="*/ 195856 h 336550"/>
                <a:gd name="connsiteX22" fmla="*/ 73041 w 138113"/>
                <a:gd name="connsiteY22" fmla="*/ 191911 h 336550"/>
                <a:gd name="connsiteX23" fmla="*/ 69057 w 138113"/>
                <a:gd name="connsiteY23" fmla="*/ 190596 h 336550"/>
                <a:gd name="connsiteX24" fmla="*/ 65073 w 138113"/>
                <a:gd name="connsiteY24" fmla="*/ 191911 h 336550"/>
                <a:gd name="connsiteX25" fmla="*/ 62417 w 138113"/>
                <a:gd name="connsiteY25" fmla="*/ 195856 h 336550"/>
                <a:gd name="connsiteX26" fmla="*/ 62417 w 138113"/>
                <a:gd name="connsiteY26" fmla="*/ 241877 h 336550"/>
                <a:gd name="connsiteX27" fmla="*/ 62417 w 138113"/>
                <a:gd name="connsiteY27" fmla="*/ 322086 h 336550"/>
                <a:gd name="connsiteX28" fmla="*/ 57105 w 138113"/>
                <a:gd name="connsiteY28" fmla="*/ 332605 h 336550"/>
                <a:gd name="connsiteX29" fmla="*/ 46480 w 138113"/>
                <a:gd name="connsiteY29" fmla="*/ 336550 h 336550"/>
                <a:gd name="connsiteX30" fmla="*/ 35856 w 138113"/>
                <a:gd name="connsiteY30" fmla="*/ 332605 h 336550"/>
                <a:gd name="connsiteX31" fmla="*/ 31872 w 138113"/>
                <a:gd name="connsiteY31" fmla="*/ 322086 h 336550"/>
                <a:gd name="connsiteX32" fmla="*/ 31872 w 138113"/>
                <a:gd name="connsiteY32" fmla="*/ 116962 h 336550"/>
                <a:gd name="connsiteX33" fmla="*/ 29216 w 138113"/>
                <a:gd name="connsiteY33" fmla="*/ 114332 h 336550"/>
                <a:gd name="connsiteX34" fmla="*/ 26560 w 138113"/>
                <a:gd name="connsiteY34" fmla="*/ 113017 h 336550"/>
                <a:gd name="connsiteX35" fmla="*/ 22576 w 138113"/>
                <a:gd name="connsiteY35" fmla="*/ 114332 h 336550"/>
                <a:gd name="connsiteX36" fmla="*/ 19920 w 138113"/>
                <a:gd name="connsiteY36" fmla="*/ 116962 h 336550"/>
                <a:gd name="connsiteX37" fmla="*/ 19920 w 138113"/>
                <a:gd name="connsiteY37" fmla="*/ 206375 h 336550"/>
                <a:gd name="connsiteX38" fmla="*/ 17264 w 138113"/>
                <a:gd name="connsiteY38" fmla="*/ 214264 h 336550"/>
                <a:gd name="connsiteX39" fmla="*/ 10624 w 138113"/>
                <a:gd name="connsiteY39" fmla="*/ 216894 h 336550"/>
                <a:gd name="connsiteX40" fmla="*/ 2656 w 138113"/>
                <a:gd name="connsiteY40" fmla="*/ 214264 h 336550"/>
                <a:gd name="connsiteX41" fmla="*/ 0 w 138113"/>
                <a:gd name="connsiteY41" fmla="*/ 206375 h 336550"/>
                <a:gd name="connsiteX42" fmla="*/ 0 w 138113"/>
                <a:gd name="connsiteY42" fmla="*/ 111702 h 336550"/>
                <a:gd name="connsiteX43" fmla="*/ 1328 w 138113"/>
                <a:gd name="connsiteY43" fmla="*/ 98553 h 336550"/>
                <a:gd name="connsiteX44" fmla="*/ 7968 w 138113"/>
                <a:gd name="connsiteY44" fmla="*/ 86719 h 336550"/>
                <a:gd name="connsiteX45" fmla="*/ 17264 w 138113"/>
                <a:gd name="connsiteY45" fmla="*/ 78830 h 336550"/>
                <a:gd name="connsiteX46" fmla="*/ 30544 w 138113"/>
                <a:gd name="connsiteY46" fmla="*/ 76200 h 336550"/>
                <a:gd name="connsiteX47" fmla="*/ 69057 w 138113"/>
                <a:gd name="connsiteY47" fmla="*/ 0 h 336550"/>
                <a:gd name="connsiteX48" fmla="*/ 92489 w 138113"/>
                <a:gd name="connsiteY48" fmla="*/ 9335 h 336550"/>
                <a:gd name="connsiteX49" fmla="*/ 101601 w 138113"/>
                <a:gd name="connsiteY49" fmla="*/ 33338 h 336550"/>
                <a:gd name="connsiteX50" fmla="*/ 98998 w 138113"/>
                <a:gd name="connsiteY50" fmla="*/ 46673 h 336550"/>
                <a:gd name="connsiteX51" fmla="*/ 92489 w 138113"/>
                <a:gd name="connsiteY51" fmla="*/ 57341 h 336550"/>
                <a:gd name="connsiteX52" fmla="*/ 82075 w 138113"/>
                <a:gd name="connsiteY52" fmla="*/ 64008 h 336550"/>
                <a:gd name="connsiteX53" fmla="*/ 69057 w 138113"/>
                <a:gd name="connsiteY53" fmla="*/ 66675 h 336550"/>
                <a:gd name="connsiteX54" fmla="*/ 56040 w 138113"/>
                <a:gd name="connsiteY54" fmla="*/ 64008 h 336550"/>
                <a:gd name="connsiteX55" fmla="*/ 45625 w 138113"/>
                <a:gd name="connsiteY55" fmla="*/ 57341 h 336550"/>
                <a:gd name="connsiteX56" fmla="*/ 39117 w 138113"/>
                <a:gd name="connsiteY56" fmla="*/ 46673 h 336550"/>
                <a:gd name="connsiteX57" fmla="*/ 36513 w 138113"/>
                <a:gd name="connsiteY57" fmla="*/ 33338 h 336550"/>
                <a:gd name="connsiteX58" fmla="*/ 39117 w 138113"/>
                <a:gd name="connsiteY58" fmla="*/ 20003 h 336550"/>
                <a:gd name="connsiteX59" fmla="*/ 45625 w 138113"/>
                <a:gd name="connsiteY59" fmla="*/ 9335 h 336550"/>
                <a:gd name="connsiteX60" fmla="*/ 56040 w 138113"/>
                <a:gd name="connsiteY60" fmla="*/ 2667 h 336550"/>
                <a:gd name="connsiteX61" fmla="*/ 69057 w 138113"/>
                <a:gd name="connsiteY61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8113" h="336550">
                  <a:moveTo>
                    <a:pt x="30544" y="76200"/>
                  </a:moveTo>
                  <a:lnTo>
                    <a:pt x="102257" y="76200"/>
                  </a:lnTo>
                  <a:cubicBezTo>
                    <a:pt x="107569" y="76200"/>
                    <a:pt x="112881" y="77515"/>
                    <a:pt x="116865" y="78830"/>
                  </a:cubicBezTo>
                  <a:cubicBezTo>
                    <a:pt x="122177" y="81460"/>
                    <a:pt x="124833" y="84089"/>
                    <a:pt x="128817" y="86719"/>
                  </a:cubicBezTo>
                  <a:cubicBezTo>
                    <a:pt x="131473" y="90664"/>
                    <a:pt x="134129" y="94609"/>
                    <a:pt x="135457" y="98553"/>
                  </a:cubicBezTo>
                  <a:cubicBezTo>
                    <a:pt x="136785" y="102498"/>
                    <a:pt x="138113" y="106443"/>
                    <a:pt x="138113" y="111702"/>
                  </a:cubicBezTo>
                  <a:cubicBezTo>
                    <a:pt x="138113" y="206375"/>
                    <a:pt x="138113" y="206375"/>
                    <a:pt x="138113" y="206375"/>
                  </a:cubicBezTo>
                  <a:cubicBezTo>
                    <a:pt x="138113" y="209005"/>
                    <a:pt x="136785" y="211635"/>
                    <a:pt x="135457" y="214264"/>
                  </a:cubicBezTo>
                  <a:cubicBezTo>
                    <a:pt x="132801" y="215579"/>
                    <a:pt x="130145" y="216894"/>
                    <a:pt x="127489" y="216894"/>
                  </a:cubicBezTo>
                  <a:cubicBezTo>
                    <a:pt x="124833" y="216894"/>
                    <a:pt x="123505" y="215579"/>
                    <a:pt x="120849" y="214264"/>
                  </a:cubicBezTo>
                  <a:cubicBezTo>
                    <a:pt x="118193" y="211635"/>
                    <a:pt x="118193" y="209005"/>
                    <a:pt x="118193" y="206375"/>
                  </a:cubicBezTo>
                  <a:cubicBezTo>
                    <a:pt x="118193" y="116962"/>
                    <a:pt x="118193" y="116962"/>
                    <a:pt x="118193" y="116962"/>
                  </a:cubicBezTo>
                  <a:cubicBezTo>
                    <a:pt x="118193" y="115647"/>
                    <a:pt x="116865" y="114332"/>
                    <a:pt x="115537" y="114332"/>
                  </a:cubicBezTo>
                  <a:cubicBezTo>
                    <a:pt x="114209" y="114332"/>
                    <a:pt x="112881" y="113017"/>
                    <a:pt x="111553" y="113017"/>
                  </a:cubicBezTo>
                  <a:cubicBezTo>
                    <a:pt x="110225" y="113017"/>
                    <a:pt x="110225" y="114332"/>
                    <a:pt x="107569" y="114332"/>
                  </a:cubicBezTo>
                  <a:cubicBezTo>
                    <a:pt x="106241" y="114332"/>
                    <a:pt x="106241" y="115647"/>
                    <a:pt x="106241" y="116962"/>
                  </a:cubicBezTo>
                  <a:cubicBezTo>
                    <a:pt x="106241" y="322086"/>
                    <a:pt x="106241" y="322086"/>
                    <a:pt x="106241" y="322086"/>
                  </a:cubicBezTo>
                  <a:cubicBezTo>
                    <a:pt x="106241" y="326031"/>
                    <a:pt x="104913" y="329976"/>
                    <a:pt x="100929" y="332605"/>
                  </a:cubicBezTo>
                  <a:cubicBezTo>
                    <a:pt x="98273" y="335235"/>
                    <a:pt x="95617" y="336550"/>
                    <a:pt x="90305" y="336550"/>
                  </a:cubicBezTo>
                  <a:cubicBezTo>
                    <a:pt x="86321" y="336550"/>
                    <a:pt x="83665" y="335235"/>
                    <a:pt x="79681" y="332605"/>
                  </a:cubicBezTo>
                  <a:cubicBezTo>
                    <a:pt x="77025" y="328661"/>
                    <a:pt x="75697" y="326031"/>
                    <a:pt x="75697" y="322086"/>
                  </a:cubicBezTo>
                  <a:cubicBezTo>
                    <a:pt x="75697" y="195856"/>
                    <a:pt x="75697" y="195856"/>
                    <a:pt x="75697" y="195856"/>
                  </a:cubicBezTo>
                  <a:cubicBezTo>
                    <a:pt x="75697" y="194541"/>
                    <a:pt x="74369" y="193226"/>
                    <a:pt x="73041" y="191911"/>
                  </a:cubicBezTo>
                  <a:cubicBezTo>
                    <a:pt x="71713" y="191911"/>
                    <a:pt x="70385" y="190596"/>
                    <a:pt x="69057" y="190596"/>
                  </a:cubicBezTo>
                  <a:cubicBezTo>
                    <a:pt x="69057" y="190596"/>
                    <a:pt x="66401" y="191911"/>
                    <a:pt x="65073" y="191911"/>
                  </a:cubicBezTo>
                  <a:cubicBezTo>
                    <a:pt x="62417" y="193226"/>
                    <a:pt x="62417" y="194541"/>
                    <a:pt x="62417" y="195856"/>
                  </a:cubicBezTo>
                  <a:cubicBezTo>
                    <a:pt x="62417" y="241877"/>
                    <a:pt x="62417" y="241877"/>
                    <a:pt x="62417" y="241877"/>
                  </a:cubicBezTo>
                  <a:cubicBezTo>
                    <a:pt x="62417" y="322086"/>
                    <a:pt x="62417" y="322086"/>
                    <a:pt x="62417" y="322086"/>
                  </a:cubicBezTo>
                  <a:cubicBezTo>
                    <a:pt x="62417" y="326031"/>
                    <a:pt x="61089" y="328661"/>
                    <a:pt x="57105" y="332605"/>
                  </a:cubicBezTo>
                  <a:cubicBezTo>
                    <a:pt x="54449" y="335235"/>
                    <a:pt x="50464" y="336550"/>
                    <a:pt x="46480" y="336550"/>
                  </a:cubicBezTo>
                  <a:cubicBezTo>
                    <a:pt x="42496" y="336550"/>
                    <a:pt x="38512" y="335235"/>
                    <a:pt x="35856" y="332605"/>
                  </a:cubicBezTo>
                  <a:cubicBezTo>
                    <a:pt x="33200" y="329976"/>
                    <a:pt x="31872" y="326031"/>
                    <a:pt x="31872" y="322086"/>
                  </a:cubicBezTo>
                  <a:cubicBezTo>
                    <a:pt x="31872" y="116962"/>
                    <a:pt x="31872" y="116962"/>
                    <a:pt x="31872" y="116962"/>
                  </a:cubicBezTo>
                  <a:cubicBezTo>
                    <a:pt x="31872" y="115647"/>
                    <a:pt x="30544" y="114332"/>
                    <a:pt x="29216" y="114332"/>
                  </a:cubicBezTo>
                  <a:cubicBezTo>
                    <a:pt x="27888" y="114332"/>
                    <a:pt x="26560" y="113017"/>
                    <a:pt x="26560" y="113017"/>
                  </a:cubicBezTo>
                  <a:cubicBezTo>
                    <a:pt x="25232" y="113017"/>
                    <a:pt x="23904" y="114332"/>
                    <a:pt x="22576" y="114332"/>
                  </a:cubicBezTo>
                  <a:cubicBezTo>
                    <a:pt x="21248" y="114332"/>
                    <a:pt x="19920" y="115647"/>
                    <a:pt x="19920" y="116962"/>
                  </a:cubicBezTo>
                  <a:cubicBezTo>
                    <a:pt x="19920" y="206375"/>
                    <a:pt x="19920" y="206375"/>
                    <a:pt x="19920" y="206375"/>
                  </a:cubicBezTo>
                  <a:cubicBezTo>
                    <a:pt x="19920" y="209005"/>
                    <a:pt x="19920" y="211635"/>
                    <a:pt x="17264" y="214264"/>
                  </a:cubicBezTo>
                  <a:cubicBezTo>
                    <a:pt x="14608" y="215579"/>
                    <a:pt x="13280" y="216894"/>
                    <a:pt x="10624" y="216894"/>
                  </a:cubicBezTo>
                  <a:cubicBezTo>
                    <a:pt x="7968" y="216894"/>
                    <a:pt x="5312" y="215579"/>
                    <a:pt x="2656" y="214264"/>
                  </a:cubicBezTo>
                  <a:cubicBezTo>
                    <a:pt x="1328" y="211635"/>
                    <a:pt x="0" y="209005"/>
                    <a:pt x="0" y="206375"/>
                  </a:cubicBezTo>
                  <a:cubicBezTo>
                    <a:pt x="0" y="111702"/>
                    <a:pt x="0" y="111702"/>
                    <a:pt x="0" y="111702"/>
                  </a:cubicBezTo>
                  <a:cubicBezTo>
                    <a:pt x="0" y="106443"/>
                    <a:pt x="0" y="102498"/>
                    <a:pt x="1328" y="98553"/>
                  </a:cubicBezTo>
                  <a:cubicBezTo>
                    <a:pt x="2656" y="94609"/>
                    <a:pt x="5312" y="90664"/>
                    <a:pt x="7968" y="86719"/>
                  </a:cubicBezTo>
                  <a:cubicBezTo>
                    <a:pt x="9296" y="84089"/>
                    <a:pt x="13280" y="81460"/>
                    <a:pt x="17264" y="78830"/>
                  </a:cubicBezTo>
                  <a:cubicBezTo>
                    <a:pt x="19920" y="77515"/>
                    <a:pt x="25232" y="76200"/>
                    <a:pt x="30544" y="76200"/>
                  </a:cubicBezTo>
                  <a:close/>
                  <a:moveTo>
                    <a:pt x="69057" y="0"/>
                  </a:moveTo>
                  <a:cubicBezTo>
                    <a:pt x="78169" y="0"/>
                    <a:pt x="85980" y="2667"/>
                    <a:pt x="92489" y="9335"/>
                  </a:cubicBezTo>
                  <a:cubicBezTo>
                    <a:pt x="98998" y="16002"/>
                    <a:pt x="101601" y="24003"/>
                    <a:pt x="101601" y="33338"/>
                  </a:cubicBezTo>
                  <a:cubicBezTo>
                    <a:pt x="101601" y="38672"/>
                    <a:pt x="101601" y="42672"/>
                    <a:pt x="98998" y="46673"/>
                  </a:cubicBezTo>
                  <a:cubicBezTo>
                    <a:pt x="97696" y="50673"/>
                    <a:pt x="95092" y="54674"/>
                    <a:pt x="92489" y="57341"/>
                  </a:cubicBezTo>
                  <a:cubicBezTo>
                    <a:pt x="89885" y="60008"/>
                    <a:pt x="85980" y="62675"/>
                    <a:pt x="82075" y="64008"/>
                  </a:cubicBezTo>
                  <a:cubicBezTo>
                    <a:pt x="78169" y="66675"/>
                    <a:pt x="72962" y="66675"/>
                    <a:pt x="69057" y="66675"/>
                  </a:cubicBezTo>
                  <a:cubicBezTo>
                    <a:pt x="63850" y="66675"/>
                    <a:pt x="59945" y="66675"/>
                    <a:pt x="56040" y="64008"/>
                  </a:cubicBezTo>
                  <a:cubicBezTo>
                    <a:pt x="52134" y="62675"/>
                    <a:pt x="48229" y="60008"/>
                    <a:pt x="45625" y="57341"/>
                  </a:cubicBezTo>
                  <a:cubicBezTo>
                    <a:pt x="43022" y="54674"/>
                    <a:pt x="40418" y="50673"/>
                    <a:pt x="39117" y="46673"/>
                  </a:cubicBezTo>
                  <a:cubicBezTo>
                    <a:pt x="37815" y="42672"/>
                    <a:pt x="36513" y="38672"/>
                    <a:pt x="36513" y="33338"/>
                  </a:cubicBezTo>
                  <a:cubicBezTo>
                    <a:pt x="36513" y="29337"/>
                    <a:pt x="37815" y="25337"/>
                    <a:pt x="39117" y="20003"/>
                  </a:cubicBezTo>
                  <a:cubicBezTo>
                    <a:pt x="40418" y="16002"/>
                    <a:pt x="43022" y="13335"/>
                    <a:pt x="45625" y="9335"/>
                  </a:cubicBezTo>
                  <a:cubicBezTo>
                    <a:pt x="48229" y="6668"/>
                    <a:pt x="52134" y="4001"/>
                    <a:pt x="56040" y="2667"/>
                  </a:cubicBezTo>
                  <a:cubicBezTo>
                    <a:pt x="59945" y="1334"/>
                    <a:pt x="63850" y="0"/>
                    <a:pt x="69057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0" name="ValueShape"/>
            <p:cNvSpPr/>
            <p:nvPr/>
          </p:nvSpPr>
          <p:spPr>
            <a:xfrm>
              <a:off x="3730743" y="1008464"/>
              <a:ext cx="315867" cy="769697"/>
            </a:xfrm>
            <a:custGeom>
              <a:avLst/>
              <a:gdLst>
                <a:gd name="connsiteX0" fmla="*/ 30544 w 138113"/>
                <a:gd name="connsiteY0" fmla="*/ 76200 h 336550"/>
                <a:gd name="connsiteX1" fmla="*/ 102257 w 138113"/>
                <a:gd name="connsiteY1" fmla="*/ 76200 h 336550"/>
                <a:gd name="connsiteX2" fmla="*/ 116865 w 138113"/>
                <a:gd name="connsiteY2" fmla="*/ 78830 h 336550"/>
                <a:gd name="connsiteX3" fmla="*/ 128817 w 138113"/>
                <a:gd name="connsiteY3" fmla="*/ 86719 h 336550"/>
                <a:gd name="connsiteX4" fmla="*/ 135457 w 138113"/>
                <a:gd name="connsiteY4" fmla="*/ 98553 h 336550"/>
                <a:gd name="connsiteX5" fmla="*/ 138113 w 138113"/>
                <a:gd name="connsiteY5" fmla="*/ 111702 h 336550"/>
                <a:gd name="connsiteX6" fmla="*/ 138113 w 138113"/>
                <a:gd name="connsiteY6" fmla="*/ 206375 h 336550"/>
                <a:gd name="connsiteX7" fmla="*/ 135457 w 138113"/>
                <a:gd name="connsiteY7" fmla="*/ 214264 h 336550"/>
                <a:gd name="connsiteX8" fmla="*/ 127489 w 138113"/>
                <a:gd name="connsiteY8" fmla="*/ 216894 h 336550"/>
                <a:gd name="connsiteX9" fmla="*/ 120849 w 138113"/>
                <a:gd name="connsiteY9" fmla="*/ 214264 h 336550"/>
                <a:gd name="connsiteX10" fmla="*/ 118193 w 138113"/>
                <a:gd name="connsiteY10" fmla="*/ 206375 h 336550"/>
                <a:gd name="connsiteX11" fmla="*/ 118193 w 138113"/>
                <a:gd name="connsiteY11" fmla="*/ 116962 h 336550"/>
                <a:gd name="connsiteX12" fmla="*/ 115537 w 138113"/>
                <a:gd name="connsiteY12" fmla="*/ 114332 h 336550"/>
                <a:gd name="connsiteX13" fmla="*/ 111553 w 138113"/>
                <a:gd name="connsiteY13" fmla="*/ 113017 h 336550"/>
                <a:gd name="connsiteX14" fmla="*/ 107569 w 138113"/>
                <a:gd name="connsiteY14" fmla="*/ 114332 h 336550"/>
                <a:gd name="connsiteX15" fmla="*/ 106241 w 138113"/>
                <a:gd name="connsiteY15" fmla="*/ 116962 h 336550"/>
                <a:gd name="connsiteX16" fmla="*/ 106241 w 138113"/>
                <a:gd name="connsiteY16" fmla="*/ 322086 h 336550"/>
                <a:gd name="connsiteX17" fmla="*/ 100929 w 138113"/>
                <a:gd name="connsiteY17" fmla="*/ 332605 h 336550"/>
                <a:gd name="connsiteX18" fmla="*/ 90305 w 138113"/>
                <a:gd name="connsiteY18" fmla="*/ 336550 h 336550"/>
                <a:gd name="connsiteX19" fmla="*/ 79681 w 138113"/>
                <a:gd name="connsiteY19" fmla="*/ 332605 h 336550"/>
                <a:gd name="connsiteX20" fmla="*/ 75697 w 138113"/>
                <a:gd name="connsiteY20" fmla="*/ 322086 h 336550"/>
                <a:gd name="connsiteX21" fmla="*/ 75697 w 138113"/>
                <a:gd name="connsiteY21" fmla="*/ 195856 h 336550"/>
                <a:gd name="connsiteX22" fmla="*/ 73041 w 138113"/>
                <a:gd name="connsiteY22" fmla="*/ 191911 h 336550"/>
                <a:gd name="connsiteX23" fmla="*/ 69057 w 138113"/>
                <a:gd name="connsiteY23" fmla="*/ 190596 h 336550"/>
                <a:gd name="connsiteX24" fmla="*/ 65073 w 138113"/>
                <a:gd name="connsiteY24" fmla="*/ 191911 h 336550"/>
                <a:gd name="connsiteX25" fmla="*/ 62417 w 138113"/>
                <a:gd name="connsiteY25" fmla="*/ 195856 h 336550"/>
                <a:gd name="connsiteX26" fmla="*/ 62417 w 138113"/>
                <a:gd name="connsiteY26" fmla="*/ 241877 h 336550"/>
                <a:gd name="connsiteX27" fmla="*/ 62417 w 138113"/>
                <a:gd name="connsiteY27" fmla="*/ 322086 h 336550"/>
                <a:gd name="connsiteX28" fmla="*/ 57105 w 138113"/>
                <a:gd name="connsiteY28" fmla="*/ 332605 h 336550"/>
                <a:gd name="connsiteX29" fmla="*/ 46480 w 138113"/>
                <a:gd name="connsiteY29" fmla="*/ 336550 h 336550"/>
                <a:gd name="connsiteX30" fmla="*/ 35856 w 138113"/>
                <a:gd name="connsiteY30" fmla="*/ 332605 h 336550"/>
                <a:gd name="connsiteX31" fmla="*/ 31872 w 138113"/>
                <a:gd name="connsiteY31" fmla="*/ 322086 h 336550"/>
                <a:gd name="connsiteX32" fmla="*/ 31872 w 138113"/>
                <a:gd name="connsiteY32" fmla="*/ 116962 h 336550"/>
                <a:gd name="connsiteX33" fmla="*/ 29216 w 138113"/>
                <a:gd name="connsiteY33" fmla="*/ 114332 h 336550"/>
                <a:gd name="connsiteX34" fmla="*/ 26560 w 138113"/>
                <a:gd name="connsiteY34" fmla="*/ 113017 h 336550"/>
                <a:gd name="connsiteX35" fmla="*/ 22576 w 138113"/>
                <a:gd name="connsiteY35" fmla="*/ 114332 h 336550"/>
                <a:gd name="connsiteX36" fmla="*/ 19920 w 138113"/>
                <a:gd name="connsiteY36" fmla="*/ 116962 h 336550"/>
                <a:gd name="connsiteX37" fmla="*/ 19920 w 138113"/>
                <a:gd name="connsiteY37" fmla="*/ 206375 h 336550"/>
                <a:gd name="connsiteX38" fmla="*/ 17264 w 138113"/>
                <a:gd name="connsiteY38" fmla="*/ 214264 h 336550"/>
                <a:gd name="connsiteX39" fmla="*/ 10624 w 138113"/>
                <a:gd name="connsiteY39" fmla="*/ 216894 h 336550"/>
                <a:gd name="connsiteX40" fmla="*/ 2656 w 138113"/>
                <a:gd name="connsiteY40" fmla="*/ 214264 h 336550"/>
                <a:gd name="connsiteX41" fmla="*/ 0 w 138113"/>
                <a:gd name="connsiteY41" fmla="*/ 206375 h 336550"/>
                <a:gd name="connsiteX42" fmla="*/ 0 w 138113"/>
                <a:gd name="connsiteY42" fmla="*/ 111702 h 336550"/>
                <a:gd name="connsiteX43" fmla="*/ 1328 w 138113"/>
                <a:gd name="connsiteY43" fmla="*/ 98553 h 336550"/>
                <a:gd name="connsiteX44" fmla="*/ 7968 w 138113"/>
                <a:gd name="connsiteY44" fmla="*/ 86719 h 336550"/>
                <a:gd name="connsiteX45" fmla="*/ 17264 w 138113"/>
                <a:gd name="connsiteY45" fmla="*/ 78830 h 336550"/>
                <a:gd name="connsiteX46" fmla="*/ 30544 w 138113"/>
                <a:gd name="connsiteY46" fmla="*/ 76200 h 336550"/>
                <a:gd name="connsiteX47" fmla="*/ 69057 w 138113"/>
                <a:gd name="connsiteY47" fmla="*/ 0 h 336550"/>
                <a:gd name="connsiteX48" fmla="*/ 92489 w 138113"/>
                <a:gd name="connsiteY48" fmla="*/ 9335 h 336550"/>
                <a:gd name="connsiteX49" fmla="*/ 101601 w 138113"/>
                <a:gd name="connsiteY49" fmla="*/ 33338 h 336550"/>
                <a:gd name="connsiteX50" fmla="*/ 98998 w 138113"/>
                <a:gd name="connsiteY50" fmla="*/ 46673 h 336550"/>
                <a:gd name="connsiteX51" fmla="*/ 92489 w 138113"/>
                <a:gd name="connsiteY51" fmla="*/ 57341 h 336550"/>
                <a:gd name="connsiteX52" fmla="*/ 82075 w 138113"/>
                <a:gd name="connsiteY52" fmla="*/ 64008 h 336550"/>
                <a:gd name="connsiteX53" fmla="*/ 69057 w 138113"/>
                <a:gd name="connsiteY53" fmla="*/ 66675 h 336550"/>
                <a:gd name="connsiteX54" fmla="*/ 56040 w 138113"/>
                <a:gd name="connsiteY54" fmla="*/ 64008 h 336550"/>
                <a:gd name="connsiteX55" fmla="*/ 45625 w 138113"/>
                <a:gd name="connsiteY55" fmla="*/ 57341 h 336550"/>
                <a:gd name="connsiteX56" fmla="*/ 39117 w 138113"/>
                <a:gd name="connsiteY56" fmla="*/ 46673 h 336550"/>
                <a:gd name="connsiteX57" fmla="*/ 36513 w 138113"/>
                <a:gd name="connsiteY57" fmla="*/ 33338 h 336550"/>
                <a:gd name="connsiteX58" fmla="*/ 39117 w 138113"/>
                <a:gd name="connsiteY58" fmla="*/ 20003 h 336550"/>
                <a:gd name="connsiteX59" fmla="*/ 45625 w 138113"/>
                <a:gd name="connsiteY59" fmla="*/ 9335 h 336550"/>
                <a:gd name="connsiteX60" fmla="*/ 56040 w 138113"/>
                <a:gd name="connsiteY60" fmla="*/ 2667 h 336550"/>
                <a:gd name="connsiteX61" fmla="*/ 69057 w 138113"/>
                <a:gd name="connsiteY61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8113" h="336550">
                  <a:moveTo>
                    <a:pt x="30544" y="76200"/>
                  </a:moveTo>
                  <a:lnTo>
                    <a:pt x="102257" y="76200"/>
                  </a:lnTo>
                  <a:cubicBezTo>
                    <a:pt x="107569" y="76200"/>
                    <a:pt x="112881" y="77515"/>
                    <a:pt x="116865" y="78830"/>
                  </a:cubicBezTo>
                  <a:cubicBezTo>
                    <a:pt x="122177" y="81460"/>
                    <a:pt x="124833" y="84089"/>
                    <a:pt x="128817" y="86719"/>
                  </a:cubicBezTo>
                  <a:cubicBezTo>
                    <a:pt x="131473" y="90664"/>
                    <a:pt x="134129" y="94609"/>
                    <a:pt x="135457" y="98553"/>
                  </a:cubicBezTo>
                  <a:cubicBezTo>
                    <a:pt x="136785" y="102498"/>
                    <a:pt x="138113" y="106443"/>
                    <a:pt x="138113" y="111702"/>
                  </a:cubicBezTo>
                  <a:cubicBezTo>
                    <a:pt x="138113" y="206375"/>
                    <a:pt x="138113" y="206375"/>
                    <a:pt x="138113" y="206375"/>
                  </a:cubicBezTo>
                  <a:cubicBezTo>
                    <a:pt x="138113" y="209005"/>
                    <a:pt x="136785" y="211635"/>
                    <a:pt x="135457" y="214264"/>
                  </a:cubicBezTo>
                  <a:cubicBezTo>
                    <a:pt x="132801" y="215579"/>
                    <a:pt x="130145" y="216894"/>
                    <a:pt x="127489" y="216894"/>
                  </a:cubicBezTo>
                  <a:cubicBezTo>
                    <a:pt x="124833" y="216894"/>
                    <a:pt x="123505" y="215579"/>
                    <a:pt x="120849" y="214264"/>
                  </a:cubicBezTo>
                  <a:cubicBezTo>
                    <a:pt x="118193" y="211635"/>
                    <a:pt x="118193" y="209005"/>
                    <a:pt x="118193" y="206375"/>
                  </a:cubicBezTo>
                  <a:cubicBezTo>
                    <a:pt x="118193" y="116962"/>
                    <a:pt x="118193" y="116962"/>
                    <a:pt x="118193" y="116962"/>
                  </a:cubicBezTo>
                  <a:cubicBezTo>
                    <a:pt x="118193" y="115647"/>
                    <a:pt x="116865" y="114332"/>
                    <a:pt x="115537" y="114332"/>
                  </a:cubicBezTo>
                  <a:cubicBezTo>
                    <a:pt x="114209" y="114332"/>
                    <a:pt x="112881" y="113017"/>
                    <a:pt x="111553" y="113017"/>
                  </a:cubicBezTo>
                  <a:cubicBezTo>
                    <a:pt x="110225" y="113017"/>
                    <a:pt x="110225" y="114332"/>
                    <a:pt x="107569" y="114332"/>
                  </a:cubicBezTo>
                  <a:cubicBezTo>
                    <a:pt x="106241" y="114332"/>
                    <a:pt x="106241" y="115647"/>
                    <a:pt x="106241" y="116962"/>
                  </a:cubicBezTo>
                  <a:cubicBezTo>
                    <a:pt x="106241" y="322086"/>
                    <a:pt x="106241" y="322086"/>
                    <a:pt x="106241" y="322086"/>
                  </a:cubicBezTo>
                  <a:cubicBezTo>
                    <a:pt x="106241" y="326031"/>
                    <a:pt x="104913" y="329976"/>
                    <a:pt x="100929" y="332605"/>
                  </a:cubicBezTo>
                  <a:cubicBezTo>
                    <a:pt x="98273" y="335235"/>
                    <a:pt x="95617" y="336550"/>
                    <a:pt x="90305" y="336550"/>
                  </a:cubicBezTo>
                  <a:cubicBezTo>
                    <a:pt x="86321" y="336550"/>
                    <a:pt x="83665" y="335235"/>
                    <a:pt x="79681" y="332605"/>
                  </a:cubicBezTo>
                  <a:cubicBezTo>
                    <a:pt x="77025" y="328661"/>
                    <a:pt x="75697" y="326031"/>
                    <a:pt x="75697" y="322086"/>
                  </a:cubicBezTo>
                  <a:cubicBezTo>
                    <a:pt x="75697" y="195856"/>
                    <a:pt x="75697" y="195856"/>
                    <a:pt x="75697" y="195856"/>
                  </a:cubicBezTo>
                  <a:cubicBezTo>
                    <a:pt x="75697" y="194541"/>
                    <a:pt x="74369" y="193226"/>
                    <a:pt x="73041" y="191911"/>
                  </a:cubicBezTo>
                  <a:cubicBezTo>
                    <a:pt x="71713" y="191911"/>
                    <a:pt x="70385" y="190596"/>
                    <a:pt x="69057" y="190596"/>
                  </a:cubicBezTo>
                  <a:cubicBezTo>
                    <a:pt x="69057" y="190596"/>
                    <a:pt x="66401" y="191911"/>
                    <a:pt x="65073" y="191911"/>
                  </a:cubicBezTo>
                  <a:cubicBezTo>
                    <a:pt x="62417" y="193226"/>
                    <a:pt x="62417" y="194541"/>
                    <a:pt x="62417" y="195856"/>
                  </a:cubicBezTo>
                  <a:cubicBezTo>
                    <a:pt x="62417" y="241877"/>
                    <a:pt x="62417" y="241877"/>
                    <a:pt x="62417" y="241877"/>
                  </a:cubicBezTo>
                  <a:cubicBezTo>
                    <a:pt x="62417" y="322086"/>
                    <a:pt x="62417" y="322086"/>
                    <a:pt x="62417" y="322086"/>
                  </a:cubicBezTo>
                  <a:cubicBezTo>
                    <a:pt x="62417" y="326031"/>
                    <a:pt x="61089" y="328661"/>
                    <a:pt x="57105" y="332605"/>
                  </a:cubicBezTo>
                  <a:cubicBezTo>
                    <a:pt x="54449" y="335235"/>
                    <a:pt x="50464" y="336550"/>
                    <a:pt x="46480" y="336550"/>
                  </a:cubicBezTo>
                  <a:cubicBezTo>
                    <a:pt x="42496" y="336550"/>
                    <a:pt x="38512" y="335235"/>
                    <a:pt x="35856" y="332605"/>
                  </a:cubicBezTo>
                  <a:cubicBezTo>
                    <a:pt x="33200" y="329976"/>
                    <a:pt x="31872" y="326031"/>
                    <a:pt x="31872" y="322086"/>
                  </a:cubicBezTo>
                  <a:cubicBezTo>
                    <a:pt x="31872" y="116962"/>
                    <a:pt x="31872" y="116962"/>
                    <a:pt x="31872" y="116962"/>
                  </a:cubicBezTo>
                  <a:cubicBezTo>
                    <a:pt x="31872" y="115647"/>
                    <a:pt x="30544" y="114332"/>
                    <a:pt x="29216" y="114332"/>
                  </a:cubicBezTo>
                  <a:cubicBezTo>
                    <a:pt x="27888" y="114332"/>
                    <a:pt x="26560" y="113017"/>
                    <a:pt x="26560" y="113017"/>
                  </a:cubicBezTo>
                  <a:cubicBezTo>
                    <a:pt x="25232" y="113017"/>
                    <a:pt x="23904" y="114332"/>
                    <a:pt x="22576" y="114332"/>
                  </a:cubicBezTo>
                  <a:cubicBezTo>
                    <a:pt x="21248" y="114332"/>
                    <a:pt x="19920" y="115647"/>
                    <a:pt x="19920" y="116962"/>
                  </a:cubicBezTo>
                  <a:cubicBezTo>
                    <a:pt x="19920" y="206375"/>
                    <a:pt x="19920" y="206375"/>
                    <a:pt x="19920" y="206375"/>
                  </a:cubicBezTo>
                  <a:cubicBezTo>
                    <a:pt x="19920" y="209005"/>
                    <a:pt x="19920" y="211635"/>
                    <a:pt x="17264" y="214264"/>
                  </a:cubicBezTo>
                  <a:cubicBezTo>
                    <a:pt x="14608" y="215579"/>
                    <a:pt x="13280" y="216894"/>
                    <a:pt x="10624" y="216894"/>
                  </a:cubicBezTo>
                  <a:cubicBezTo>
                    <a:pt x="7968" y="216894"/>
                    <a:pt x="5312" y="215579"/>
                    <a:pt x="2656" y="214264"/>
                  </a:cubicBezTo>
                  <a:cubicBezTo>
                    <a:pt x="1328" y="211635"/>
                    <a:pt x="0" y="209005"/>
                    <a:pt x="0" y="206375"/>
                  </a:cubicBezTo>
                  <a:cubicBezTo>
                    <a:pt x="0" y="111702"/>
                    <a:pt x="0" y="111702"/>
                    <a:pt x="0" y="111702"/>
                  </a:cubicBezTo>
                  <a:cubicBezTo>
                    <a:pt x="0" y="106443"/>
                    <a:pt x="0" y="102498"/>
                    <a:pt x="1328" y="98553"/>
                  </a:cubicBezTo>
                  <a:cubicBezTo>
                    <a:pt x="2656" y="94609"/>
                    <a:pt x="5312" y="90664"/>
                    <a:pt x="7968" y="86719"/>
                  </a:cubicBezTo>
                  <a:cubicBezTo>
                    <a:pt x="9296" y="84089"/>
                    <a:pt x="13280" y="81460"/>
                    <a:pt x="17264" y="78830"/>
                  </a:cubicBezTo>
                  <a:cubicBezTo>
                    <a:pt x="19920" y="77515"/>
                    <a:pt x="25232" y="76200"/>
                    <a:pt x="30544" y="76200"/>
                  </a:cubicBezTo>
                  <a:close/>
                  <a:moveTo>
                    <a:pt x="69057" y="0"/>
                  </a:moveTo>
                  <a:cubicBezTo>
                    <a:pt x="78169" y="0"/>
                    <a:pt x="85980" y="2667"/>
                    <a:pt x="92489" y="9335"/>
                  </a:cubicBezTo>
                  <a:cubicBezTo>
                    <a:pt x="98998" y="16002"/>
                    <a:pt x="101601" y="24003"/>
                    <a:pt x="101601" y="33338"/>
                  </a:cubicBezTo>
                  <a:cubicBezTo>
                    <a:pt x="101601" y="38672"/>
                    <a:pt x="101601" y="42672"/>
                    <a:pt x="98998" y="46673"/>
                  </a:cubicBezTo>
                  <a:cubicBezTo>
                    <a:pt x="97696" y="50673"/>
                    <a:pt x="95092" y="54674"/>
                    <a:pt x="92489" y="57341"/>
                  </a:cubicBezTo>
                  <a:cubicBezTo>
                    <a:pt x="89885" y="60008"/>
                    <a:pt x="85980" y="62675"/>
                    <a:pt x="82075" y="64008"/>
                  </a:cubicBezTo>
                  <a:cubicBezTo>
                    <a:pt x="78169" y="66675"/>
                    <a:pt x="72962" y="66675"/>
                    <a:pt x="69057" y="66675"/>
                  </a:cubicBezTo>
                  <a:cubicBezTo>
                    <a:pt x="63850" y="66675"/>
                    <a:pt x="59945" y="66675"/>
                    <a:pt x="56040" y="64008"/>
                  </a:cubicBezTo>
                  <a:cubicBezTo>
                    <a:pt x="52134" y="62675"/>
                    <a:pt x="48229" y="60008"/>
                    <a:pt x="45625" y="57341"/>
                  </a:cubicBezTo>
                  <a:cubicBezTo>
                    <a:pt x="43022" y="54674"/>
                    <a:pt x="40418" y="50673"/>
                    <a:pt x="39117" y="46673"/>
                  </a:cubicBezTo>
                  <a:cubicBezTo>
                    <a:pt x="37815" y="42672"/>
                    <a:pt x="36513" y="38672"/>
                    <a:pt x="36513" y="33338"/>
                  </a:cubicBezTo>
                  <a:cubicBezTo>
                    <a:pt x="36513" y="29337"/>
                    <a:pt x="37815" y="25337"/>
                    <a:pt x="39117" y="20003"/>
                  </a:cubicBezTo>
                  <a:cubicBezTo>
                    <a:pt x="40418" y="16002"/>
                    <a:pt x="43022" y="13335"/>
                    <a:pt x="45625" y="9335"/>
                  </a:cubicBezTo>
                  <a:cubicBezTo>
                    <a:pt x="48229" y="6668"/>
                    <a:pt x="52134" y="4001"/>
                    <a:pt x="56040" y="2667"/>
                  </a:cubicBezTo>
                  <a:cubicBezTo>
                    <a:pt x="59945" y="1334"/>
                    <a:pt x="63850" y="0"/>
                    <a:pt x="69057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1" name="ValueShape"/>
            <p:cNvSpPr/>
            <p:nvPr/>
          </p:nvSpPr>
          <p:spPr>
            <a:xfrm>
              <a:off x="4302243" y="1008464"/>
              <a:ext cx="315867" cy="769697"/>
            </a:xfrm>
            <a:custGeom>
              <a:avLst/>
              <a:gdLst>
                <a:gd name="connsiteX0" fmla="*/ 30544 w 138113"/>
                <a:gd name="connsiteY0" fmla="*/ 76200 h 336550"/>
                <a:gd name="connsiteX1" fmla="*/ 102257 w 138113"/>
                <a:gd name="connsiteY1" fmla="*/ 76200 h 336550"/>
                <a:gd name="connsiteX2" fmla="*/ 116865 w 138113"/>
                <a:gd name="connsiteY2" fmla="*/ 78830 h 336550"/>
                <a:gd name="connsiteX3" fmla="*/ 128817 w 138113"/>
                <a:gd name="connsiteY3" fmla="*/ 86719 h 336550"/>
                <a:gd name="connsiteX4" fmla="*/ 135457 w 138113"/>
                <a:gd name="connsiteY4" fmla="*/ 98553 h 336550"/>
                <a:gd name="connsiteX5" fmla="*/ 138113 w 138113"/>
                <a:gd name="connsiteY5" fmla="*/ 111702 h 336550"/>
                <a:gd name="connsiteX6" fmla="*/ 138113 w 138113"/>
                <a:gd name="connsiteY6" fmla="*/ 206375 h 336550"/>
                <a:gd name="connsiteX7" fmla="*/ 135457 w 138113"/>
                <a:gd name="connsiteY7" fmla="*/ 214264 h 336550"/>
                <a:gd name="connsiteX8" fmla="*/ 127489 w 138113"/>
                <a:gd name="connsiteY8" fmla="*/ 216894 h 336550"/>
                <a:gd name="connsiteX9" fmla="*/ 120849 w 138113"/>
                <a:gd name="connsiteY9" fmla="*/ 214264 h 336550"/>
                <a:gd name="connsiteX10" fmla="*/ 118193 w 138113"/>
                <a:gd name="connsiteY10" fmla="*/ 206375 h 336550"/>
                <a:gd name="connsiteX11" fmla="*/ 118193 w 138113"/>
                <a:gd name="connsiteY11" fmla="*/ 116962 h 336550"/>
                <a:gd name="connsiteX12" fmla="*/ 115537 w 138113"/>
                <a:gd name="connsiteY12" fmla="*/ 114332 h 336550"/>
                <a:gd name="connsiteX13" fmla="*/ 111553 w 138113"/>
                <a:gd name="connsiteY13" fmla="*/ 113017 h 336550"/>
                <a:gd name="connsiteX14" fmla="*/ 107569 w 138113"/>
                <a:gd name="connsiteY14" fmla="*/ 114332 h 336550"/>
                <a:gd name="connsiteX15" fmla="*/ 106241 w 138113"/>
                <a:gd name="connsiteY15" fmla="*/ 116962 h 336550"/>
                <a:gd name="connsiteX16" fmla="*/ 106241 w 138113"/>
                <a:gd name="connsiteY16" fmla="*/ 322086 h 336550"/>
                <a:gd name="connsiteX17" fmla="*/ 100929 w 138113"/>
                <a:gd name="connsiteY17" fmla="*/ 332605 h 336550"/>
                <a:gd name="connsiteX18" fmla="*/ 90305 w 138113"/>
                <a:gd name="connsiteY18" fmla="*/ 336550 h 336550"/>
                <a:gd name="connsiteX19" fmla="*/ 79681 w 138113"/>
                <a:gd name="connsiteY19" fmla="*/ 332605 h 336550"/>
                <a:gd name="connsiteX20" fmla="*/ 75697 w 138113"/>
                <a:gd name="connsiteY20" fmla="*/ 322086 h 336550"/>
                <a:gd name="connsiteX21" fmla="*/ 75697 w 138113"/>
                <a:gd name="connsiteY21" fmla="*/ 195856 h 336550"/>
                <a:gd name="connsiteX22" fmla="*/ 73041 w 138113"/>
                <a:gd name="connsiteY22" fmla="*/ 191911 h 336550"/>
                <a:gd name="connsiteX23" fmla="*/ 69057 w 138113"/>
                <a:gd name="connsiteY23" fmla="*/ 190596 h 336550"/>
                <a:gd name="connsiteX24" fmla="*/ 65073 w 138113"/>
                <a:gd name="connsiteY24" fmla="*/ 191911 h 336550"/>
                <a:gd name="connsiteX25" fmla="*/ 62417 w 138113"/>
                <a:gd name="connsiteY25" fmla="*/ 195856 h 336550"/>
                <a:gd name="connsiteX26" fmla="*/ 62417 w 138113"/>
                <a:gd name="connsiteY26" fmla="*/ 241877 h 336550"/>
                <a:gd name="connsiteX27" fmla="*/ 62417 w 138113"/>
                <a:gd name="connsiteY27" fmla="*/ 322086 h 336550"/>
                <a:gd name="connsiteX28" fmla="*/ 57105 w 138113"/>
                <a:gd name="connsiteY28" fmla="*/ 332605 h 336550"/>
                <a:gd name="connsiteX29" fmla="*/ 46480 w 138113"/>
                <a:gd name="connsiteY29" fmla="*/ 336550 h 336550"/>
                <a:gd name="connsiteX30" fmla="*/ 35856 w 138113"/>
                <a:gd name="connsiteY30" fmla="*/ 332605 h 336550"/>
                <a:gd name="connsiteX31" fmla="*/ 31872 w 138113"/>
                <a:gd name="connsiteY31" fmla="*/ 322086 h 336550"/>
                <a:gd name="connsiteX32" fmla="*/ 31872 w 138113"/>
                <a:gd name="connsiteY32" fmla="*/ 116962 h 336550"/>
                <a:gd name="connsiteX33" fmla="*/ 29216 w 138113"/>
                <a:gd name="connsiteY33" fmla="*/ 114332 h 336550"/>
                <a:gd name="connsiteX34" fmla="*/ 26560 w 138113"/>
                <a:gd name="connsiteY34" fmla="*/ 113017 h 336550"/>
                <a:gd name="connsiteX35" fmla="*/ 22576 w 138113"/>
                <a:gd name="connsiteY35" fmla="*/ 114332 h 336550"/>
                <a:gd name="connsiteX36" fmla="*/ 19920 w 138113"/>
                <a:gd name="connsiteY36" fmla="*/ 116962 h 336550"/>
                <a:gd name="connsiteX37" fmla="*/ 19920 w 138113"/>
                <a:gd name="connsiteY37" fmla="*/ 206375 h 336550"/>
                <a:gd name="connsiteX38" fmla="*/ 17264 w 138113"/>
                <a:gd name="connsiteY38" fmla="*/ 214264 h 336550"/>
                <a:gd name="connsiteX39" fmla="*/ 10624 w 138113"/>
                <a:gd name="connsiteY39" fmla="*/ 216894 h 336550"/>
                <a:gd name="connsiteX40" fmla="*/ 2656 w 138113"/>
                <a:gd name="connsiteY40" fmla="*/ 214264 h 336550"/>
                <a:gd name="connsiteX41" fmla="*/ 0 w 138113"/>
                <a:gd name="connsiteY41" fmla="*/ 206375 h 336550"/>
                <a:gd name="connsiteX42" fmla="*/ 0 w 138113"/>
                <a:gd name="connsiteY42" fmla="*/ 111702 h 336550"/>
                <a:gd name="connsiteX43" fmla="*/ 1328 w 138113"/>
                <a:gd name="connsiteY43" fmla="*/ 98553 h 336550"/>
                <a:gd name="connsiteX44" fmla="*/ 7968 w 138113"/>
                <a:gd name="connsiteY44" fmla="*/ 86719 h 336550"/>
                <a:gd name="connsiteX45" fmla="*/ 17264 w 138113"/>
                <a:gd name="connsiteY45" fmla="*/ 78830 h 336550"/>
                <a:gd name="connsiteX46" fmla="*/ 30544 w 138113"/>
                <a:gd name="connsiteY46" fmla="*/ 76200 h 336550"/>
                <a:gd name="connsiteX47" fmla="*/ 69057 w 138113"/>
                <a:gd name="connsiteY47" fmla="*/ 0 h 336550"/>
                <a:gd name="connsiteX48" fmla="*/ 92489 w 138113"/>
                <a:gd name="connsiteY48" fmla="*/ 9335 h 336550"/>
                <a:gd name="connsiteX49" fmla="*/ 101601 w 138113"/>
                <a:gd name="connsiteY49" fmla="*/ 33338 h 336550"/>
                <a:gd name="connsiteX50" fmla="*/ 98998 w 138113"/>
                <a:gd name="connsiteY50" fmla="*/ 46673 h 336550"/>
                <a:gd name="connsiteX51" fmla="*/ 92489 w 138113"/>
                <a:gd name="connsiteY51" fmla="*/ 57341 h 336550"/>
                <a:gd name="connsiteX52" fmla="*/ 82075 w 138113"/>
                <a:gd name="connsiteY52" fmla="*/ 64008 h 336550"/>
                <a:gd name="connsiteX53" fmla="*/ 69057 w 138113"/>
                <a:gd name="connsiteY53" fmla="*/ 66675 h 336550"/>
                <a:gd name="connsiteX54" fmla="*/ 56040 w 138113"/>
                <a:gd name="connsiteY54" fmla="*/ 64008 h 336550"/>
                <a:gd name="connsiteX55" fmla="*/ 45625 w 138113"/>
                <a:gd name="connsiteY55" fmla="*/ 57341 h 336550"/>
                <a:gd name="connsiteX56" fmla="*/ 39117 w 138113"/>
                <a:gd name="connsiteY56" fmla="*/ 46673 h 336550"/>
                <a:gd name="connsiteX57" fmla="*/ 36513 w 138113"/>
                <a:gd name="connsiteY57" fmla="*/ 33338 h 336550"/>
                <a:gd name="connsiteX58" fmla="*/ 39117 w 138113"/>
                <a:gd name="connsiteY58" fmla="*/ 20003 h 336550"/>
                <a:gd name="connsiteX59" fmla="*/ 45625 w 138113"/>
                <a:gd name="connsiteY59" fmla="*/ 9335 h 336550"/>
                <a:gd name="connsiteX60" fmla="*/ 56040 w 138113"/>
                <a:gd name="connsiteY60" fmla="*/ 2667 h 336550"/>
                <a:gd name="connsiteX61" fmla="*/ 69057 w 138113"/>
                <a:gd name="connsiteY61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8113" h="336550">
                  <a:moveTo>
                    <a:pt x="30544" y="76200"/>
                  </a:moveTo>
                  <a:lnTo>
                    <a:pt x="102257" y="76200"/>
                  </a:lnTo>
                  <a:cubicBezTo>
                    <a:pt x="107569" y="76200"/>
                    <a:pt x="112881" y="77515"/>
                    <a:pt x="116865" y="78830"/>
                  </a:cubicBezTo>
                  <a:cubicBezTo>
                    <a:pt x="122177" y="81460"/>
                    <a:pt x="124833" y="84089"/>
                    <a:pt x="128817" y="86719"/>
                  </a:cubicBezTo>
                  <a:cubicBezTo>
                    <a:pt x="131473" y="90664"/>
                    <a:pt x="134129" y="94609"/>
                    <a:pt x="135457" y="98553"/>
                  </a:cubicBezTo>
                  <a:cubicBezTo>
                    <a:pt x="136785" y="102498"/>
                    <a:pt x="138113" y="106443"/>
                    <a:pt x="138113" y="111702"/>
                  </a:cubicBezTo>
                  <a:cubicBezTo>
                    <a:pt x="138113" y="206375"/>
                    <a:pt x="138113" y="206375"/>
                    <a:pt x="138113" y="206375"/>
                  </a:cubicBezTo>
                  <a:cubicBezTo>
                    <a:pt x="138113" y="209005"/>
                    <a:pt x="136785" y="211635"/>
                    <a:pt x="135457" y="214264"/>
                  </a:cubicBezTo>
                  <a:cubicBezTo>
                    <a:pt x="132801" y="215579"/>
                    <a:pt x="130145" y="216894"/>
                    <a:pt x="127489" y="216894"/>
                  </a:cubicBezTo>
                  <a:cubicBezTo>
                    <a:pt x="124833" y="216894"/>
                    <a:pt x="123505" y="215579"/>
                    <a:pt x="120849" y="214264"/>
                  </a:cubicBezTo>
                  <a:cubicBezTo>
                    <a:pt x="118193" y="211635"/>
                    <a:pt x="118193" y="209005"/>
                    <a:pt x="118193" y="206375"/>
                  </a:cubicBezTo>
                  <a:cubicBezTo>
                    <a:pt x="118193" y="116962"/>
                    <a:pt x="118193" y="116962"/>
                    <a:pt x="118193" y="116962"/>
                  </a:cubicBezTo>
                  <a:cubicBezTo>
                    <a:pt x="118193" y="115647"/>
                    <a:pt x="116865" y="114332"/>
                    <a:pt x="115537" y="114332"/>
                  </a:cubicBezTo>
                  <a:cubicBezTo>
                    <a:pt x="114209" y="114332"/>
                    <a:pt x="112881" y="113017"/>
                    <a:pt x="111553" y="113017"/>
                  </a:cubicBezTo>
                  <a:cubicBezTo>
                    <a:pt x="110225" y="113017"/>
                    <a:pt x="110225" y="114332"/>
                    <a:pt x="107569" y="114332"/>
                  </a:cubicBezTo>
                  <a:cubicBezTo>
                    <a:pt x="106241" y="114332"/>
                    <a:pt x="106241" y="115647"/>
                    <a:pt x="106241" y="116962"/>
                  </a:cubicBezTo>
                  <a:cubicBezTo>
                    <a:pt x="106241" y="322086"/>
                    <a:pt x="106241" y="322086"/>
                    <a:pt x="106241" y="322086"/>
                  </a:cubicBezTo>
                  <a:cubicBezTo>
                    <a:pt x="106241" y="326031"/>
                    <a:pt x="104913" y="329976"/>
                    <a:pt x="100929" y="332605"/>
                  </a:cubicBezTo>
                  <a:cubicBezTo>
                    <a:pt x="98273" y="335235"/>
                    <a:pt x="95617" y="336550"/>
                    <a:pt x="90305" y="336550"/>
                  </a:cubicBezTo>
                  <a:cubicBezTo>
                    <a:pt x="86321" y="336550"/>
                    <a:pt x="83665" y="335235"/>
                    <a:pt x="79681" y="332605"/>
                  </a:cubicBezTo>
                  <a:cubicBezTo>
                    <a:pt x="77025" y="328661"/>
                    <a:pt x="75697" y="326031"/>
                    <a:pt x="75697" y="322086"/>
                  </a:cubicBezTo>
                  <a:cubicBezTo>
                    <a:pt x="75697" y="195856"/>
                    <a:pt x="75697" y="195856"/>
                    <a:pt x="75697" y="195856"/>
                  </a:cubicBezTo>
                  <a:cubicBezTo>
                    <a:pt x="75697" y="194541"/>
                    <a:pt x="74369" y="193226"/>
                    <a:pt x="73041" y="191911"/>
                  </a:cubicBezTo>
                  <a:cubicBezTo>
                    <a:pt x="71713" y="191911"/>
                    <a:pt x="70385" y="190596"/>
                    <a:pt x="69057" y="190596"/>
                  </a:cubicBezTo>
                  <a:cubicBezTo>
                    <a:pt x="69057" y="190596"/>
                    <a:pt x="66401" y="191911"/>
                    <a:pt x="65073" y="191911"/>
                  </a:cubicBezTo>
                  <a:cubicBezTo>
                    <a:pt x="62417" y="193226"/>
                    <a:pt x="62417" y="194541"/>
                    <a:pt x="62417" y="195856"/>
                  </a:cubicBezTo>
                  <a:cubicBezTo>
                    <a:pt x="62417" y="241877"/>
                    <a:pt x="62417" y="241877"/>
                    <a:pt x="62417" y="241877"/>
                  </a:cubicBezTo>
                  <a:cubicBezTo>
                    <a:pt x="62417" y="322086"/>
                    <a:pt x="62417" y="322086"/>
                    <a:pt x="62417" y="322086"/>
                  </a:cubicBezTo>
                  <a:cubicBezTo>
                    <a:pt x="62417" y="326031"/>
                    <a:pt x="61089" y="328661"/>
                    <a:pt x="57105" y="332605"/>
                  </a:cubicBezTo>
                  <a:cubicBezTo>
                    <a:pt x="54449" y="335235"/>
                    <a:pt x="50464" y="336550"/>
                    <a:pt x="46480" y="336550"/>
                  </a:cubicBezTo>
                  <a:cubicBezTo>
                    <a:pt x="42496" y="336550"/>
                    <a:pt x="38512" y="335235"/>
                    <a:pt x="35856" y="332605"/>
                  </a:cubicBezTo>
                  <a:cubicBezTo>
                    <a:pt x="33200" y="329976"/>
                    <a:pt x="31872" y="326031"/>
                    <a:pt x="31872" y="322086"/>
                  </a:cubicBezTo>
                  <a:cubicBezTo>
                    <a:pt x="31872" y="116962"/>
                    <a:pt x="31872" y="116962"/>
                    <a:pt x="31872" y="116962"/>
                  </a:cubicBezTo>
                  <a:cubicBezTo>
                    <a:pt x="31872" y="115647"/>
                    <a:pt x="30544" y="114332"/>
                    <a:pt x="29216" y="114332"/>
                  </a:cubicBezTo>
                  <a:cubicBezTo>
                    <a:pt x="27888" y="114332"/>
                    <a:pt x="26560" y="113017"/>
                    <a:pt x="26560" y="113017"/>
                  </a:cubicBezTo>
                  <a:cubicBezTo>
                    <a:pt x="25232" y="113017"/>
                    <a:pt x="23904" y="114332"/>
                    <a:pt x="22576" y="114332"/>
                  </a:cubicBezTo>
                  <a:cubicBezTo>
                    <a:pt x="21248" y="114332"/>
                    <a:pt x="19920" y="115647"/>
                    <a:pt x="19920" y="116962"/>
                  </a:cubicBezTo>
                  <a:cubicBezTo>
                    <a:pt x="19920" y="206375"/>
                    <a:pt x="19920" y="206375"/>
                    <a:pt x="19920" y="206375"/>
                  </a:cubicBezTo>
                  <a:cubicBezTo>
                    <a:pt x="19920" y="209005"/>
                    <a:pt x="19920" y="211635"/>
                    <a:pt x="17264" y="214264"/>
                  </a:cubicBezTo>
                  <a:cubicBezTo>
                    <a:pt x="14608" y="215579"/>
                    <a:pt x="13280" y="216894"/>
                    <a:pt x="10624" y="216894"/>
                  </a:cubicBezTo>
                  <a:cubicBezTo>
                    <a:pt x="7968" y="216894"/>
                    <a:pt x="5312" y="215579"/>
                    <a:pt x="2656" y="214264"/>
                  </a:cubicBezTo>
                  <a:cubicBezTo>
                    <a:pt x="1328" y="211635"/>
                    <a:pt x="0" y="209005"/>
                    <a:pt x="0" y="206375"/>
                  </a:cubicBezTo>
                  <a:cubicBezTo>
                    <a:pt x="0" y="111702"/>
                    <a:pt x="0" y="111702"/>
                    <a:pt x="0" y="111702"/>
                  </a:cubicBezTo>
                  <a:cubicBezTo>
                    <a:pt x="0" y="106443"/>
                    <a:pt x="0" y="102498"/>
                    <a:pt x="1328" y="98553"/>
                  </a:cubicBezTo>
                  <a:cubicBezTo>
                    <a:pt x="2656" y="94609"/>
                    <a:pt x="5312" y="90664"/>
                    <a:pt x="7968" y="86719"/>
                  </a:cubicBezTo>
                  <a:cubicBezTo>
                    <a:pt x="9296" y="84089"/>
                    <a:pt x="13280" y="81460"/>
                    <a:pt x="17264" y="78830"/>
                  </a:cubicBezTo>
                  <a:cubicBezTo>
                    <a:pt x="19920" y="77515"/>
                    <a:pt x="25232" y="76200"/>
                    <a:pt x="30544" y="76200"/>
                  </a:cubicBezTo>
                  <a:close/>
                  <a:moveTo>
                    <a:pt x="69057" y="0"/>
                  </a:moveTo>
                  <a:cubicBezTo>
                    <a:pt x="78169" y="0"/>
                    <a:pt x="85980" y="2667"/>
                    <a:pt x="92489" y="9335"/>
                  </a:cubicBezTo>
                  <a:cubicBezTo>
                    <a:pt x="98998" y="16002"/>
                    <a:pt x="101601" y="24003"/>
                    <a:pt x="101601" y="33338"/>
                  </a:cubicBezTo>
                  <a:cubicBezTo>
                    <a:pt x="101601" y="38672"/>
                    <a:pt x="101601" y="42672"/>
                    <a:pt x="98998" y="46673"/>
                  </a:cubicBezTo>
                  <a:cubicBezTo>
                    <a:pt x="97696" y="50673"/>
                    <a:pt x="95092" y="54674"/>
                    <a:pt x="92489" y="57341"/>
                  </a:cubicBezTo>
                  <a:cubicBezTo>
                    <a:pt x="89885" y="60008"/>
                    <a:pt x="85980" y="62675"/>
                    <a:pt x="82075" y="64008"/>
                  </a:cubicBezTo>
                  <a:cubicBezTo>
                    <a:pt x="78169" y="66675"/>
                    <a:pt x="72962" y="66675"/>
                    <a:pt x="69057" y="66675"/>
                  </a:cubicBezTo>
                  <a:cubicBezTo>
                    <a:pt x="63850" y="66675"/>
                    <a:pt x="59945" y="66675"/>
                    <a:pt x="56040" y="64008"/>
                  </a:cubicBezTo>
                  <a:cubicBezTo>
                    <a:pt x="52134" y="62675"/>
                    <a:pt x="48229" y="60008"/>
                    <a:pt x="45625" y="57341"/>
                  </a:cubicBezTo>
                  <a:cubicBezTo>
                    <a:pt x="43022" y="54674"/>
                    <a:pt x="40418" y="50673"/>
                    <a:pt x="39117" y="46673"/>
                  </a:cubicBezTo>
                  <a:cubicBezTo>
                    <a:pt x="37815" y="42672"/>
                    <a:pt x="36513" y="38672"/>
                    <a:pt x="36513" y="33338"/>
                  </a:cubicBezTo>
                  <a:cubicBezTo>
                    <a:pt x="36513" y="29337"/>
                    <a:pt x="37815" y="25337"/>
                    <a:pt x="39117" y="20003"/>
                  </a:cubicBezTo>
                  <a:cubicBezTo>
                    <a:pt x="40418" y="16002"/>
                    <a:pt x="43022" y="13335"/>
                    <a:pt x="45625" y="9335"/>
                  </a:cubicBezTo>
                  <a:cubicBezTo>
                    <a:pt x="48229" y="6668"/>
                    <a:pt x="52134" y="4001"/>
                    <a:pt x="56040" y="2667"/>
                  </a:cubicBezTo>
                  <a:cubicBezTo>
                    <a:pt x="59945" y="1334"/>
                    <a:pt x="63850" y="0"/>
                    <a:pt x="69057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2" name="ValueShape"/>
            <p:cNvSpPr/>
            <p:nvPr/>
          </p:nvSpPr>
          <p:spPr>
            <a:xfrm>
              <a:off x="4873743" y="1008464"/>
              <a:ext cx="315867" cy="769697"/>
            </a:xfrm>
            <a:custGeom>
              <a:avLst/>
              <a:gdLst>
                <a:gd name="connsiteX0" fmla="*/ 30544 w 138113"/>
                <a:gd name="connsiteY0" fmla="*/ 76200 h 336550"/>
                <a:gd name="connsiteX1" fmla="*/ 102257 w 138113"/>
                <a:gd name="connsiteY1" fmla="*/ 76200 h 336550"/>
                <a:gd name="connsiteX2" fmla="*/ 116865 w 138113"/>
                <a:gd name="connsiteY2" fmla="*/ 78830 h 336550"/>
                <a:gd name="connsiteX3" fmla="*/ 128817 w 138113"/>
                <a:gd name="connsiteY3" fmla="*/ 86719 h 336550"/>
                <a:gd name="connsiteX4" fmla="*/ 135457 w 138113"/>
                <a:gd name="connsiteY4" fmla="*/ 98553 h 336550"/>
                <a:gd name="connsiteX5" fmla="*/ 138113 w 138113"/>
                <a:gd name="connsiteY5" fmla="*/ 111702 h 336550"/>
                <a:gd name="connsiteX6" fmla="*/ 138113 w 138113"/>
                <a:gd name="connsiteY6" fmla="*/ 206375 h 336550"/>
                <a:gd name="connsiteX7" fmla="*/ 135457 w 138113"/>
                <a:gd name="connsiteY7" fmla="*/ 214264 h 336550"/>
                <a:gd name="connsiteX8" fmla="*/ 127489 w 138113"/>
                <a:gd name="connsiteY8" fmla="*/ 216894 h 336550"/>
                <a:gd name="connsiteX9" fmla="*/ 120849 w 138113"/>
                <a:gd name="connsiteY9" fmla="*/ 214264 h 336550"/>
                <a:gd name="connsiteX10" fmla="*/ 118193 w 138113"/>
                <a:gd name="connsiteY10" fmla="*/ 206375 h 336550"/>
                <a:gd name="connsiteX11" fmla="*/ 118193 w 138113"/>
                <a:gd name="connsiteY11" fmla="*/ 116962 h 336550"/>
                <a:gd name="connsiteX12" fmla="*/ 115537 w 138113"/>
                <a:gd name="connsiteY12" fmla="*/ 114332 h 336550"/>
                <a:gd name="connsiteX13" fmla="*/ 111553 w 138113"/>
                <a:gd name="connsiteY13" fmla="*/ 113017 h 336550"/>
                <a:gd name="connsiteX14" fmla="*/ 107569 w 138113"/>
                <a:gd name="connsiteY14" fmla="*/ 114332 h 336550"/>
                <a:gd name="connsiteX15" fmla="*/ 106241 w 138113"/>
                <a:gd name="connsiteY15" fmla="*/ 116962 h 336550"/>
                <a:gd name="connsiteX16" fmla="*/ 106241 w 138113"/>
                <a:gd name="connsiteY16" fmla="*/ 322086 h 336550"/>
                <a:gd name="connsiteX17" fmla="*/ 100929 w 138113"/>
                <a:gd name="connsiteY17" fmla="*/ 332605 h 336550"/>
                <a:gd name="connsiteX18" fmla="*/ 90305 w 138113"/>
                <a:gd name="connsiteY18" fmla="*/ 336550 h 336550"/>
                <a:gd name="connsiteX19" fmla="*/ 79681 w 138113"/>
                <a:gd name="connsiteY19" fmla="*/ 332605 h 336550"/>
                <a:gd name="connsiteX20" fmla="*/ 75697 w 138113"/>
                <a:gd name="connsiteY20" fmla="*/ 322086 h 336550"/>
                <a:gd name="connsiteX21" fmla="*/ 75697 w 138113"/>
                <a:gd name="connsiteY21" fmla="*/ 195856 h 336550"/>
                <a:gd name="connsiteX22" fmla="*/ 73041 w 138113"/>
                <a:gd name="connsiteY22" fmla="*/ 191911 h 336550"/>
                <a:gd name="connsiteX23" fmla="*/ 69057 w 138113"/>
                <a:gd name="connsiteY23" fmla="*/ 190596 h 336550"/>
                <a:gd name="connsiteX24" fmla="*/ 65073 w 138113"/>
                <a:gd name="connsiteY24" fmla="*/ 191911 h 336550"/>
                <a:gd name="connsiteX25" fmla="*/ 62417 w 138113"/>
                <a:gd name="connsiteY25" fmla="*/ 195856 h 336550"/>
                <a:gd name="connsiteX26" fmla="*/ 62417 w 138113"/>
                <a:gd name="connsiteY26" fmla="*/ 241877 h 336550"/>
                <a:gd name="connsiteX27" fmla="*/ 62417 w 138113"/>
                <a:gd name="connsiteY27" fmla="*/ 322086 h 336550"/>
                <a:gd name="connsiteX28" fmla="*/ 57105 w 138113"/>
                <a:gd name="connsiteY28" fmla="*/ 332605 h 336550"/>
                <a:gd name="connsiteX29" fmla="*/ 46480 w 138113"/>
                <a:gd name="connsiteY29" fmla="*/ 336550 h 336550"/>
                <a:gd name="connsiteX30" fmla="*/ 35856 w 138113"/>
                <a:gd name="connsiteY30" fmla="*/ 332605 h 336550"/>
                <a:gd name="connsiteX31" fmla="*/ 31872 w 138113"/>
                <a:gd name="connsiteY31" fmla="*/ 322086 h 336550"/>
                <a:gd name="connsiteX32" fmla="*/ 31872 w 138113"/>
                <a:gd name="connsiteY32" fmla="*/ 116962 h 336550"/>
                <a:gd name="connsiteX33" fmla="*/ 29216 w 138113"/>
                <a:gd name="connsiteY33" fmla="*/ 114332 h 336550"/>
                <a:gd name="connsiteX34" fmla="*/ 26560 w 138113"/>
                <a:gd name="connsiteY34" fmla="*/ 113017 h 336550"/>
                <a:gd name="connsiteX35" fmla="*/ 22576 w 138113"/>
                <a:gd name="connsiteY35" fmla="*/ 114332 h 336550"/>
                <a:gd name="connsiteX36" fmla="*/ 19920 w 138113"/>
                <a:gd name="connsiteY36" fmla="*/ 116962 h 336550"/>
                <a:gd name="connsiteX37" fmla="*/ 19920 w 138113"/>
                <a:gd name="connsiteY37" fmla="*/ 206375 h 336550"/>
                <a:gd name="connsiteX38" fmla="*/ 17264 w 138113"/>
                <a:gd name="connsiteY38" fmla="*/ 214264 h 336550"/>
                <a:gd name="connsiteX39" fmla="*/ 10624 w 138113"/>
                <a:gd name="connsiteY39" fmla="*/ 216894 h 336550"/>
                <a:gd name="connsiteX40" fmla="*/ 2656 w 138113"/>
                <a:gd name="connsiteY40" fmla="*/ 214264 h 336550"/>
                <a:gd name="connsiteX41" fmla="*/ 0 w 138113"/>
                <a:gd name="connsiteY41" fmla="*/ 206375 h 336550"/>
                <a:gd name="connsiteX42" fmla="*/ 0 w 138113"/>
                <a:gd name="connsiteY42" fmla="*/ 111702 h 336550"/>
                <a:gd name="connsiteX43" fmla="*/ 1328 w 138113"/>
                <a:gd name="connsiteY43" fmla="*/ 98553 h 336550"/>
                <a:gd name="connsiteX44" fmla="*/ 7968 w 138113"/>
                <a:gd name="connsiteY44" fmla="*/ 86719 h 336550"/>
                <a:gd name="connsiteX45" fmla="*/ 17264 w 138113"/>
                <a:gd name="connsiteY45" fmla="*/ 78830 h 336550"/>
                <a:gd name="connsiteX46" fmla="*/ 30544 w 138113"/>
                <a:gd name="connsiteY46" fmla="*/ 76200 h 336550"/>
                <a:gd name="connsiteX47" fmla="*/ 69057 w 138113"/>
                <a:gd name="connsiteY47" fmla="*/ 0 h 336550"/>
                <a:gd name="connsiteX48" fmla="*/ 92489 w 138113"/>
                <a:gd name="connsiteY48" fmla="*/ 9335 h 336550"/>
                <a:gd name="connsiteX49" fmla="*/ 101601 w 138113"/>
                <a:gd name="connsiteY49" fmla="*/ 33338 h 336550"/>
                <a:gd name="connsiteX50" fmla="*/ 98998 w 138113"/>
                <a:gd name="connsiteY50" fmla="*/ 46673 h 336550"/>
                <a:gd name="connsiteX51" fmla="*/ 92489 w 138113"/>
                <a:gd name="connsiteY51" fmla="*/ 57341 h 336550"/>
                <a:gd name="connsiteX52" fmla="*/ 82075 w 138113"/>
                <a:gd name="connsiteY52" fmla="*/ 64008 h 336550"/>
                <a:gd name="connsiteX53" fmla="*/ 69057 w 138113"/>
                <a:gd name="connsiteY53" fmla="*/ 66675 h 336550"/>
                <a:gd name="connsiteX54" fmla="*/ 56040 w 138113"/>
                <a:gd name="connsiteY54" fmla="*/ 64008 h 336550"/>
                <a:gd name="connsiteX55" fmla="*/ 45625 w 138113"/>
                <a:gd name="connsiteY55" fmla="*/ 57341 h 336550"/>
                <a:gd name="connsiteX56" fmla="*/ 39117 w 138113"/>
                <a:gd name="connsiteY56" fmla="*/ 46673 h 336550"/>
                <a:gd name="connsiteX57" fmla="*/ 36513 w 138113"/>
                <a:gd name="connsiteY57" fmla="*/ 33338 h 336550"/>
                <a:gd name="connsiteX58" fmla="*/ 39117 w 138113"/>
                <a:gd name="connsiteY58" fmla="*/ 20003 h 336550"/>
                <a:gd name="connsiteX59" fmla="*/ 45625 w 138113"/>
                <a:gd name="connsiteY59" fmla="*/ 9335 h 336550"/>
                <a:gd name="connsiteX60" fmla="*/ 56040 w 138113"/>
                <a:gd name="connsiteY60" fmla="*/ 2667 h 336550"/>
                <a:gd name="connsiteX61" fmla="*/ 69057 w 138113"/>
                <a:gd name="connsiteY61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8113" h="336550">
                  <a:moveTo>
                    <a:pt x="30544" y="76200"/>
                  </a:moveTo>
                  <a:lnTo>
                    <a:pt x="102257" y="76200"/>
                  </a:lnTo>
                  <a:cubicBezTo>
                    <a:pt x="107569" y="76200"/>
                    <a:pt x="112881" y="77515"/>
                    <a:pt x="116865" y="78830"/>
                  </a:cubicBezTo>
                  <a:cubicBezTo>
                    <a:pt x="122177" y="81460"/>
                    <a:pt x="124833" y="84089"/>
                    <a:pt x="128817" y="86719"/>
                  </a:cubicBezTo>
                  <a:cubicBezTo>
                    <a:pt x="131473" y="90664"/>
                    <a:pt x="134129" y="94609"/>
                    <a:pt x="135457" y="98553"/>
                  </a:cubicBezTo>
                  <a:cubicBezTo>
                    <a:pt x="136785" y="102498"/>
                    <a:pt x="138113" y="106443"/>
                    <a:pt x="138113" y="111702"/>
                  </a:cubicBezTo>
                  <a:cubicBezTo>
                    <a:pt x="138113" y="206375"/>
                    <a:pt x="138113" y="206375"/>
                    <a:pt x="138113" y="206375"/>
                  </a:cubicBezTo>
                  <a:cubicBezTo>
                    <a:pt x="138113" y="209005"/>
                    <a:pt x="136785" y="211635"/>
                    <a:pt x="135457" y="214264"/>
                  </a:cubicBezTo>
                  <a:cubicBezTo>
                    <a:pt x="132801" y="215579"/>
                    <a:pt x="130145" y="216894"/>
                    <a:pt x="127489" y="216894"/>
                  </a:cubicBezTo>
                  <a:cubicBezTo>
                    <a:pt x="124833" y="216894"/>
                    <a:pt x="123505" y="215579"/>
                    <a:pt x="120849" y="214264"/>
                  </a:cubicBezTo>
                  <a:cubicBezTo>
                    <a:pt x="118193" y="211635"/>
                    <a:pt x="118193" y="209005"/>
                    <a:pt x="118193" y="206375"/>
                  </a:cubicBezTo>
                  <a:cubicBezTo>
                    <a:pt x="118193" y="116962"/>
                    <a:pt x="118193" y="116962"/>
                    <a:pt x="118193" y="116962"/>
                  </a:cubicBezTo>
                  <a:cubicBezTo>
                    <a:pt x="118193" y="115647"/>
                    <a:pt x="116865" y="114332"/>
                    <a:pt x="115537" y="114332"/>
                  </a:cubicBezTo>
                  <a:cubicBezTo>
                    <a:pt x="114209" y="114332"/>
                    <a:pt x="112881" y="113017"/>
                    <a:pt x="111553" y="113017"/>
                  </a:cubicBezTo>
                  <a:cubicBezTo>
                    <a:pt x="110225" y="113017"/>
                    <a:pt x="110225" y="114332"/>
                    <a:pt x="107569" y="114332"/>
                  </a:cubicBezTo>
                  <a:cubicBezTo>
                    <a:pt x="106241" y="114332"/>
                    <a:pt x="106241" y="115647"/>
                    <a:pt x="106241" y="116962"/>
                  </a:cubicBezTo>
                  <a:cubicBezTo>
                    <a:pt x="106241" y="322086"/>
                    <a:pt x="106241" y="322086"/>
                    <a:pt x="106241" y="322086"/>
                  </a:cubicBezTo>
                  <a:cubicBezTo>
                    <a:pt x="106241" y="326031"/>
                    <a:pt x="104913" y="329976"/>
                    <a:pt x="100929" y="332605"/>
                  </a:cubicBezTo>
                  <a:cubicBezTo>
                    <a:pt x="98273" y="335235"/>
                    <a:pt x="95617" y="336550"/>
                    <a:pt x="90305" y="336550"/>
                  </a:cubicBezTo>
                  <a:cubicBezTo>
                    <a:pt x="86321" y="336550"/>
                    <a:pt x="83665" y="335235"/>
                    <a:pt x="79681" y="332605"/>
                  </a:cubicBezTo>
                  <a:cubicBezTo>
                    <a:pt x="77025" y="328661"/>
                    <a:pt x="75697" y="326031"/>
                    <a:pt x="75697" y="322086"/>
                  </a:cubicBezTo>
                  <a:cubicBezTo>
                    <a:pt x="75697" y="195856"/>
                    <a:pt x="75697" y="195856"/>
                    <a:pt x="75697" y="195856"/>
                  </a:cubicBezTo>
                  <a:cubicBezTo>
                    <a:pt x="75697" y="194541"/>
                    <a:pt x="74369" y="193226"/>
                    <a:pt x="73041" y="191911"/>
                  </a:cubicBezTo>
                  <a:cubicBezTo>
                    <a:pt x="71713" y="191911"/>
                    <a:pt x="70385" y="190596"/>
                    <a:pt x="69057" y="190596"/>
                  </a:cubicBezTo>
                  <a:cubicBezTo>
                    <a:pt x="69057" y="190596"/>
                    <a:pt x="66401" y="191911"/>
                    <a:pt x="65073" y="191911"/>
                  </a:cubicBezTo>
                  <a:cubicBezTo>
                    <a:pt x="62417" y="193226"/>
                    <a:pt x="62417" y="194541"/>
                    <a:pt x="62417" y="195856"/>
                  </a:cubicBezTo>
                  <a:cubicBezTo>
                    <a:pt x="62417" y="241877"/>
                    <a:pt x="62417" y="241877"/>
                    <a:pt x="62417" y="241877"/>
                  </a:cubicBezTo>
                  <a:cubicBezTo>
                    <a:pt x="62417" y="322086"/>
                    <a:pt x="62417" y="322086"/>
                    <a:pt x="62417" y="322086"/>
                  </a:cubicBezTo>
                  <a:cubicBezTo>
                    <a:pt x="62417" y="326031"/>
                    <a:pt x="61089" y="328661"/>
                    <a:pt x="57105" y="332605"/>
                  </a:cubicBezTo>
                  <a:cubicBezTo>
                    <a:pt x="54449" y="335235"/>
                    <a:pt x="50464" y="336550"/>
                    <a:pt x="46480" y="336550"/>
                  </a:cubicBezTo>
                  <a:cubicBezTo>
                    <a:pt x="42496" y="336550"/>
                    <a:pt x="38512" y="335235"/>
                    <a:pt x="35856" y="332605"/>
                  </a:cubicBezTo>
                  <a:cubicBezTo>
                    <a:pt x="33200" y="329976"/>
                    <a:pt x="31872" y="326031"/>
                    <a:pt x="31872" y="322086"/>
                  </a:cubicBezTo>
                  <a:cubicBezTo>
                    <a:pt x="31872" y="116962"/>
                    <a:pt x="31872" y="116962"/>
                    <a:pt x="31872" y="116962"/>
                  </a:cubicBezTo>
                  <a:cubicBezTo>
                    <a:pt x="31872" y="115647"/>
                    <a:pt x="30544" y="114332"/>
                    <a:pt x="29216" y="114332"/>
                  </a:cubicBezTo>
                  <a:cubicBezTo>
                    <a:pt x="27888" y="114332"/>
                    <a:pt x="26560" y="113017"/>
                    <a:pt x="26560" y="113017"/>
                  </a:cubicBezTo>
                  <a:cubicBezTo>
                    <a:pt x="25232" y="113017"/>
                    <a:pt x="23904" y="114332"/>
                    <a:pt x="22576" y="114332"/>
                  </a:cubicBezTo>
                  <a:cubicBezTo>
                    <a:pt x="21248" y="114332"/>
                    <a:pt x="19920" y="115647"/>
                    <a:pt x="19920" y="116962"/>
                  </a:cubicBezTo>
                  <a:cubicBezTo>
                    <a:pt x="19920" y="206375"/>
                    <a:pt x="19920" y="206375"/>
                    <a:pt x="19920" y="206375"/>
                  </a:cubicBezTo>
                  <a:cubicBezTo>
                    <a:pt x="19920" y="209005"/>
                    <a:pt x="19920" y="211635"/>
                    <a:pt x="17264" y="214264"/>
                  </a:cubicBezTo>
                  <a:cubicBezTo>
                    <a:pt x="14608" y="215579"/>
                    <a:pt x="13280" y="216894"/>
                    <a:pt x="10624" y="216894"/>
                  </a:cubicBezTo>
                  <a:cubicBezTo>
                    <a:pt x="7968" y="216894"/>
                    <a:pt x="5312" y="215579"/>
                    <a:pt x="2656" y="214264"/>
                  </a:cubicBezTo>
                  <a:cubicBezTo>
                    <a:pt x="1328" y="211635"/>
                    <a:pt x="0" y="209005"/>
                    <a:pt x="0" y="206375"/>
                  </a:cubicBezTo>
                  <a:cubicBezTo>
                    <a:pt x="0" y="111702"/>
                    <a:pt x="0" y="111702"/>
                    <a:pt x="0" y="111702"/>
                  </a:cubicBezTo>
                  <a:cubicBezTo>
                    <a:pt x="0" y="106443"/>
                    <a:pt x="0" y="102498"/>
                    <a:pt x="1328" y="98553"/>
                  </a:cubicBezTo>
                  <a:cubicBezTo>
                    <a:pt x="2656" y="94609"/>
                    <a:pt x="5312" y="90664"/>
                    <a:pt x="7968" y="86719"/>
                  </a:cubicBezTo>
                  <a:cubicBezTo>
                    <a:pt x="9296" y="84089"/>
                    <a:pt x="13280" y="81460"/>
                    <a:pt x="17264" y="78830"/>
                  </a:cubicBezTo>
                  <a:cubicBezTo>
                    <a:pt x="19920" y="77515"/>
                    <a:pt x="25232" y="76200"/>
                    <a:pt x="30544" y="76200"/>
                  </a:cubicBezTo>
                  <a:close/>
                  <a:moveTo>
                    <a:pt x="69057" y="0"/>
                  </a:moveTo>
                  <a:cubicBezTo>
                    <a:pt x="78169" y="0"/>
                    <a:pt x="85980" y="2667"/>
                    <a:pt x="92489" y="9335"/>
                  </a:cubicBezTo>
                  <a:cubicBezTo>
                    <a:pt x="98998" y="16002"/>
                    <a:pt x="101601" y="24003"/>
                    <a:pt x="101601" y="33338"/>
                  </a:cubicBezTo>
                  <a:cubicBezTo>
                    <a:pt x="101601" y="38672"/>
                    <a:pt x="101601" y="42672"/>
                    <a:pt x="98998" y="46673"/>
                  </a:cubicBezTo>
                  <a:cubicBezTo>
                    <a:pt x="97696" y="50673"/>
                    <a:pt x="95092" y="54674"/>
                    <a:pt x="92489" y="57341"/>
                  </a:cubicBezTo>
                  <a:cubicBezTo>
                    <a:pt x="89885" y="60008"/>
                    <a:pt x="85980" y="62675"/>
                    <a:pt x="82075" y="64008"/>
                  </a:cubicBezTo>
                  <a:cubicBezTo>
                    <a:pt x="78169" y="66675"/>
                    <a:pt x="72962" y="66675"/>
                    <a:pt x="69057" y="66675"/>
                  </a:cubicBezTo>
                  <a:cubicBezTo>
                    <a:pt x="63850" y="66675"/>
                    <a:pt x="59945" y="66675"/>
                    <a:pt x="56040" y="64008"/>
                  </a:cubicBezTo>
                  <a:cubicBezTo>
                    <a:pt x="52134" y="62675"/>
                    <a:pt x="48229" y="60008"/>
                    <a:pt x="45625" y="57341"/>
                  </a:cubicBezTo>
                  <a:cubicBezTo>
                    <a:pt x="43022" y="54674"/>
                    <a:pt x="40418" y="50673"/>
                    <a:pt x="39117" y="46673"/>
                  </a:cubicBezTo>
                  <a:cubicBezTo>
                    <a:pt x="37815" y="42672"/>
                    <a:pt x="36513" y="38672"/>
                    <a:pt x="36513" y="33338"/>
                  </a:cubicBezTo>
                  <a:cubicBezTo>
                    <a:pt x="36513" y="29337"/>
                    <a:pt x="37815" y="25337"/>
                    <a:pt x="39117" y="20003"/>
                  </a:cubicBezTo>
                  <a:cubicBezTo>
                    <a:pt x="40418" y="16002"/>
                    <a:pt x="43022" y="13335"/>
                    <a:pt x="45625" y="9335"/>
                  </a:cubicBezTo>
                  <a:cubicBezTo>
                    <a:pt x="48229" y="6668"/>
                    <a:pt x="52134" y="4001"/>
                    <a:pt x="56040" y="2667"/>
                  </a:cubicBezTo>
                  <a:cubicBezTo>
                    <a:pt x="59945" y="1334"/>
                    <a:pt x="63850" y="0"/>
                    <a:pt x="69057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3" name="ValueShape"/>
            <p:cNvSpPr/>
            <p:nvPr/>
          </p:nvSpPr>
          <p:spPr>
            <a:xfrm>
              <a:off x="5445243" y="1008464"/>
              <a:ext cx="315867" cy="769697"/>
            </a:xfrm>
            <a:custGeom>
              <a:avLst/>
              <a:gdLst>
                <a:gd name="connsiteX0" fmla="*/ 30544 w 138113"/>
                <a:gd name="connsiteY0" fmla="*/ 76200 h 336550"/>
                <a:gd name="connsiteX1" fmla="*/ 102257 w 138113"/>
                <a:gd name="connsiteY1" fmla="*/ 76200 h 336550"/>
                <a:gd name="connsiteX2" fmla="*/ 116865 w 138113"/>
                <a:gd name="connsiteY2" fmla="*/ 78830 h 336550"/>
                <a:gd name="connsiteX3" fmla="*/ 128817 w 138113"/>
                <a:gd name="connsiteY3" fmla="*/ 86719 h 336550"/>
                <a:gd name="connsiteX4" fmla="*/ 135457 w 138113"/>
                <a:gd name="connsiteY4" fmla="*/ 98553 h 336550"/>
                <a:gd name="connsiteX5" fmla="*/ 138113 w 138113"/>
                <a:gd name="connsiteY5" fmla="*/ 111702 h 336550"/>
                <a:gd name="connsiteX6" fmla="*/ 138113 w 138113"/>
                <a:gd name="connsiteY6" fmla="*/ 206375 h 336550"/>
                <a:gd name="connsiteX7" fmla="*/ 135457 w 138113"/>
                <a:gd name="connsiteY7" fmla="*/ 214264 h 336550"/>
                <a:gd name="connsiteX8" fmla="*/ 127489 w 138113"/>
                <a:gd name="connsiteY8" fmla="*/ 216894 h 336550"/>
                <a:gd name="connsiteX9" fmla="*/ 120849 w 138113"/>
                <a:gd name="connsiteY9" fmla="*/ 214264 h 336550"/>
                <a:gd name="connsiteX10" fmla="*/ 118193 w 138113"/>
                <a:gd name="connsiteY10" fmla="*/ 206375 h 336550"/>
                <a:gd name="connsiteX11" fmla="*/ 118193 w 138113"/>
                <a:gd name="connsiteY11" fmla="*/ 116962 h 336550"/>
                <a:gd name="connsiteX12" fmla="*/ 115537 w 138113"/>
                <a:gd name="connsiteY12" fmla="*/ 114332 h 336550"/>
                <a:gd name="connsiteX13" fmla="*/ 111553 w 138113"/>
                <a:gd name="connsiteY13" fmla="*/ 113017 h 336550"/>
                <a:gd name="connsiteX14" fmla="*/ 107569 w 138113"/>
                <a:gd name="connsiteY14" fmla="*/ 114332 h 336550"/>
                <a:gd name="connsiteX15" fmla="*/ 106241 w 138113"/>
                <a:gd name="connsiteY15" fmla="*/ 116962 h 336550"/>
                <a:gd name="connsiteX16" fmla="*/ 106241 w 138113"/>
                <a:gd name="connsiteY16" fmla="*/ 322086 h 336550"/>
                <a:gd name="connsiteX17" fmla="*/ 100929 w 138113"/>
                <a:gd name="connsiteY17" fmla="*/ 332605 h 336550"/>
                <a:gd name="connsiteX18" fmla="*/ 90305 w 138113"/>
                <a:gd name="connsiteY18" fmla="*/ 336550 h 336550"/>
                <a:gd name="connsiteX19" fmla="*/ 79681 w 138113"/>
                <a:gd name="connsiteY19" fmla="*/ 332605 h 336550"/>
                <a:gd name="connsiteX20" fmla="*/ 75697 w 138113"/>
                <a:gd name="connsiteY20" fmla="*/ 322086 h 336550"/>
                <a:gd name="connsiteX21" fmla="*/ 75697 w 138113"/>
                <a:gd name="connsiteY21" fmla="*/ 195856 h 336550"/>
                <a:gd name="connsiteX22" fmla="*/ 73041 w 138113"/>
                <a:gd name="connsiteY22" fmla="*/ 191911 h 336550"/>
                <a:gd name="connsiteX23" fmla="*/ 69057 w 138113"/>
                <a:gd name="connsiteY23" fmla="*/ 190596 h 336550"/>
                <a:gd name="connsiteX24" fmla="*/ 65073 w 138113"/>
                <a:gd name="connsiteY24" fmla="*/ 191911 h 336550"/>
                <a:gd name="connsiteX25" fmla="*/ 62417 w 138113"/>
                <a:gd name="connsiteY25" fmla="*/ 195856 h 336550"/>
                <a:gd name="connsiteX26" fmla="*/ 62417 w 138113"/>
                <a:gd name="connsiteY26" fmla="*/ 241877 h 336550"/>
                <a:gd name="connsiteX27" fmla="*/ 62417 w 138113"/>
                <a:gd name="connsiteY27" fmla="*/ 322086 h 336550"/>
                <a:gd name="connsiteX28" fmla="*/ 57105 w 138113"/>
                <a:gd name="connsiteY28" fmla="*/ 332605 h 336550"/>
                <a:gd name="connsiteX29" fmla="*/ 46480 w 138113"/>
                <a:gd name="connsiteY29" fmla="*/ 336550 h 336550"/>
                <a:gd name="connsiteX30" fmla="*/ 35856 w 138113"/>
                <a:gd name="connsiteY30" fmla="*/ 332605 h 336550"/>
                <a:gd name="connsiteX31" fmla="*/ 31872 w 138113"/>
                <a:gd name="connsiteY31" fmla="*/ 322086 h 336550"/>
                <a:gd name="connsiteX32" fmla="*/ 31872 w 138113"/>
                <a:gd name="connsiteY32" fmla="*/ 116962 h 336550"/>
                <a:gd name="connsiteX33" fmla="*/ 29216 w 138113"/>
                <a:gd name="connsiteY33" fmla="*/ 114332 h 336550"/>
                <a:gd name="connsiteX34" fmla="*/ 26560 w 138113"/>
                <a:gd name="connsiteY34" fmla="*/ 113017 h 336550"/>
                <a:gd name="connsiteX35" fmla="*/ 22576 w 138113"/>
                <a:gd name="connsiteY35" fmla="*/ 114332 h 336550"/>
                <a:gd name="connsiteX36" fmla="*/ 19920 w 138113"/>
                <a:gd name="connsiteY36" fmla="*/ 116962 h 336550"/>
                <a:gd name="connsiteX37" fmla="*/ 19920 w 138113"/>
                <a:gd name="connsiteY37" fmla="*/ 206375 h 336550"/>
                <a:gd name="connsiteX38" fmla="*/ 17264 w 138113"/>
                <a:gd name="connsiteY38" fmla="*/ 214264 h 336550"/>
                <a:gd name="connsiteX39" fmla="*/ 10624 w 138113"/>
                <a:gd name="connsiteY39" fmla="*/ 216894 h 336550"/>
                <a:gd name="connsiteX40" fmla="*/ 2656 w 138113"/>
                <a:gd name="connsiteY40" fmla="*/ 214264 h 336550"/>
                <a:gd name="connsiteX41" fmla="*/ 0 w 138113"/>
                <a:gd name="connsiteY41" fmla="*/ 206375 h 336550"/>
                <a:gd name="connsiteX42" fmla="*/ 0 w 138113"/>
                <a:gd name="connsiteY42" fmla="*/ 111702 h 336550"/>
                <a:gd name="connsiteX43" fmla="*/ 1328 w 138113"/>
                <a:gd name="connsiteY43" fmla="*/ 98553 h 336550"/>
                <a:gd name="connsiteX44" fmla="*/ 7968 w 138113"/>
                <a:gd name="connsiteY44" fmla="*/ 86719 h 336550"/>
                <a:gd name="connsiteX45" fmla="*/ 17264 w 138113"/>
                <a:gd name="connsiteY45" fmla="*/ 78830 h 336550"/>
                <a:gd name="connsiteX46" fmla="*/ 30544 w 138113"/>
                <a:gd name="connsiteY46" fmla="*/ 76200 h 336550"/>
                <a:gd name="connsiteX47" fmla="*/ 69057 w 138113"/>
                <a:gd name="connsiteY47" fmla="*/ 0 h 336550"/>
                <a:gd name="connsiteX48" fmla="*/ 92489 w 138113"/>
                <a:gd name="connsiteY48" fmla="*/ 9335 h 336550"/>
                <a:gd name="connsiteX49" fmla="*/ 101601 w 138113"/>
                <a:gd name="connsiteY49" fmla="*/ 33338 h 336550"/>
                <a:gd name="connsiteX50" fmla="*/ 98998 w 138113"/>
                <a:gd name="connsiteY50" fmla="*/ 46673 h 336550"/>
                <a:gd name="connsiteX51" fmla="*/ 92489 w 138113"/>
                <a:gd name="connsiteY51" fmla="*/ 57341 h 336550"/>
                <a:gd name="connsiteX52" fmla="*/ 82075 w 138113"/>
                <a:gd name="connsiteY52" fmla="*/ 64008 h 336550"/>
                <a:gd name="connsiteX53" fmla="*/ 69057 w 138113"/>
                <a:gd name="connsiteY53" fmla="*/ 66675 h 336550"/>
                <a:gd name="connsiteX54" fmla="*/ 56040 w 138113"/>
                <a:gd name="connsiteY54" fmla="*/ 64008 h 336550"/>
                <a:gd name="connsiteX55" fmla="*/ 45625 w 138113"/>
                <a:gd name="connsiteY55" fmla="*/ 57341 h 336550"/>
                <a:gd name="connsiteX56" fmla="*/ 39117 w 138113"/>
                <a:gd name="connsiteY56" fmla="*/ 46673 h 336550"/>
                <a:gd name="connsiteX57" fmla="*/ 36513 w 138113"/>
                <a:gd name="connsiteY57" fmla="*/ 33338 h 336550"/>
                <a:gd name="connsiteX58" fmla="*/ 39117 w 138113"/>
                <a:gd name="connsiteY58" fmla="*/ 20003 h 336550"/>
                <a:gd name="connsiteX59" fmla="*/ 45625 w 138113"/>
                <a:gd name="connsiteY59" fmla="*/ 9335 h 336550"/>
                <a:gd name="connsiteX60" fmla="*/ 56040 w 138113"/>
                <a:gd name="connsiteY60" fmla="*/ 2667 h 336550"/>
                <a:gd name="connsiteX61" fmla="*/ 69057 w 138113"/>
                <a:gd name="connsiteY61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8113" h="336550">
                  <a:moveTo>
                    <a:pt x="30544" y="76200"/>
                  </a:moveTo>
                  <a:lnTo>
                    <a:pt x="102257" y="76200"/>
                  </a:lnTo>
                  <a:cubicBezTo>
                    <a:pt x="107569" y="76200"/>
                    <a:pt x="112881" y="77515"/>
                    <a:pt x="116865" y="78830"/>
                  </a:cubicBezTo>
                  <a:cubicBezTo>
                    <a:pt x="122177" y="81460"/>
                    <a:pt x="124833" y="84089"/>
                    <a:pt x="128817" y="86719"/>
                  </a:cubicBezTo>
                  <a:cubicBezTo>
                    <a:pt x="131473" y="90664"/>
                    <a:pt x="134129" y="94609"/>
                    <a:pt x="135457" y="98553"/>
                  </a:cubicBezTo>
                  <a:cubicBezTo>
                    <a:pt x="136785" y="102498"/>
                    <a:pt x="138113" y="106443"/>
                    <a:pt x="138113" y="111702"/>
                  </a:cubicBezTo>
                  <a:cubicBezTo>
                    <a:pt x="138113" y="206375"/>
                    <a:pt x="138113" y="206375"/>
                    <a:pt x="138113" y="206375"/>
                  </a:cubicBezTo>
                  <a:cubicBezTo>
                    <a:pt x="138113" y="209005"/>
                    <a:pt x="136785" y="211635"/>
                    <a:pt x="135457" y="214264"/>
                  </a:cubicBezTo>
                  <a:cubicBezTo>
                    <a:pt x="132801" y="215579"/>
                    <a:pt x="130145" y="216894"/>
                    <a:pt x="127489" y="216894"/>
                  </a:cubicBezTo>
                  <a:cubicBezTo>
                    <a:pt x="124833" y="216894"/>
                    <a:pt x="123505" y="215579"/>
                    <a:pt x="120849" y="214264"/>
                  </a:cubicBezTo>
                  <a:cubicBezTo>
                    <a:pt x="118193" y="211635"/>
                    <a:pt x="118193" y="209005"/>
                    <a:pt x="118193" y="206375"/>
                  </a:cubicBezTo>
                  <a:cubicBezTo>
                    <a:pt x="118193" y="116962"/>
                    <a:pt x="118193" y="116962"/>
                    <a:pt x="118193" y="116962"/>
                  </a:cubicBezTo>
                  <a:cubicBezTo>
                    <a:pt x="118193" y="115647"/>
                    <a:pt x="116865" y="114332"/>
                    <a:pt x="115537" y="114332"/>
                  </a:cubicBezTo>
                  <a:cubicBezTo>
                    <a:pt x="114209" y="114332"/>
                    <a:pt x="112881" y="113017"/>
                    <a:pt x="111553" y="113017"/>
                  </a:cubicBezTo>
                  <a:cubicBezTo>
                    <a:pt x="110225" y="113017"/>
                    <a:pt x="110225" y="114332"/>
                    <a:pt x="107569" y="114332"/>
                  </a:cubicBezTo>
                  <a:cubicBezTo>
                    <a:pt x="106241" y="114332"/>
                    <a:pt x="106241" y="115647"/>
                    <a:pt x="106241" y="116962"/>
                  </a:cubicBezTo>
                  <a:cubicBezTo>
                    <a:pt x="106241" y="322086"/>
                    <a:pt x="106241" y="322086"/>
                    <a:pt x="106241" y="322086"/>
                  </a:cubicBezTo>
                  <a:cubicBezTo>
                    <a:pt x="106241" y="326031"/>
                    <a:pt x="104913" y="329976"/>
                    <a:pt x="100929" y="332605"/>
                  </a:cubicBezTo>
                  <a:cubicBezTo>
                    <a:pt x="98273" y="335235"/>
                    <a:pt x="95617" y="336550"/>
                    <a:pt x="90305" y="336550"/>
                  </a:cubicBezTo>
                  <a:cubicBezTo>
                    <a:pt x="86321" y="336550"/>
                    <a:pt x="83665" y="335235"/>
                    <a:pt x="79681" y="332605"/>
                  </a:cubicBezTo>
                  <a:cubicBezTo>
                    <a:pt x="77025" y="328661"/>
                    <a:pt x="75697" y="326031"/>
                    <a:pt x="75697" y="322086"/>
                  </a:cubicBezTo>
                  <a:cubicBezTo>
                    <a:pt x="75697" y="195856"/>
                    <a:pt x="75697" y="195856"/>
                    <a:pt x="75697" y="195856"/>
                  </a:cubicBezTo>
                  <a:cubicBezTo>
                    <a:pt x="75697" y="194541"/>
                    <a:pt x="74369" y="193226"/>
                    <a:pt x="73041" y="191911"/>
                  </a:cubicBezTo>
                  <a:cubicBezTo>
                    <a:pt x="71713" y="191911"/>
                    <a:pt x="70385" y="190596"/>
                    <a:pt x="69057" y="190596"/>
                  </a:cubicBezTo>
                  <a:cubicBezTo>
                    <a:pt x="69057" y="190596"/>
                    <a:pt x="66401" y="191911"/>
                    <a:pt x="65073" y="191911"/>
                  </a:cubicBezTo>
                  <a:cubicBezTo>
                    <a:pt x="62417" y="193226"/>
                    <a:pt x="62417" y="194541"/>
                    <a:pt x="62417" y="195856"/>
                  </a:cubicBezTo>
                  <a:cubicBezTo>
                    <a:pt x="62417" y="241877"/>
                    <a:pt x="62417" y="241877"/>
                    <a:pt x="62417" y="241877"/>
                  </a:cubicBezTo>
                  <a:cubicBezTo>
                    <a:pt x="62417" y="322086"/>
                    <a:pt x="62417" y="322086"/>
                    <a:pt x="62417" y="322086"/>
                  </a:cubicBezTo>
                  <a:cubicBezTo>
                    <a:pt x="62417" y="326031"/>
                    <a:pt x="61089" y="328661"/>
                    <a:pt x="57105" y="332605"/>
                  </a:cubicBezTo>
                  <a:cubicBezTo>
                    <a:pt x="54449" y="335235"/>
                    <a:pt x="50464" y="336550"/>
                    <a:pt x="46480" y="336550"/>
                  </a:cubicBezTo>
                  <a:cubicBezTo>
                    <a:pt x="42496" y="336550"/>
                    <a:pt x="38512" y="335235"/>
                    <a:pt x="35856" y="332605"/>
                  </a:cubicBezTo>
                  <a:cubicBezTo>
                    <a:pt x="33200" y="329976"/>
                    <a:pt x="31872" y="326031"/>
                    <a:pt x="31872" y="322086"/>
                  </a:cubicBezTo>
                  <a:cubicBezTo>
                    <a:pt x="31872" y="116962"/>
                    <a:pt x="31872" y="116962"/>
                    <a:pt x="31872" y="116962"/>
                  </a:cubicBezTo>
                  <a:cubicBezTo>
                    <a:pt x="31872" y="115647"/>
                    <a:pt x="30544" y="114332"/>
                    <a:pt x="29216" y="114332"/>
                  </a:cubicBezTo>
                  <a:cubicBezTo>
                    <a:pt x="27888" y="114332"/>
                    <a:pt x="26560" y="113017"/>
                    <a:pt x="26560" y="113017"/>
                  </a:cubicBezTo>
                  <a:cubicBezTo>
                    <a:pt x="25232" y="113017"/>
                    <a:pt x="23904" y="114332"/>
                    <a:pt x="22576" y="114332"/>
                  </a:cubicBezTo>
                  <a:cubicBezTo>
                    <a:pt x="21248" y="114332"/>
                    <a:pt x="19920" y="115647"/>
                    <a:pt x="19920" y="116962"/>
                  </a:cubicBezTo>
                  <a:cubicBezTo>
                    <a:pt x="19920" y="206375"/>
                    <a:pt x="19920" y="206375"/>
                    <a:pt x="19920" y="206375"/>
                  </a:cubicBezTo>
                  <a:cubicBezTo>
                    <a:pt x="19920" y="209005"/>
                    <a:pt x="19920" y="211635"/>
                    <a:pt x="17264" y="214264"/>
                  </a:cubicBezTo>
                  <a:cubicBezTo>
                    <a:pt x="14608" y="215579"/>
                    <a:pt x="13280" y="216894"/>
                    <a:pt x="10624" y="216894"/>
                  </a:cubicBezTo>
                  <a:cubicBezTo>
                    <a:pt x="7968" y="216894"/>
                    <a:pt x="5312" y="215579"/>
                    <a:pt x="2656" y="214264"/>
                  </a:cubicBezTo>
                  <a:cubicBezTo>
                    <a:pt x="1328" y="211635"/>
                    <a:pt x="0" y="209005"/>
                    <a:pt x="0" y="206375"/>
                  </a:cubicBezTo>
                  <a:cubicBezTo>
                    <a:pt x="0" y="111702"/>
                    <a:pt x="0" y="111702"/>
                    <a:pt x="0" y="111702"/>
                  </a:cubicBezTo>
                  <a:cubicBezTo>
                    <a:pt x="0" y="106443"/>
                    <a:pt x="0" y="102498"/>
                    <a:pt x="1328" y="98553"/>
                  </a:cubicBezTo>
                  <a:cubicBezTo>
                    <a:pt x="2656" y="94609"/>
                    <a:pt x="5312" y="90664"/>
                    <a:pt x="7968" y="86719"/>
                  </a:cubicBezTo>
                  <a:cubicBezTo>
                    <a:pt x="9296" y="84089"/>
                    <a:pt x="13280" y="81460"/>
                    <a:pt x="17264" y="78830"/>
                  </a:cubicBezTo>
                  <a:cubicBezTo>
                    <a:pt x="19920" y="77515"/>
                    <a:pt x="25232" y="76200"/>
                    <a:pt x="30544" y="76200"/>
                  </a:cubicBezTo>
                  <a:close/>
                  <a:moveTo>
                    <a:pt x="69057" y="0"/>
                  </a:moveTo>
                  <a:cubicBezTo>
                    <a:pt x="78169" y="0"/>
                    <a:pt x="85980" y="2667"/>
                    <a:pt x="92489" y="9335"/>
                  </a:cubicBezTo>
                  <a:cubicBezTo>
                    <a:pt x="98998" y="16002"/>
                    <a:pt x="101601" y="24003"/>
                    <a:pt x="101601" y="33338"/>
                  </a:cubicBezTo>
                  <a:cubicBezTo>
                    <a:pt x="101601" y="38672"/>
                    <a:pt x="101601" y="42672"/>
                    <a:pt x="98998" y="46673"/>
                  </a:cubicBezTo>
                  <a:cubicBezTo>
                    <a:pt x="97696" y="50673"/>
                    <a:pt x="95092" y="54674"/>
                    <a:pt x="92489" y="57341"/>
                  </a:cubicBezTo>
                  <a:cubicBezTo>
                    <a:pt x="89885" y="60008"/>
                    <a:pt x="85980" y="62675"/>
                    <a:pt x="82075" y="64008"/>
                  </a:cubicBezTo>
                  <a:cubicBezTo>
                    <a:pt x="78169" y="66675"/>
                    <a:pt x="72962" y="66675"/>
                    <a:pt x="69057" y="66675"/>
                  </a:cubicBezTo>
                  <a:cubicBezTo>
                    <a:pt x="63850" y="66675"/>
                    <a:pt x="59945" y="66675"/>
                    <a:pt x="56040" y="64008"/>
                  </a:cubicBezTo>
                  <a:cubicBezTo>
                    <a:pt x="52134" y="62675"/>
                    <a:pt x="48229" y="60008"/>
                    <a:pt x="45625" y="57341"/>
                  </a:cubicBezTo>
                  <a:cubicBezTo>
                    <a:pt x="43022" y="54674"/>
                    <a:pt x="40418" y="50673"/>
                    <a:pt x="39117" y="46673"/>
                  </a:cubicBezTo>
                  <a:cubicBezTo>
                    <a:pt x="37815" y="42672"/>
                    <a:pt x="36513" y="38672"/>
                    <a:pt x="36513" y="33338"/>
                  </a:cubicBezTo>
                  <a:cubicBezTo>
                    <a:pt x="36513" y="29337"/>
                    <a:pt x="37815" y="25337"/>
                    <a:pt x="39117" y="20003"/>
                  </a:cubicBezTo>
                  <a:cubicBezTo>
                    <a:pt x="40418" y="16002"/>
                    <a:pt x="43022" y="13335"/>
                    <a:pt x="45625" y="9335"/>
                  </a:cubicBezTo>
                  <a:cubicBezTo>
                    <a:pt x="48229" y="6668"/>
                    <a:pt x="52134" y="4001"/>
                    <a:pt x="56040" y="2667"/>
                  </a:cubicBezTo>
                  <a:cubicBezTo>
                    <a:pt x="59945" y="1334"/>
                    <a:pt x="63850" y="0"/>
                    <a:pt x="6905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100000"/>
                  </a:schemeClr>
                </a:gs>
                <a:gs pos="100000">
                  <a:schemeClr val="lt1">
                    <a:lumMod val="85000"/>
                  </a:schemeClr>
                </a:gs>
                <a:gs pos="80000">
                  <a:schemeClr val="accent1">
                    <a:lumMod val="100000"/>
                  </a:schemeClr>
                </a:gs>
                <a:gs pos="80100">
                  <a:schemeClr val="lt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4" name="ValueShape"/>
            <p:cNvSpPr/>
            <p:nvPr/>
          </p:nvSpPr>
          <p:spPr>
            <a:xfrm>
              <a:off x="6016743" y="1008464"/>
              <a:ext cx="315867" cy="769697"/>
            </a:xfrm>
            <a:custGeom>
              <a:avLst/>
              <a:gdLst>
                <a:gd name="connsiteX0" fmla="*/ 30544 w 138113"/>
                <a:gd name="connsiteY0" fmla="*/ 76200 h 336550"/>
                <a:gd name="connsiteX1" fmla="*/ 102257 w 138113"/>
                <a:gd name="connsiteY1" fmla="*/ 76200 h 336550"/>
                <a:gd name="connsiteX2" fmla="*/ 116865 w 138113"/>
                <a:gd name="connsiteY2" fmla="*/ 78830 h 336550"/>
                <a:gd name="connsiteX3" fmla="*/ 128817 w 138113"/>
                <a:gd name="connsiteY3" fmla="*/ 86719 h 336550"/>
                <a:gd name="connsiteX4" fmla="*/ 135457 w 138113"/>
                <a:gd name="connsiteY4" fmla="*/ 98553 h 336550"/>
                <a:gd name="connsiteX5" fmla="*/ 138113 w 138113"/>
                <a:gd name="connsiteY5" fmla="*/ 111702 h 336550"/>
                <a:gd name="connsiteX6" fmla="*/ 138113 w 138113"/>
                <a:gd name="connsiteY6" fmla="*/ 206375 h 336550"/>
                <a:gd name="connsiteX7" fmla="*/ 135457 w 138113"/>
                <a:gd name="connsiteY7" fmla="*/ 214264 h 336550"/>
                <a:gd name="connsiteX8" fmla="*/ 127489 w 138113"/>
                <a:gd name="connsiteY8" fmla="*/ 216894 h 336550"/>
                <a:gd name="connsiteX9" fmla="*/ 120849 w 138113"/>
                <a:gd name="connsiteY9" fmla="*/ 214264 h 336550"/>
                <a:gd name="connsiteX10" fmla="*/ 118193 w 138113"/>
                <a:gd name="connsiteY10" fmla="*/ 206375 h 336550"/>
                <a:gd name="connsiteX11" fmla="*/ 118193 w 138113"/>
                <a:gd name="connsiteY11" fmla="*/ 116962 h 336550"/>
                <a:gd name="connsiteX12" fmla="*/ 115537 w 138113"/>
                <a:gd name="connsiteY12" fmla="*/ 114332 h 336550"/>
                <a:gd name="connsiteX13" fmla="*/ 111553 w 138113"/>
                <a:gd name="connsiteY13" fmla="*/ 113017 h 336550"/>
                <a:gd name="connsiteX14" fmla="*/ 107569 w 138113"/>
                <a:gd name="connsiteY14" fmla="*/ 114332 h 336550"/>
                <a:gd name="connsiteX15" fmla="*/ 106241 w 138113"/>
                <a:gd name="connsiteY15" fmla="*/ 116962 h 336550"/>
                <a:gd name="connsiteX16" fmla="*/ 106241 w 138113"/>
                <a:gd name="connsiteY16" fmla="*/ 322086 h 336550"/>
                <a:gd name="connsiteX17" fmla="*/ 100929 w 138113"/>
                <a:gd name="connsiteY17" fmla="*/ 332605 h 336550"/>
                <a:gd name="connsiteX18" fmla="*/ 90305 w 138113"/>
                <a:gd name="connsiteY18" fmla="*/ 336550 h 336550"/>
                <a:gd name="connsiteX19" fmla="*/ 79681 w 138113"/>
                <a:gd name="connsiteY19" fmla="*/ 332605 h 336550"/>
                <a:gd name="connsiteX20" fmla="*/ 75697 w 138113"/>
                <a:gd name="connsiteY20" fmla="*/ 322086 h 336550"/>
                <a:gd name="connsiteX21" fmla="*/ 75697 w 138113"/>
                <a:gd name="connsiteY21" fmla="*/ 195856 h 336550"/>
                <a:gd name="connsiteX22" fmla="*/ 73041 w 138113"/>
                <a:gd name="connsiteY22" fmla="*/ 191911 h 336550"/>
                <a:gd name="connsiteX23" fmla="*/ 69057 w 138113"/>
                <a:gd name="connsiteY23" fmla="*/ 190596 h 336550"/>
                <a:gd name="connsiteX24" fmla="*/ 65073 w 138113"/>
                <a:gd name="connsiteY24" fmla="*/ 191911 h 336550"/>
                <a:gd name="connsiteX25" fmla="*/ 62417 w 138113"/>
                <a:gd name="connsiteY25" fmla="*/ 195856 h 336550"/>
                <a:gd name="connsiteX26" fmla="*/ 62417 w 138113"/>
                <a:gd name="connsiteY26" fmla="*/ 241877 h 336550"/>
                <a:gd name="connsiteX27" fmla="*/ 62417 w 138113"/>
                <a:gd name="connsiteY27" fmla="*/ 322086 h 336550"/>
                <a:gd name="connsiteX28" fmla="*/ 57105 w 138113"/>
                <a:gd name="connsiteY28" fmla="*/ 332605 h 336550"/>
                <a:gd name="connsiteX29" fmla="*/ 46480 w 138113"/>
                <a:gd name="connsiteY29" fmla="*/ 336550 h 336550"/>
                <a:gd name="connsiteX30" fmla="*/ 35856 w 138113"/>
                <a:gd name="connsiteY30" fmla="*/ 332605 h 336550"/>
                <a:gd name="connsiteX31" fmla="*/ 31872 w 138113"/>
                <a:gd name="connsiteY31" fmla="*/ 322086 h 336550"/>
                <a:gd name="connsiteX32" fmla="*/ 31872 w 138113"/>
                <a:gd name="connsiteY32" fmla="*/ 116962 h 336550"/>
                <a:gd name="connsiteX33" fmla="*/ 29216 w 138113"/>
                <a:gd name="connsiteY33" fmla="*/ 114332 h 336550"/>
                <a:gd name="connsiteX34" fmla="*/ 26560 w 138113"/>
                <a:gd name="connsiteY34" fmla="*/ 113017 h 336550"/>
                <a:gd name="connsiteX35" fmla="*/ 22576 w 138113"/>
                <a:gd name="connsiteY35" fmla="*/ 114332 h 336550"/>
                <a:gd name="connsiteX36" fmla="*/ 19920 w 138113"/>
                <a:gd name="connsiteY36" fmla="*/ 116962 h 336550"/>
                <a:gd name="connsiteX37" fmla="*/ 19920 w 138113"/>
                <a:gd name="connsiteY37" fmla="*/ 206375 h 336550"/>
                <a:gd name="connsiteX38" fmla="*/ 17264 w 138113"/>
                <a:gd name="connsiteY38" fmla="*/ 214264 h 336550"/>
                <a:gd name="connsiteX39" fmla="*/ 10624 w 138113"/>
                <a:gd name="connsiteY39" fmla="*/ 216894 h 336550"/>
                <a:gd name="connsiteX40" fmla="*/ 2656 w 138113"/>
                <a:gd name="connsiteY40" fmla="*/ 214264 h 336550"/>
                <a:gd name="connsiteX41" fmla="*/ 0 w 138113"/>
                <a:gd name="connsiteY41" fmla="*/ 206375 h 336550"/>
                <a:gd name="connsiteX42" fmla="*/ 0 w 138113"/>
                <a:gd name="connsiteY42" fmla="*/ 111702 h 336550"/>
                <a:gd name="connsiteX43" fmla="*/ 1328 w 138113"/>
                <a:gd name="connsiteY43" fmla="*/ 98553 h 336550"/>
                <a:gd name="connsiteX44" fmla="*/ 7968 w 138113"/>
                <a:gd name="connsiteY44" fmla="*/ 86719 h 336550"/>
                <a:gd name="connsiteX45" fmla="*/ 17264 w 138113"/>
                <a:gd name="connsiteY45" fmla="*/ 78830 h 336550"/>
                <a:gd name="connsiteX46" fmla="*/ 30544 w 138113"/>
                <a:gd name="connsiteY46" fmla="*/ 76200 h 336550"/>
                <a:gd name="connsiteX47" fmla="*/ 69057 w 138113"/>
                <a:gd name="connsiteY47" fmla="*/ 0 h 336550"/>
                <a:gd name="connsiteX48" fmla="*/ 92489 w 138113"/>
                <a:gd name="connsiteY48" fmla="*/ 9335 h 336550"/>
                <a:gd name="connsiteX49" fmla="*/ 101601 w 138113"/>
                <a:gd name="connsiteY49" fmla="*/ 33338 h 336550"/>
                <a:gd name="connsiteX50" fmla="*/ 98998 w 138113"/>
                <a:gd name="connsiteY50" fmla="*/ 46673 h 336550"/>
                <a:gd name="connsiteX51" fmla="*/ 92489 w 138113"/>
                <a:gd name="connsiteY51" fmla="*/ 57341 h 336550"/>
                <a:gd name="connsiteX52" fmla="*/ 82075 w 138113"/>
                <a:gd name="connsiteY52" fmla="*/ 64008 h 336550"/>
                <a:gd name="connsiteX53" fmla="*/ 69057 w 138113"/>
                <a:gd name="connsiteY53" fmla="*/ 66675 h 336550"/>
                <a:gd name="connsiteX54" fmla="*/ 56040 w 138113"/>
                <a:gd name="connsiteY54" fmla="*/ 64008 h 336550"/>
                <a:gd name="connsiteX55" fmla="*/ 45625 w 138113"/>
                <a:gd name="connsiteY55" fmla="*/ 57341 h 336550"/>
                <a:gd name="connsiteX56" fmla="*/ 39117 w 138113"/>
                <a:gd name="connsiteY56" fmla="*/ 46673 h 336550"/>
                <a:gd name="connsiteX57" fmla="*/ 36513 w 138113"/>
                <a:gd name="connsiteY57" fmla="*/ 33338 h 336550"/>
                <a:gd name="connsiteX58" fmla="*/ 39117 w 138113"/>
                <a:gd name="connsiteY58" fmla="*/ 20003 h 336550"/>
                <a:gd name="connsiteX59" fmla="*/ 45625 w 138113"/>
                <a:gd name="connsiteY59" fmla="*/ 9335 h 336550"/>
                <a:gd name="connsiteX60" fmla="*/ 56040 w 138113"/>
                <a:gd name="connsiteY60" fmla="*/ 2667 h 336550"/>
                <a:gd name="connsiteX61" fmla="*/ 69057 w 138113"/>
                <a:gd name="connsiteY61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8113" h="336550">
                  <a:moveTo>
                    <a:pt x="30544" y="76200"/>
                  </a:moveTo>
                  <a:lnTo>
                    <a:pt x="102257" y="76200"/>
                  </a:lnTo>
                  <a:cubicBezTo>
                    <a:pt x="107569" y="76200"/>
                    <a:pt x="112881" y="77515"/>
                    <a:pt x="116865" y="78830"/>
                  </a:cubicBezTo>
                  <a:cubicBezTo>
                    <a:pt x="122177" y="81460"/>
                    <a:pt x="124833" y="84089"/>
                    <a:pt x="128817" y="86719"/>
                  </a:cubicBezTo>
                  <a:cubicBezTo>
                    <a:pt x="131473" y="90664"/>
                    <a:pt x="134129" y="94609"/>
                    <a:pt x="135457" y="98553"/>
                  </a:cubicBezTo>
                  <a:cubicBezTo>
                    <a:pt x="136785" y="102498"/>
                    <a:pt x="138113" y="106443"/>
                    <a:pt x="138113" y="111702"/>
                  </a:cubicBezTo>
                  <a:cubicBezTo>
                    <a:pt x="138113" y="206375"/>
                    <a:pt x="138113" y="206375"/>
                    <a:pt x="138113" y="206375"/>
                  </a:cubicBezTo>
                  <a:cubicBezTo>
                    <a:pt x="138113" y="209005"/>
                    <a:pt x="136785" y="211635"/>
                    <a:pt x="135457" y="214264"/>
                  </a:cubicBezTo>
                  <a:cubicBezTo>
                    <a:pt x="132801" y="215579"/>
                    <a:pt x="130145" y="216894"/>
                    <a:pt x="127489" y="216894"/>
                  </a:cubicBezTo>
                  <a:cubicBezTo>
                    <a:pt x="124833" y="216894"/>
                    <a:pt x="123505" y="215579"/>
                    <a:pt x="120849" y="214264"/>
                  </a:cubicBezTo>
                  <a:cubicBezTo>
                    <a:pt x="118193" y="211635"/>
                    <a:pt x="118193" y="209005"/>
                    <a:pt x="118193" y="206375"/>
                  </a:cubicBezTo>
                  <a:cubicBezTo>
                    <a:pt x="118193" y="116962"/>
                    <a:pt x="118193" y="116962"/>
                    <a:pt x="118193" y="116962"/>
                  </a:cubicBezTo>
                  <a:cubicBezTo>
                    <a:pt x="118193" y="115647"/>
                    <a:pt x="116865" y="114332"/>
                    <a:pt x="115537" y="114332"/>
                  </a:cubicBezTo>
                  <a:cubicBezTo>
                    <a:pt x="114209" y="114332"/>
                    <a:pt x="112881" y="113017"/>
                    <a:pt x="111553" y="113017"/>
                  </a:cubicBezTo>
                  <a:cubicBezTo>
                    <a:pt x="110225" y="113017"/>
                    <a:pt x="110225" y="114332"/>
                    <a:pt x="107569" y="114332"/>
                  </a:cubicBezTo>
                  <a:cubicBezTo>
                    <a:pt x="106241" y="114332"/>
                    <a:pt x="106241" y="115647"/>
                    <a:pt x="106241" y="116962"/>
                  </a:cubicBezTo>
                  <a:cubicBezTo>
                    <a:pt x="106241" y="322086"/>
                    <a:pt x="106241" y="322086"/>
                    <a:pt x="106241" y="322086"/>
                  </a:cubicBezTo>
                  <a:cubicBezTo>
                    <a:pt x="106241" y="326031"/>
                    <a:pt x="104913" y="329976"/>
                    <a:pt x="100929" y="332605"/>
                  </a:cubicBezTo>
                  <a:cubicBezTo>
                    <a:pt x="98273" y="335235"/>
                    <a:pt x="95617" y="336550"/>
                    <a:pt x="90305" y="336550"/>
                  </a:cubicBezTo>
                  <a:cubicBezTo>
                    <a:pt x="86321" y="336550"/>
                    <a:pt x="83665" y="335235"/>
                    <a:pt x="79681" y="332605"/>
                  </a:cubicBezTo>
                  <a:cubicBezTo>
                    <a:pt x="77025" y="328661"/>
                    <a:pt x="75697" y="326031"/>
                    <a:pt x="75697" y="322086"/>
                  </a:cubicBezTo>
                  <a:cubicBezTo>
                    <a:pt x="75697" y="195856"/>
                    <a:pt x="75697" y="195856"/>
                    <a:pt x="75697" y="195856"/>
                  </a:cubicBezTo>
                  <a:cubicBezTo>
                    <a:pt x="75697" y="194541"/>
                    <a:pt x="74369" y="193226"/>
                    <a:pt x="73041" y="191911"/>
                  </a:cubicBezTo>
                  <a:cubicBezTo>
                    <a:pt x="71713" y="191911"/>
                    <a:pt x="70385" y="190596"/>
                    <a:pt x="69057" y="190596"/>
                  </a:cubicBezTo>
                  <a:cubicBezTo>
                    <a:pt x="69057" y="190596"/>
                    <a:pt x="66401" y="191911"/>
                    <a:pt x="65073" y="191911"/>
                  </a:cubicBezTo>
                  <a:cubicBezTo>
                    <a:pt x="62417" y="193226"/>
                    <a:pt x="62417" y="194541"/>
                    <a:pt x="62417" y="195856"/>
                  </a:cubicBezTo>
                  <a:cubicBezTo>
                    <a:pt x="62417" y="241877"/>
                    <a:pt x="62417" y="241877"/>
                    <a:pt x="62417" y="241877"/>
                  </a:cubicBezTo>
                  <a:cubicBezTo>
                    <a:pt x="62417" y="322086"/>
                    <a:pt x="62417" y="322086"/>
                    <a:pt x="62417" y="322086"/>
                  </a:cubicBezTo>
                  <a:cubicBezTo>
                    <a:pt x="62417" y="326031"/>
                    <a:pt x="61089" y="328661"/>
                    <a:pt x="57105" y="332605"/>
                  </a:cubicBezTo>
                  <a:cubicBezTo>
                    <a:pt x="54449" y="335235"/>
                    <a:pt x="50464" y="336550"/>
                    <a:pt x="46480" y="336550"/>
                  </a:cubicBezTo>
                  <a:cubicBezTo>
                    <a:pt x="42496" y="336550"/>
                    <a:pt x="38512" y="335235"/>
                    <a:pt x="35856" y="332605"/>
                  </a:cubicBezTo>
                  <a:cubicBezTo>
                    <a:pt x="33200" y="329976"/>
                    <a:pt x="31872" y="326031"/>
                    <a:pt x="31872" y="322086"/>
                  </a:cubicBezTo>
                  <a:cubicBezTo>
                    <a:pt x="31872" y="116962"/>
                    <a:pt x="31872" y="116962"/>
                    <a:pt x="31872" y="116962"/>
                  </a:cubicBezTo>
                  <a:cubicBezTo>
                    <a:pt x="31872" y="115647"/>
                    <a:pt x="30544" y="114332"/>
                    <a:pt x="29216" y="114332"/>
                  </a:cubicBezTo>
                  <a:cubicBezTo>
                    <a:pt x="27888" y="114332"/>
                    <a:pt x="26560" y="113017"/>
                    <a:pt x="26560" y="113017"/>
                  </a:cubicBezTo>
                  <a:cubicBezTo>
                    <a:pt x="25232" y="113017"/>
                    <a:pt x="23904" y="114332"/>
                    <a:pt x="22576" y="114332"/>
                  </a:cubicBezTo>
                  <a:cubicBezTo>
                    <a:pt x="21248" y="114332"/>
                    <a:pt x="19920" y="115647"/>
                    <a:pt x="19920" y="116962"/>
                  </a:cubicBezTo>
                  <a:cubicBezTo>
                    <a:pt x="19920" y="206375"/>
                    <a:pt x="19920" y="206375"/>
                    <a:pt x="19920" y="206375"/>
                  </a:cubicBezTo>
                  <a:cubicBezTo>
                    <a:pt x="19920" y="209005"/>
                    <a:pt x="19920" y="211635"/>
                    <a:pt x="17264" y="214264"/>
                  </a:cubicBezTo>
                  <a:cubicBezTo>
                    <a:pt x="14608" y="215579"/>
                    <a:pt x="13280" y="216894"/>
                    <a:pt x="10624" y="216894"/>
                  </a:cubicBezTo>
                  <a:cubicBezTo>
                    <a:pt x="7968" y="216894"/>
                    <a:pt x="5312" y="215579"/>
                    <a:pt x="2656" y="214264"/>
                  </a:cubicBezTo>
                  <a:cubicBezTo>
                    <a:pt x="1328" y="211635"/>
                    <a:pt x="0" y="209005"/>
                    <a:pt x="0" y="206375"/>
                  </a:cubicBezTo>
                  <a:cubicBezTo>
                    <a:pt x="0" y="111702"/>
                    <a:pt x="0" y="111702"/>
                    <a:pt x="0" y="111702"/>
                  </a:cubicBezTo>
                  <a:cubicBezTo>
                    <a:pt x="0" y="106443"/>
                    <a:pt x="0" y="102498"/>
                    <a:pt x="1328" y="98553"/>
                  </a:cubicBezTo>
                  <a:cubicBezTo>
                    <a:pt x="2656" y="94609"/>
                    <a:pt x="5312" y="90664"/>
                    <a:pt x="7968" y="86719"/>
                  </a:cubicBezTo>
                  <a:cubicBezTo>
                    <a:pt x="9296" y="84089"/>
                    <a:pt x="13280" y="81460"/>
                    <a:pt x="17264" y="78830"/>
                  </a:cubicBezTo>
                  <a:cubicBezTo>
                    <a:pt x="19920" y="77515"/>
                    <a:pt x="25232" y="76200"/>
                    <a:pt x="30544" y="76200"/>
                  </a:cubicBezTo>
                  <a:close/>
                  <a:moveTo>
                    <a:pt x="69057" y="0"/>
                  </a:moveTo>
                  <a:cubicBezTo>
                    <a:pt x="78169" y="0"/>
                    <a:pt x="85980" y="2667"/>
                    <a:pt x="92489" y="9335"/>
                  </a:cubicBezTo>
                  <a:cubicBezTo>
                    <a:pt x="98998" y="16002"/>
                    <a:pt x="101601" y="24003"/>
                    <a:pt x="101601" y="33338"/>
                  </a:cubicBezTo>
                  <a:cubicBezTo>
                    <a:pt x="101601" y="38672"/>
                    <a:pt x="101601" y="42672"/>
                    <a:pt x="98998" y="46673"/>
                  </a:cubicBezTo>
                  <a:cubicBezTo>
                    <a:pt x="97696" y="50673"/>
                    <a:pt x="95092" y="54674"/>
                    <a:pt x="92489" y="57341"/>
                  </a:cubicBezTo>
                  <a:cubicBezTo>
                    <a:pt x="89885" y="60008"/>
                    <a:pt x="85980" y="62675"/>
                    <a:pt x="82075" y="64008"/>
                  </a:cubicBezTo>
                  <a:cubicBezTo>
                    <a:pt x="78169" y="66675"/>
                    <a:pt x="72962" y="66675"/>
                    <a:pt x="69057" y="66675"/>
                  </a:cubicBezTo>
                  <a:cubicBezTo>
                    <a:pt x="63850" y="66675"/>
                    <a:pt x="59945" y="66675"/>
                    <a:pt x="56040" y="64008"/>
                  </a:cubicBezTo>
                  <a:cubicBezTo>
                    <a:pt x="52134" y="62675"/>
                    <a:pt x="48229" y="60008"/>
                    <a:pt x="45625" y="57341"/>
                  </a:cubicBezTo>
                  <a:cubicBezTo>
                    <a:pt x="43022" y="54674"/>
                    <a:pt x="40418" y="50673"/>
                    <a:pt x="39117" y="46673"/>
                  </a:cubicBezTo>
                  <a:cubicBezTo>
                    <a:pt x="37815" y="42672"/>
                    <a:pt x="36513" y="38672"/>
                    <a:pt x="36513" y="33338"/>
                  </a:cubicBezTo>
                  <a:cubicBezTo>
                    <a:pt x="36513" y="29337"/>
                    <a:pt x="37815" y="25337"/>
                    <a:pt x="39117" y="20003"/>
                  </a:cubicBezTo>
                  <a:cubicBezTo>
                    <a:pt x="40418" y="16002"/>
                    <a:pt x="43022" y="13335"/>
                    <a:pt x="45625" y="9335"/>
                  </a:cubicBezTo>
                  <a:cubicBezTo>
                    <a:pt x="48229" y="6668"/>
                    <a:pt x="52134" y="4001"/>
                    <a:pt x="56040" y="2667"/>
                  </a:cubicBezTo>
                  <a:cubicBezTo>
                    <a:pt x="59945" y="1334"/>
                    <a:pt x="63850" y="0"/>
                    <a:pt x="69057" y="0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5" name="ValueShape"/>
            <p:cNvSpPr/>
            <p:nvPr/>
          </p:nvSpPr>
          <p:spPr>
            <a:xfrm>
              <a:off x="6588243" y="1008464"/>
              <a:ext cx="315867" cy="769697"/>
            </a:xfrm>
            <a:custGeom>
              <a:avLst/>
              <a:gdLst>
                <a:gd name="connsiteX0" fmla="*/ 30544 w 138113"/>
                <a:gd name="connsiteY0" fmla="*/ 76200 h 336550"/>
                <a:gd name="connsiteX1" fmla="*/ 102257 w 138113"/>
                <a:gd name="connsiteY1" fmla="*/ 76200 h 336550"/>
                <a:gd name="connsiteX2" fmla="*/ 116865 w 138113"/>
                <a:gd name="connsiteY2" fmla="*/ 78830 h 336550"/>
                <a:gd name="connsiteX3" fmla="*/ 128817 w 138113"/>
                <a:gd name="connsiteY3" fmla="*/ 86719 h 336550"/>
                <a:gd name="connsiteX4" fmla="*/ 135457 w 138113"/>
                <a:gd name="connsiteY4" fmla="*/ 98553 h 336550"/>
                <a:gd name="connsiteX5" fmla="*/ 138113 w 138113"/>
                <a:gd name="connsiteY5" fmla="*/ 111702 h 336550"/>
                <a:gd name="connsiteX6" fmla="*/ 138113 w 138113"/>
                <a:gd name="connsiteY6" fmla="*/ 206375 h 336550"/>
                <a:gd name="connsiteX7" fmla="*/ 135457 w 138113"/>
                <a:gd name="connsiteY7" fmla="*/ 214264 h 336550"/>
                <a:gd name="connsiteX8" fmla="*/ 127489 w 138113"/>
                <a:gd name="connsiteY8" fmla="*/ 216894 h 336550"/>
                <a:gd name="connsiteX9" fmla="*/ 120849 w 138113"/>
                <a:gd name="connsiteY9" fmla="*/ 214264 h 336550"/>
                <a:gd name="connsiteX10" fmla="*/ 118193 w 138113"/>
                <a:gd name="connsiteY10" fmla="*/ 206375 h 336550"/>
                <a:gd name="connsiteX11" fmla="*/ 118193 w 138113"/>
                <a:gd name="connsiteY11" fmla="*/ 116962 h 336550"/>
                <a:gd name="connsiteX12" fmla="*/ 115537 w 138113"/>
                <a:gd name="connsiteY12" fmla="*/ 114332 h 336550"/>
                <a:gd name="connsiteX13" fmla="*/ 111553 w 138113"/>
                <a:gd name="connsiteY13" fmla="*/ 113017 h 336550"/>
                <a:gd name="connsiteX14" fmla="*/ 107569 w 138113"/>
                <a:gd name="connsiteY14" fmla="*/ 114332 h 336550"/>
                <a:gd name="connsiteX15" fmla="*/ 106241 w 138113"/>
                <a:gd name="connsiteY15" fmla="*/ 116962 h 336550"/>
                <a:gd name="connsiteX16" fmla="*/ 106241 w 138113"/>
                <a:gd name="connsiteY16" fmla="*/ 322086 h 336550"/>
                <a:gd name="connsiteX17" fmla="*/ 100929 w 138113"/>
                <a:gd name="connsiteY17" fmla="*/ 332605 h 336550"/>
                <a:gd name="connsiteX18" fmla="*/ 90305 w 138113"/>
                <a:gd name="connsiteY18" fmla="*/ 336550 h 336550"/>
                <a:gd name="connsiteX19" fmla="*/ 79681 w 138113"/>
                <a:gd name="connsiteY19" fmla="*/ 332605 h 336550"/>
                <a:gd name="connsiteX20" fmla="*/ 75697 w 138113"/>
                <a:gd name="connsiteY20" fmla="*/ 322086 h 336550"/>
                <a:gd name="connsiteX21" fmla="*/ 75697 w 138113"/>
                <a:gd name="connsiteY21" fmla="*/ 195856 h 336550"/>
                <a:gd name="connsiteX22" fmla="*/ 73041 w 138113"/>
                <a:gd name="connsiteY22" fmla="*/ 191911 h 336550"/>
                <a:gd name="connsiteX23" fmla="*/ 69057 w 138113"/>
                <a:gd name="connsiteY23" fmla="*/ 190596 h 336550"/>
                <a:gd name="connsiteX24" fmla="*/ 65073 w 138113"/>
                <a:gd name="connsiteY24" fmla="*/ 191911 h 336550"/>
                <a:gd name="connsiteX25" fmla="*/ 62417 w 138113"/>
                <a:gd name="connsiteY25" fmla="*/ 195856 h 336550"/>
                <a:gd name="connsiteX26" fmla="*/ 62417 w 138113"/>
                <a:gd name="connsiteY26" fmla="*/ 241877 h 336550"/>
                <a:gd name="connsiteX27" fmla="*/ 62417 w 138113"/>
                <a:gd name="connsiteY27" fmla="*/ 322086 h 336550"/>
                <a:gd name="connsiteX28" fmla="*/ 57105 w 138113"/>
                <a:gd name="connsiteY28" fmla="*/ 332605 h 336550"/>
                <a:gd name="connsiteX29" fmla="*/ 46480 w 138113"/>
                <a:gd name="connsiteY29" fmla="*/ 336550 h 336550"/>
                <a:gd name="connsiteX30" fmla="*/ 35856 w 138113"/>
                <a:gd name="connsiteY30" fmla="*/ 332605 h 336550"/>
                <a:gd name="connsiteX31" fmla="*/ 31872 w 138113"/>
                <a:gd name="connsiteY31" fmla="*/ 322086 h 336550"/>
                <a:gd name="connsiteX32" fmla="*/ 31872 w 138113"/>
                <a:gd name="connsiteY32" fmla="*/ 116962 h 336550"/>
                <a:gd name="connsiteX33" fmla="*/ 29216 w 138113"/>
                <a:gd name="connsiteY33" fmla="*/ 114332 h 336550"/>
                <a:gd name="connsiteX34" fmla="*/ 26560 w 138113"/>
                <a:gd name="connsiteY34" fmla="*/ 113017 h 336550"/>
                <a:gd name="connsiteX35" fmla="*/ 22576 w 138113"/>
                <a:gd name="connsiteY35" fmla="*/ 114332 h 336550"/>
                <a:gd name="connsiteX36" fmla="*/ 19920 w 138113"/>
                <a:gd name="connsiteY36" fmla="*/ 116962 h 336550"/>
                <a:gd name="connsiteX37" fmla="*/ 19920 w 138113"/>
                <a:gd name="connsiteY37" fmla="*/ 206375 h 336550"/>
                <a:gd name="connsiteX38" fmla="*/ 17264 w 138113"/>
                <a:gd name="connsiteY38" fmla="*/ 214264 h 336550"/>
                <a:gd name="connsiteX39" fmla="*/ 10624 w 138113"/>
                <a:gd name="connsiteY39" fmla="*/ 216894 h 336550"/>
                <a:gd name="connsiteX40" fmla="*/ 2656 w 138113"/>
                <a:gd name="connsiteY40" fmla="*/ 214264 h 336550"/>
                <a:gd name="connsiteX41" fmla="*/ 0 w 138113"/>
                <a:gd name="connsiteY41" fmla="*/ 206375 h 336550"/>
                <a:gd name="connsiteX42" fmla="*/ 0 w 138113"/>
                <a:gd name="connsiteY42" fmla="*/ 111702 h 336550"/>
                <a:gd name="connsiteX43" fmla="*/ 1328 w 138113"/>
                <a:gd name="connsiteY43" fmla="*/ 98553 h 336550"/>
                <a:gd name="connsiteX44" fmla="*/ 7968 w 138113"/>
                <a:gd name="connsiteY44" fmla="*/ 86719 h 336550"/>
                <a:gd name="connsiteX45" fmla="*/ 17264 w 138113"/>
                <a:gd name="connsiteY45" fmla="*/ 78830 h 336550"/>
                <a:gd name="connsiteX46" fmla="*/ 30544 w 138113"/>
                <a:gd name="connsiteY46" fmla="*/ 76200 h 336550"/>
                <a:gd name="connsiteX47" fmla="*/ 69057 w 138113"/>
                <a:gd name="connsiteY47" fmla="*/ 0 h 336550"/>
                <a:gd name="connsiteX48" fmla="*/ 92489 w 138113"/>
                <a:gd name="connsiteY48" fmla="*/ 9335 h 336550"/>
                <a:gd name="connsiteX49" fmla="*/ 101601 w 138113"/>
                <a:gd name="connsiteY49" fmla="*/ 33338 h 336550"/>
                <a:gd name="connsiteX50" fmla="*/ 98998 w 138113"/>
                <a:gd name="connsiteY50" fmla="*/ 46673 h 336550"/>
                <a:gd name="connsiteX51" fmla="*/ 92489 w 138113"/>
                <a:gd name="connsiteY51" fmla="*/ 57341 h 336550"/>
                <a:gd name="connsiteX52" fmla="*/ 82075 w 138113"/>
                <a:gd name="connsiteY52" fmla="*/ 64008 h 336550"/>
                <a:gd name="connsiteX53" fmla="*/ 69057 w 138113"/>
                <a:gd name="connsiteY53" fmla="*/ 66675 h 336550"/>
                <a:gd name="connsiteX54" fmla="*/ 56040 w 138113"/>
                <a:gd name="connsiteY54" fmla="*/ 64008 h 336550"/>
                <a:gd name="connsiteX55" fmla="*/ 45625 w 138113"/>
                <a:gd name="connsiteY55" fmla="*/ 57341 h 336550"/>
                <a:gd name="connsiteX56" fmla="*/ 39117 w 138113"/>
                <a:gd name="connsiteY56" fmla="*/ 46673 h 336550"/>
                <a:gd name="connsiteX57" fmla="*/ 36513 w 138113"/>
                <a:gd name="connsiteY57" fmla="*/ 33338 h 336550"/>
                <a:gd name="connsiteX58" fmla="*/ 39117 w 138113"/>
                <a:gd name="connsiteY58" fmla="*/ 20003 h 336550"/>
                <a:gd name="connsiteX59" fmla="*/ 45625 w 138113"/>
                <a:gd name="connsiteY59" fmla="*/ 9335 h 336550"/>
                <a:gd name="connsiteX60" fmla="*/ 56040 w 138113"/>
                <a:gd name="connsiteY60" fmla="*/ 2667 h 336550"/>
                <a:gd name="connsiteX61" fmla="*/ 69057 w 138113"/>
                <a:gd name="connsiteY61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8113" h="336550">
                  <a:moveTo>
                    <a:pt x="30544" y="76200"/>
                  </a:moveTo>
                  <a:lnTo>
                    <a:pt x="102257" y="76200"/>
                  </a:lnTo>
                  <a:cubicBezTo>
                    <a:pt x="107569" y="76200"/>
                    <a:pt x="112881" y="77515"/>
                    <a:pt x="116865" y="78830"/>
                  </a:cubicBezTo>
                  <a:cubicBezTo>
                    <a:pt x="122177" y="81460"/>
                    <a:pt x="124833" y="84089"/>
                    <a:pt x="128817" y="86719"/>
                  </a:cubicBezTo>
                  <a:cubicBezTo>
                    <a:pt x="131473" y="90664"/>
                    <a:pt x="134129" y="94609"/>
                    <a:pt x="135457" y="98553"/>
                  </a:cubicBezTo>
                  <a:cubicBezTo>
                    <a:pt x="136785" y="102498"/>
                    <a:pt x="138113" y="106443"/>
                    <a:pt x="138113" y="111702"/>
                  </a:cubicBezTo>
                  <a:cubicBezTo>
                    <a:pt x="138113" y="206375"/>
                    <a:pt x="138113" y="206375"/>
                    <a:pt x="138113" y="206375"/>
                  </a:cubicBezTo>
                  <a:cubicBezTo>
                    <a:pt x="138113" y="209005"/>
                    <a:pt x="136785" y="211635"/>
                    <a:pt x="135457" y="214264"/>
                  </a:cubicBezTo>
                  <a:cubicBezTo>
                    <a:pt x="132801" y="215579"/>
                    <a:pt x="130145" y="216894"/>
                    <a:pt x="127489" y="216894"/>
                  </a:cubicBezTo>
                  <a:cubicBezTo>
                    <a:pt x="124833" y="216894"/>
                    <a:pt x="123505" y="215579"/>
                    <a:pt x="120849" y="214264"/>
                  </a:cubicBezTo>
                  <a:cubicBezTo>
                    <a:pt x="118193" y="211635"/>
                    <a:pt x="118193" y="209005"/>
                    <a:pt x="118193" y="206375"/>
                  </a:cubicBezTo>
                  <a:cubicBezTo>
                    <a:pt x="118193" y="116962"/>
                    <a:pt x="118193" y="116962"/>
                    <a:pt x="118193" y="116962"/>
                  </a:cubicBezTo>
                  <a:cubicBezTo>
                    <a:pt x="118193" y="115647"/>
                    <a:pt x="116865" y="114332"/>
                    <a:pt x="115537" y="114332"/>
                  </a:cubicBezTo>
                  <a:cubicBezTo>
                    <a:pt x="114209" y="114332"/>
                    <a:pt x="112881" y="113017"/>
                    <a:pt x="111553" y="113017"/>
                  </a:cubicBezTo>
                  <a:cubicBezTo>
                    <a:pt x="110225" y="113017"/>
                    <a:pt x="110225" y="114332"/>
                    <a:pt x="107569" y="114332"/>
                  </a:cubicBezTo>
                  <a:cubicBezTo>
                    <a:pt x="106241" y="114332"/>
                    <a:pt x="106241" y="115647"/>
                    <a:pt x="106241" y="116962"/>
                  </a:cubicBezTo>
                  <a:cubicBezTo>
                    <a:pt x="106241" y="322086"/>
                    <a:pt x="106241" y="322086"/>
                    <a:pt x="106241" y="322086"/>
                  </a:cubicBezTo>
                  <a:cubicBezTo>
                    <a:pt x="106241" y="326031"/>
                    <a:pt x="104913" y="329976"/>
                    <a:pt x="100929" y="332605"/>
                  </a:cubicBezTo>
                  <a:cubicBezTo>
                    <a:pt x="98273" y="335235"/>
                    <a:pt x="95617" y="336550"/>
                    <a:pt x="90305" y="336550"/>
                  </a:cubicBezTo>
                  <a:cubicBezTo>
                    <a:pt x="86321" y="336550"/>
                    <a:pt x="83665" y="335235"/>
                    <a:pt x="79681" y="332605"/>
                  </a:cubicBezTo>
                  <a:cubicBezTo>
                    <a:pt x="77025" y="328661"/>
                    <a:pt x="75697" y="326031"/>
                    <a:pt x="75697" y="322086"/>
                  </a:cubicBezTo>
                  <a:cubicBezTo>
                    <a:pt x="75697" y="195856"/>
                    <a:pt x="75697" y="195856"/>
                    <a:pt x="75697" y="195856"/>
                  </a:cubicBezTo>
                  <a:cubicBezTo>
                    <a:pt x="75697" y="194541"/>
                    <a:pt x="74369" y="193226"/>
                    <a:pt x="73041" y="191911"/>
                  </a:cubicBezTo>
                  <a:cubicBezTo>
                    <a:pt x="71713" y="191911"/>
                    <a:pt x="70385" y="190596"/>
                    <a:pt x="69057" y="190596"/>
                  </a:cubicBezTo>
                  <a:cubicBezTo>
                    <a:pt x="69057" y="190596"/>
                    <a:pt x="66401" y="191911"/>
                    <a:pt x="65073" y="191911"/>
                  </a:cubicBezTo>
                  <a:cubicBezTo>
                    <a:pt x="62417" y="193226"/>
                    <a:pt x="62417" y="194541"/>
                    <a:pt x="62417" y="195856"/>
                  </a:cubicBezTo>
                  <a:cubicBezTo>
                    <a:pt x="62417" y="241877"/>
                    <a:pt x="62417" y="241877"/>
                    <a:pt x="62417" y="241877"/>
                  </a:cubicBezTo>
                  <a:cubicBezTo>
                    <a:pt x="62417" y="322086"/>
                    <a:pt x="62417" y="322086"/>
                    <a:pt x="62417" y="322086"/>
                  </a:cubicBezTo>
                  <a:cubicBezTo>
                    <a:pt x="62417" y="326031"/>
                    <a:pt x="61089" y="328661"/>
                    <a:pt x="57105" y="332605"/>
                  </a:cubicBezTo>
                  <a:cubicBezTo>
                    <a:pt x="54449" y="335235"/>
                    <a:pt x="50464" y="336550"/>
                    <a:pt x="46480" y="336550"/>
                  </a:cubicBezTo>
                  <a:cubicBezTo>
                    <a:pt x="42496" y="336550"/>
                    <a:pt x="38512" y="335235"/>
                    <a:pt x="35856" y="332605"/>
                  </a:cubicBezTo>
                  <a:cubicBezTo>
                    <a:pt x="33200" y="329976"/>
                    <a:pt x="31872" y="326031"/>
                    <a:pt x="31872" y="322086"/>
                  </a:cubicBezTo>
                  <a:cubicBezTo>
                    <a:pt x="31872" y="116962"/>
                    <a:pt x="31872" y="116962"/>
                    <a:pt x="31872" y="116962"/>
                  </a:cubicBezTo>
                  <a:cubicBezTo>
                    <a:pt x="31872" y="115647"/>
                    <a:pt x="30544" y="114332"/>
                    <a:pt x="29216" y="114332"/>
                  </a:cubicBezTo>
                  <a:cubicBezTo>
                    <a:pt x="27888" y="114332"/>
                    <a:pt x="26560" y="113017"/>
                    <a:pt x="26560" y="113017"/>
                  </a:cubicBezTo>
                  <a:cubicBezTo>
                    <a:pt x="25232" y="113017"/>
                    <a:pt x="23904" y="114332"/>
                    <a:pt x="22576" y="114332"/>
                  </a:cubicBezTo>
                  <a:cubicBezTo>
                    <a:pt x="21248" y="114332"/>
                    <a:pt x="19920" y="115647"/>
                    <a:pt x="19920" y="116962"/>
                  </a:cubicBezTo>
                  <a:cubicBezTo>
                    <a:pt x="19920" y="206375"/>
                    <a:pt x="19920" y="206375"/>
                    <a:pt x="19920" y="206375"/>
                  </a:cubicBezTo>
                  <a:cubicBezTo>
                    <a:pt x="19920" y="209005"/>
                    <a:pt x="19920" y="211635"/>
                    <a:pt x="17264" y="214264"/>
                  </a:cubicBezTo>
                  <a:cubicBezTo>
                    <a:pt x="14608" y="215579"/>
                    <a:pt x="13280" y="216894"/>
                    <a:pt x="10624" y="216894"/>
                  </a:cubicBezTo>
                  <a:cubicBezTo>
                    <a:pt x="7968" y="216894"/>
                    <a:pt x="5312" y="215579"/>
                    <a:pt x="2656" y="214264"/>
                  </a:cubicBezTo>
                  <a:cubicBezTo>
                    <a:pt x="1328" y="211635"/>
                    <a:pt x="0" y="209005"/>
                    <a:pt x="0" y="206375"/>
                  </a:cubicBezTo>
                  <a:cubicBezTo>
                    <a:pt x="0" y="111702"/>
                    <a:pt x="0" y="111702"/>
                    <a:pt x="0" y="111702"/>
                  </a:cubicBezTo>
                  <a:cubicBezTo>
                    <a:pt x="0" y="106443"/>
                    <a:pt x="0" y="102498"/>
                    <a:pt x="1328" y="98553"/>
                  </a:cubicBezTo>
                  <a:cubicBezTo>
                    <a:pt x="2656" y="94609"/>
                    <a:pt x="5312" y="90664"/>
                    <a:pt x="7968" y="86719"/>
                  </a:cubicBezTo>
                  <a:cubicBezTo>
                    <a:pt x="9296" y="84089"/>
                    <a:pt x="13280" y="81460"/>
                    <a:pt x="17264" y="78830"/>
                  </a:cubicBezTo>
                  <a:cubicBezTo>
                    <a:pt x="19920" y="77515"/>
                    <a:pt x="25232" y="76200"/>
                    <a:pt x="30544" y="76200"/>
                  </a:cubicBezTo>
                  <a:close/>
                  <a:moveTo>
                    <a:pt x="69057" y="0"/>
                  </a:moveTo>
                  <a:cubicBezTo>
                    <a:pt x="78169" y="0"/>
                    <a:pt x="85980" y="2667"/>
                    <a:pt x="92489" y="9335"/>
                  </a:cubicBezTo>
                  <a:cubicBezTo>
                    <a:pt x="98998" y="16002"/>
                    <a:pt x="101601" y="24003"/>
                    <a:pt x="101601" y="33338"/>
                  </a:cubicBezTo>
                  <a:cubicBezTo>
                    <a:pt x="101601" y="38672"/>
                    <a:pt x="101601" y="42672"/>
                    <a:pt x="98998" y="46673"/>
                  </a:cubicBezTo>
                  <a:cubicBezTo>
                    <a:pt x="97696" y="50673"/>
                    <a:pt x="95092" y="54674"/>
                    <a:pt x="92489" y="57341"/>
                  </a:cubicBezTo>
                  <a:cubicBezTo>
                    <a:pt x="89885" y="60008"/>
                    <a:pt x="85980" y="62675"/>
                    <a:pt x="82075" y="64008"/>
                  </a:cubicBezTo>
                  <a:cubicBezTo>
                    <a:pt x="78169" y="66675"/>
                    <a:pt x="72962" y="66675"/>
                    <a:pt x="69057" y="66675"/>
                  </a:cubicBezTo>
                  <a:cubicBezTo>
                    <a:pt x="63850" y="66675"/>
                    <a:pt x="59945" y="66675"/>
                    <a:pt x="56040" y="64008"/>
                  </a:cubicBezTo>
                  <a:cubicBezTo>
                    <a:pt x="52134" y="62675"/>
                    <a:pt x="48229" y="60008"/>
                    <a:pt x="45625" y="57341"/>
                  </a:cubicBezTo>
                  <a:cubicBezTo>
                    <a:pt x="43022" y="54674"/>
                    <a:pt x="40418" y="50673"/>
                    <a:pt x="39117" y="46673"/>
                  </a:cubicBezTo>
                  <a:cubicBezTo>
                    <a:pt x="37815" y="42672"/>
                    <a:pt x="36513" y="38672"/>
                    <a:pt x="36513" y="33338"/>
                  </a:cubicBezTo>
                  <a:cubicBezTo>
                    <a:pt x="36513" y="29337"/>
                    <a:pt x="37815" y="25337"/>
                    <a:pt x="39117" y="20003"/>
                  </a:cubicBezTo>
                  <a:cubicBezTo>
                    <a:pt x="40418" y="16002"/>
                    <a:pt x="43022" y="13335"/>
                    <a:pt x="45625" y="9335"/>
                  </a:cubicBezTo>
                  <a:cubicBezTo>
                    <a:pt x="48229" y="6668"/>
                    <a:pt x="52134" y="4001"/>
                    <a:pt x="56040" y="2667"/>
                  </a:cubicBezTo>
                  <a:cubicBezTo>
                    <a:pt x="59945" y="1334"/>
                    <a:pt x="63850" y="0"/>
                    <a:pt x="69057" y="0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6" name="ValueShape"/>
            <p:cNvSpPr/>
            <p:nvPr/>
          </p:nvSpPr>
          <p:spPr>
            <a:xfrm>
              <a:off x="7159743" y="1008464"/>
              <a:ext cx="315867" cy="769697"/>
            </a:xfrm>
            <a:custGeom>
              <a:avLst/>
              <a:gdLst>
                <a:gd name="connsiteX0" fmla="*/ 30544 w 138113"/>
                <a:gd name="connsiteY0" fmla="*/ 76200 h 336550"/>
                <a:gd name="connsiteX1" fmla="*/ 102257 w 138113"/>
                <a:gd name="connsiteY1" fmla="*/ 76200 h 336550"/>
                <a:gd name="connsiteX2" fmla="*/ 116865 w 138113"/>
                <a:gd name="connsiteY2" fmla="*/ 78830 h 336550"/>
                <a:gd name="connsiteX3" fmla="*/ 128817 w 138113"/>
                <a:gd name="connsiteY3" fmla="*/ 86719 h 336550"/>
                <a:gd name="connsiteX4" fmla="*/ 135457 w 138113"/>
                <a:gd name="connsiteY4" fmla="*/ 98553 h 336550"/>
                <a:gd name="connsiteX5" fmla="*/ 138113 w 138113"/>
                <a:gd name="connsiteY5" fmla="*/ 111702 h 336550"/>
                <a:gd name="connsiteX6" fmla="*/ 138113 w 138113"/>
                <a:gd name="connsiteY6" fmla="*/ 206375 h 336550"/>
                <a:gd name="connsiteX7" fmla="*/ 135457 w 138113"/>
                <a:gd name="connsiteY7" fmla="*/ 214264 h 336550"/>
                <a:gd name="connsiteX8" fmla="*/ 127489 w 138113"/>
                <a:gd name="connsiteY8" fmla="*/ 216894 h 336550"/>
                <a:gd name="connsiteX9" fmla="*/ 120849 w 138113"/>
                <a:gd name="connsiteY9" fmla="*/ 214264 h 336550"/>
                <a:gd name="connsiteX10" fmla="*/ 118193 w 138113"/>
                <a:gd name="connsiteY10" fmla="*/ 206375 h 336550"/>
                <a:gd name="connsiteX11" fmla="*/ 118193 w 138113"/>
                <a:gd name="connsiteY11" fmla="*/ 116962 h 336550"/>
                <a:gd name="connsiteX12" fmla="*/ 115537 w 138113"/>
                <a:gd name="connsiteY12" fmla="*/ 114332 h 336550"/>
                <a:gd name="connsiteX13" fmla="*/ 111553 w 138113"/>
                <a:gd name="connsiteY13" fmla="*/ 113017 h 336550"/>
                <a:gd name="connsiteX14" fmla="*/ 107569 w 138113"/>
                <a:gd name="connsiteY14" fmla="*/ 114332 h 336550"/>
                <a:gd name="connsiteX15" fmla="*/ 106241 w 138113"/>
                <a:gd name="connsiteY15" fmla="*/ 116962 h 336550"/>
                <a:gd name="connsiteX16" fmla="*/ 106241 w 138113"/>
                <a:gd name="connsiteY16" fmla="*/ 322086 h 336550"/>
                <a:gd name="connsiteX17" fmla="*/ 100929 w 138113"/>
                <a:gd name="connsiteY17" fmla="*/ 332605 h 336550"/>
                <a:gd name="connsiteX18" fmla="*/ 90305 w 138113"/>
                <a:gd name="connsiteY18" fmla="*/ 336550 h 336550"/>
                <a:gd name="connsiteX19" fmla="*/ 79681 w 138113"/>
                <a:gd name="connsiteY19" fmla="*/ 332605 h 336550"/>
                <a:gd name="connsiteX20" fmla="*/ 75697 w 138113"/>
                <a:gd name="connsiteY20" fmla="*/ 322086 h 336550"/>
                <a:gd name="connsiteX21" fmla="*/ 75697 w 138113"/>
                <a:gd name="connsiteY21" fmla="*/ 195856 h 336550"/>
                <a:gd name="connsiteX22" fmla="*/ 73041 w 138113"/>
                <a:gd name="connsiteY22" fmla="*/ 191911 h 336550"/>
                <a:gd name="connsiteX23" fmla="*/ 69057 w 138113"/>
                <a:gd name="connsiteY23" fmla="*/ 190596 h 336550"/>
                <a:gd name="connsiteX24" fmla="*/ 65073 w 138113"/>
                <a:gd name="connsiteY24" fmla="*/ 191911 h 336550"/>
                <a:gd name="connsiteX25" fmla="*/ 62417 w 138113"/>
                <a:gd name="connsiteY25" fmla="*/ 195856 h 336550"/>
                <a:gd name="connsiteX26" fmla="*/ 62417 w 138113"/>
                <a:gd name="connsiteY26" fmla="*/ 241877 h 336550"/>
                <a:gd name="connsiteX27" fmla="*/ 62417 w 138113"/>
                <a:gd name="connsiteY27" fmla="*/ 322086 h 336550"/>
                <a:gd name="connsiteX28" fmla="*/ 57105 w 138113"/>
                <a:gd name="connsiteY28" fmla="*/ 332605 h 336550"/>
                <a:gd name="connsiteX29" fmla="*/ 46480 w 138113"/>
                <a:gd name="connsiteY29" fmla="*/ 336550 h 336550"/>
                <a:gd name="connsiteX30" fmla="*/ 35856 w 138113"/>
                <a:gd name="connsiteY30" fmla="*/ 332605 h 336550"/>
                <a:gd name="connsiteX31" fmla="*/ 31872 w 138113"/>
                <a:gd name="connsiteY31" fmla="*/ 322086 h 336550"/>
                <a:gd name="connsiteX32" fmla="*/ 31872 w 138113"/>
                <a:gd name="connsiteY32" fmla="*/ 116962 h 336550"/>
                <a:gd name="connsiteX33" fmla="*/ 29216 w 138113"/>
                <a:gd name="connsiteY33" fmla="*/ 114332 h 336550"/>
                <a:gd name="connsiteX34" fmla="*/ 26560 w 138113"/>
                <a:gd name="connsiteY34" fmla="*/ 113017 h 336550"/>
                <a:gd name="connsiteX35" fmla="*/ 22576 w 138113"/>
                <a:gd name="connsiteY35" fmla="*/ 114332 h 336550"/>
                <a:gd name="connsiteX36" fmla="*/ 19920 w 138113"/>
                <a:gd name="connsiteY36" fmla="*/ 116962 h 336550"/>
                <a:gd name="connsiteX37" fmla="*/ 19920 w 138113"/>
                <a:gd name="connsiteY37" fmla="*/ 206375 h 336550"/>
                <a:gd name="connsiteX38" fmla="*/ 17264 w 138113"/>
                <a:gd name="connsiteY38" fmla="*/ 214264 h 336550"/>
                <a:gd name="connsiteX39" fmla="*/ 10624 w 138113"/>
                <a:gd name="connsiteY39" fmla="*/ 216894 h 336550"/>
                <a:gd name="connsiteX40" fmla="*/ 2656 w 138113"/>
                <a:gd name="connsiteY40" fmla="*/ 214264 h 336550"/>
                <a:gd name="connsiteX41" fmla="*/ 0 w 138113"/>
                <a:gd name="connsiteY41" fmla="*/ 206375 h 336550"/>
                <a:gd name="connsiteX42" fmla="*/ 0 w 138113"/>
                <a:gd name="connsiteY42" fmla="*/ 111702 h 336550"/>
                <a:gd name="connsiteX43" fmla="*/ 1328 w 138113"/>
                <a:gd name="connsiteY43" fmla="*/ 98553 h 336550"/>
                <a:gd name="connsiteX44" fmla="*/ 7968 w 138113"/>
                <a:gd name="connsiteY44" fmla="*/ 86719 h 336550"/>
                <a:gd name="connsiteX45" fmla="*/ 17264 w 138113"/>
                <a:gd name="connsiteY45" fmla="*/ 78830 h 336550"/>
                <a:gd name="connsiteX46" fmla="*/ 30544 w 138113"/>
                <a:gd name="connsiteY46" fmla="*/ 76200 h 336550"/>
                <a:gd name="connsiteX47" fmla="*/ 69057 w 138113"/>
                <a:gd name="connsiteY47" fmla="*/ 0 h 336550"/>
                <a:gd name="connsiteX48" fmla="*/ 92489 w 138113"/>
                <a:gd name="connsiteY48" fmla="*/ 9335 h 336550"/>
                <a:gd name="connsiteX49" fmla="*/ 101601 w 138113"/>
                <a:gd name="connsiteY49" fmla="*/ 33338 h 336550"/>
                <a:gd name="connsiteX50" fmla="*/ 98998 w 138113"/>
                <a:gd name="connsiteY50" fmla="*/ 46673 h 336550"/>
                <a:gd name="connsiteX51" fmla="*/ 92489 w 138113"/>
                <a:gd name="connsiteY51" fmla="*/ 57341 h 336550"/>
                <a:gd name="connsiteX52" fmla="*/ 82075 w 138113"/>
                <a:gd name="connsiteY52" fmla="*/ 64008 h 336550"/>
                <a:gd name="connsiteX53" fmla="*/ 69057 w 138113"/>
                <a:gd name="connsiteY53" fmla="*/ 66675 h 336550"/>
                <a:gd name="connsiteX54" fmla="*/ 56040 w 138113"/>
                <a:gd name="connsiteY54" fmla="*/ 64008 h 336550"/>
                <a:gd name="connsiteX55" fmla="*/ 45625 w 138113"/>
                <a:gd name="connsiteY55" fmla="*/ 57341 h 336550"/>
                <a:gd name="connsiteX56" fmla="*/ 39117 w 138113"/>
                <a:gd name="connsiteY56" fmla="*/ 46673 h 336550"/>
                <a:gd name="connsiteX57" fmla="*/ 36513 w 138113"/>
                <a:gd name="connsiteY57" fmla="*/ 33338 h 336550"/>
                <a:gd name="connsiteX58" fmla="*/ 39117 w 138113"/>
                <a:gd name="connsiteY58" fmla="*/ 20003 h 336550"/>
                <a:gd name="connsiteX59" fmla="*/ 45625 w 138113"/>
                <a:gd name="connsiteY59" fmla="*/ 9335 h 336550"/>
                <a:gd name="connsiteX60" fmla="*/ 56040 w 138113"/>
                <a:gd name="connsiteY60" fmla="*/ 2667 h 336550"/>
                <a:gd name="connsiteX61" fmla="*/ 69057 w 138113"/>
                <a:gd name="connsiteY61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8113" h="336550">
                  <a:moveTo>
                    <a:pt x="30544" y="76200"/>
                  </a:moveTo>
                  <a:lnTo>
                    <a:pt x="102257" y="76200"/>
                  </a:lnTo>
                  <a:cubicBezTo>
                    <a:pt x="107569" y="76200"/>
                    <a:pt x="112881" y="77515"/>
                    <a:pt x="116865" y="78830"/>
                  </a:cubicBezTo>
                  <a:cubicBezTo>
                    <a:pt x="122177" y="81460"/>
                    <a:pt x="124833" y="84089"/>
                    <a:pt x="128817" y="86719"/>
                  </a:cubicBezTo>
                  <a:cubicBezTo>
                    <a:pt x="131473" y="90664"/>
                    <a:pt x="134129" y="94609"/>
                    <a:pt x="135457" y="98553"/>
                  </a:cubicBezTo>
                  <a:cubicBezTo>
                    <a:pt x="136785" y="102498"/>
                    <a:pt x="138113" y="106443"/>
                    <a:pt x="138113" y="111702"/>
                  </a:cubicBezTo>
                  <a:cubicBezTo>
                    <a:pt x="138113" y="206375"/>
                    <a:pt x="138113" y="206375"/>
                    <a:pt x="138113" y="206375"/>
                  </a:cubicBezTo>
                  <a:cubicBezTo>
                    <a:pt x="138113" y="209005"/>
                    <a:pt x="136785" y="211635"/>
                    <a:pt x="135457" y="214264"/>
                  </a:cubicBezTo>
                  <a:cubicBezTo>
                    <a:pt x="132801" y="215579"/>
                    <a:pt x="130145" y="216894"/>
                    <a:pt x="127489" y="216894"/>
                  </a:cubicBezTo>
                  <a:cubicBezTo>
                    <a:pt x="124833" y="216894"/>
                    <a:pt x="123505" y="215579"/>
                    <a:pt x="120849" y="214264"/>
                  </a:cubicBezTo>
                  <a:cubicBezTo>
                    <a:pt x="118193" y="211635"/>
                    <a:pt x="118193" y="209005"/>
                    <a:pt x="118193" y="206375"/>
                  </a:cubicBezTo>
                  <a:cubicBezTo>
                    <a:pt x="118193" y="116962"/>
                    <a:pt x="118193" y="116962"/>
                    <a:pt x="118193" y="116962"/>
                  </a:cubicBezTo>
                  <a:cubicBezTo>
                    <a:pt x="118193" y="115647"/>
                    <a:pt x="116865" y="114332"/>
                    <a:pt x="115537" y="114332"/>
                  </a:cubicBezTo>
                  <a:cubicBezTo>
                    <a:pt x="114209" y="114332"/>
                    <a:pt x="112881" y="113017"/>
                    <a:pt x="111553" y="113017"/>
                  </a:cubicBezTo>
                  <a:cubicBezTo>
                    <a:pt x="110225" y="113017"/>
                    <a:pt x="110225" y="114332"/>
                    <a:pt x="107569" y="114332"/>
                  </a:cubicBezTo>
                  <a:cubicBezTo>
                    <a:pt x="106241" y="114332"/>
                    <a:pt x="106241" y="115647"/>
                    <a:pt x="106241" y="116962"/>
                  </a:cubicBezTo>
                  <a:cubicBezTo>
                    <a:pt x="106241" y="322086"/>
                    <a:pt x="106241" y="322086"/>
                    <a:pt x="106241" y="322086"/>
                  </a:cubicBezTo>
                  <a:cubicBezTo>
                    <a:pt x="106241" y="326031"/>
                    <a:pt x="104913" y="329976"/>
                    <a:pt x="100929" y="332605"/>
                  </a:cubicBezTo>
                  <a:cubicBezTo>
                    <a:pt x="98273" y="335235"/>
                    <a:pt x="95617" y="336550"/>
                    <a:pt x="90305" y="336550"/>
                  </a:cubicBezTo>
                  <a:cubicBezTo>
                    <a:pt x="86321" y="336550"/>
                    <a:pt x="83665" y="335235"/>
                    <a:pt x="79681" y="332605"/>
                  </a:cubicBezTo>
                  <a:cubicBezTo>
                    <a:pt x="77025" y="328661"/>
                    <a:pt x="75697" y="326031"/>
                    <a:pt x="75697" y="322086"/>
                  </a:cubicBezTo>
                  <a:cubicBezTo>
                    <a:pt x="75697" y="195856"/>
                    <a:pt x="75697" y="195856"/>
                    <a:pt x="75697" y="195856"/>
                  </a:cubicBezTo>
                  <a:cubicBezTo>
                    <a:pt x="75697" y="194541"/>
                    <a:pt x="74369" y="193226"/>
                    <a:pt x="73041" y="191911"/>
                  </a:cubicBezTo>
                  <a:cubicBezTo>
                    <a:pt x="71713" y="191911"/>
                    <a:pt x="70385" y="190596"/>
                    <a:pt x="69057" y="190596"/>
                  </a:cubicBezTo>
                  <a:cubicBezTo>
                    <a:pt x="69057" y="190596"/>
                    <a:pt x="66401" y="191911"/>
                    <a:pt x="65073" y="191911"/>
                  </a:cubicBezTo>
                  <a:cubicBezTo>
                    <a:pt x="62417" y="193226"/>
                    <a:pt x="62417" y="194541"/>
                    <a:pt x="62417" y="195856"/>
                  </a:cubicBezTo>
                  <a:cubicBezTo>
                    <a:pt x="62417" y="241877"/>
                    <a:pt x="62417" y="241877"/>
                    <a:pt x="62417" y="241877"/>
                  </a:cubicBezTo>
                  <a:cubicBezTo>
                    <a:pt x="62417" y="322086"/>
                    <a:pt x="62417" y="322086"/>
                    <a:pt x="62417" y="322086"/>
                  </a:cubicBezTo>
                  <a:cubicBezTo>
                    <a:pt x="62417" y="326031"/>
                    <a:pt x="61089" y="328661"/>
                    <a:pt x="57105" y="332605"/>
                  </a:cubicBezTo>
                  <a:cubicBezTo>
                    <a:pt x="54449" y="335235"/>
                    <a:pt x="50464" y="336550"/>
                    <a:pt x="46480" y="336550"/>
                  </a:cubicBezTo>
                  <a:cubicBezTo>
                    <a:pt x="42496" y="336550"/>
                    <a:pt x="38512" y="335235"/>
                    <a:pt x="35856" y="332605"/>
                  </a:cubicBezTo>
                  <a:cubicBezTo>
                    <a:pt x="33200" y="329976"/>
                    <a:pt x="31872" y="326031"/>
                    <a:pt x="31872" y="322086"/>
                  </a:cubicBezTo>
                  <a:cubicBezTo>
                    <a:pt x="31872" y="116962"/>
                    <a:pt x="31872" y="116962"/>
                    <a:pt x="31872" y="116962"/>
                  </a:cubicBezTo>
                  <a:cubicBezTo>
                    <a:pt x="31872" y="115647"/>
                    <a:pt x="30544" y="114332"/>
                    <a:pt x="29216" y="114332"/>
                  </a:cubicBezTo>
                  <a:cubicBezTo>
                    <a:pt x="27888" y="114332"/>
                    <a:pt x="26560" y="113017"/>
                    <a:pt x="26560" y="113017"/>
                  </a:cubicBezTo>
                  <a:cubicBezTo>
                    <a:pt x="25232" y="113017"/>
                    <a:pt x="23904" y="114332"/>
                    <a:pt x="22576" y="114332"/>
                  </a:cubicBezTo>
                  <a:cubicBezTo>
                    <a:pt x="21248" y="114332"/>
                    <a:pt x="19920" y="115647"/>
                    <a:pt x="19920" y="116962"/>
                  </a:cubicBezTo>
                  <a:cubicBezTo>
                    <a:pt x="19920" y="206375"/>
                    <a:pt x="19920" y="206375"/>
                    <a:pt x="19920" y="206375"/>
                  </a:cubicBezTo>
                  <a:cubicBezTo>
                    <a:pt x="19920" y="209005"/>
                    <a:pt x="19920" y="211635"/>
                    <a:pt x="17264" y="214264"/>
                  </a:cubicBezTo>
                  <a:cubicBezTo>
                    <a:pt x="14608" y="215579"/>
                    <a:pt x="13280" y="216894"/>
                    <a:pt x="10624" y="216894"/>
                  </a:cubicBezTo>
                  <a:cubicBezTo>
                    <a:pt x="7968" y="216894"/>
                    <a:pt x="5312" y="215579"/>
                    <a:pt x="2656" y="214264"/>
                  </a:cubicBezTo>
                  <a:cubicBezTo>
                    <a:pt x="1328" y="211635"/>
                    <a:pt x="0" y="209005"/>
                    <a:pt x="0" y="206375"/>
                  </a:cubicBezTo>
                  <a:cubicBezTo>
                    <a:pt x="0" y="111702"/>
                    <a:pt x="0" y="111702"/>
                    <a:pt x="0" y="111702"/>
                  </a:cubicBezTo>
                  <a:cubicBezTo>
                    <a:pt x="0" y="106443"/>
                    <a:pt x="0" y="102498"/>
                    <a:pt x="1328" y="98553"/>
                  </a:cubicBezTo>
                  <a:cubicBezTo>
                    <a:pt x="2656" y="94609"/>
                    <a:pt x="5312" y="90664"/>
                    <a:pt x="7968" y="86719"/>
                  </a:cubicBezTo>
                  <a:cubicBezTo>
                    <a:pt x="9296" y="84089"/>
                    <a:pt x="13280" y="81460"/>
                    <a:pt x="17264" y="78830"/>
                  </a:cubicBezTo>
                  <a:cubicBezTo>
                    <a:pt x="19920" y="77515"/>
                    <a:pt x="25232" y="76200"/>
                    <a:pt x="30544" y="76200"/>
                  </a:cubicBezTo>
                  <a:close/>
                  <a:moveTo>
                    <a:pt x="69057" y="0"/>
                  </a:moveTo>
                  <a:cubicBezTo>
                    <a:pt x="78169" y="0"/>
                    <a:pt x="85980" y="2667"/>
                    <a:pt x="92489" y="9335"/>
                  </a:cubicBezTo>
                  <a:cubicBezTo>
                    <a:pt x="98998" y="16002"/>
                    <a:pt x="101601" y="24003"/>
                    <a:pt x="101601" y="33338"/>
                  </a:cubicBezTo>
                  <a:cubicBezTo>
                    <a:pt x="101601" y="38672"/>
                    <a:pt x="101601" y="42672"/>
                    <a:pt x="98998" y="46673"/>
                  </a:cubicBezTo>
                  <a:cubicBezTo>
                    <a:pt x="97696" y="50673"/>
                    <a:pt x="95092" y="54674"/>
                    <a:pt x="92489" y="57341"/>
                  </a:cubicBezTo>
                  <a:cubicBezTo>
                    <a:pt x="89885" y="60008"/>
                    <a:pt x="85980" y="62675"/>
                    <a:pt x="82075" y="64008"/>
                  </a:cubicBezTo>
                  <a:cubicBezTo>
                    <a:pt x="78169" y="66675"/>
                    <a:pt x="72962" y="66675"/>
                    <a:pt x="69057" y="66675"/>
                  </a:cubicBezTo>
                  <a:cubicBezTo>
                    <a:pt x="63850" y="66675"/>
                    <a:pt x="59945" y="66675"/>
                    <a:pt x="56040" y="64008"/>
                  </a:cubicBezTo>
                  <a:cubicBezTo>
                    <a:pt x="52134" y="62675"/>
                    <a:pt x="48229" y="60008"/>
                    <a:pt x="45625" y="57341"/>
                  </a:cubicBezTo>
                  <a:cubicBezTo>
                    <a:pt x="43022" y="54674"/>
                    <a:pt x="40418" y="50673"/>
                    <a:pt x="39117" y="46673"/>
                  </a:cubicBezTo>
                  <a:cubicBezTo>
                    <a:pt x="37815" y="42672"/>
                    <a:pt x="36513" y="38672"/>
                    <a:pt x="36513" y="33338"/>
                  </a:cubicBezTo>
                  <a:cubicBezTo>
                    <a:pt x="36513" y="29337"/>
                    <a:pt x="37815" y="25337"/>
                    <a:pt x="39117" y="20003"/>
                  </a:cubicBezTo>
                  <a:cubicBezTo>
                    <a:pt x="40418" y="16002"/>
                    <a:pt x="43022" y="13335"/>
                    <a:pt x="45625" y="9335"/>
                  </a:cubicBezTo>
                  <a:cubicBezTo>
                    <a:pt x="48229" y="6668"/>
                    <a:pt x="52134" y="4001"/>
                    <a:pt x="56040" y="2667"/>
                  </a:cubicBezTo>
                  <a:cubicBezTo>
                    <a:pt x="59945" y="1334"/>
                    <a:pt x="63850" y="0"/>
                    <a:pt x="69057" y="0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7" name="ValueShape"/>
            <p:cNvSpPr/>
            <p:nvPr/>
          </p:nvSpPr>
          <p:spPr>
            <a:xfrm>
              <a:off x="7731243" y="1008464"/>
              <a:ext cx="315867" cy="769697"/>
            </a:xfrm>
            <a:custGeom>
              <a:avLst/>
              <a:gdLst>
                <a:gd name="connsiteX0" fmla="*/ 30544 w 138113"/>
                <a:gd name="connsiteY0" fmla="*/ 76200 h 336550"/>
                <a:gd name="connsiteX1" fmla="*/ 102257 w 138113"/>
                <a:gd name="connsiteY1" fmla="*/ 76200 h 336550"/>
                <a:gd name="connsiteX2" fmla="*/ 116865 w 138113"/>
                <a:gd name="connsiteY2" fmla="*/ 78830 h 336550"/>
                <a:gd name="connsiteX3" fmla="*/ 128817 w 138113"/>
                <a:gd name="connsiteY3" fmla="*/ 86719 h 336550"/>
                <a:gd name="connsiteX4" fmla="*/ 135457 w 138113"/>
                <a:gd name="connsiteY4" fmla="*/ 98553 h 336550"/>
                <a:gd name="connsiteX5" fmla="*/ 138113 w 138113"/>
                <a:gd name="connsiteY5" fmla="*/ 111702 h 336550"/>
                <a:gd name="connsiteX6" fmla="*/ 138113 w 138113"/>
                <a:gd name="connsiteY6" fmla="*/ 206375 h 336550"/>
                <a:gd name="connsiteX7" fmla="*/ 135457 w 138113"/>
                <a:gd name="connsiteY7" fmla="*/ 214264 h 336550"/>
                <a:gd name="connsiteX8" fmla="*/ 127489 w 138113"/>
                <a:gd name="connsiteY8" fmla="*/ 216894 h 336550"/>
                <a:gd name="connsiteX9" fmla="*/ 120849 w 138113"/>
                <a:gd name="connsiteY9" fmla="*/ 214264 h 336550"/>
                <a:gd name="connsiteX10" fmla="*/ 118193 w 138113"/>
                <a:gd name="connsiteY10" fmla="*/ 206375 h 336550"/>
                <a:gd name="connsiteX11" fmla="*/ 118193 w 138113"/>
                <a:gd name="connsiteY11" fmla="*/ 116962 h 336550"/>
                <a:gd name="connsiteX12" fmla="*/ 115537 w 138113"/>
                <a:gd name="connsiteY12" fmla="*/ 114332 h 336550"/>
                <a:gd name="connsiteX13" fmla="*/ 111553 w 138113"/>
                <a:gd name="connsiteY13" fmla="*/ 113017 h 336550"/>
                <a:gd name="connsiteX14" fmla="*/ 107569 w 138113"/>
                <a:gd name="connsiteY14" fmla="*/ 114332 h 336550"/>
                <a:gd name="connsiteX15" fmla="*/ 106241 w 138113"/>
                <a:gd name="connsiteY15" fmla="*/ 116962 h 336550"/>
                <a:gd name="connsiteX16" fmla="*/ 106241 w 138113"/>
                <a:gd name="connsiteY16" fmla="*/ 322086 h 336550"/>
                <a:gd name="connsiteX17" fmla="*/ 100929 w 138113"/>
                <a:gd name="connsiteY17" fmla="*/ 332605 h 336550"/>
                <a:gd name="connsiteX18" fmla="*/ 90305 w 138113"/>
                <a:gd name="connsiteY18" fmla="*/ 336550 h 336550"/>
                <a:gd name="connsiteX19" fmla="*/ 79681 w 138113"/>
                <a:gd name="connsiteY19" fmla="*/ 332605 h 336550"/>
                <a:gd name="connsiteX20" fmla="*/ 75697 w 138113"/>
                <a:gd name="connsiteY20" fmla="*/ 322086 h 336550"/>
                <a:gd name="connsiteX21" fmla="*/ 75697 w 138113"/>
                <a:gd name="connsiteY21" fmla="*/ 195856 h 336550"/>
                <a:gd name="connsiteX22" fmla="*/ 73041 w 138113"/>
                <a:gd name="connsiteY22" fmla="*/ 191911 h 336550"/>
                <a:gd name="connsiteX23" fmla="*/ 69057 w 138113"/>
                <a:gd name="connsiteY23" fmla="*/ 190596 h 336550"/>
                <a:gd name="connsiteX24" fmla="*/ 65073 w 138113"/>
                <a:gd name="connsiteY24" fmla="*/ 191911 h 336550"/>
                <a:gd name="connsiteX25" fmla="*/ 62417 w 138113"/>
                <a:gd name="connsiteY25" fmla="*/ 195856 h 336550"/>
                <a:gd name="connsiteX26" fmla="*/ 62417 w 138113"/>
                <a:gd name="connsiteY26" fmla="*/ 241877 h 336550"/>
                <a:gd name="connsiteX27" fmla="*/ 62417 w 138113"/>
                <a:gd name="connsiteY27" fmla="*/ 322086 h 336550"/>
                <a:gd name="connsiteX28" fmla="*/ 57105 w 138113"/>
                <a:gd name="connsiteY28" fmla="*/ 332605 h 336550"/>
                <a:gd name="connsiteX29" fmla="*/ 46480 w 138113"/>
                <a:gd name="connsiteY29" fmla="*/ 336550 h 336550"/>
                <a:gd name="connsiteX30" fmla="*/ 35856 w 138113"/>
                <a:gd name="connsiteY30" fmla="*/ 332605 h 336550"/>
                <a:gd name="connsiteX31" fmla="*/ 31872 w 138113"/>
                <a:gd name="connsiteY31" fmla="*/ 322086 h 336550"/>
                <a:gd name="connsiteX32" fmla="*/ 31872 w 138113"/>
                <a:gd name="connsiteY32" fmla="*/ 116962 h 336550"/>
                <a:gd name="connsiteX33" fmla="*/ 29216 w 138113"/>
                <a:gd name="connsiteY33" fmla="*/ 114332 h 336550"/>
                <a:gd name="connsiteX34" fmla="*/ 26560 w 138113"/>
                <a:gd name="connsiteY34" fmla="*/ 113017 h 336550"/>
                <a:gd name="connsiteX35" fmla="*/ 22576 w 138113"/>
                <a:gd name="connsiteY35" fmla="*/ 114332 h 336550"/>
                <a:gd name="connsiteX36" fmla="*/ 19920 w 138113"/>
                <a:gd name="connsiteY36" fmla="*/ 116962 h 336550"/>
                <a:gd name="connsiteX37" fmla="*/ 19920 w 138113"/>
                <a:gd name="connsiteY37" fmla="*/ 206375 h 336550"/>
                <a:gd name="connsiteX38" fmla="*/ 17264 w 138113"/>
                <a:gd name="connsiteY38" fmla="*/ 214264 h 336550"/>
                <a:gd name="connsiteX39" fmla="*/ 10624 w 138113"/>
                <a:gd name="connsiteY39" fmla="*/ 216894 h 336550"/>
                <a:gd name="connsiteX40" fmla="*/ 2656 w 138113"/>
                <a:gd name="connsiteY40" fmla="*/ 214264 h 336550"/>
                <a:gd name="connsiteX41" fmla="*/ 0 w 138113"/>
                <a:gd name="connsiteY41" fmla="*/ 206375 h 336550"/>
                <a:gd name="connsiteX42" fmla="*/ 0 w 138113"/>
                <a:gd name="connsiteY42" fmla="*/ 111702 h 336550"/>
                <a:gd name="connsiteX43" fmla="*/ 1328 w 138113"/>
                <a:gd name="connsiteY43" fmla="*/ 98553 h 336550"/>
                <a:gd name="connsiteX44" fmla="*/ 7968 w 138113"/>
                <a:gd name="connsiteY44" fmla="*/ 86719 h 336550"/>
                <a:gd name="connsiteX45" fmla="*/ 17264 w 138113"/>
                <a:gd name="connsiteY45" fmla="*/ 78830 h 336550"/>
                <a:gd name="connsiteX46" fmla="*/ 30544 w 138113"/>
                <a:gd name="connsiteY46" fmla="*/ 76200 h 336550"/>
                <a:gd name="connsiteX47" fmla="*/ 69057 w 138113"/>
                <a:gd name="connsiteY47" fmla="*/ 0 h 336550"/>
                <a:gd name="connsiteX48" fmla="*/ 92489 w 138113"/>
                <a:gd name="connsiteY48" fmla="*/ 9335 h 336550"/>
                <a:gd name="connsiteX49" fmla="*/ 101601 w 138113"/>
                <a:gd name="connsiteY49" fmla="*/ 33338 h 336550"/>
                <a:gd name="connsiteX50" fmla="*/ 98998 w 138113"/>
                <a:gd name="connsiteY50" fmla="*/ 46673 h 336550"/>
                <a:gd name="connsiteX51" fmla="*/ 92489 w 138113"/>
                <a:gd name="connsiteY51" fmla="*/ 57341 h 336550"/>
                <a:gd name="connsiteX52" fmla="*/ 82075 w 138113"/>
                <a:gd name="connsiteY52" fmla="*/ 64008 h 336550"/>
                <a:gd name="connsiteX53" fmla="*/ 69057 w 138113"/>
                <a:gd name="connsiteY53" fmla="*/ 66675 h 336550"/>
                <a:gd name="connsiteX54" fmla="*/ 56040 w 138113"/>
                <a:gd name="connsiteY54" fmla="*/ 64008 h 336550"/>
                <a:gd name="connsiteX55" fmla="*/ 45625 w 138113"/>
                <a:gd name="connsiteY55" fmla="*/ 57341 h 336550"/>
                <a:gd name="connsiteX56" fmla="*/ 39117 w 138113"/>
                <a:gd name="connsiteY56" fmla="*/ 46673 h 336550"/>
                <a:gd name="connsiteX57" fmla="*/ 36513 w 138113"/>
                <a:gd name="connsiteY57" fmla="*/ 33338 h 336550"/>
                <a:gd name="connsiteX58" fmla="*/ 39117 w 138113"/>
                <a:gd name="connsiteY58" fmla="*/ 20003 h 336550"/>
                <a:gd name="connsiteX59" fmla="*/ 45625 w 138113"/>
                <a:gd name="connsiteY59" fmla="*/ 9335 h 336550"/>
                <a:gd name="connsiteX60" fmla="*/ 56040 w 138113"/>
                <a:gd name="connsiteY60" fmla="*/ 2667 h 336550"/>
                <a:gd name="connsiteX61" fmla="*/ 69057 w 138113"/>
                <a:gd name="connsiteY61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8113" h="336550">
                  <a:moveTo>
                    <a:pt x="30544" y="76200"/>
                  </a:moveTo>
                  <a:lnTo>
                    <a:pt x="102257" y="76200"/>
                  </a:lnTo>
                  <a:cubicBezTo>
                    <a:pt x="107569" y="76200"/>
                    <a:pt x="112881" y="77515"/>
                    <a:pt x="116865" y="78830"/>
                  </a:cubicBezTo>
                  <a:cubicBezTo>
                    <a:pt x="122177" y="81460"/>
                    <a:pt x="124833" y="84089"/>
                    <a:pt x="128817" y="86719"/>
                  </a:cubicBezTo>
                  <a:cubicBezTo>
                    <a:pt x="131473" y="90664"/>
                    <a:pt x="134129" y="94609"/>
                    <a:pt x="135457" y="98553"/>
                  </a:cubicBezTo>
                  <a:cubicBezTo>
                    <a:pt x="136785" y="102498"/>
                    <a:pt x="138113" y="106443"/>
                    <a:pt x="138113" y="111702"/>
                  </a:cubicBezTo>
                  <a:cubicBezTo>
                    <a:pt x="138113" y="206375"/>
                    <a:pt x="138113" y="206375"/>
                    <a:pt x="138113" y="206375"/>
                  </a:cubicBezTo>
                  <a:cubicBezTo>
                    <a:pt x="138113" y="209005"/>
                    <a:pt x="136785" y="211635"/>
                    <a:pt x="135457" y="214264"/>
                  </a:cubicBezTo>
                  <a:cubicBezTo>
                    <a:pt x="132801" y="215579"/>
                    <a:pt x="130145" y="216894"/>
                    <a:pt x="127489" y="216894"/>
                  </a:cubicBezTo>
                  <a:cubicBezTo>
                    <a:pt x="124833" y="216894"/>
                    <a:pt x="123505" y="215579"/>
                    <a:pt x="120849" y="214264"/>
                  </a:cubicBezTo>
                  <a:cubicBezTo>
                    <a:pt x="118193" y="211635"/>
                    <a:pt x="118193" y="209005"/>
                    <a:pt x="118193" y="206375"/>
                  </a:cubicBezTo>
                  <a:cubicBezTo>
                    <a:pt x="118193" y="116962"/>
                    <a:pt x="118193" y="116962"/>
                    <a:pt x="118193" y="116962"/>
                  </a:cubicBezTo>
                  <a:cubicBezTo>
                    <a:pt x="118193" y="115647"/>
                    <a:pt x="116865" y="114332"/>
                    <a:pt x="115537" y="114332"/>
                  </a:cubicBezTo>
                  <a:cubicBezTo>
                    <a:pt x="114209" y="114332"/>
                    <a:pt x="112881" y="113017"/>
                    <a:pt x="111553" y="113017"/>
                  </a:cubicBezTo>
                  <a:cubicBezTo>
                    <a:pt x="110225" y="113017"/>
                    <a:pt x="110225" y="114332"/>
                    <a:pt x="107569" y="114332"/>
                  </a:cubicBezTo>
                  <a:cubicBezTo>
                    <a:pt x="106241" y="114332"/>
                    <a:pt x="106241" y="115647"/>
                    <a:pt x="106241" y="116962"/>
                  </a:cubicBezTo>
                  <a:cubicBezTo>
                    <a:pt x="106241" y="322086"/>
                    <a:pt x="106241" y="322086"/>
                    <a:pt x="106241" y="322086"/>
                  </a:cubicBezTo>
                  <a:cubicBezTo>
                    <a:pt x="106241" y="326031"/>
                    <a:pt x="104913" y="329976"/>
                    <a:pt x="100929" y="332605"/>
                  </a:cubicBezTo>
                  <a:cubicBezTo>
                    <a:pt x="98273" y="335235"/>
                    <a:pt x="95617" y="336550"/>
                    <a:pt x="90305" y="336550"/>
                  </a:cubicBezTo>
                  <a:cubicBezTo>
                    <a:pt x="86321" y="336550"/>
                    <a:pt x="83665" y="335235"/>
                    <a:pt x="79681" y="332605"/>
                  </a:cubicBezTo>
                  <a:cubicBezTo>
                    <a:pt x="77025" y="328661"/>
                    <a:pt x="75697" y="326031"/>
                    <a:pt x="75697" y="322086"/>
                  </a:cubicBezTo>
                  <a:cubicBezTo>
                    <a:pt x="75697" y="195856"/>
                    <a:pt x="75697" y="195856"/>
                    <a:pt x="75697" y="195856"/>
                  </a:cubicBezTo>
                  <a:cubicBezTo>
                    <a:pt x="75697" y="194541"/>
                    <a:pt x="74369" y="193226"/>
                    <a:pt x="73041" y="191911"/>
                  </a:cubicBezTo>
                  <a:cubicBezTo>
                    <a:pt x="71713" y="191911"/>
                    <a:pt x="70385" y="190596"/>
                    <a:pt x="69057" y="190596"/>
                  </a:cubicBezTo>
                  <a:cubicBezTo>
                    <a:pt x="69057" y="190596"/>
                    <a:pt x="66401" y="191911"/>
                    <a:pt x="65073" y="191911"/>
                  </a:cubicBezTo>
                  <a:cubicBezTo>
                    <a:pt x="62417" y="193226"/>
                    <a:pt x="62417" y="194541"/>
                    <a:pt x="62417" y="195856"/>
                  </a:cubicBezTo>
                  <a:cubicBezTo>
                    <a:pt x="62417" y="241877"/>
                    <a:pt x="62417" y="241877"/>
                    <a:pt x="62417" y="241877"/>
                  </a:cubicBezTo>
                  <a:cubicBezTo>
                    <a:pt x="62417" y="322086"/>
                    <a:pt x="62417" y="322086"/>
                    <a:pt x="62417" y="322086"/>
                  </a:cubicBezTo>
                  <a:cubicBezTo>
                    <a:pt x="62417" y="326031"/>
                    <a:pt x="61089" y="328661"/>
                    <a:pt x="57105" y="332605"/>
                  </a:cubicBezTo>
                  <a:cubicBezTo>
                    <a:pt x="54449" y="335235"/>
                    <a:pt x="50464" y="336550"/>
                    <a:pt x="46480" y="336550"/>
                  </a:cubicBezTo>
                  <a:cubicBezTo>
                    <a:pt x="42496" y="336550"/>
                    <a:pt x="38512" y="335235"/>
                    <a:pt x="35856" y="332605"/>
                  </a:cubicBezTo>
                  <a:cubicBezTo>
                    <a:pt x="33200" y="329976"/>
                    <a:pt x="31872" y="326031"/>
                    <a:pt x="31872" y="322086"/>
                  </a:cubicBezTo>
                  <a:cubicBezTo>
                    <a:pt x="31872" y="116962"/>
                    <a:pt x="31872" y="116962"/>
                    <a:pt x="31872" y="116962"/>
                  </a:cubicBezTo>
                  <a:cubicBezTo>
                    <a:pt x="31872" y="115647"/>
                    <a:pt x="30544" y="114332"/>
                    <a:pt x="29216" y="114332"/>
                  </a:cubicBezTo>
                  <a:cubicBezTo>
                    <a:pt x="27888" y="114332"/>
                    <a:pt x="26560" y="113017"/>
                    <a:pt x="26560" y="113017"/>
                  </a:cubicBezTo>
                  <a:cubicBezTo>
                    <a:pt x="25232" y="113017"/>
                    <a:pt x="23904" y="114332"/>
                    <a:pt x="22576" y="114332"/>
                  </a:cubicBezTo>
                  <a:cubicBezTo>
                    <a:pt x="21248" y="114332"/>
                    <a:pt x="19920" y="115647"/>
                    <a:pt x="19920" y="116962"/>
                  </a:cubicBezTo>
                  <a:cubicBezTo>
                    <a:pt x="19920" y="206375"/>
                    <a:pt x="19920" y="206375"/>
                    <a:pt x="19920" y="206375"/>
                  </a:cubicBezTo>
                  <a:cubicBezTo>
                    <a:pt x="19920" y="209005"/>
                    <a:pt x="19920" y="211635"/>
                    <a:pt x="17264" y="214264"/>
                  </a:cubicBezTo>
                  <a:cubicBezTo>
                    <a:pt x="14608" y="215579"/>
                    <a:pt x="13280" y="216894"/>
                    <a:pt x="10624" y="216894"/>
                  </a:cubicBezTo>
                  <a:cubicBezTo>
                    <a:pt x="7968" y="216894"/>
                    <a:pt x="5312" y="215579"/>
                    <a:pt x="2656" y="214264"/>
                  </a:cubicBezTo>
                  <a:cubicBezTo>
                    <a:pt x="1328" y="211635"/>
                    <a:pt x="0" y="209005"/>
                    <a:pt x="0" y="206375"/>
                  </a:cubicBezTo>
                  <a:cubicBezTo>
                    <a:pt x="0" y="111702"/>
                    <a:pt x="0" y="111702"/>
                    <a:pt x="0" y="111702"/>
                  </a:cubicBezTo>
                  <a:cubicBezTo>
                    <a:pt x="0" y="106443"/>
                    <a:pt x="0" y="102498"/>
                    <a:pt x="1328" y="98553"/>
                  </a:cubicBezTo>
                  <a:cubicBezTo>
                    <a:pt x="2656" y="94609"/>
                    <a:pt x="5312" y="90664"/>
                    <a:pt x="7968" y="86719"/>
                  </a:cubicBezTo>
                  <a:cubicBezTo>
                    <a:pt x="9296" y="84089"/>
                    <a:pt x="13280" y="81460"/>
                    <a:pt x="17264" y="78830"/>
                  </a:cubicBezTo>
                  <a:cubicBezTo>
                    <a:pt x="19920" y="77515"/>
                    <a:pt x="25232" y="76200"/>
                    <a:pt x="30544" y="76200"/>
                  </a:cubicBezTo>
                  <a:close/>
                  <a:moveTo>
                    <a:pt x="69057" y="0"/>
                  </a:moveTo>
                  <a:cubicBezTo>
                    <a:pt x="78169" y="0"/>
                    <a:pt x="85980" y="2667"/>
                    <a:pt x="92489" y="9335"/>
                  </a:cubicBezTo>
                  <a:cubicBezTo>
                    <a:pt x="98998" y="16002"/>
                    <a:pt x="101601" y="24003"/>
                    <a:pt x="101601" y="33338"/>
                  </a:cubicBezTo>
                  <a:cubicBezTo>
                    <a:pt x="101601" y="38672"/>
                    <a:pt x="101601" y="42672"/>
                    <a:pt x="98998" y="46673"/>
                  </a:cubicBezTo>
                  <a:cubicBezTo>
                    <a:pt x="97696" y="50673"/>
                    <a:pt x="95092" y="54674"/>
                    <a:pt x="92489" y="57341"/>
                  </a:cubicBezTo>
                  <a:cubicBezTo>
                    <a:pt x="89885" y="60008"/>
                    <a:pt x="85980" y="62675"/>
                    <a:pt x="82075" y="64008"/>
                  </a:cubicBezTo>
                  <a:cubicBezTo>
                    <a:pt x="78169" y="66675"/>
                    <a:pt x="72962" y="66675"/>
                    <a:pt x="69057" y="66675"/>
                  </a:cubicBezTo>
                  <a:cubicBezTo>
                    <a:pt x="63850" y="66675"/>
                    <a:pt x="59945" y="66675"/>
                    <a:pt x="56040" y="64008"/>
                  </a:cubicBezTo>
                  <a:cubicBezTo>
                    <a:pt x="52134" y="62675"/>
                    <a:pt x="48229" y="60008"/>
                    <a:pt x="45625" y="57341"/>
                  </a:cubicBezTo>
                  <a:cubicBezTo>
                    <a:pt x="43022" y="54674"/>
                    <a:pt x="40418" y="50673"/>
                    <a:pt x="39117" y="46673"/>
                  </a:cubicBezTo>
                  <a:cubicBezTo>
                    <a:pt x="37815" y="42672"/>
                    <a:pt x="36513" y="38672"/>
                    <a:pt x="36513" y="33338"/>
                  </a:cubicBezTo>
                  <a:cubicBezTo>
                    <a:pt x="36513" y="29337"/>
                    <a:pt x="37815" y="25337"/>
                    <a:pt x="39117" y="20003"/>
                  </a:cubicBezTo>
                  <a:cubicBezTo>
                    <a:pt x="40418" y="16002"/>
                    <a:pt x="43022" y="13335"/>
                    <a:pt x="45625" y="9335"/>
                  </a:cubicBezTo>
                  <a:cubicBezTo>
                    <a:pt x="48229" y="6668"/>
                    <a:pt x="52134" y="4001"/>
                    <a:pt x="56040" y="2667"/>
                  </a:cubicBezTo>
                  <a:cubicBezTo>
                    <a:pt x="59945" y="1334"/>
                    <a:pt x="63850" y="0"/>
                    <a:pt x="69057" y="0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53604" y="1790699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2a9e616f-3786-465b-b886-329f67e3e5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0718" y="1314488"/>
            <a:ext cx="10857304" cy="4829137"/>
            <a:chOff x="670718" y="1314488"/>
            <a:chExt cx="10857304" cy="482913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718" y="3879000"/>
              <a:ext cx="10850563" cy="0"/>
            </a:xfrm>
            <a:prstGeom prst="line">
              <a:avLst/>
            </a:prstGeom>
            <a:ln w="9525" cap="rnd">
              <a:solidFill>
                <a:schemeClr val="tx1">
                  <a:lumMod val="50000"/>
                  <a:lumOff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ísļïdè"/>
            <p:cNvGrpSpPr/>
            <p:nvPr/>
          </p:nvGrpSpPr>
          <p:grpSpPr>
            <a:xfrm>
              <a:off x="1961947" y="3518409"/>
              <a:ext cx="675000" cy="675005"/>
              <a:chOff x="7209746" y="4153276"/>
              <a:chExt cx="675000" cy="675005"/>
            </a:xfrm>
          </p:grpSpPr>
          <p:sp>
            <p:nvSpPr>
              <p:cNvPr id="97" name="íṧlîḋè"/>
              <p:cNvSpPr/>
              <p:nvPr/>
            </p:nvSpPr>
            <p:spPr>
              <a:xfrm>
                <a:off x="7209746" y="4153276"/>
                <a:ext cx="675000" cy="675005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8" name="ïṣḻïḓê"/>
              <p:cNvSpPr/>
              <p:nvPr/>
            </p:nvSpPr>
            <p:spPr bwMode="auto">
              <a:xfrm>
                <a:off x="7375153" y="4322040"/>
                <a:ext cx="344185" cy="33747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200" dirty="0"/>
              </a:p>
            </p:txBody>
          </p:sp>
        </p:grpSp>
        <p:sp>
          <p:nvSpPr>
            <p:cNvPr id="8" name="îṥḷïḍê"/>
            <p:cNvSpPr txBox="1"/>
            <p:nvPr/>
          </p:nvSpPr>
          <p:spPr>
            <a:xfrm>
              <a:off x="679450" y="4777282"/>
              <a:ext cx="3239994" cy="1366343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marL="171450" lvl="0" indent="-171450" defTabSz="914400">
                <a:lnSpc>
                  <a:spcPct val="16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100" kern="0" dirty="0"/>
                <a:t>Supporting text here.</a:t>
              </a:r>
              <a:endParaRPr lang="en-US" altLang="zh-CN" sz="1100" kern="0" dirty="0"/>
            </a:p>
            <a:p>
              <a:pPr marL="171450" lvl="0" indent="-171450" defTabSz="914400">
                <a:lnSpc>
                  <a:spcPct val="16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100" kern="0" dirty="0"/>
                <a:t>You can use the icon library in iSlide  (www.islide.cc) to filter and replace existing icon elements with one click.</a:t>
              </a:r>
              <a:endParaRPr lang="en-US" altLang="zh-CN" sz="1100" kern="0" dirty="0"/>
            </a:p>
          </p:txBody>
        </p:sp>
        <p:sp>
          <p:nvSpPr>
            <p:cNvPr id="9" name="ïṡliḑê"/>
            <p:cNvSpPr txBox="1"/>
            <p:nvPr/>
          </p:nvSpPr>
          <p:spPr>
            <a:xfrm>
              <a:off x="679450" y="4305462"/>
              <a:ext cx="3239994" cy="471820"/>
            </a:xfrm>
            <a:prstGeom prst="rect">
              <a:avLst/>
            </a:prstGeom>
            <a:noFill/>
          </p:spPr>
          <p:txBody>
            <a:bodyPr wrap="none" rtlCol="0" anchor="ctr">
              <a:normAutofit/>
            </a:bodyPr>
            <a:lstStyle/>
            <a:p>
              <a:pPr algn="ctr"/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grpSp>
          <p:nvGrpSpPr>
            <p:cNvPr id="10" name="ïṣľiḓè"/>
            <p:cNvGrpSpPr/>
            <p:nvPr/>
          </p:nvGrpSpPr>
          <p:grpSpPr>
            <a:xfrm>
              <a:off x="5766236" y="3518409"/>
              <a:ext cx="675000" cy="675005"/>
              <a:chOff x="7209746" y="4153276"/>
              <a:chExt cx="675000" cy="675005"/>
            </a:xfrm>
          </p:grpSpPr>
          <p:sp>
            <p:nvSpPr>
              <p:cNvPr id="95" name="ïṣḻidè"/>
              <p:cNvSpPr/>
              <p:nvPr/>
            </p:nvSpPr>
            <p:spPr>
              <a:xfrm>
                <a:off x="7209746" y="4153276"/>
                <a:ext cx="675000" cy="675005"/>
              </a:xfrm>
              <a:prstGeom prst="ellipse">
                <a:avLst/>
              </a:prstGeom>
              <a:solidFill>
                <a:schemeClr val="accent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96" name="îṥlíďè"/>
              <p:cNvSpPr/>
              <p:nvPr/>
            </p:nvSpPr>
            <p:spPr bwMode="auto">
              <a:xfrm>
                <a:off x="7375153" y="4373344"/>
                <a:ext cx="344185" cy="234865"/>
              </a:xfrm>
              <a:custGeom>
                <a:avLst/>
                <a:gdLst>
                  <a:gd name="connsiteX0" fmla="*/ 20293 w 607639"/>
                  <a:gd name="connsiteY0" fmla="*/ 364067 h 414642"/>
                  <a:gd name="connsiteX1" fmla="*/ 20293 w 607639"/>
                  <a:gd name="connsiteY1" fmla="*/ 384244 h 414642"/>
                  <a:gd name="connsiteX2" fmla="*/ 30351 w 607639"/>
                  <a:gd name="connsiteY2" fmla="*/ 394377 h 414642"/>
                  <a:gd name="connsiteX3" fmla="*/ 577199 w 607639"/>
                  <a:gd name="connsiteY3" fmla="*/ 394377 h 414642"/>
                  <a:gd name="connsiteX4" fmla="*/ 587346 w 607639"/>
                  <a:gd name="connsiteY4" fmla="*/ 384244 h 414642"/>
                  <a:gd name="connsiteX5" fmla="*/ 587346 w 607639"/>
                  <a:gd name="connsiteY5" fmla="*/ 364067 h 414642"/>
                  <a:gd name="connsiteX6" fmla="*/ 556995 w 607639"/>
                  <a:gd name="connsiteY6" fmla="*/ 364067 h 414642"/>
                  <a:gd name="connsiteX7" fmla="*/ 394916 w 607639"/>
                  <a:gd name="connsiteY7" fmla="*/ 364067 h 414642"/>
                  <a:gd name="connsiteX8" fmla="*/ 394916 w 607639"/>
                  <a:gd name="connsiteY8" fmla="*/ 374200 h 414642"/>
                  <a:gd name="connsiteX9" fmla="*/ 384859 w 607639"/>
                  <a:gd name="connsiteY9" fmla="*/ 384244 h 414642"/>
                  <a:gd name="connsiteX10" fmla="*/ 222780 w 607639"/>
                  <a:gd name="connsiteY10" fmla="*/ 384244 h 414642"/>
                  <a:gd name="connsiteX11" fmla="*/ 212634 w 607639"/>
                  <a:gd name="connsiteY11" fmla="*/ 374200 h 414642"/>
                  <a:gd name="connsiteX12" fmla="*/ 212634 w 607639"/>
                  <a:gd name="connsiteY12" fmla="*/ 364067 h 414642"/>
                  <a:gd name="connsiteX13" fmla="*/ 50644 w 607639"/>
                  <a:gd name="connsiteY13" fmla="*/ 364067 h 414642"/>
                  <a:gd name="connsiteX14" fmla="*/ 182270 w 607639"/>
                  <a:gd name="connsiteY14" fmla="*/ 262926 h 414642"/>
                  <a:gd name="connsiteX15" fmla="*/ 192432 w 607639"/>
                  <a:gd name="connsiteY15" fmla="*/ 262926 h 414642"/>
                  <a:gd name="connsiteX16" fmla="*/ 202593 w 607639"/>
                  <a:gd name="connsiteY16" fmla="*/ 273052 h 414642"/>
                  <a:gd name="connsiteX17" fmla="*/ 192432 w 607639"/>
                  <a:gd name="connsiteY17" fmla="*/ 283178 h 414642"/>
                  <a:gd name="connsiteX18" fmla="*/ 182270 w 607639"/>
                  <a:gd name="connsiteY18" fmla="*/ 283178 h 414642"/>
                  <a:gd name="connsiteX19" fmla="*/ 172109 w 607639"/>
                  <a:gd name="connsiteY19" fmla="*/ 273052 h 414642"/>
                  <a:gd name="connsiteX20" fmla="*/ 182270 w 607639"/>
                  <a:gd name="connsiteY20" fmla="*/ 262926 h 414642"/>
                  <a:gd name="connsiteX21" fmla="*/ 91153 w 607639"/>
                  <a:gd name="connsiteY21" fmla="*/ 262926 h 414642"/>
                  <a:gd name="connsiteX22" fmla="*/ 141783 w 607639"/>
                  <a:gd name="connsiteY22" fmla="*/ 262926 h 414642"/>
                  <a:gd name="connsiteX23" fmla="*/ 151927 w 607639"/>
                  <a:gd name="connsiteY23" fmla="*/ 273052 h 414642"/>
                  <a:gd name="connsiteX24" fmla="*/ 141783 w 607639"/>
                  <a:gd name="connsiteY24" fmla="*/ 283178 h 414642"/>
                  <a:gd name="connsiteX25" fmla="*/ 91153 w 607639"/>
                  <a:gd name="connsiteY25" fmla="*/ 283178 h 414642"/>
                  <a:gd name="connsiteX26" fmla="*/ 81009 w 607639"/>
                  <a:gd name="connsiteY26" fmla="*/ 273052 h 414642"/>
                  <a:gd name="connsiteX27" fmla="*/ 91153 w 607639"/>
                  <a:gd name="connsiteY27" fmla="*/ 262926 h 414642"/>
                  <a:gd name="connsiteX28" fmla="*/ 161988 w 607639"/>
                  <a:gd name="connsiteY28" fmla="*/ 222493 h 414642"/>
                  <a:gd name="connsiteX29" fmla="*/ 232948 w 607639"/>
                  <a:gd name="connsiteY29" fmla="*/ 222493 h 414642"/>
                  <a:gd name="connsiteX30" fmla="*/ 243098 w 607639"/>
                  <a:gd name="connsiteY30" fmla="*/ 232619 h 414642"/>
                  <a:gd name="connsiteX31" fmla="*/ 232948 w 607639"/>
                  <a:gd name="connsiteY31" fmla="*/ 242745 h 414642"/>
                  <a:gd name="connsiteX32" fmla="*/ 161988 w 607639"/>
                  <a:gd name="connsiteY32" fmla="*/ 242745 h 414642"/>
                  <a:gd name="connsiteX33" fmla="*/ 151927 w 607639"/>
                  <a:gd name="connsiteY33" fmla="*/ 232619 h 414642"/>
                  <a:gd name="connsiteX34" fmla="*/ 161988 w 607639"/>
                  <a:gd name="connsiteY34" fmla="*/ 222493 h 414642"/>
                  <a:gd name="connsiteX35" fmla="*/ 91146 w 607639"/>
                  <a:gd name="connsiteY35" fmla="*/ 222493 h 414642"/>
                  <a:gd name="connsiteX36" fmla="*/ 121467 w 607639"/>
                  <a:gd name="connsiteY36" fmla="*/ 222493 h 414642"/>
                  <a:gd name="connsiteX37" fmla="*/ 131604 w 607639"/>
                  <a:gd name="connsiteY37" fmla="*/ 232619 h 414642"/>
                  <a:gd name="connsiteX38" fmla="*/ 121467 w 607639"/>
                  <a:gd name="connsiteY38" fmla="*/ 242745 h 414642"/>
                  <a:gd name="connsiteX39" fmla="*/ 91146 w 607639"/>
                  <a:gd name="connsiteY39" fmla="*/ 242745 h 414642"/>
                  <a:gd name="connsiteX40" fmla="*/ 81009 w 607639"/>
                  <a:gd name="connsiteY40" fmla="*/ 232619 h 414642"/>
                  <a:gd name="connsiteX41" fmla="*/ 91146 w 607639"/>
                  <a:gd name="connsiteY41" fmla="*/ 222493 h 414642"/>
                  <a:gd name="connsiteX42" fmla="*/ 182270 w 607639"/>
                  <a:gd name="connsiteY42" fmla="*/ 182059 h 414642"/>
                  <a:gd name="connsiteX43" fmla="*/ 192432 w 607639"/>
                  <a:gd name="connsiteY43" fmla="*/ 182059 h 414642"/>
                  <a:gd name="connsiteX44" fmla="*/ 202593 w 607639"/>
                  <a:gd name="connsiteY44" fmla="*/ 192195 h 414642"/>
                  <a:gd name="connsiteX45" fmla="*/ 192432 w 607639"/>
                  <a:gd name="connsiteY45" fmla="*/ 202241 h 414642"/>
                  <a:gd name="connsiteX46" fmla="*/ 182270 w 607639"/>
                  <a:gd name="connsiteY46" fmla="*/ 202241 h 414642"/>
                  <a:gd name="connsiteX47" fmla="*/ 172109 w 607639"/>
                  <a:gd name="connsiteY47" fmla="*/ 192195 h 414642"/>
                  <a:gd name="connsiteX48" fmla="*/ 182270 w 607639"/>
                  <a:gd name="connsiteY48" fmla="*/ 182059 h 414642"/>
                  <a:gd name="connsiteX49" fmla="*/ 91153 w 607639"/>
                  <a:gd name="connsiteY49" fmla="*/ 182059 h 414642"/>
                  <a:gd name="connsiteX50" fmla="*/ 141783 w 607639"/>
                  <a:gd name="connsiteY50" fmla="*/ 182059 h 414642"/>
                  <a:gd name="connsiteX51" fmla="*/ 151927 w 607639"/>
                  <a:gd name="connsiteY51" fmla="*/ 192195 h 414642"/>
                  <a:gd name="connsiteX52" fmla="*/ 141783 w 607639"/>
                  <a:gd name="connsiteY52" fmla="*/ 202241 h 414642"/>
                  <a:gd name="connsiteX53" fmla="*/ 91153 w 607639"/>
                  <a:gd name="connsiteY53" fmla="*/ 202241 h 414642"/>
                  <a:gd name="connsiteX54" fmla="*/ 81009 w 607639"/>
                  <a:gd name="connsiteY54" fmla="*/ 192195 h 414642"/>
                  <a:gd name="connsiteX55" fmla="*/ 91153 w 607639"/>
                  <a:gd name="connsiteY55" fmla="*/ 182059 h 414642"/>
                  <a:gd name="connsiteX56" fmla="*/ 161988 w 607639"/>
                  <a:gd name="connsiteY56" fmla="*/ 141625 h 414642"/>
                  <a:gd name="connsiteX57" fmla="*/ 232948 w 607639"/>
                  <a:gd name="connsiteY57" fmla="*/ 141625 h 414642"/>
                  <a:gd name="connsiteX58" fmla="*/ 243098 w 607639"/>
                  <a:gd name="connsiteY58" fmla="*/ 151761 h 414642"/>
                  <a:gd name="connsiteX59" fmla="*/ 232948 w 607639"/>
                  <a:gd name="connsiteY59" fmla="*/ 161807 h 414642"/>
                  <a:gd name="connsiteX60" fmla="*/ 161988 w 607639"/>
                  <a:gd name="connsiteY60" fmla="*/ 161807 h 414642"/>
                  <a:gd name="connsiteX61" fmla="*/ 151927 w 607639"/>
                  <a:gd name="connsiteY61" fmla="*/ 151761 h 414642"/>
                  <a:gd name="connsiteX62" fmla="*/ 161988 w 607639"/>
                  <a:gd name="connsiteY62" fmla="*/ 141625 h 414642"/>
                  <a:gd name="connsiteX63" fmla="*/ 91146 w 607639"/>
                  <a:gd name="connsiteY63" fmla="*/ 141625 h 414642"/>
                  <a:gd name="connsiteX64" fmla="*/ 121467 w 607639"/>
                  <a:gd name="connsiteY64" fmla="*/ 141625 h 414642"/>
                  <a:gd name="connsiteX65" fmla="*/ 131604 w 607639"/>
                  <a:gd name="connsiteY65" fmla="*/ 151761 h 414642"/>
                  <a:gd name="connsiteX66" fmla="*/ 121467 w 607639"/>
                  <a:gd name="connsiteY66" fmla="*/ 161807 h 414642"/>
                  <a:gd name="connsiteX67" fmla="*/ 91146 w 607639"/>
                  <a:gd name="connsiteY67" fmla="*/ 161807 h 414642"/>
                  <a:gd name="connsiteX68" fmla="*/ 81009 w 607639"/>
                  <a:gd name="connsiteY68" fmla="*/ 151761 h 414642"/>
                  <a:gd name="connsiteX69" fmla="*/ 91146 w 607639"/>
                  <a:gd name="connsiteY69" fmla="*/ 141625 h 414642"/>
                  <a:gd name="connsiteX70" fmla="*/ 364566 w 607639"/>
                  <a:gd name="connsiteY70" fmla="*/ 102176 h 414642"/>
                  <a:gd name="connsiteX71" fmla="*/ 283573 w 607639"/>
                  <a:gd name="connsiteY71" fmla="*/ 192194 h 414642"/>
                  <a:gd name="connsiteX72" fmla="*/ 374712 w 607639"/>
                  <a:gd name="connsiteY72" fmla="*/ 283188 h 414642"/>
                  <a:gd name="connsiteX73" fmla="*/ 464783 w 607639"/>
                  <a:gd name="connsiteY73" fmla="*/ 202235 h 414642"/>
                  <a:gd name="connsiteX74" fmla="*/ 374712 w 607639"/>
                  <a:gd name="connsiteY74" fmla="*/ 202235 h 414642"/>
                  <a:gd name="connsiteX75" fmla="*/ 364566 w 607639"/>
                  <a:gd name="connsiteY75" fmla="*/ 192194 h 414642"/>
                  <a:gd name="connsiteX76" fmla="*/ 182270 w 607639"/>
                  <a:gd name="connsiteY76" fmla="*/ 101191 h 414642"/>
                  <a:gd name="connsiteX77" fmla="*/ 192432 w 607639"/>
                  <a:gd name="connsiteY77" fmla="*/ 101191 h 414642"/>
                  <a:gd name="connsiteX78" fmla="*/ 202593 w 607639"/>
                  <a:gd name="connsiteY78" fmla="*/ 111238 h 414642"/>
                  <a:gd name="connsiteX79" fmla="*/ 192432 w 607639"/>
                  <a:gd name="connsiteY79" fmla="*/ 121373 h 414642"/>
                  <a:gd name="connsiteX80" fmla="*/ 182270 w 607639"/>
                  <a:gd name="connsiteY80" fmla="*/ 121373 h 414642"/>
                  <a:gd name="connsiteX81" fmla="*/ 172109 w 607639"/>
                  <a:gd name="connsiteY81" fmla="*/ 111238 h 414642"/>
                  <a:gd name="connsiteX82" fmla="*/ 182270 w 607639"/>
                  <a:gd name="connsiteY82" fmla="*/ 101191 h 414642"/>
                  <a:gd name="connsiteX83" fmla="*/ 91153 w 607639"/>
                  <a:gd name="connsiteY83" fmla="*/ 101191 h 414642"/>
                  <a:gd name="connsiteX84" fmla="*/ 141783 w 607639"/>
                  <a:gd name="connsiteY84" fmla="*/ 101191 h 414642"/>
                  <a:gd name="connsiteX85" fmla="*/ 151927 w 607639"/>
                  <a:gd name="connsiteY85" fmla="*/ 111238 h 414642"/>
                  <a:gd name="connsiteX86" fmla="*/ 141783 w 607639"/>
                  <a:gd name="connsiteY86" fmla="*/ 121373 h 414642"/>
                  <a:gd name="connsiteX87" fmla="*/ 91153 w 607639"/>
                  <a:gd name="connsiteY87" fmla="*/ 121373 h 414642"/>
                  <a:gd name="connsiteX88" fmla="*/ 81009 w 607639"/>
                  <a:gd name="connsiteY88" fmla="*/ 111238 h 414642"/>
                  <a:gd name="connsiteX89" fmla="*/ 91153 w 607639"/>
                  <a:gd name="connsiteY89" fmla="*/ 101191 h 414642"/>
                  <a:gd name="connsiteX90" fmla="*/ 374712 w 607639"/>
                  <a:gd name="connsiteY90" fmla="*/ 80938 h 414642"/>
                  <a:gd name="connsiteX91" fmla="*/ 384858 w 607639"/>
                  <a:gd name="connsiteY91" fmla="*/ 91068 h 414642"/>
                  <a:gd name="connsiteX92" fmla="*/ 384858 w 607639"/>
                  <a:gd name="connsiteY92" fmla="*/ 182063 h 414642"/>
                  <a:gd name="connsiteX93" fmla="*/ 475998 w 607639"/>
                  <a:gd name="connsiteY93" fmla="*/ 182063 h 414642"/>
                  <a:gd name="connsiteX94" fmla="*/ 486055 w 607639"/>
                  <a:gd name="connsiteY94" fmla="*/ 192194 h 414642"/>
                  <a:gd name="connsiteX95" fmla="*/ 374712 w 607639"/>
                  <a:gd name="connsiteY95" fmla="*/ 303360 h 414642"/>
                  <a:gd name="connsiteX96" fmla="*/ 263280 w 607639"/>
                  <a:gd name="connsiteY96" fmla="*/ 192194 h 414642"/>
                  <a:gd name="connsiteX97" fmla="*/ 374712 w 607639"/>
                  <a:gd name="connsiteY97" fmla="*/ 80938 h 414642"/>
                  <a:gd name="connsiteX98" fmla="*/ 425343 w 607639"/>
                  <a:gd name="connsiteY98" fmla="*/ 61744 h 414642"/>
                  <a:gd name="connsiteX99" fmla="*/ 425343 w 607639"/>
                  <a:gd name="connsiteY99" fmla="*/ 141635 h 414642"/>
                  <a:gd name="connsiteX100" fmla="*/ 505373 w 607639"/>
                  <a:gd name="connsiteY100" fmla="*/ 141635 h 414642"/>
                  <a:gd name="connsiteX101" fmla="*/ 425343 w 607639"/>
                  <a:gd name="connsiteY101" fmla="*/ 61744 h 414642"/>
                  <a:gd name="connsiteX102" fmla="*/ 161988 w 607639"/>
                  <a:gd name="connsiteY102" fmla="*/ 60757 h 414642"/>
                  <a:gd name="connsiteX103" fmla="*/ 232948 w 607639"/>
                  <a:gd name="connsiteY103" fmla="*/ 60757 h 414642"/>
                  <a:gd name="connsiteX104" fmla="*/ 243098 w 607639"/>
                  <a:gd name="connsiteY104" fmla="*/ 70804 h 414642"/>
                  <a:gd name="connsiteX105" fmla="*/ 232948 w 607639"/>
                  <a:gd name="connsiteY105" fmla="*/ 80939 h 414642"/>
                  <a:gd name="connsiteX106" fmla="*/ 161988 w 607639"/>
                  <a:gd name="connsiteY106" fmla="*/ 80939 h 414642"/>
                  <a:gd name="connsiteX107" fmla="*/ 151927 w 607639"/>
                  <a:gd name="connsiteY107" fmla="*/ 70804 h 414642"/>
                  <a:gd name="connsiteX108" fmla="*/ 161988 w 607639"/>
                  <a:gd name="connsiteY108" fmla="*/ 60757 h 414642"/>
                  <a:gd name="connsiteX109" fmla="*/ 91146 w 607639"/>
                  <a:gd name="connsiteY109" fmla="*/ 60757 h 414642"/>
                  <a:gd name="connsiteX110" fmla="*/ 121467 w 607639"/>
                  <a:gd name="connsiteY110" fmla="*/ 60757 h 414642"/>
                  <a:gd name="connsiteX111" fmla="*/ 131604 w 607639"/>
                  <a:gd name="connsiteY111" fmla="*/ 70804 h 414642"/>
                  <a:gd name="connsiteX112" fmla="*/ 121467 w 607639"/>
                  <a:gd name="connsiteY112" fmla="*/ 80939 h 414642"/>
                  <a:gd name="connsiteX113" fmla="*/ 91146 w 607639"/>
                  <a:gd name="connsiteY113" fmla="*/ 80939 h 414642"/>
                  <a:gd name="connsiteX114" fmla="*/ 81009 w 607639"/>
                  <a:gd name="connsiteY114" fmla="*/ 70804 h 414642"/>
                  <a:gd name="connsiteX115" fmla="*/ 91146 w 607639"/>
                  <a:gd name="connsiteY115" fmla="*/ 60757 h 414642"/>
                  <a:gd name="connsiteX116" fmla="*/ 415194 w 607639"/>
                  <a:gd name="connsiteY116" fmla="*/ 40505 h 414642"/>
                  <a:gd name="connsiteX117" fmla="*/ 526560 w 607639"/>
                  <a:gd name="connsiteY117" fmla="*/ 151765 h 414642"/>
                  <a:gd name="connsiteX118" fmla="*/ 516501 w 607639"/>
                  <a:gd name="connsiteY118" fmla="*/ 161807 h 414642"/>
                  <a:gd name="connsiteX119" fmla="*/ 415194 w 607639"/>
                  <a:gd name="connsiteY119" fmla="*/ 161807 h 414642"/>
                  <a:gd name="connsiteX120" fmla="*/ 405046 w 607639"/>
                  <a:gd name="connsiteY120" fmla="*/ 151765 h 414642"/>
                  <a:gd name="connsiteX121" fmla="*/ 405046 w 607639"/>
                  <a:gd name="connsiteY121" fmla="*/ 50636 h 414642"/>
                  <a:gd name="connsiteX122" fmla="*/ 415194 w 607639"/>
                  <a:gd name="connsiteY122" fmla="*/ 40505 h 414642"/>
                  <a:gd name="connsiteX123" fmla="*/ 70848 w 607639"/>
                  <a:gd name="connsiteY123" fmla="*/ 20177 h 414642"/>
                  <a:gd name="connsiteX124" fmla="*/ 60791 w 607639"/>
                  <a:gd name="connsiteY124" fmla="*/ 30309 h 414642"/>
                  <a:gd name="connsiteX125" fmla="*/ 60791 w 607639"/>
                  <a:gd name="connsiteY125" fmla="*/ 343802 h 414642"/>
                  <a:gd name="connsiteX126" fmla="*/ 222780 w 607639"/>
                  <a:gd name="connsiteY126" fmla="*/ 343802 h 414642"/>
                  <a:gd name="connsiteX127" fmla="*/ 232927 w 607639"/>
                  <a:gd name="connsiteY127" fmla="*/ 353935 h 414642"/>
                  <a:gd name="connsiteX128" fmla="*/ 232927 w 607639"/>
                  <a:gd name="connsiteY128" fmla="*/ 364067 h 414642"/>
                  <a:gd name="connsiteX129" fmla="*/ 374712 w 607639"/>
                  <a:gd name="connsiteY129" fmla="*/ 364067 h 414642"/>
                  <a:gd name="connsiteX130" fmla="*/ 374712 w 607639"/>
                  <a:gd name="connsiteY130" fmla="*/ 353935 h 414642"/>
                  <a:gd name="connsiteX131" fmla="*/ 384859 w 607639"/>
                  <a:gd name="connsiteY131" fmla="*/ 343802 h 414642"/>
                  <a:gd name="connsiteX132" fmla="*/ 546848 w 607639"/>
                  <a:gd name="connsiteY132" fmla="*/ 343802 h 414642"/>
                  <a:gd name="connsiteX133" fmla="*/ 546848 w 607639"/>
                  <a:gd name="connsiteY133" fmla="*/ 30309 h 414642"/>
                  <a:gd name="connsiteX134" fmla="*/ 536702 w 607639"/>
                  <a:gd name="connsiteY134" fmla="*/ 20177 h 414642"/>
                  <a:gd name="connsiteX135" fmla="*/ 70848 w 607639"/>
                  <a:gd name="connsiteY135" fmla="*/ 0 h 414642"/>
                  <a:gd name="connsiteX136" fmla="*/ 536702 w 607639"/>
                  <a:gd name="connsiteY136" fmla="*/ 0 h 414642"/>
                  <a:gd name="connsiteX137" fmla="*/ 567142 w 607639"/>
                  <a:gd name="connsiteY137" fmla="*/ 30309 h 414642"/>
                  <a:gd name="connsiteX138" fmla="*/ 567142 w 607639"/>
                  <a:gd name="connsiteY138" fmla="*/ 343802 h 414642"/>
                  <a:gd name="connsiteX139" fmla="*/ 597492 w 607639"/>
                  <a:gd name="connsiteY139" fmla="*/ 343802 h 414642"/>
                  <a:gd name="connsiteX140" fmla="*/ 607639 w 607639"/>
                  <a:gd name="connsiteY140" fmla="*/ 353935 h 414642"/>
                  <a:gd name="connsiteX141" fmla="*/ 607639 w 607639"/>
                  <a:gd name="connsiteY141" fmla="*/ 384244 h 414642"/>
                  <a:gd name="connsiteX142" fmla="*/ 577199 w 607639"/>
                  <a:gd name="connsiteY142" fmla="*/ 414642 h 414642"/>
                  <a:gd name="connsiteX143" fmla="*/ 30351 w 607639"/>
                  <a:gd name="connsiteY143" fmla="*/ 414642 h 414642"/>
                  <a:gd name="connsiteX144" fmla="*/ 0 w 607639"/>
                  <a:gd name="connsiteY144" fmla="*/ 384244 h 414642"/>
                  <a:gd name="connsiteX145" fmla="*/ 0 w 607639"/>
                  <a:gd name="connsiteY145" fmla="*/ 353935 h 414642"/>
                  <a:gd name="connsiteX146" fmla="*/ 10147 w 607639"/>
                  <a:gd name="connsiteY146" fmla="*/ 343802 h 414642"/>
                  <a:gd name="connsiteX147" fmla="*/ 40497 w 607639"/>
                  <a:gd name="connsiteY147" fmla="*/ 343802 h 414642"/>
                  <a:gd name="connsiteX148" fmla="*/ 40497 w 607639"/>
                  <a:gd name="connsiteY148" fmla="*/ 30309 h 414642"/>
                  <a:gd name="connsiteX149" fmla="*/ 70848 w 607639"/>
                  <a:gd name="connsiteY149" fmla="*/ 0 h 41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607639" h="414642">
                    <a:moveTo>
                      <a:pt x="20293" y="364067"/>
                    </a:moveTo>
                    <a:lnTo>
                      <a:pt x="20293" y="384244"/>
                    </a:lnTo>
                    <a:cubicBezTo>
                      <a:pt x="20293" y="390377"/>
                      <a:pt x="24299" y="394377"/>
                      <a:pt x="30351" y="394377"/>
                    </a:cubicBezTo>
                    <a:lnTo>
                      <a:pt x="577199" y="394377"/>
                    </a:lnTo>
                    <a:cubicBezTo>
                      <a:pt x="583341" y="394377"/>
                      <a:pt x="587346" y="390377"/>
                      <a:pt x="587346" y="384244"/>
                    </a:cubicBezTo>
                    <a:lnTo>
                      <a:pt x="587346" y="364067"/>
                    </a:lnTo>
                    <a:lnTo>
                      <a:pt x="556995" y="364067"/>
                    </a:lnTo>
                    <a:lnTo>
                      <a:pt x="394916" y="364067"/>
                    </a:lnTo>
                    <a:lnTo>
                      <a:pt x="394916" y="374200"/>
                    </a:lnTo>
                    <a:cubicBezTo>
                      <a:pt x="394916" y="380244"/>
                      <a:pt x="390911" y="384244"/>
                      <a:pt x="384859" y="384244"/>
                    </a:cubicBezTo>
                    <a:lnTo>
                      <a:pt x="222780" y="384244"/>
                    </a:lnTo>
                    <a:cubicBezTo>
                      <a:pt x="216728" y="384244"/>
                      <a:pt x="212634" y="380244"/>
                      <a:pt x="212634" y="374200"/>
                    </a:cubicBezTo>
                    <a:lnTo>
                      <a:pt x="212634" y="364067"/>
                    </a:lnTo>
                    <a:lnTo>
                      <a:pt x="50644" y="364067"/>
                    </a:lnTo>
                    <a:close/>
                    <a:moveTo>
                      <a:pt x="182270" y="262926"/>
                    </a:moveTo>
                    <a:lnTo>
                      <a:pt x="192432" y="262926"/>
                    </a:lnTo>
                    <a:cubicBezTo>
                      <a:pt x="198493" y="262926"/>
                      <a:pt x="202593" y="267012"/>
                      <a:pt x="202593" y="273052"/>
                    </a:cubicBezTo>
                    <a:cubicBezTo>
                      <a:pt x="202593" y="279092"/>
                      <a:pt x="198493" y="283178"/>
                      <a:pt x="192432" y="283178"/>
                    </a:cubicBezTo>
                    <a:lnTo>
                      <a:pt x="182270" y="283178"/>
                    </a:lnTo>
                    <a:cubicBezTo>
                      <a:pt x="176209" y="283178"/>
                      <a:pt x="172109" y="279092"/>
                      <a:pt x="172109" y="273052"/>
                    </a:cubicBezTo>
                    <a:cubicBezTo>
                      <a:pt x="172109" y="267012"/>
                      <a:pt x="176209" y="262926"/>
                      <a:pt x="182270" y="262926"/>
                    </a:cubicBezTo>
                    <a:close/>
                    <a:moveTo>
                      <a:pt x="91153" y="262926"/>
                    </a:moveTo>
                    <a:lnTo>
                      <a:pt x="141783" y="262926"/>
                    </a:lnTo>
                    <a:cubicBezTo>
                      <a:pt x="147834" y="262926"/>
                      <a:pt x="151927" y="267012"/>
                      <a:pt x="151927" y="273052"/>
                    </a:cubicBezTo>
                    <a:cubicBezTo>
                      <a:pt x="151927" y="279092"/>
                      <a:pt x="147834" y="283178"/>
                      <a:pt x="141783" y="283178"/>
                    </a:cubicBezTo>
                    <a:lnTo>
                      <a:pt x="91153" y="283178"/>
                    </a:lnTo>
                    <a:cubicBezTo>
                      <a:pt x="85102" y="283178"/>
                      <a:pt x="81009" y="279092"/>
                      <a:pt x="81009" y="273052"/>
                    </a:cubicBezTo>
                    <a:cubicBezTo>
                      <a:pt x="81009" y="267012"/>
                      <a:pt x="85102" y="262926"/>
                      <a:pt x="91153" y="262926"/>
                    </a:cubicBezTo>
                    <a:close/>
                    <a:moveTo>
                      <a:pt x="161988" y="222493"/>
                    </a:moveTo>
                    <a:lnTo>
                      <a:pt x="232948" y="222493"/>
                    </a:lnTo>
                    <a:cubicBezTo>
                      <a:pt x="239002" y="222493"/>
                      <a:pt x="243098" y="226579"/>
                      <a:pt x="243098" y="232619"/>
                    </a:cubicBezTo>
                    <a:cubicBezTo>
                      <a:pt x="243098" y="238659"/>
                      <a:pt x="239002" y="242745"/>
                      <a:pt x="232948" y="242745"/>
                    </a:cubicBezTo>
                    <a:lnTo>
                      <a:pt x="161988" y="242745"/>
                    </a:lnTo>
                    <a:cubicBezTo>
                      <a:pt x="155934" y="242745"/>
                      <a:pt x="151927" y="238659"/>
                      <a:pt x="151927" y="232619"/>
                    </a:cubicBezTo>
                    <a:cubicBezTo>
                      <a:pt x="151927" y="226579"/>
                      <a:pt x="155934" y="222493"/>
                      <a:pt x="161988" y="222493"/>
                    </a:cubicBezTo>
                    <a:close/>
                    <a:moveTo>
                      <a:pt x="91146" y="222493"/>
                    </a:moveTo>
                    <a:lnTo>
                      <a:pt x="121467" y="222493"/>
                    </a:lnTo>
                    <a:cubicBezTo>
                      <a:pt x="127603" y="222493"/>
                      <a:pt x="131604" y="226579"/>
                      <a:pt x="131604" y="232619"/>
                    </a:cubicBezTo>
                    <a:cubicBezTo>
                      <a:pt x="131604" y="238659"/>
                      <a:pt x="127603" y="242745"/>
                      <a:pt x="121467" y="242745"/>
                    </a:cubicBezTo>
                    <a:lnTo>
                      <a:pt x="91146" y="242745"/>
                    </a:lnTo>
                    <a:cubicBezTo>
                      <a:pt x="85099" y="242745"/>
                      <a:pt x="81009" y="238659"/>
                      <a:pt x="81009" y="232619"/>
                    </a:cubicBezTo>
                    <a:cubicBezTo>
                      <a:pt x="81009" y="226579"/>
                      <a:pt x="85099" y="222493"/>
                      <a:pt x="91146" y="222493"/>
                    </a:cubicBezTo>
                    <a:close/>
                    <a:moveTo>
                      <a:pt x="182270" y="182059"/>
                    </a:moveTo>
                    <a:lnTo>
                      <a:pt x="192432" y="182059"/>
                    </a:lnTo>
                    <a:cubicBezTo>
                      <a:pt x="198493" y="182059"/>
                      <a:pt x="202593" y="186060"/>
                      <a:pt x="202593" y="192195"/>
                    </a:cubicBezTo>
                    <a:cubicBezTo>
                      <a:pt x="202593" y="198240"/>
                      <a:pt x="198493" y="202241"/>
                      <a:pt x="192432" y="202241"/>
                    </a:cubicBezTo>
                    <a:lnTo>
                      <a:pt x="182270" y="202241"/>
                    </a:lnTo>
                    <a:cubicBezTo>
                      <a:pt x="176209" y="202241"/>
                      <a:pt x="172109" y="198240"/>
                      <a:pt x="172109" y="192195"/>
                    </a:cubicBezTo>
                    <a:cubicBezTo>
                      <a:pt x="172109" y="186060"/>
                      <a:pt x="176209" y="182059"/>
                      <a:pt x="182270" y="182059"/>
                    </a:cubicBezTo>
                    <a:close/>
                    <a:moveTo>
                      <a:pt x="91153" y="182059"/>
                    </a:moveTo>
                    <a:lnTo>
                      <a:pt x="141783" y="182059"/>
                    </a:lnTo>
                    <a:cubicBezTo>
                      <a:pt x="147834" y="182059"/>
                      <a:pt x="151927" y="186060"/>
                      <a:pt x="151927" y="192195"/>
                    </a:cubicBezTo>
                    <a:cubicBezTo>
                      <a:pt x="151927" y="198240"/>
                      <a:pt x="147834" y="202241"/>
                      <a:pt x="141783" y="202241"/>
                    </a:cubicBezTo>
                    <a:lnTo>
                      <a:pt x="91153" y="202241"/>
                    </a:lnTo>
                    <a:cubicBezTo>
                      <a:pt x="85102" y="202241"/>
                      <a:pt x="81009" y="198240"/>
                      <a:pt x="81009" y="192195"/>
                    </a:cubicBezTo>
                    <a:cubicBezTo>
                      <a:pt x="81009" y="186060"/>
                      <a:pt x="85102" y="182059"/>
                      <a:pt x="91153" y="182059"/>
                    </a:cubicBezTo>
                    <a:close/>
                    <a:moveTo>
                      <a:pt x="161988" y="141625"/>
                    </a:moveTo>
                    <a:lnTo>
                      <a:pt x="232948" y="141625"/>
                    </a:lnTo>
                    <a:cubicBezTo>
                      <a:pt x="239002" y="141625"/>
                      <a:pt x="243098" y="145626"/>
                      <a:pt x="243098" y="151761"/>
                    </a:cubicBezTo>
                    <a:cubicBezTo>
                      <a:pt x="243098" y="157806"/>
                      <a:pt x="239002" y="161807"/>
                      <a:pt x="232948" y="161807"/>
                    </a:cubicBezTo>
                    <a:lnTo>
                      <a:pt x="161988" y="161807"/>
                    </a:lnTo>
                    <a:cubicBezTo>
                      <a:pt x="155934" y="161807"/>
                      <a:pt x="151927" y="157806"/>
                      <a:pt x="151927" y="151761"/>
                    </a:cubicBezTo>
                    <a:cubicBezTo>
                      <a:pt x="151927" y="145626"/>
                      <a:pt x="155934" y="141625"/>
                      <a:pt x="161988" y="141625"/>
                    </a:cubicBezTo>
                    <a:close/>
                    <a:moveTo>
                      <a:pt x="91146" y="141625"/>
                    </a:moveTo>
                    <a:lnTo>
                      <a:pt x="121467" y="141625"/>
                    </a:lnTo>
                    <a:cubicBezTo>
                      <a:pt x="127603" y="141625"/>
                      <a:pt x="131604" y="145626"/>
                      <a:pt x="131604" y="151761"/>
                    </a:cubicBezTo>
                    <a:cubicBezTo>
                      <a:pt x="131604" y="157806"/>
                      <a:pt x="127603" y="161807"/>
                      <a:pt x="121467" y="161807"/>
                    </a:cubicBezTo>
                    <a:lnTo>
                      <a:pt x="91146" y="161807"/>
                    </a:lnTo>
                    <a:cubicBezTo>
                      <a:pt x="85099" y="161807"/>
                      <a:pt x="81009" y="157806"/>
                      <a:pt x="81009" y="151761"/>
                    </a:cubicBezTo>
                    <a:cubicBezTo>
                      <a:pt x="81009" y="145626"/>
                      <a:pt x="85099" y="141625"/>
                      <a:pt x="91146" y="141625"/>
                    </a:cubicBezTo>
                    <a:close/>
                    <a:moveTo>
                      <a:pt x="364566" y="102176"/>
                    </a:moveTo>
                    <a:cubicBezTo>
                      <a:pt x="318996" y="107241"/>
                      <a:pt x="283573" y="145630"/>
                      <a:pt x="283573" y="192194"/>
                    </a:cubicBezTo>
                    <a:cubicBezTo>
                      <a:pt x="283573" y="242756"/>
                      <a:pt x="324069" y="283188"/>
                      <a:pt x="374712" y="283188"/>
                    </a:cubicBezTo>
                    <a:cubicBezTo>
                      <a:pt x="421261" y="283188"/>
                      <a:pt x="459799" y="247732"/>
                      <a:pt x="464783" y="202235"/>
                    </a:cubicBezTo>
                    <a:lnTo>
                      <a:pt x="374712" y="202235"/>
                    </a:lnTo>
                    <a:cubicBezTo>
                      <a:pt x="368660" y="202235"/>
                      <a:pt x="364566" y="198236"/>
                      <a:pt x="364566" y="192194"/>
                    </a:cubicBezTo>
                    <a:close/>
                    <a:moveTo>
                      <a:pt x="182270" y="101191"/>
                    </a:moveTo>
                    <a:lnTo>
                      <a:pt x="192432" y="101191"/>
                    </a:lnTo>
                    <a:cubicBezTo>
                      <a:pt x="198493" y="101191"/>
                      <a:pt x="202593" y="105192"/>
                      <a:pt x="202593" y="111238"/>
                    </a:cubicBezTo>
                    <a:cubicBezTo>
                      <a:pt x="202593" y="117372"/>
                      <a:pt x="198493" y="121373"/>
                      <a:pt x="192432" y="121373"/>
                    </a:cubicBezTo>
                    <a:lnTo>
                      <a:pt x="182270" y="121373"/>
                    </a:lnTo>
                    <a:cubicBezTo>
                      <a:pt x="176209" y="121373"/>
                      <a:pt x="172109" y="117372"/>
                      <a:pt x="172109" y="111238"/>
                    </a:cubicBezTo>
                    <a:cubicBezTo>
                      <a:pt x="172109" y="105192"/>
                      <a:pt x="176209" y="101191"/>
                      <a:pt x="182270" y="101191"/>
                    </a:cubicBezTo>
                    <a:close/>
                    <a:moveTo>
                      <a:pt x="91153" y="101191"/>
                    </a:moveTo>
                    <a:lnTo>
                      <a:pt x="141783" y="101191"/>
                    </a:lnTo>
                    <a:cubicBezTo>
                      <a:pt x="147834" y="101191"/>
                      <a:pt x="151927" y="105192"/>
                      <a:pt x="151927" y="111238"/>
                    </a:cubicBezTo>
                    <a:cubicBezTo>
                      <a:pt x="151927" y="117372"/>
                      <a:pt x="147834" y="121373"/>
                      <a:pt x="141783" y="121373"/>
                    </a:cubicBezTo>
                    <a:lnTo>
                      <a:pt x="91153" y="121373"/>
                    </a:lnTo>
                    <a:cubicBezTo>
                      <a:pt x="85102" y="121373"/>
                      <a:pt x="81009" y="117372"/>
                      <a:pt x="81009" y="111238"/>
                    </a:cubicBezTo>
                    <a:cubicBezTo>
                      <a:pt x="81009" y="105192"/>
                      <a:pt x="85102" y="101191"/>
                      <a:pt x="91153" y="101191"/>
                    </a:cubicBezTo>
                    <a:close/>
                    <a:moveTo>
                      <a:pt x="374712" y="80938"/>
                    </a:moveTo>
                    <a:cubicBezTo>
                      <a:pt x="380764" y="80938"/>
                      <a:pt x="384858" y="85026"/>
                      <a:pt x="384858" y="91068"/>
                    </a:cubicBezTo>
                    <a:lnTo>
                      <a:pt x="384858" y="182063"/>
                    </a:lnTo>
                    <a:lnTo>
                      <a:pt x="475998" y="182063"/>
                    </a:lnTo>
                    <a:cubicBezTo>
                      <a:pt x="482050" y="182063"/>
                      <a:pt x="486055" y="186062"/>
                      <a:pt x="486055" y="192194"/>
                    </a:cubicBezTo>
                    <a:cubicBezTo>
                      <a:pt x="486055" y="253864"/>
                      <a:pt x="436480" y="303360"/>
                      <a:pt x="374712" y="303360"/>
                    </a:cubicBezTo>
                    <a:cubicBezTo>
                      <a:pt x="312944" y="303360"/>
                      <a:pt x="263280" y="253864"/>
                      <a:pt x="263280" y="192194"/>
                    </a:cubicBezTo>
                    <a:cubicBezTo>
                      <a:pt x="263280" y="130523"/>
                      <a:pt x="312944" y="80938"/>
                      <a:pt x="374712" y="80938"/>
                    </a:cubicBezTo>
                    <a:close/>
                    <a:moveTo>
                      <a:pt x="425343" y="61744"/>
                    </a:moveTo>
                    <a:lnTo>
                      <a:pt x="425343" y="141635"/>
                    </a:lnTo>
                    <a:lnTo>
                      <a:pt x="505373" y="141635"/>
                    </a:lnTo>
                    <a:cubicBezTo>
                      <a:pt x="500299" y="99157"/>
                      <a:pt x="466827" y="65743"/>
                      <a:pt x="425343" y="61744"/>
                    </a:cubicBezTo>
                    <a:close/>
                    <a:moveTo>
                      <a:pt x="161988" y="60757"/>
                    </a:moveTo>
                    <a:lnTo>
                      <a:pt x="232948" y="60757"/>
                    </a:lnTo>
                    <a:cubicBezTo>
                      <a:pt x="239002" y="60757"/>
                      <a:pt x="243098" y="64758"/>
                      <a:pt x="243098" y="70804"/>
                    </a:cubicBezTo>
                    <a:cubicBezTo>
                      <a:pt x="243098" y="76938"/>
                      <a:pt x="239002" y="80939"/>
                      <a:pt x="232948" y="80939"/>
                    </a:cubicBezTo>
                    <a:lnTo>
                      <a:pt x="161988" y="80939"/>
                    </a:lnTo>
                    <a:cubicBezTo>
                      <a:pt x="155934" y="80939"/>
                      <a:pt x="151927" y="76938"/>
                      <a:pt x="151927" y="70804"/>
                    </a:cubicBezTo>
                    <a:cubicBezTo>
                      <a:pt x="151927" y="64758"/>
                      <a:pt x="155934" y="60757"/>
                      <a:pt x="161988" y="60757"/>
                    </a:cubicBezTo>
                    <a:close/>
                    <a:moveTo>
                      <a:pt x="91146" y="60757"/>
                    </a:moveTo>
                    <a:lnTo>
                      <a:pt x="121467" y="60757"/>
                    </a:lnTo>
                    <a:cubicBezTo>
                      <a:pt x="127603" y="60757"/>
                      <a:pt x="131604" y="64758"/>
                      <a:pt x="131604" y="70804"/>
                    </a:cubicBezTo>
                    <a:cubicBezTo>
                      <a:pt x="131604" y="76938"/>
                      <a:pt x="127603" y="80939"/>
                      <a:pt x="121467" y="80939"/>
                    </a:cubicBezTo>
                    <a:lnTo>
                      <a:pt x="91146" y="80939"/>
                    </a:lnTo>
                    <a:cubicBezTo>
                      <a:pt x="85099" y="80939"/>
                      <a:pt x="81009" y="76938"/>
                      <a:pt x="81009" y="70804"/>
                    </a:cubicBezTo>
                    <a:cubicBezTo>
                      <a:pt x="81009" y="64758"/>
                      <a:pt x="85099" y="60757"/>
                      <a:pt x="91146" y="60757"/>
                    </a:cubicBezTo>
                    <a:close/>
                    <a:moveTo>
                      <a:pt x="415194" y="40505"/>
                    </a:moveTo>
                    <a:cubicBezTo>
                      <a:pt x="476975" y="40505"/>
                      <a:pt x="526560" y="90092"/>
                      <a:pt x="526560" y="151765"/>
                    </a:cubicBezTo>
                    <a:cubicBezTo>
                      <a:pt x="526560" y="157808"/>
                      <a:pt x="522554" y="161807"/>
                      <a:pt x="516501" y="161807"/>
                    </a:cubicBezTo>
                    <a:lnTo>
                      <a:pt x="415194" y="161807"/>
                    </a:lnTo>
                    <a:cubicBezTo>
                      <a:pt x="409141" y="161807"/>
                      <a:pt x="405046" y="157808"/>
                      <a:pt x="405046" y="151765"/>
                    </a:cubicBezTo>
                    <a:lnTo>
                      <a:pt x="405046" y="50636"/>
                    </a:lnTo>
                    <a:cubicBezTo>
                      <a:pt x="405046" y="44593"/>
                      <a:pt x="409141" y="40505"/>
                      <a:pt x="415194" y="40505"/>
                    </a:cubicBezTo>
                    <a:close/>
                    <a:moveTo>
                      <a:pt x="70848" y="20177"/>
                    </a:moveTo>
                    <a:cubicBezTo>
                      <a:pt x="64796" y="20177"/>
                      <a:pt x="60791" y="24265"/>
                      <a:pt x="60791" y="30309"/>
                    </a:cubicBezTo>
                    <a:lnTo>
                      <a:pt x="60791" y="343802"/>
                    </a:lnTo>
                    <a:lnTo>
                      <a:pt x="222780" y="343802"/>
                    </a:lnTo>
                    <a:cubicBezTo>
                      <a:pt x="228833" y="343802"/>
                      <a:pt x="232927" y="347891"/>
                      <a:pt x="232927" y="353935"/>
                    </a:cubicBezTo>
                    <a:lnTo>
                      <a:pt x="232927" y="364067"/>
                    </a:lnTo>
                    <a:lnTo>
                      <a:pt x="374712" y="364067"/>
                    </a:lnTo>
                    <a:lnTo>
                      <a:pt x="374712" y="353935"/>
                    </a:lnTo>
                    <a:cubicBezTo>
                      <a:pt x="374712" y="347891"/>
                      <a:pt x="378718" y="343802"/>
                      <a:pt x="384859" y="343802"/>
                    </a:cubicBezTo>
                    <a:lnTo>
                      <a:pt x="546848" y="343802"/>
                    </a:lnTo>
                    <a:lnTo>
                      <a:pt x="546848" y="30309"/>
                    </a:lnTo>
                    <a:cubicBezTo>
                      <a:pt x="546848" y="24265"/>
                      <a:pt x="542754" y="20177"/>
                      <a:pt x="536702" y="20177"/>
                    </a:cubicBezTo>
                    <a:close/>
                    <a:moveTo>
                      <a:pt x="70848" y="0"/>
                    </a:moveTo>
                    <a:lnTo>
                      <a:pt x="536702" y="0"/>
                    </a:lnTo>
                    <a:cubicBezTo>
                      <a:pt x="553969" y="0"/>
                      <a:pt x="567142" y="13155"/>
                      <a:pt x="567142" y="30309"/>
                    </a:cubicBezTo>
                    <a:lnTo>
                      <a:pt x="567142" y="343802"/>
                    </a:lnTo>
                    <a:lnTo>
                      <a:pt x="597492" y="343802"/>
                    </a:lnTo>
                    <a:cubicBezTo>
                      <a:pt x="603545" y="343802"/>
                      <a:pt x="607639" y="347891"/>
                      <a:pt x="607639" y="353935"/>
                    </a:cubicBezTo>
                    <a:lnTo>
                      <a:pt x="607639" y="384244"/>
                    </a:lnTo>
                    <a:cubicBezTo>
                      <a:pt x="607639" y="401487"/>
                      <a:pt x="594466" y="414642"/>
                      <a:pt x="577199" y="414642"/>
                    </a:cubicBezTo>
                    <a:lnTo>
                      <a:pt x="30351" y="414642"/>
                    </a:lnTo>
                    <a:cubicBezTo>
                      <a:pt x="13173" y="414642"/>
                      <a:pt x="0" y="401487"/>
                      <a:pt x="0" y="384244"/>
                    </a:cubicBezTo>
                    <a:lnTo>
                      <a:pt x="0" y="353935"/>
                    </a:lnTo>
                    <a:cubicBezTo>
                      <a:pt x="0" y="347891"/>
                      <a:pt x="4094" y="343802"/>
                      <a:pt x="10147" y="343802"/>
                    </a:cubicBezTo>
                    <a:lnTo>
                      <a:pt x="40497" y="343802"/>
                    </a:lnTo>
                    <a:lnTo>
                      <a:pt x="40497" y="30309"/>
                    </a:lnTo>
                    <a:cubicBezTo>
                      <a:pt x="40497" y="13155"/>
                      <a:pt x="53670" y="0"/>
                      <a:pt x="7084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200" dirty="0"/>
              </a:p>
            </p:txBody>
          </p:sp>
        </p:grpSp>
        <p:sp>
          <p:nvSpPr>
            <p:cNvPr id="11" name="í$ľiďé"/>
            <p:cNvSpPr txBox="1"/>
            <p:nvPr/>
          </p:nvSpPr>
          <p:spPr>
            <a:xfrm>
              <a:off x="4483739" y="4777283"/>
              <a:ext cx="3239994" cy="1366342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marL="171450" lvl="0" indent="-171450" defTabSz="914400">
                <a:lnSpc>
                  <a:spcPct val="16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100" kern="0" dirty="0"/>
                <a:t>Supporting text here.</a:t>
              </a:r>
              <a:endParaRPr lang="en-US" altLang="zh-CN" sz="1100" kern="0" dirty="0"/>
            </a:p>
            <a:p>
              <a:pPr marL="171450" lvl="0" indent="-171450" defTabSz="914400">
                <a:lnSpc>
                  <a:spcPct val="16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100" kern="0" dirty="0"/>
                <a:t>You can use the icon library in iSlide  (www.islide.cc) to filter and replace existing icon elements with one click.</a:t>
              </a:r>
              <a:endParaRPr lang="en-US" altLang="zh-CN" sz="1100" kern="0" dirty="0"/>
            </a:p>
          </p:txBody>
        </p:sp>
        <p:sp>
          <p:nvSpPr>
            <p:cNvPr id="12" name="íşliďé"/>
            <p:cNvSpPr txBox="1"/>
            <p:nvPr/>
          </p:nvSpPr>
          <p:spPr>
            <a:xfrm>
              <a:off x="4483739" y="4305462"/>
              <a:ext cx="3239994" cy="471820"/>
            </a:xfrm>
            <a:prstGeom prst="rect">
              <a:avLst/>
            </a:prstGeom>
            <a:noFill/>
          </p:spPr>
          <p:txBody>
            <a:bodyPr wrap="none" rtlCol="0" anchor="ctr">
              <a:normAutofit/>
            </a:bodyPr>
            <a:lstStyle/>
            <a:p>
              <a:pPr algn="ctr"/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4201591" y="4777282"/>
              <a:ext cx="0" cy="1366343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îS1îďé"/>
            <p:cNvGrpSpPr/>
            <p:nvPr/>
          </p:nvGrpSpPr>
          <p:grpSpPr>
            <a:xfrm>
              <a:off x="9570525" y="3518409"/>
              <a:ext cx="675000" cy="675005"/>
              <a:chOff x="7209746" y="4153276"/>
              <a:chExt cx="675000" cy="675005"/>
            </a:xfrm>
          </p:grpSpPr>
          <p:sp>
            <p:nvSpPr>
              <p:cNvPr id="93" name="îşľíḓe"/>
              <p:cNvSpPr/>
              <p:nvPr/>
            </p:nvSpPr>
            <p:spPr>
              <a:xfrm>
                <a:off x="7209746" y="4153276"/>
                <a:ext cx="675000" cy="675005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94" name="îṡlíḓé"/>
              <p:cNvSpPr/>
              <p:nvPr/>
            </p:nvSpPr>
            <p:spPr bwMode="auto">
              <a:xfrm>
                <a:off x="7375153" y="4318910"/>
                <a:ext cx="344185" cy="343732"/>
              </a:xfrm>
              <a:custGeom>
                <a:avLst/>
                <a:gdLst>
                  <a:gd name="connsiteX0" fmla="*/ 86413 w 591547"/>
                  <a:gd name="connsiteY0" fmla="*/ 515758 h 590770"/>
                  <a:gd name="connsiteX1" fmla="*/ 171919 w 591547"/>
                  <a:gd name="connsiteY1" fmla="*/ 515758 h 590770"/>
                  <a:gd name="connsiteX2" fmla="*/ 171919 w 591547"/>
                  <a:gd name="connsiteY2" fmla="*/ 537523 h 590770"/>
                  <a:gd name="connsiteX3" fmla="*/ 86413 w 591547"/>
                  <a:gd name="connsiteY3" fmla="*/ 537523 h 590770"/>
                  <a:gd name="connsiteX4" fmla="*/ 86413 w 591547"/>
                  <a:gd name="connsiteY4" fmla="*/ 461733 h 590770"/>
                  <a:gd name="connsiteX5" fmla="*/ 171919 w 591547"/>
                  <a:gd name="connsiteY5" fmla="*/ 461733 h 590770"/>
                  <a:gd name="connsiteX6" fmla="*/ 171919 w 591547"/>
                  <a:gd name="connsiteY6" fmla="*/ 483498 h 590770"/>
                  <a:gd name="connsiteX7" fmla="*/ 86413 w 591547"/>
                  <a:gd name="connsiteY7" fmla="*/ 483498 h 590770"/>
                  <a:gd name="connsiteX8" fmla="*/ 86413 w 591547"/>
                  <a:gd name="connsiteY8" fmla="*/ 408616 h 590770"/>
                  <a:gd name="connsiteX9" fmla="*/ 171919 w 591547"/>
                  <a:gd name="connsiteY9" fmla="*/ 408616 h 590770"/>
                  <a:gd name="connsiteX10" fmla="*/ 171919 w 591547"/>
                  <a:gd name="connsiteY10" fmla="*/ 429474 h 590770"/>
                  <a:gd name="connsiteX11" fmla="*/ 86413 w 591547"/>
                  <a:gd name="connsiteY11" fmla="*/ 429474 h 590770"/>
                  <a:gd name="connsiteX12" fmla="*/ 204177 w 591547"/>
                  <a:gd name="connsiteY12" fmla="*/ 357041 h 590770"/>
                  <a:gd name="connsiteX13" fmla="*/ 204177 w 591547"/>
                  <a:gd name="connsiteY13" fmla="*/ 569815 h 590770"/>
                  <a:gd name="connsiteX14" fmla="*/ 333300 w 591547"/>
                  <a:gd name="connsiteY14" fmla="*/ 569815 h 590770"/>
                  <a:gd name="connsiteX15" fmla="*/ 333300 w 591547"/>
                  <a:gd name="connsiteY15" fmla="*/ 382026 h 590770"/>
                  <a:gd name="connsiteX16" fmla="*/ 183194 w 591547"/>
                  <a:gd name="connsiteY16" fmla="*/ 357041 h 590770"/>
                  <a:gd name="connsiteX17" fmla="*/ 75053 w 591547"/>
                  <a:gd name="connsiteY17" fmla="*/ 382026 h 590770"/>
                  <a:gd name="connsiteX18" fmla="*/ 75053 w 591547"/>
                  <a:gd name="connsiteY18" fmla="*/ 569815 h 590770"/>
                  <a:gd name="connsiteX19" fmla="*/ 183194 w 591547"/>
                  <a:gd name="connsiteY19" fmla="*/ 569815 h 590770"/>
                  <a:gd name="connsiteX20" fmla="*/ 247709 w 591547"/>
                  <a:gd name="connsiteY20" fmla="*/ 311838 h 590770"/>
                  <a:gd name="connsiteX21" fmla="*/ 322851 w 591547"/>
                  <a:gd name="connsiteY21" fmla="*/ 311838 h 590770"/>
                  <a:gd name="connsiteX22" fmla="*/ 322851 w 591547"/>
                  <a:gd name="connsiteY22" fmla="*/ 332826 h 590770"/>
                  <a:gd name="connsiteX23" fmla="*/ 247709 w 591547"/>
                  <a:gd name="connsiteY23" fmla="*/ 332826 h 590770"/>
                  <a:gd name="connsiteX24" fmla="*/ 247709 w 591547"/>
                  <a:gd name="connsiteY24" fmla="*/ 257944 h 590770"/>
                  <a:gd name="connsiteX25" fmla="*/ 322851 w 591547"/>
                  <a:gd name="connsiteY25" fmla="*/ 257944 h 590770"/>
                  <a:gd name="connsiteX26" fmla="*/ 322851 w 591547"/>
                  <a:gd name="connsiteY26" fmla="*/ 279580 h 590770"/>
                  <a:gd name="connsiteX27" fmla="*/ 247709 w 591547"/>
                  <a:gd name="connsiteY27" fmla="*/ 279580 h 590770"/>
                  <a:gd name="connsiteX28" fmla="*/ 247709 w 591547"/>
                  <a:gd name="connsiteY28" fmla="*/ 203919 h 590770"/>
                  <a:gd name="connsiteX29" fmla="*/ 322851 w 591547"/>
                  <a:gd name="connsiteY29" fmla="*/ 203919 h 590770"/>
                  <a:gd name="connsiteX30" fmla="*/ 322851 w 591547"/>
                  <a:gd name="connsiteY30" fmla="*/ 225684 h 590770"/>
                  <a:gd name="connsiteX31" fmla="*/ 247709 w 591547"/>
                  <a:gd name="connsiteY31" fmla="*/ 225684 h 590770"/>
                  <a:gd name="connsiteX32" fmla="*/ 247709 w 591547"/>
                  <a:gd name="connsiteY32" fmla="*/ 150672 h 590770"/>
                  <a:gd name="connsiteX33" fmla="*/ 322851 w 591547"/>
                  <a:gd name="connsiteY33" fmla="*/ 150672 h 590770"/>
                  <a:gd name="connsiteX34" fmla="*/ 322851 w 591547"/>
                  <a:gd name="connsiteY34" fmla="*/ 171660 h 590770"/>
                  <a:gd name="connsiteX35" fmla="*/ 247709 w 591547"/>
                  <a:gd name="connsiteY35" fmla="*/ 171660 h 590770"/>
                  <a:gd name="connsiteX36" fmla="*/ 355090 w 591547"/>
                  <a:gd name="connsiteY36" fmla="*/ 102357 h 590770"/>
                  <a:gd name="connsiteX37" fmla="*/ 355090 w 591547"/>
                  <a:gd name="connsiteY37" fmla="*/ 373160 h 590770"/>
                  <a:gd name="connsiteX38" fmla="*/ 355090 w 591547"/>
                  <a:gd name="connsiteY38" fmla="*/ 376384 h 590770"/>
                  <a:gd name="connsiteX39" fmla="*/ 355090 w 591547"/>
                  <a:gd name="connsiteY39" fmla="*/ 569815 h 590770"/>
                  <a:gd name="connsiteX40" fmla="*/ 484213 w 591547"/>
                  <a:gd name="connsiteY40" fmla="*/ 569815 h 590770"/>
                  <a:gd name="connsiteX41" fmla="*/ 484213 w 591547"/>
                  <a:gd name="connsiteY41" fmla="*/ 154744 h 590770"/>
                  <a:gd name="connsiteX42" fmla="*/ 333300 w 591547"/>
                  <a:gd name="connsiteY42" fmla="*/ 99939 h 590770"/>
                  <a:gd name="connsiteX43" fmla="*/ 236458 w 591547"/>
                  <a:gd name="connsiteY43" fmla="*/ 125730 h 590770"/>
                  <a:gd name="connsiteX44" fmla="*/ 236458 w 591547"/>
                  <a:gd name="connsiteY44" fmla="*/ 341728 h 590770"/>
                  <a:gd name="connsiteX45" fmla="*/ 333300 w 591547"/>
                  <a:gd name="connsiteY45" fmla="*/ 360265 h 590770"/>
                  <a:gd name="connsiteX46" fmla="*/ 397862 w 591547"/>
                  <a:gd name="connsiteY46" fmla="*/ 21761 h 590770"/>
                  <a:gd name="connsiteX47" fmla="*/ 387371 w 591547"/>
                  <a:gd name="connsiteY47" fmla="*/ 32238 h 590770"/>
                  <a:gd name="connsiteX48" fmla="*/ 397862 w 591547"/>
                  <a:gd name="connsiteY48" fmla="*/ 42716 h 590770"/>
                  <a:gd name="connsiteX49" fmla="*/ 409160 w 591547"/>
                  <a:gd name="connsiteY49" fmla="*/ 32238 h 590770"/>
                  <a:gd name="connsiteX50" fmla="*/ 397862 w 591547"/>
                  <a:gd name="connsiteY50" fmla="*/ 21761 h 590770"/>
                  <a:gd name="connsiteX51" fmla="*/ 397862 w 591547"/>
                  <a:gd name="connsiteY51" fmla="*/ 0 h 590770"/>
                  <a:gd name="connsiteX52" fmla="*/ 430143 w 591547"/>
                  <a:gd name="connsiteY52" fmla="*/ 32238 h 590770"/>
                  <a:gd name="connsiteX53" fmla="*/ 409160 w 591547"/>
                  <a:gd name="connsiteY53" fmla="*/ 62865 h 590770"/>
                  <a:gd name="connsiteX54" fmla="*/ 409160 w 591547"/>
                  <a:gd name="connsiteY54" fmla="*/ 100745 h 590770"/>
                  <a:gd name="connsiteX55" fmla="*/ 498740 w 591547"/>
                  <a:gd name="connsiteY55" fmla="*/ 137819 h 590770"/>
                  <a:gd name="connsiteX56" fmla="*/ 506003 w 591547"/>
                  <a:gd name="connsiteY56" fmla="*/ 147491 h 590770"/>
                  <a:gd name="connsiteX57" fmla="*/ 506003 w 591547"/>
                  <a:gd name="connsiteY57" fmla="*/ 569815 h 590770"/>
                  <a:gd name="connsiteX58" fmla="*/ 591547 w 591547"/>
                  <a:gd name="connsiteY58" fmla="*/ 569815 h 590770"/>
                  <a:gd name="connsiteX59" fmla="*/ 591547 w 591547"/>
                  <a:gd name="connsiteY59" fmla="*/ 590770 h 590770"/>
                  <a:gd name="connsiteX60" fmla="*/ 494705 w 591547"/>
                  <a:gd name="connsiteY60" fmla="*/ 590770 h 590770"/>
                  <a:gd name="connsiteX61" fmla="*/ 344598 w 591547"/>
                  <a:gd name="connsiteY61" fmla="*/ 590770 h 590770"/>
                  <a:gd name="connsiteX62" fmla="*/ 193685 w 591547"/>
                  <a:gd name="connsiteY62" fmla="*/ 590770 h 590770"/>
                  <a:gd name="connsiteX63" fmla="*/ 64562 w 591547"/>
                  <a:gd name="connsiteY63" fmla="*/ 590770 h 590770"/>
                  <a:gd name="connsiteX64" fmla="*/ 0 w 591547"/>
                  <a:gd name="connsiteY64" fmla="*/ 590770 h 590770"/>
                  <a:gd name="connsiteX65" fmla="*/ 0 w 591547"/>
                  <a:gd name="connsiteY65" fmla="*/ 569815 h 590770"/>
                  <a:gd name="connsiteX66" fmla="*/ 54070 w 591547"/>
                  <a:gd name="connsiteY66" fmla="*/ 569815 h 590770"/>
                  <a:gd name="connsiteX67" fmla="*/ 54070 w 591547"/>
                  <a:gd name="connsiteY67" fmla="*/ 373160 h 590770"/>
                  <a:gd name="connsiteX68" fmla="*/ 62141 w 591547"/>
                  <a:gd name="connsiteY68" fmla="*/ 362683 h 590770"/>
                  <a:gd name="connsiteX69" fmla="*/ 191264 w 591547"/>
                  <a:gd name="connsiteY69" fmla="*/ 333668 h 590770"/>
                  <a:gd name="connsiteX70" fmla="*/ 195299 w 591547"/>
                  <a:gd name="connsiteY70" fmla="*/ 333668 h 590770"/>
                  <a:gd name="connsiteX71" fmla="*/ 196106 w 591547"/>
                  <a:gd name="connsiteY71" fmla="*/ 333668 h 590770"/>
                  <a:gd name="connsiteX72" fmla="*/ 215475 w 591547"/>
                  <a:gd name="connsiteY72" fmla="*/ 336892 h 590770"/>
                  <a:gd name="connsiteX73" fmla="*/ 215475 w 591547"/>
                  <a:gd name="connsiteY73" fmla="*/ 116864 h 590770"/>
                  <a:gd name="connsiteX74" fmla="*/ 223545 w 591547"/>
                  <a:gd name="connsiteY74" fmla="*/ 106387 h 590770"/>
                  <a:gd name="connsiteX75" fmla="*/ 341370 w 591547"/>
                  <a:gd name="connsiteY75" fmla="*/ 75760 h 590770"/>
                  <a:gd name="connsiteX76" fmla="*/ 342984 w 591547"/>
                  <a:gd name="connsiteY76" fmla="*/ 75760 h 590770"/>
                  <a:gd name="connsiteX77" fmla="*/ 345405 w 591547"/>
                  <a:gd name="connsiteY77" fmla="*/ 75760 h 590770"/>
                  <a:gd name="connsiteX78" fmla="*/ 347020 w 591547"/>
                  <a:gd name="connsiteY78" fmla="*/ 75760 h 590770"/>
                  <a:gd name="connsiteX79" fmla="*/ 348634 w 591547"/>
                  <a:gd name="connsiteY79" fmla="*/ 75760 h 590770"/>
                  <a:gd name="connsiteX80" fmla="*/ 387371 w 591547"/>
                  <a:gd name="connsiteY80" fmla="*/ 91879 h 590770"/>
                  <a:gd name="connsiteX81" fmla="*/ 387371 w 591547"/>
                  <a:gd name="connsiteY81" fmla="*/ 62865 h 590770"/>
                  <a:gd name="connsiteX82" fmla="*/ 365581 w 591547"/>
                  <a:gd name="connsiteY82" fmla="*/ 32238 h 590770"/>
                  <a:gd name="connsiteX83" fmla="*/ 397862 w 591547"/>
                  <a:gd name="connsiteY83" fmla="*/ 0 h 590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591547" h="590770">
                    <a:moveTo>
                      <a:pt x="86413" y="515758"/>
                    </a:moveTo>
                    <a:lnTo>
                      <a:pt x="171919" y="515758"/>
                    </a:lnTo>
                    <a:lnTo>
                      <a:pt x="171919" y="537523"/>
                    </a:lnTo>
                    <a:lnTo>
                      <a:pt x="86413" y="537523"/>
                    </a:lnTo>
                    <a:close/>
                    <a:moveTo>
                      <a:pt x="86413" y="461733"/>
                    </a:moveTo>
                    <a:lnTo>
                      <a:pt x="171919" y="461733"/>
                    </a:lnTo>
                    <a:lnTo>
                      <a:pt x="171919" y="483498"/>
                    </a:lnTo>
                    <a:lnTo>
                      <a:pt x="86413" y="483498"/>
                    </a:lnTo>
                    <a:close/>
                    <a:moveTo>
                      <a:pt x="86413" y="408616"/>
                    </a:moveTo>
                    <a:lnTo>
                      <a:pt x="171919" y="408616"/>
                    </a:lnTo>
                    <a:lnTo>
                      <a:pt x="171919" y="429474"/>
                    </a:lnTo>
                    <a:lnTo>
                      <a:pt x="86413" y="429474"/>
                    </a:lnTo>
                    <a:close/>
                    <a:moveTo>
                      <a:pt x="204177" y="357041"/>
                    </a:moveTo>
                    <a:lnTo>
                      <a:pt x="204177" y="569815"/>
                    </a:lnTo>
                    <a:lnTo>
                      <a:pt x="333300" y="569815"/>
                    </a:lnTo>
                    <a:lnTo>
                      <a:pt x="333300" y="382026"/>
                    </a:lnTo>
                    <a:close/>
                    <a:moveTo>
                      <a:pt x="183194" y="357041"/>
                    </a:moveTo>
                    <a:lnTo>
                      <a:pt x="75053" y="382026"/>
                    </a:lnTo>
                    <a:lnTo>
                      <a:pt x="75053" y="569815"/>
                    </a:lnTo>
                    <a:lnTo>
                      <a:pt x="183194" y="569815"/>
                    </a:lnTo>
                    <a:close/>
                    <a:moveTo>
                      <a:pt x="247709" y="311838"/>
                    </a:moveTo>
                    <a:lnTo>
                      <a:pt x="322851" y="311838"/>
                    </a:lnTo>
                    <a:lnTo>
                      <a:pt x="322851" y="332826"/>
                    </a:lnTo>
                    <a:lnTo>
                      <a:pt x="247709" y="332826"/>
                    </a:lnTo>
                    <a:close/>
                    <a:moveTo>
                      <a:pt x="247709" y="257944"/>
                    </a:moveTo>
                    <a:lnTo>
                      <a:pt x="322851" y="257944"/>
                    </a:lnTo>
                    <a:lnTo>
                      <a:pt x="322851" y="279580"/>
                    </a:lnTo>
                    <a:lnTo>
                      <a:pt x="247709" y="279580"/>
                    </a:lnTo>
                    <a:close/>
                    <a:moveTo>
                      <a:pt x="247709" y="203919"/>
                    </a:moveTo>
                    <a:lnTo>
                      <a:pt x="322851" y="203919"/>
                    </a:lnTo>
                    <a:lnTo>
                      <a:pt x="322851" y="225684"/>
                    </a:lnTo>
                    <a:lnTo>
                      <a:pt x="247709" y="225684"/>
                    </a:lnTo>
                    <a:close/>
                    <a:moveTo>
                      <a:pt x="247709" y="150672"/>
                    </a:moveTo>
                    <a:lnTo>
                      <a:pt x="322851" y="150672"/>
                    </a:lnTo>
                    <a:lnTo>
                      <a:pt x="322851" y="171660"/>
                    </a:lnTo>
                    <a:lnTo>
                      <a:pt x="247709" y="171660"/>
                    </a:lnTo>
                    <a:close/>
                    <a:moveTo>
                      <a:pt x="355090" y="102357"/>
                    </a:moveTo>
                    <a:lnTo>
                      <a:pt x="355090" y="373160"/>
                    </a:lnTo>
                    <a:lnTo>
                      <a:pt x="355090" y="376384"/>
                    </a:lnTo>
                    <a:lnTo>
                      <a:pt x="355090" y="569815"/>
                    </a:lnTo>
                    <a:lnTo>
                      <a:pt x="484213" y="569815"/>
                    </a:lnTo>
                    <a:lnTo>
                      <a:pt x="484213" y="154744"/>
                    </a:lnTo>
                    <a:close/>
                    <a:moveTo>
                      <a:pt x="333300" y="99939"/>
                    </a:moveTo>
                    <a:lnTo>
                      <a:pt x="236458" y="125730"/>
                    </a:lnTo>
                    <a:lnTo>
                      <a:pt x="236458" y="341728"/>
                    </a:lnTo>
                    <a:lnTo>
                      <a:pt x="333300" y="360265"/>
                    </a:lnTo>
                    <a:close/>
                    <a:moveTo>
                      <a:pt x="397862" y="21761"/>
                    </a:moveTo>
                    <a:cubicBezTo>
                      <a:pt x="392213" y="21761"/>
                      <a:pt x="387371" y="26596"/>
                      <a:pt x="387371" y="32238"/>
                    </a:cubicBezTo>
                    <a:cubicBezTo>
                      <a:pt x="387371" y="37880"/>
                      <a:pt x="392213" y="42716"/>
                      <a:pt x="397862" y="42716"/>
                    </a:cubicBezTo>
                    <a:cubicBezTo>
                      <a:pt x="404318" y="42716"/>
                      <a:pt x="409160" y="37880"/>
                      <a:pt x="409160" y="32238"/>
                    </a:cubicBezTo>
                    <a:cubicBezTo>
                      <a:pt x="409160" y="26596"/>
                      <a:pt x="404318" y="21761"/>
                      <a:pt x="397862" y="21761"/>
                    </a:cubicBezTo>
                    <a:close/>
                    <a:moveTo>
                      <a:pt x="397862" y="0"/>
                    </a:moveTo>
                    <a:cubicBezTo>
                      <a:pt x="415616" y="0"/>
                      <a:pt x="430143" y="14507"/>
                      <a:pt x="430143" y="32238"/>
                    </a:cubicBezTo>
                    <a:cubicBezTo>
                      <a:pt x="430143" y="45940"/>
                      <a:pt x="421266" y="58029"/>
                      <a:pt x="409160" y="62865"/>
                    </a:cubicBezTo>
                    <a:lnTo>
                      <a:pt x="409160" y="100745"/>
                    </a:lnTo>
                    <a:lnTo>
                      <a:pt x="498740" y="137819"/>
                    </a:lnTo>
                    <a:cubicBezTo>
                      <a:pt x="502775" y="139431"/>
                      <a:pt x="506003" y="143461"/>
                      <a:pt x="506003" y="147491"/>
                    </a:cubicBezTo>
                    <a:lnTo>
                      <a:pt x="506003" y="569815"/>
                    </a:lnTo>
                    <a:lnTo>
                      <a:pt x="591547" y="569815"/>
                    </a:lnTo>
                    <a:lnTo>
                      <a:pt x="591547" y="590770"/>
                    </a:lnTo>
                    <a:lnTo>
                      <a:pt x="494705" y="590770"/>
                    </a:lnTo>
                    <a:lnTo>
                      <a:pt x="344598" y="590770"/>
                    </a:lnTo>
                    <a:lnTo>
                      <a:pt x="193685" y="590770"/>
                    </a:lnTo>
                    <a:lnTo>
                      <a:pt x="64562" y="590770"/>
                    </a:lnTo>
                    <a:lnTo>
                      <a:pt x="0" y="590770"/>
                    </a:lnTo>
                    <a:lnTo>
                      <a:pt x="0" y="569815"/>
                    </a:lnTo>
                    <a:lnTo>
                      <a:pt x="54070" y="569815"/>
                    </a:lnTo>
                    <a:lnTo>
                      <a:pt x="54070" y="373160"/>
                    </a:lnTo>
                    <a:cubicBezTo>
                      <a:pt x="54070" y="368324"/>
                      <a:pt x="57298" y="364294"/>
                      <a:pt x="62141" y="362683"/>
                    </a:cubicBezTo>
                    <a:lnTo>
                      <a:pt x="191264" y="333668"/>
                    </a:lnTo>
                    <a:cubicBezTo>
                      <a:pt x="192878" y="332862"/>
                      <a:pt x="194492" y="332862"/>
                      <a:pt x="195299" y="333668"/>
                    </a:cubicBezTo>
                    <a:cubicBezTo>
                      <a:pt x="196106" y="333668"/>
                      <a:pt x="196106" y="333668"/>
                      <a:pt x="196106" y="333668"/>
                    </a:cubicBezTo>
                    <a:lnTo>
                      <a:pt x="215475" y="336892"/>
                    </a:lnTo>
                    <a:lnTo>
                      <a:pt x="215475" y="116864"/>
                    </a:lnTo>
                    <a:cubicBezTo>
                      <a:pt x="215475" y="112028"/>
                      <a:pt x="218703" y="107999"/>
                      <a:pt x="223545" y="106387"/>
                    </a:cubicBezTo>
                    <a:lnTo>
                      <a:pt x="341370" y="75760"/>
                    </a:lnTo>
                    <a:cubicBezTo>
                      <a:pt x="342177" y="75760"/>
                      <a:pt x="342177" y="75760"/>
                      <a:pt x="342984" y="75760"/>
                    </a:cubicBezTo>
                    <a:cubicBezTo>
                      <a:pt x="343791" y="75760"/>
                      <a:pt x="344598" y="74954"/>
                      <a:pt x="345405" y="75760"/>
                    </a:cubicBezTo>
                    <a:cubicBezTo>
                      <a:pt x="346213" y="75760"/>
                      <a:pt x="347020" y="75760"/>
                      <a:pt x="347020" y="75760"/>
                    </a:cubicBezTo>
                    <a:cubicBezTo>
                      <a:pt x="347827" y="75760"/>
                      <a:pt x="347827" y="75760"/>
                      <a:pt x="348634" y="75760"/>
                    </a:cubicBezTo>
                    <a:lnTo>
                      <a:pt x="387371" y="91879"/>
                    </a:lnTo>
                    <a:lnTo>
                      <a:pt x="387371" y="62865"/>
                    </a:lnTo>
                    <a:cubicBezTo>
                      <a:pt x="375265" y="58029"/>
                      <a:pt x="365581" y="45940"/>
                      <a:pt x="365581" y="32238"/>
                    </a:cubicBezTo>
                    <a:cubicBezTo>
                      <a:pt x="365581" y="14507"/>
                      <a:pt x="380107" y="0"/>
                      <a:pt x="39786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200" dirty="0"/>
              </a:p>
            </p:txBody>
          </p:sp>
        </p:grpSp>
        <p:sp>
          <p:nvSpPr>
            <p:cNvPr id="15" name="îŝļíḋè"/>
            <p:cNvSpPr txBox="1"/>
            <p:nvPr/>
          </p:nvSpPr>
          <p:spPr>
            <a:xfrm>
              <a:off x="8288028" y="4777283"/>
              <a:ext cx="3239994" cy="1366342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lvl="0" indent="-171450">
                <a:lnSpc>
                  <a:spcPct val="16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100" kern="0" dirty="0"/>
                <a:t>Supporting text here.</a:t>
              </a:r>
              <a:endParaRPr lang="en-US" altLang="zh-CN" sz="1100" kern="0" dirty="0"/>
            </a:p>
            <a:p>
              <a:pPr marL="171450" lvl="0" indent="-171450">
                <a:lnSpc>
                  <a:spcPct val="16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100" kern="0" dirty="0"/>
                <a:t>You can use the icon library in iSlide  (www.islide.cc) to filter and replace existing icon elements with one click.</a:t>
              </a:r>
              <a:endParaRPr lang="en-US" altLang="zh-CN" sz="1100" kern="0" dirty="0"/>
            </a:p>
          </p:txBody>
        </p:sp>
        <p:sp>
          <p:nvSpPr>
            <p:cNvPr id="16" name="îṡḷíḍe"/>
            <p:cNvSpPr txBox="1"/>
            <p:nvPr/>
          </p:nvSpPr>
          <p:spPr>
            <a:xfrm>
              <a:off x="8288028" y="4305462"/>
              <a:ext cx="3239994" cy="471820"/>
            </a:xfrm>
            <a:prstGeom prst="rect">
              <a:avLst/>
            </a:prstGeom>
            <a:noFill/>
          </p:spPr>
          <p:txBody>
            <a:bodyPr wrap="none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8005881" y="4777282"/>
              <a:ext cx="0" cy="1366343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ï$1iḋe"/>
            <p:cNvGrpSpPr/>
            <p:nvPr/>
          </p:nvGrpSpPr>
          <p:grpSpPr>
            <a:xfrm>
              <a:off x="6752657" y="1314488"/>
              <a:ext cx="4521837" cy="1985536"/>
              <a:chOff x="6752657" y="1314488"/>
              <a:chExt cx="4521837" cy="1985536"/>
            </a:xfrm>
          </p:grpSpPr>
          <p:grpSp>
            <p:nvGrpSpPr>
              <p:cNvPr id="20" name="îsliď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  <p:cNvGrpSpPr/>
              <p:nvPr/>
            </p:nvGrpSpPr>
            <p:grpSpPr>
              <a:xfrm>
                <a:off x="6752657" y="1314488"/>
                <a:ext cx="3515171" cy="1985536"/>
                <a:chOff x="2736056" y="1531144"/>
                <a:chExt cx="6719888" cy="3795713"/>
              </a:xfrm>
            </p:grpSpPr>
            <p:sp>
              <p:nvSpPr>
                <p:cNvPr id="26" name="îŝľîḓé"/>
                <p:cNvSpPr/>
                <p:nvPr/>
              </p:nvSpPr>
              <p:spPr bwMode="auto">
                <a:xfrm>
                  <a:off x="4134644" y="1531144"/>
                  <a:ext cx="4075113" cy="2660650"/>
                </a:xfrm>
                <a:custGeom>
                  <a:avLst/>
                  <a:gdLst>
                    <a:gd name="T0" fmla="*/ 3244 w 3244"/>
                    <a:gd name="T1" fmla="*/ 1973 h 2120"/>
                    <a:gd name="T2" fmla="*/ 3097 w 3244"/>
                    <a:gd name="T3" fmla="*/ 2120 h 2120"/>
                    <a:gd name="T4" fmla="*/ 147 w 3244"/>
                    <a:gd name="T5" fmla="*/ 2120 h 2120"/>
                    <a:gd name="T6" fmla="*/ 0 w 3244"/>
                    <a:gd name="T7" fmla="*/ 1973 h 2120"/>
                    <a:gd name="T8" fmla="*/ 0 w 3244"/>
                    <a:gd name="T9" fmla="*/ 148 h 2120"/>
                    <a:gd name="T10" fmla="*/ 147 w 3244"/>
                    <a:gd name="T11" fmla="*/ 0 h 2120"/>
                    <a:gd name="T12" fmla="*/ 3097 w 3244"/>
                    <a:gd name="T13" fmla="*/ 0 h 2120"/>
                    <a:gd name="T14" fmla="*/ 3244 w 3244"/>
                    <a:gd name="T15" fmla="*/ 148 h 2120"/>
                    <a:gd name="T16" fmla="*/ 3244 w 3244"/>
                    <a:gd name="T17" fmla="*/ 1973 h 2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244" h="2120">
                      <a:moveTo>
                        <a:pt x="3244" y="1973"/>
                      </a:moveTo>
                      <a:cubicBezTo>
                        <a:pt x="3244" y="2054"/>
                        <a:pt x="3178" y="2120"/>
                        <a:pt x="3097" y="2120"/>
                      </a:cubicBezTo>
                      <a:cubicBezTo>
                        <a:pt x="147" y="2120"/>
                        <a:pt x="147" y="2120"/>
                        <a:pt x="147" y="2120"/>
                      </a:cubicBezTo>
                      <a:cubicBezTo>
                        <a:pt x="66" y="2120"/>
                        <a:pt x="0" y="2054"/>
                        <a:pt x="0" y="1973"/>
                      </a:cubicBezTo>
                      <a:cubicBezTo>
                        <a:pt x="0" y="148"/>
                        <a:pt x="0" y="148"/>
                        <a:pt x="0" y="148"/>
                      </a:cubicBezTo>
                      <a:cubicBezTo>
                        <a:pt x="0" y="66"/>
                        <a:pt x="66" y="0"/>
                        <a:pt x="147" y="0"/>
                      </a:cubicBezTo>
                      <a:cubicBezTo>
                        <a:pt x="3097" y="0"/>
                        <a:pt x="3097" y="0"/>
                        <a:pt x="3097" y="0"/>
                      </a:cubicBezTo>
                      <a:cubicBezTo>
                        <a:pt x="3178" y="0"/>
                        <a:pt x="3244" y="66"/>
                        <a:pt x="3244" y="148"/>
                      </a:cubicBezTo>
                      <a:cubicBezTo>
                        <a:pt x="3244" y="1973"/>
                        <a:pt x="3244" y="1973"/>
                        <a:pt x="3244" y="1973"/>
                      </a:cubicBezTo>
                    </a:path>
                  </a:pathLst>
                </a:custGeom>
                <a:solidFill>
                  <a:srgbClr val="15315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7" name="îṣļíḑe"/>
                <p:cNvSpPr/>
                <p:nvPr/>
              </p:nvSpPr>
              <p:spPr bwMode="auto">
                <a:xfrm>
                  <a:off x="4317206" y="1707357"/>
                  <a:ext cx="3727450" cy="2298700"/>
                </a:xfrm>
                <a:prstGeom prst="rect">
                  <a:avLst/>
                </a:prstGeom>
                <a:solidFill>
                  <a:srgbClr val="E5E5E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8" name="ïSḷíḑé"/>
                <p:cNvSpPr/>
                <p:nvPr/>
              </p:nvSpPr>
              <p:spPr bwMode="auto">
                <a:xfrm>
                  <a:off x="4317206" y="1707357"/>
                  <a:ext cx="3727450" cy="22987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9" name="íSļîḑe"/>
                <p:cNvSpPr/>
                <p:nvPr/>
              </p:nvSpPr>
              <p:spPr bwMode="auto">
                <a:xfrm>
                  <a:off x="3334544" y="4177507"/>
                  <a:ext cx="5691188" cy="315913"/>
                </a:xfrm>
                <a:custGeom>
                  <a:avLst/>
                  <a:gdLst>
                    <a:gd name="T0" fmla="*/ 3 w 4532"/>
                    <a:gd name="T1" fmla="*/ 0 h 252"/>
                    <a:gd name="T2" fmla="*/ 0 w 4532"/>
                    <a:gd name="T3" fmla="*/ 41 h 252"/>
                    <a:gd name="T4" fmla="*/ 158 w 4532"/>
                    <a:gd name="T5" fmla="*/ 252 h 252"/>
                    <a:gd name="T6" fmla="*/ 4374 w 4532"/>
                    <a:gd name="T7" fmla="*/ 252 h 252"/>
                    <a:gd name="T8" fmla="*/ 4532 w 4532"/>
                    <a:gd name="T9" fmla="*/ 41 h 252"/>
                    <a:gd name="T10" fmla="*/ 4529 w 4532"/>
                    <a:gd name="T11" fmla="*/ 0 h 252"/>
                    <a:gd name="T12" fmla="*/ 3 w 4532"/>
                    <a:gd name="T13" fmla="*/ 0 h 2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32" h="252">
                      <a:moveTo>
                        <a:pt x="3" y="0"/>
                      </a:moveTo>
                      <a:cubicBezTo>
                        <a:pt x="1" y="14"/>
                        <a:pt x="0" y="27"/>
                        <a:pt x="0" y="41"/>
                      </a:cubicBezTo>
                      <a:cubicBezTo>
                        <a:pt x="0" y="157"/>
                        <a:pt x="71" y="252"/>
                        <a:pt x="158" y="252"/>
                      </a:cubicBezTo>
                      <a:cubicBezTo>
                        <a:pt x="4374" y="252"/>
                        <a:pt x="4374" y="252"/>
                        <a:pt x="4374" y="252"/>
                      </a:cubicBezTo>
                      <a:cubicBezTo>
                        <a:pt x="4461" y="252"/>
                        <a:pt x="4532" y="157"/>
                        <a:pt x="4532" y="41"/>
                      </a:cubicBezTo>
                      <a:cubicBezTo>
                        <a:pt x="4532" y="27"/>
                        <a:pt x="4531" y="14"/>
                        <a:pt x="4529" y="0"/>
                      </a:cubicBezTo>
                      <a:cubicBezTo>
                        <a:pt x="3" y="0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A3A3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0" name="iṧḷiḑé"/>
                <p:cNvSpPr/>
                <p:nvPr/>
              </p:nvSpPr>
              <p:spPr bwMode="auto">
                <a:xfrm>
                  <a:off x="3352006" y="4336257"/>
                  <a:ext cx="5657850" cy="157163"/>
                </a:xfrm>
                <a:custGeom>
                  <a:avLst/>
                  <a:gdLst>
                    <a:gd name="T0" fmla="*/ 0 w 4505"/>
                    <a:gd name="T1" fmla="*/ 0 h 126"/>
                    <a:gd name="T2" fmla="*/ 144 w 4505"/>
                    <a:gd name="T3" fmla="*/ 126 h 126"/>
                    <a:gd name="T4" fmla="*/ 4360 w 4505"/>
                    <a:gd name="T5" fmla="*/ 126 h 126"/>
                    <a:gd name="T6" fmla="*/ 4505 w 4505"/>
                    <a:gd name="T7" fmla="*/ 0 h 126"/>
                    <a:gd name="T8" fmla="*/ 0 w 4505"/>
                    <a:gd name="T9" fmla="*/ 0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05" h="126">
                      <a:moveTo>
                        <a:pt x="0" y="0"/>
                      </a:moveTo>
                      <a:cubicBezTo>
                        <a:pt x="24" y="74"/>
                        <a:pt x="80" y="126"/>
                        <a:pt x="144" y="126"/>
                      </a:cubicBezTo>
                      <a:cubicBezTo>
                        <a:pt x="4360" y="126"/>
                        <a:pt x="4360" y="126"/>
                        <a:pt x="4360" y="126"/>
                      </a:cubicBezTo>
                      <a:cubicBezTo>
                        <a:pt x="4425" y="126"/>
                        <a:pt x="4480" y="74"/>
                        <a:pt x="4505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15315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1" name="ïśļíďê"/>
                <p:cNvSpPr/>
                <p:nvPr/>
              </p:nvSpPr>
              <p:spPr bwMode="auto">
                <a:xfrm>
                  <a:off x="4569619" y="1896269"/>
                  <a:ext cx="1317625" cy="63500"/>
                </a:xfrm>
                <a:prstGeom prst="rect">
                  <a:avLst/>
                </a:prstGeom>
                <a:solidFill>
                  <a:srgbClr val="F39C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2" name="îsļîḓe"/>
                <p:cNvSpPr/>
                <p:nvPr/>
              </p:nvSpPr>
              <p:spPr bwMode="auto">
                <a:xfrm>
                  <a:off x="4569619" y="1986757"/>
                  <a:ext cx="1317625" cy="63500"/>
                </a:xfrm>
                <a:prstGeom prst="rect">
                  <a:avLst/>
                </a:prstGeom>
                <a:solidFill>
                  <a:srgbClr val="F39C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3" name="ïSlîḑe"/>
                <p:cNvSpPr/>
                <p:nvPr/>
              </p:nvSpPr>
              <p:spPr bwMode="auto">
                <a:xfrm>
                  <a:off x="4569619" y="2082007"/>
                  <a:ext cx="1317625" cy="63500"/>
                </a:xfrm>
                <a:prstGeom prst="rect">
                  <a:avLst/>
                </a:prstGeom>
                <a:solidFill>
                  <a:srgbClr val="F39C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4" name="íśḷidè"/>
                <p:cNvSpPr/>
                <p:nvPr/>
              </p:nvSpPr>
              <p:spPr bwMode="auto">
                <a:xfrm>
                  <a:off x="4569619" y="2177257"/>
                  <a:ext cx="1317625" cy="63500"/>
                </a:xfrm>
                <a:prstGeom prst="rect">
                  <a:avLst/>
                </a:prstGeom>
                <a:solidFill>
                  <a:srgbClr val="F39C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5" name="îš1iḍê"/>
                <p:cNvSpPr/>
                <p:nvPr/>
              </p:nvSpPr>
              <p:spPr bwMode="auto">
                <a:xfrm>
                  <a:off x="5928519" y="3198019"/>
                  <a:ext cx="603250" cy="168275"/>
                </a:xfrm>
                <a:custGeom>
                  <a:avLst/>
                  <a:gdLst>
                    <a:gd name="T0" fmla="*/ 7 w 380"/>
                    <a:gd name="T1" fmla="*/ 106 h 106"/>
                    <a:gd name="T2" fmla="*/ 0 w 380"/>
                    <a:gd name="T3" fmla="*/ 79 h 106"/>
                    <a:gd name="T4" fmla="*/ 374 w 380"/>
                    <a:gd name="T5" fmla="*/ 0 h 106"/>
                    <a:gd name="T6" fmla="*/ 380 w 380"/>
                    <a:gd name="T7" fmla="*/ 28 h 106"/>
                    <a:gd name="T8" fmla="*/ 7 w 380"/>
                    <a:gd name="T9" fmla="*/ 106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0" h="106">
                      <a:moveTo>
                        <a:pt x="7" y="106"/>
                      </a:moveTo>
                      <a:lnTo>
                        <a:pt x="0" y="79"/>
                      </a:lnTo>
                      <a:lnTo>
                        <a:pt x="374" y="0"/>
                      </a:lnTo>
                      <a:lnTo>
                        <a:pt x="380" y="28"/>
                      </a:lnTo>
                      <a:lnTo>
                        <a:pt x="7" y="106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6" name="ïṥ1iḑe"/>
                <p:cNvSpPr/>
                <p:nvPr/>
              </p:nvSpPr>
              <p:spPr bwMode="auto">
                <a:xfrm>
                  <a:off x="6125369" y="2705894"/>
                  <a:ext cx="461963" cy="477838"/>
                </a:xfrm>
                <a:custGeom>
                  <a:avLst/>
                  <a:gdLst>
                    <a:gd name="T0" fmla="*/ 0 w 291"/>
                    <a:gd name="T1" fmla="*/ 19 h 301"/>
                    <a:gd name="T2" fmla="*/ 20 w 291"/>
                    <a:gd name="T3" fmla="*/ 0 h 301"/>
                    <a:gd name="T4" fmla="*/ 291 w 291"/>
                    <a:gd name="T5" fmla="*/ 281 h 301"/>
                    <a:gd name="T6" fmla="*/ 271 w 291"/>
                    <a:gd name="T7" fmla="*/ 301 h 301"/>
                    <a:gd name="T8" fmla="*/ 0 w 291"/>
                    <a:gd name="T9" fmla="*/ 19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1" h="301">
                      <a:moveTo>
                        <a:pt x="0" y="19"/>
                      </a:moveTo>
                      <a:lnTo>
                        <a:pt x="20" y="0"/>
                      </a:lnTo>
                      <a:lnTo>
                        <a:pt x="291" y="281"/>
                      </a:lnTo>
                      <a:lnTo>
                        <a:pt x="271" y="301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7" name="îṣ1ïḑé"/>
                <p:cNvSpPr/>
                <p:nvPr/>
              </p:nvSpPr>
              <p:spPr bwMode="auto">
                <a:xfrm>
                  <a:off x="5796756" y="2772569"/>
                  <a:ext cx="325438" cy="555625"/>
                </a:xfrm>
                <a:custGeom>
                  <a:avLst/>
                  <a:gdLst>
                    <a:gd name="T0" fmla="*/ 180 w 205"/>
                    <a:gd name="T1" fmla="*/ 0 h 350"/>
                    <a:gd name="T2" fmla="*/ 205 w 205"/>
                    <a:gd name="T3" fmla="*/ 14 h 350"/>
                    <a:gd name="T4" fmla="*/ 25 w 205"/>
                    <a:gd name="T5" fmla="*/ 350 h 350"/>
                    <a:gd name="T6" fmla="*/ 0 w 205"/>
                    <a:gd name="T7" fmla="*/ 336 h 350"/>
                    <a:gd name="T8" fmla="*/ 180 w 205"/>
                    <a:gd name="T9" fmla="*/ 0 h 3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5" h="350">
                      <a:moveTo>
                        <a:pt x="180" y="0"/>
                      </a:moveTo>
                      <a:lnTo>
                        <a:pt x="205" y="14"/>
                      </a:lnTo>
                      <a:lnTo>
                        <a:pt x="25" y="350"/>
                      </a:lnTo>
                      <a:lnTo>
                        <a:pt x="0" y="336"/>
                      </a:lnTo>
                      <a:lnTo>
                        <a:pt x="180" y="0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8" name="ïŝlíḓé"/>
                <p:cNvSpPr/>
                <p:nvPr/>
              </p:nvSpPr>
              <p:spPr bwMode="auto">
                <a:xfrm>
                  <a:off x="5614194" y="3172619"/>
                  <a:ext cx="365125" cy="366713"/>
                </a:xfrm>
                <a:custGeom>
                  <a:avLst/>
                  <a:gdLst>
                    <a:gd name="T0" fmla="*/ 247 w 290"/>
                    <a:gd name="T1" fmla="*/ 71 h 293"/>
                    <a:gd name="T2" fmla="*/ 223 w 290"/>
                    <a:gd name="T3" fmla="*/ 252 h 293"/>
                    <a:gd name="T4" fmla="*/ 43 w 290"/>
                    <a:gd name="T5" fmla="*/ 222 h 293"/>
                    <a:gd name="T6" fmla="*/ 68 w 290"/>
                    <a:gd name="T7" fmla="*/ 41 h 293"/>
                    <a:gd name="T8" fmla="*/ 247 w 290"/>
                    <a:gd name="T9" fmla="*/ 71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0" h="293">
                      <a:moveTo>
                        <a:pt x="247" y="71"/>
                      </a:moveTo>
                      <a:cubicBezTo>
                        <a:pt x="290" y="129"/>
                        <a:pt x="279" y="210"/>
                        <a:pt x="223" y="252"/>
                      </a:cubicBezTo>
                      <a:cubicBezTo>
                        <a:pt x="166" y="293"/>
                        <a:pt x="86" y="280"/>
                        <a:pt x="43" y="222"/>
                      </a:cubicBezTo>
                      <a:cubicBezTo>
                        <a:pt x="0" y="163"/>
                        <a:pt x="11" y="83"/>
                        <a:pt x="68" y="41"/>
                      </a:cubicBezTo>
                      <a:cubicBezTo>
                        <a:pt x="124" y="0"/>
                        <a:pt x="204" y="13"/>
                        <a:pt x="247" y="71"/>
                      </a:cubicBezTo>
                      <a:close/>
                    </a:path>
                  </a:pathLst>
                </a:custGeom>
                <a:solidFill>
                  <a:srgbClr val="3449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9" name="iṥlîḑè"/>
                <p:cNvSpPr/>
                <p:nvPr/>
              </p:nvSpPr>
              <p:spPr bwMode="auto">
                <a:xfrm>
                  <a:off x="5990431" y="2575719"/>
                  <a:ext cx="303213" cy="306388"/>
                </a:xfrm>
                <a:custGeom>
                  <a:avLst/>
                  <a:gdLst>
                    <a:gd name="T0" fmla="*/ 205 w 241"/>
                    <a:gd name="T1" fmla="*/ 59 h 244"/>
                    <a:gd name="T2" fmla="*/ 185 w 241"/>
                    <a:gd name="T3" fmla="*/ 209 h 244"/>
                    <a:gd name="T4" fmla="*/ 36 w 241"/>
                    <a:gd name="T5" fmla="*/ 184 h 244"/>
                    <a:gd name="T6" fmla="*/ 56 w 241"/>
                    <a:gd name="T7" fmla="*/ 35 h 244"/>
                    <a:gd name="T8" fmla="*/ 205 w 241"/>
                    <a:gd name="T9" fmla="*/ 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1" h="244">
                      <a:moveTo>
                        <a:pt x="205" y="59"/>
                      </a:moveTo>
                      <a:cubicBezTo>
                        <a:pt x="241" y="108"/>
                        <a:pt x="232" y="175"/>
                        <a:pt x="185" y="209"/>
                      </a:cubicBezTo>
                      <a:cubicBezTo>
                        <a:pt x="138" y="244"/>
                        <a:pt x="71" y="233"/>
                        <a:pt x="36" y="184"/>
                      </a:cubicBezTo>
                      <a:cubicBezTo>
                        <a:pt x="0" y="136"/>
                        <a:pt x="9" y="69"/>
                        <a:pt x="56" y="35"/>
                      </a:cubicBezTo>
                      <a:cubicBezTo>
                        <a:pt x="103" y="0"/>
                        <a:pt x="170" y="11"/>
                        <a:pt x="205" y="59"/>
                      </a:cubicBezTo>
                      <a:close/>
                    </a:path>
                  </a:pathLst>
                </a:custGeom>
                <a:solidFill>
                  <a:srgbClr val="F4646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0" name="ïṣliḓe"/>
                <p:cNvSpPr/>
                <p:nvPr/>
              </p:nvSpPr>
              <p:spPr bwMode="auto">
                <a:xfrm>
                  <a:off x="6417469" y="2958307"/>
                  <a:ext cx="458788" cy="465138"/>
                </a:xfrm>
                <a:custGeom>
                  <a:avLst/>
                  <a:gdLst>
                    <a:gd name="T0" fmla="*/ 311 w 365"/>
                    <a:gd name="T1" fmla="*/ 90 h 370"/>
                    <a:gd name="T2" fmla="*/ 280 w 365"/>
                    <a:gd name="T3" fmla="*/ 318 h 370"/>
                    <a:gd name="T4" fmla="*/ 54 w 365"/>
                    <a:gd name="T5" fmla="*/ 280 h 370"/>
                    <a:gd name="T6" fmla="*/ 85 w 365"/>
                    <a:gd name="T7" fmla="*/ 52 h 370"/>
                    <a:gd name="T8" fmla="*/ 311 w 365"/>
                    <a:gd name="T9" fmla="*/ 90 h 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5" h="370">
                      <a:moveTo>
                        <a:pt x="311" y="90"/>
                      </a:moveTo>
                      <a:cubicBezTo>
                        <a:pt x="365" y="163"/>
                        <a:pt x="351" y="265"/>
                        <a:pt x="280" y="318"/>
                      </a:cubicBezTo>
                      <a:cubicBezTo>
                        <a:pt x="209" y="370"/>
                        <a:pt x="108" y="353"/>
                        <a:pt x="54" y="280"/>
                      </a:cubicBezTo>
                      <a:cubicBezTo>
                        <a:pt x="0" y="207"/>
                        <a:pt x="13" y="105"/>
                        <a:pt x="85" y="52"/>
                      </a:cubicBezTo>
                      <a:cubicBezTo>
                        <a:pt x="156" y="0"/>
                        <a:pt x="257" y="17"/>
                        <a:pt x="311" y="90"/>
                      </a:cubicBezTo>
                      <a:close/>
                    </a:path>
                  </a:pathLst>
                </a:custGeom>
                <a:solidFill>
                  <a:srgbClr val="14AF9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1" name="ïṩļîḑè"/>
                <p:cNvSpPr/>
                <p:nvPr/>
              </p:nvSpPr>
              <p:spPr bwMode="auto">
                <a:xfrm>
                  <a:off x="7238206" y="3102769"/>
                  <a:ext cx="182563" cy="127000"/>
                </a:xfrm>
                <a:custGeom>
                  <a:avLst/>
                  <a:gdLst>
                    <a:gd name="T0" fmla="*/ 0 w 115"/>
                    <a:gd name="T1" fmla="*/ 8 h 80"/>
                    <a:gd name="T2" fmla="*/ 5 w 115"/>
                    <a:gd name="T3" fmla="*/ 0 h 80"/>
                    <a:gd name="T4" fmla="*/ 115 w 115"/>
                    <a:gd name="T5" fmla="*/ 72 h 80"/>
                    <a:gd name="T6" fmla="*/ 110 w 115"/>
                    <a:gd name="T7" fmla="*/ 80 h 80"/>
                    <a:gd name="T8" fmla="*/ 0 w 115"/>
                    <a:gd name="T9" fmla="*/ 8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5" h="80">
                      <a:moveTo>
                        <a:pt x="0" y="8"/>
                      </a:moveTo>
                      <a:lnTo>
                        <a:pt x="5" y="0"/>
                      </a:lnTo>
                      <a:lnTo>
                        <a:pt x="115" y="72"/>
                      </a:lnTo>
                      <a:lnTo>
                        <a:pt x="110" y="8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2" name="ïşľidê"/>
                <p:cNvSpPr/>
                <p:nvPr/>
              </p:nvSpPr>
              <p:spPr bwMode="auto">
                <a:xfrm>
                  <a:off x="7387431" y="2978944"/>
                  <a:ext cx="47625" cy="207963"/>
                </a:xfrm>
                <a:custGeom>
                  <a:avLst/>
                  <a:gdLst>
                    <a:gd name="T0" fmla="*/ 30 w 30"/>
                    <a:gd name="T1" fmla="*/ 129 h 131"/>
                    <a:gd name="T2" fmla="*/ 20 w 30"/>
                    <a:gd name="T3" fmla="*/ 131 h 131"/>
                    <a:gd name="T4" fmla="*/ 0 w 30"/>
                    <a:gd name="T5" fmla="*/ 1 h 131"/>
                    <a:gd name="T6" fmla="*/ 9 w 30"/>
                    <a:gd name="T7" fmla="*/ 0 h 131"/>
                    <a:gd name="T8" fmla="*/ 30 w 30"/>
                    <a:gd name="T9" fmla="*/ 129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" h="131">
                      <a:moveTo>
                        <a:pt x="30" y="129"/>
                      </a:moveTo>
                      <a:lnTo>
                        <a:pt x="20" y="131"/>
                      </a:lnTo>
                      <a:lnTo>
                        <a:pt x="0" y="1"/>
                      </a:lnTo>
                      <a:lnTo>
                        <a:pt x="9" y="0"/>
                      </a:lnTo>
                      <a:lnTo>
                        <a:pt x="30" y="129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3" name="iṣḷiḋè"/>
                <p:cNvSpPr/>
                <p:nvPr/>
              </p:nvSpPr>
              <p:spPr bwMode="auto">
                <a:xfrm>
                  <a:off x="7217569" y="2956719"/>
                  <a:ext cx="165100" cy="142875"/>
                </a:xfrm>
                <a:custGeom>
                  <a:avLst/>
                  <a:gdLst>
                    <a:gd name="T0" fmla="*/ 6 w 104"/>
                    <a:gd name="T1" fmla="*/ 90 h 90"/>
                    <a:gd name="T2" fmla="*/ 0 w 104"/>
                    <a:gd name="T3" fmla="*/ 82 h 90"/>
                    <a:gd name="T4" fmla="*/ 98 w 104"/>
                    <a:gd name="T5" fmla="*/ 0 h 90"/>
                    <a:gd name="T6" fmla="*/ 104 w 104"/>
                    <a:gd name="T7" fmla="*/ 8 h 90"/>
                    <a:gd name="T8" fmla="*/ 6 w 104"/>
                    <a:gd name="T9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4" h="90">
                      <a:moveTo>
                        <a:pt x="6" y="90"/>
                      </a:moveTo>
                      <a:lnTo>
                        <a:pt x="0" y="82"/>
                      </a:lnTo>
                      <a:lnTo>
                        <a:pt x="98" y="0"/>
                      </a:lnTo>
                      <a:lnTo>
                        <a:pt x="104" y="8"/>
                      </a:lnTo>
                      <a:lnTo>
                        <a:pt x="6" y="90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4" name="is1îdê"/>
                <p:cNvSpPr/>
                <p:nvPr/>
              </p:nvSpPr>
              <p:spPr bwMode="auto">
                <a:xfrm>
                  <a:off x="7366794" y="3167857"/>
                  <a:ext cx="123825" cy="127000"/>
                </a:xfrm>
                <a:custGeom>
                  <a:avLst/>
                  <a:gdLst>
                    <a:gd name="T0" fmla="*/ 26 w 98"/>
                    <a:gd name="T1" fmla="*/ 13 h 100"/>
                    <a:gd name="T2" fmla="*/ 86 w 98"/>
                    <a:gd name="T3" fmla="*/ 27 h 100"/>
                    <a:gd name="T4" fmla="*/ 73 w 98"/>
                    <a:gd name="T5" fmla="*/ 87 h 100"/>
                    <a:gd name="T6" fmla="*/ 13 w 98"/>
                    <a:gd name="T7" fmla="*/ 73 h 100"/>
                    <a:gd name="T8" fmla="*/ 26 w 98"/>
                    <a:gd name="T9" fmla="*/ 13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100">
                      <a:moveTo>
                        <a:pt x="26" y="13"/>
                      </a:moveTo>
                      <a:cubicBezTo>
                        <a:pt x="46" y="0"/>
                        <a:pt x="72" y="7"/>
                        <a:pt x="86" y="27"/>
                      </a:cubicBezTo>
                      <a:cubicBezTo>
                        <a:pt x="98" y="48"/>
                        <a:pt x="93" y="74"/>
                        <a:pt x="73" y="87"/>
                      </a:cubicBezTo>
                      <a:cubicBezTo>
                        <a:pt x="53" y="100"/>
                        <a:pt x="26" y="93"/>
                        <a:pt x="13" y="73"/>
                      </a:cubicBezTo>
                      <a:cubicBezTo>
                        <a:pt x="0" y="52"/>
                        <a:pt x="6" y="25"/>
                        <a:pt x="26" y="13"/>
                      </a:cubicBezTo>
                      <a:close/>
                    </a:path>
                  </a:pathLst>
                </a:custGeom>
                <a:solidFill>
                  <a:srgbClr val="3449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5" name="îṡḻîde"/>
                <p:cNvSpPr/>
                <p:nvPr/>
              </p:nvSpPr>
              <p:spPr bwMode="auto">
                <a:xfrm>
                  <a:off x="7174706" y="3042444"/>
                  <a:ext cx="101600" cy="101600"/>
                </a:xfrm>
                <a:custGeom>
                  <a:avLst/>
                  <a:gdLst>
                    <a:gd name="T0" fmla="*/ 21 w 81"/>
                    <a:gd name="T1" fmla="*/ 10 h 82"/>
                    <a:gd name="T2" fmla="*/ 70 w 81"/>
                    <a:gd name="T3" fmla="*/ 22 h 82"/>
                    <a:gd name="T4" fmla="*/ 60 w 81"/>
                    <a:gd name="T5" fmla="*/ 72 h 82"/>
                    <a:gd name="T6" fmla="*/ 10 w 81"/>
                    <a:gd name="T7" fmla="*/ 60 h 82"/>
                    <a:gd name="T8" fmla="*/ 21 w 81"/>
                    <a:gd name="T9" fmla="*/ 10 h 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" h="82">
                      <a:moveTo>
                        <a:pt x="21" y="10"/>
                      </a:moveTo>
                      <a:cubicBezTo>
                        <a:pt x="38" y="0"/>
                        <a:pt x="60" y="5"/>
                        <a:pt x="70" y="22"/>
                      </a:cubicBezTo>
                      <a:cubicBezTo>
                        <a:pt x="81" y="39"/>
                        <a:pt x="77" y="62"/>
                        <a:pt x="60" y="72"/>
                      </a:cubicBezTo>
                      <a:cubicBezTo>
                        <a:pt x="43" y="82"/>
                        <a:pt x="21" y="77"/>
                        <a:pt x="10" y="60"/>
                      </a:cubicBezTo>
                      <a:cubicBezTo>
                        <a:pt x="0" y="43"/>
                        <a:pt x="4" y="21"/>
                        <a:pt x="21" y="10"/>
                      </a:cubicBezTo>
                      <a:close/>
                    </a:path>
                  </a:pathLst>
                </a:custGeom>
                <a:solidFill>
                  <a:srgbClr val="F4646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6" name="ïṡḻiďe"/>
                <p:cNvSpPr/>
                <p:nvPr/>
              </p:nvSpPr>
              <p:spPr bwMode="auto">
                <a:xfrm>
                  <a:off x="7309644" y="2859882"/>
                  <a:ext cx="155575" cy="157163"/>
                </a:xfrm>
                <a:custGeom>
                  <a:avLst/>
                  <a:gdLst>
                    <a:gd name="T0" fmla="*/ 32 w 124"/>
                    <a:gd name="T1" fmla="*/ 16 h 125"/>
                    <a:gd name="T2" fmla="*/ 107 w 124"/>
                    <a:gd name="T3" fmla="*/ 34 h 125"/>
                    <a:gd name="T4" fmla="*/ 91 w 124"/>
                    <a:gd name="T5" fmla="*/ 109 h 125"/>
                    <a:gd name="T6" fmla="*/ 16 w 124"/>
                    <a:gd name="T7" fmla="*/ 91 h 125"/>
                    <a:gd name="T8" fmla="*/ 32 w 124"/>
                    <a:gd name="T9" fmla="*/ 16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4" h="125">
                      <a:moveTo>
                        <a:pt x="32" y="16"/>
                      </a:moveTo>
                      <a:cubicBezTo>
                        <a:pt x="57" y="0"/>
                        <a:pt x="91" y="8"/>
                        <a:pt x="107" y="34"/>
                      </a:cubicBezTo>
                      <a:cubicBezTo>
                        <a:pt x="124" y="60"/>
                        <a:pt x="116" y="94"/>
                        <a:pt x="91" y="109"/>
                      </a:cubicBezTo>
                      <a:cubicBezTo>
                        <a:pt x="66" y="125"/>
                        <a:pt x="33" y="117"/>
                        <a:pt x="16" y="91"/>
                      </a:cubicBezTo>
                      <a:cubicBezTo>
                        <a:pt x="0" y="65"/>
                        <a:pt x="7" y="32"/>
                        <a:pt x="32" y="16"/>
                      </a:cubicBezTo>
                      <a:close/>
                    </a:path>
                  </a:pathLst>
                </a:custGeom>
                <a:solidFill>
                  <a:srgbClr val="14AF9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7" name="ïṡ1ïḑê"/>
                <p:cNvSpPr/>
                <p:nvPr/>
              </p:nvSpPr>
              <p:spPr bwMode="auto">
                <a:xfrm>
                  <a:off x="6841331" y="2067719"/>
                  <a:ext cx="84138" cy="369888"/>
                </a:xfrm>
                <a:custGeom>
                  <a:avLst/>
                  <a:gdLst>
                    <a:gd name="T0" fmla="*/ 53 w 53"/>
                    <a:gd name="T1" fmla="*/ 230 h 233"/>
                    <a:gd name="T2" fmla="*/ 37 w 53"/>
                    <a:gd name="T3" fmla="*/ 233 h 233"/>
                    <a:gd name="T4" fmla="*/ 0 w 53"/>
                    <a:gd name="T5" fmla="*/ 3 h 233"/>
                    <a:gd name="T6" fmla="*/ 17 w 53"/>
                    <a:gd name="T7" fmla="*/ 0 h 233"/>
                    <a:gd name="T8" fmla="*/ 53 w 53"/>
                    <a:gd name="T9" fmla="*/ 230 h 2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3" h="233">
                      <a:moveTo>
                        <a:pt x="53" y="230"/>
                      </a:moveTo>
                      <a:lnTo>
                        <a:pt x="37" y="233"/>
                      </a:lnTo>
                      <a:lnTo>
                        <a:pt x="0" y="3"/>
                      </a:lnTo>
                      <a:lnTo>
                        <a:pt x="17" y="0"/>
                      </a:lnTo>
                      <a:lnTo>
                        <a:pt x="53" y="230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8" name="iSľíḍê"/>
                <p:cNvSpPr/>
                <p:nvPr/>
              </p:nvSpPr>
              <p:spPr bwMode="auto">
                <a:xfrm>
                  <a:off x="6539706" y="2029619"/>
                  <a:ext cx="293688" cy="252413"/>
                </a:xfrm>
                <a:custGeom>
                  <a:avLst/>
                  <a:gdLst>
                    <a:gd name="T0" fmla="*/ 11 w 185"/>
                    <a:gd name="T1" fmla="*/ 159 h 159"/>
                    <a:gd name="T2" fmla="*/ 0 w 185"/>
                    <a:gd name="T3" fmla="*/ 146 h 159"/>
                    <a:gd name="T4" fmla="*/ 174 w 185"/>
                    <a:gd name="T5" fmla="*/ 0 h 159"/>
                    <a:gd name="T6" fmla="*/ 185 w 185"/>
                    <a:gd name="T7" fmla="*/ 13 h 159"/>
                    <a:gd name="T8" fmla="*/ 11 w 185"/>
                    <a:gd name="T9" fmla="*/ 159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59">
                      <a:moveTo>
                        <a:pt x="11" y="159"/>
                      </a:moveTo>
                      <a:lnTo>
                        <a:pt x="0" y="146"/>
                      </a:lnTo>
                      <a:lnTo>
                        <a:pt x="174" y="0"/>
                      </a:lnTo>
                      <a:lnTo>
                        <a:pt x="185" y="13"/>
                      </a:lnTo>
                      <a:lnTo>
                        <a:pt x="11" y="159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9" name="îṧlïďé"/>
                <p:cNvSpPr/>
                <p:nvPr/>
              </p:nvSpPr>
              <p:spPr bwMode="auto">
                <a:xfrm>
                  <a:off x="6576219" y="2288382"/>
                  <a:ext cx="325438" cy="227013"/>
                </a:xfrm>
                <a:custGeom>
                  <a:avLst/>
                  <a:gdLst>
                    <a:gd name="T0" fmla="*/ 0 w 205"/>
                    <a:gd name="T1" fmla="*/ 14 h 143"/>
                    <a:gd name="T2" fmla="*/ 9 w 205"/>
                    <a:gd name="T3" fmla="*/ 0 h 143"/>
                    <a:gd name="T4" fmla="*/ 205 w 205"/>
                    <a:gd name="T5" fmla="*/ 129 h 143"/>
                    <a:gd name="T6" fmla="*/ 195 w 205"/>
                    <a:gd name="T7" fmla="*/ 143 h 143"/>
                    <a:gd name="T8" fmla="*/ 0 w 205"/>
                    <a:gd name="T9" fmla="*/ 1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5" h="143">
                      <a:moveTo>
                        <a:pt x="0" y="14"/>
                      </a:moveTo>
                      <a:lnTo>
                        <a:pt x="9" y="0"/>
                      </a:lnTo>
                      <a:lnTo>
                        <a:pt x="205" y="129"/>
                      </a:lnTo>
                      <a:lnTo>
                        <a:pt x="195" y="143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F1C4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0" name="iślîďè"/>
                <p:cNvSpPr/>
                <p:nvPr/>
              </p:nvSpPr>
              <p:spPr bwMode="auto">
                <a:xfrm>
                  <a:off x="6804819" y="2407444"/>
                  <a:ext cx="222250" cy="222250"/>
                </a:xfrm>
                <a:custGeom>
                  <a:avLst/>
                  <a:gdLst>
                    <a:gd name="T0" fmla="*/ 46 w 176"/>
                    <a:gd name="T1" fmla="*/ 23 h 178"/>
                    <a:gd name="T2" fmla="*/ 153 w 176"/>
                    <a:gd name="T3" fmla="*/ 49 h 178"/>
                    <a:gd name="T4" fmla="*/ 130 w 176"/>
                    <a:gd name="T5" fmla="*/ 155 h 178"/>
                    <a:gd name="T6" fmla="*/ 24 w 176"/>
                    <a:gd name="T7" fmla="*/ 129 h 178"/>
                    <a:gd name="T8" fmla="*/ 46 w 176"/>
                    <a:gd name="T9" fmla="*/ 23 h 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6" h="178">
                      <a:moveTo>
                        <a:pt x="46" y="23"/>
                      </a:moveTo>
                      <a:cubicBezTo>
                        <a:pt x="82" y="0"/>
                        <a:pt x="129" y="12"/>
                        <a:pt x="153" y="49"/>
                      </a:cubicBezTo>
                      <a:cubicBezTo>
                        <a:pt x="176" y="85"/>
                        <a:pt x="166" y="133"/>
                        <a:pt x="130" y="155"/>
                      </a:cubicBezTo>
                      <a:cubicBezTo>
                        <a:pt x="94" y="178"/>
                        <a:pt x="47" y="166"/>
                        <a:pt x="24" y="129"/>
                      </a:cubicBezTo>
                      <a:cubicBezTo>
                        <a:pt x="0" y="93"/>
                        <a:pt x="11" y="45"/>
                        <a:pt x="46" y="23"/>
                      </a:cubicBezTo>
                      <a:close/>
                    </a:path>
                  </a:pathLst>
                </a:custGeom>
                <a:solidFill>
                  <a:srgbClr val="3449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1" name="í$ḻídé"/>
                <p:cNvSpPr/>
                <p:nvPr/>
              </p:nvSpPr>
              <p:spPr bwMode="auto">
                <a:xfrm>
                  <a:off x="6461919" y="2180432"/>
                  <a:ext cx="182563" cy="185738"/>
                </a:xfrm>
                <a:custGeom>
                  <a:avLst/>
                  <a:gdLst>
                    <a:gd name="T0" fmla="*/ 38 w 146"/>
                    <a:gd name="T1" fmla="*/ 19 h 148"/>
                    <a:gd name="T2" fmla="*/ 127 w 146"/>
                    <a:gd name="T3" fmla="*/ 40 h 148"/>
                    <a:gd name="T4" fmla="*/ 108 w 146"/>
                    <a:gd name="T5" fmla="*/ 129 h 148"/>
                    <a:gd name="T6" fmla="*/ 19 w 146"/>
                    <a:gd name="T7" fmla="*/ 108 h 148"/>
                    <a:gd name="T8" fmla="*/ 38 w 146"/>
                    <a:gd name="T9" fmla="*/ 19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6" h="148">
                      <a:moveTo>
                        <a:pt x="38" y="19"/>
                      </a:moveTo>
                      <a:cubicBezTo>
                        <a:pt x="68" y="0"/>
                        <a:pt x="107" y="10"/>
                        <a:pt x="127" y="40"/>
                      </a:cubicBezTo>
                      <a:cubicBezTo>
                        <a:pt x="146" y="71"/>
                        <a:pt x="137" y="111"/>
                        <a:pt x="108" y="129"/>
                      </a:cubicBezTo>
                      <a:cubicBezTo>
                        <a:pt x="78" y="148"/>
                        <a:pt x="39" y="138"/>
                        <a:pt x="19" y="108"/>
                      </a:cubicBezTo>
                      <a:cubicBezTo>
                        <a:pt x="0" y="77"/>
                        <a:pt x="9" y="38"/>
                        <a:pt x="38" y="19"/>
                      </a:cubicBezTo>
                      <a:close/>
                    </a:path>
                  </a:pathLst>
                </a:custGeom>
                <a:solidFill>
                  <a:srgbClr val="F4646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2" name="ïsḷîḋê"/>
                <p:cNvSpPr/>
                <p:nvPr/>
              </p:nvSpPr>
              <p:spPr bwMode="auto">
                <a:xfrm>
                  <a:off x="6701631" y="1856582"/>
                  <a:ext cx="277813" cy="279400"/>
                </a:xfrm>
                <a:custGeom>
                  <a:avLst/>
                  <a:gdLst>
                    <a:gd name="T0" fmla="*/ 58 w 221"/>
                    <a:gd name="T1" fmla="*/ 28 h 223"/>
                    <a:gd name="T2" fmla="*/ 192 w 221"/>
                    <a:gd name="T3" fmla="*/ 60 h 223"/>
                    <a:gd name="T4" fmla="*/ 164 w 221"/>
                    <a:gd name="T5" fmla="*/ 195 h 223"/>
                    <a:gd name="T6" fmla="*/ 30 w 221"/>
                    <a:gd name="T7" fmla="*/ 163 h 223"/>
                    <a:gd name="T8" fmla="*/ 58 w 221"/>
                    <a:gd name="T9" fmla="*/ 28 h 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1" h="223">
                      <a:moveTo>
                        <a:pt x="58" y="28"/>
                      </a:moveTo>
                      <a:cubicBezTo>
                        <a:pt x="103" y="0"/>
                        <a:pt x="163" y="14"/>
                        <a:pt x="192" y="60"/>
                      </a:cubicBezTo>
                      <a:cubicBezTo>
                        <a:pt x="221" y="107"/>
                        <a:pt x="209" y="167"/>
                        <a:pt x="164" y="195"/>
                      </a:cubicBezTo>
                      <a:cubicBezTo>
                        <a:pt x="119" y="223"/>
                        <a:pt x="59" y="209"/>
                        <a:pt x="30" y="163"/>
                      </a:cubicBezTo>
                      <a:cubicBezTo>
                        <a:pt x="0" y="116"/>
                        <a:pt x="13" y="56"/>
                        <a:pt x="58" y="28"/>
                      </a:cubicBezTo>
                      <a:close/>
                    </a:path>
                  </a:pathLst>
                </a:custGeom>
                <a:solidFill>
                  <a:srgbClr val="14AF9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3" name="íśļíḍe"/>
                <p:cNvSpPr/>
                <p:nvPr/>
              </p:nvSpPr>
              <p:spPr bwMode="auto">
                <a:xfrm>
                  <a:off x="7819231" y="2809082"/>
                  <a:ext cx="1636713" cy="2090738"/>
                </a:xfrm>
                <a:custGeom>
                  <a:avLst/>
                  <a:gdLst>
                    <a:gd name="T0" fmla="*/ 78 w 1303"/>
                    <a:gd name="T1" fmla="*/ 0 h 1667"/>
                    <a:gd name="T2" fmla="*/ 1225 w 1303"/>
                    <a:gd name="T3" fmla="*/ 0 h 1667"/>
                    <a:gd name="T4" fmla="*/ 1303 w 1303"/>
                    <a:gd name="T5" fmla="*/ 85 h 1667"/>
                    <a:gd name="T6" fmla="*/ 1303 w 1303"/>
                    <a:gd name="T7" fmla="*/ 1582 h 1667"/>
                    <a:gd name="T8" fmla="*/ 1225 w 1303"/>
                    <a:gd name="T9" fmla="*/ 1667 h 1667"/>
                    <a:gd name="T10" fmla="*/ 78 w 1303"/>
                    <a:gd name="T11" fmla="*/ 1667 h 1667"/>
                    <a:gd name="T12" fmla="*/ 0 w 1303"/>
                    <a:gd name="T13" fmla="*/ 1582 h 1667"/>
                    <a:gd name="T14" fmla="*/ 0 w 1303"/>
                    <a:gd name="T15" fmla="*/ 85 h 1667"/>
                    <a:gd name="T16" fmla="*/ 78 w 1303"/>
                    <a:gd name="T17" fmla="*/ 0 h 1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03" h="1667">
                      <a:moveTo>
                        <a:pt x="78" y="0"/>
                      </a:moveTo>
                      <a:cubicBezTo>
                        <a:pt x="1225" y="0"/>
                        <a:pt x="1225" y="0"/>
                        <a:pt x="1225" y="0"/>
                      </a:cubicBezTo>
                      <a:cubicBezTo>
                        <a:pt x="1268" y="0"/>
                        <a:pt x="1303" y="38"/>
                        <a:pt x="1303" y="85"/>
                      </a:cubicBezTo>
                      <a:cubicBezTo>
                        <a:pt x="1303" y="1582"/>
                        <a:pt x="1303" y="1582"/>
                        <a:pt x="1303" y="1582"/>
                      </a:cubicBezTo>
                      <a:cubicBezTo>
                        <a:pt x="1303" y="1629"/>
                        <a:pt x="1268" y="1667"/>
                        <a:pt x="1225" y="1667"/>
                      </a:cubicBezTo>
                      <a:cubicBezTo>
                        <a:pt x="78" y="1667"/>
                        <a:pt x="78" y="1667"/>
                        <a:pt x="78" y="1667"/>
                      </a:cubicBezTo>
                      <a:cubicBezTo>
                        <a:pt x="35" y="1667"/>
                        <a:pt x="0" y="1629"/>
                        <a:pt x="0" y="1582"/>
                      </a:cubicBezTo>
                      <a:cubicBezTo>
                        <a:pt x="0" y="85"/>
                        <a:pt x="0" y="85"/>
                        <a:pt x="0" y="85"/>
                      </a:cubicBezTo>
                      <a:cubicBezTo>
                        <a:pt x="0" y="38"/>
                        <a:pt x="35" y="0"/>
                        <a:pt x="78" y="0"/>
                      </a:cubicBezTo>
                    </a:path>
                  </a:pathLst>
                </a:custGeom>
                <a:solidFill>
                  <a:srgbClr val="F39C1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4" name="îṡḻidè"/>
                <p:cNvSpPr/>
                <p:nvPr/>
              </p:nvSpPr>
              <p:spPr bwMode="auto">
                <a:xfrm>
                  <a:off x="7898606" y="2901157"/>
                  <a:ext cx="1477963" cy="1906588"/>
                </a:xfrm>
                <a:prstGeom prst="rect">
                  <a:avLst/>
                </a:prstGeom>
                <a:solidFill>
                  <a:srgbClr val="E6E6E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5" name="îSľíďé"/>
                <p:cNvSpPr/>
                <p:nvPr/>
              </p:nvSpPr>
              <p:spPr bwMode="auto">
                <a:xfrm>
                  <a:off x="7898606" y="2901157"/>
                  <a:ext cx="1477963" cy="19065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6" name="ï$ļïḑè"/>
                <p:cNvSpPr/>
                <p:nvPr/>
              </p:nvSpPr>
              <p:spPr bwMode="auto">
                <a:xfrm>
                  <a:off x="8330406" y="2599532"/>
                  <a:ext cx="614363" cy="301625"/>
                </a:xfrm>
                <a:custGeom>
                  <a:avLst/>
                  <a:gdLst>
                    <a:gd name="T0" fmla="*/ 0 w 387"/>
                    <a:gd name="T1" fmla="*/ 0 h 190"/>
                    <a:gd name="T2" fmla="*/ 387 w 387"/>
                    <a:gd name="T3" fmla="*/ 0 h 190"/>
                    <a:gd name="T4" fmla="*/ 387 w 387"/>
                    <a:gd name="T5" fmla="*/ 190 h 190"/>
                    <a:gd name="T6" fmla="*/ 366 w 387"/>
                    <a:gd name="T7" fmla="*/ 190 h 190"/>
                    <a:gd name="T8" fmla="*/ 366 w 387"/>
                    <a:gd name="T9" fmla="*/ 24 h 190"/>
                    <a:gd name="T10" fmla="*/ 21 w 387"/>
                    <a:gd name="T11" fmla="*/ 24 h 190"/>
                    <a:gd name="T12" fmla="*/ 21 w 387"/>
                    <a:gd name="T13" fmla="*/ 190 h 190"/>
                    <a:gd name="T14" fmla="*/ 0 w 387"/>
                    <a:gd name="T15" fmla="*/ 190 h 190"/>
                    <a:gd name="T16" fmla="*/ 0 w 387"/>
                    <a:gd name="T17" fmla="*/ 0 h 1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87" h="190">
                      <a:moveTo>
                        <a:pt x="0" y="0"/>
                      </a:moveTo>
                      <a:lnTo>
                        <a:pt x="387" y="0"/>
                      </a:lnTo>
                      <a:lnTo>
                        <a:pt x="387" y="190"/>
                      </a:lnTo>
                      <a:lnTo>
                        <a:pt x="366" y="190"/>
                      </a:lnTo>
                      <a:lnTo>
                        <a:pt x="366" y="24"/>
                      </a:lnTo>
                      <a:lnTo>
                        <a:pt x="21" y="24"/>
                      </a:lnTo>
                      <a:lnTo>
                        <a:pt x="21" y="190"/>
                      </a:lnTo>
                      <a:lnTo>
                        <a:pt x="0" y="1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464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7" name="ïŝḻïḍè"/>
                <p:cNvSpPr/>
                <p:nvPr/>
              </p:nvSpPr>
              <p:spPr bwMode="auto">
                <a:xfrm>
                  <a:off x="8330406" y="2599532"/>
                  <a:ext cx="614363" cy="301625"/>
                </a:xfrm>
                <a:custGeom>
                  <a:avLst/>
                  <a:gdLst>
                    <a:gd name="T0" fmla="*/ 0 w 387"/>
                    <a:gd name="T1" fmla="*/ 0 h 190"/>
                    <a:gd name="T2" fmla="*/ 387 w 387"/>
                    <a:gd name="T3" fmla="*/ 0 h 190"/>
                    <a:gd name="T4" fmla="*/ 387 w 387"/>
                    <a:gd name="T5" fmla="*/ 190 h 190"/>
                    <a:gd name="T6" fmla="*/ 366 w 387"/>
                    <a:gd name="T7" fmla="*/ 190 h 190"/>
                    <a:gd name="T8" fmla="*/ 366 w 387"/>
                    <a:gd name="T9" fmla="*/ 24 h 190"/>
                    <a:gd name="T10" fmla="*/ 21 w 387"/>
                    <a:gd name="T11" fmla="*/ 24 h 190"/>
                    <a:gd name="T12" fmla="*/ 21 w 387"/>
                    <a:gd name="T13" fmla="*/ 190 h 190"/>
                    <a:gd name="T14" fmla="*/ 0 w 387"/>
                    <a:gd name="T15" fmla="*/ 190 h 190"/>
                    <a:gd name="T16" fmla="*/ 0 w 387"/>
                    <a:gd name="T17" fmla="*/ 0 h 1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87" h="190">
                      <a:moveTo>
                        <a:pt x="0" y="0"/>
                      </a:moveTo>
                      <a:lnTo>
                        <a:pt x="387" y="0"/>
                      </a:lnTo>
                      <a:lnTo>
                        <a:pt x="387" y="190"/>
                      </a:lnTo>
                      <a:lnTo>
                        <a:pt x="366" y="190"/>
                      </a:lnTo>
                      <a:lnTo>
                        <a:pt x="366" y="24"/>
                      </a:lnTo>
                      <a:lnTo>
                        <a:pt x="21" y="24"/>
                      </a:lnTo>
                      <a:lnTo>
                        <a:pt x="21" y="190"/>
                      </a:lnTo>
                      <a:lnTo>
                        <a:pt x="0" y="1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8" name="iSļíḑé"/>
                <p:cNvSpPr/>
                <p:nvPr/>
              </p:nvSpPr>
              <p:spPr bwMode="auto">
                <a:xfrm>
                  <a:off x="8255794" y="2778919"/>
                  <a:ext cx="763588" cy="193675"/>
                </a:xfrm>
                <a:custGeom>
                  <a:avLst/>
                  <a:gdLst>
                    <a:gd name="T0" fmla="*/ 21 w 609"/>
                    <a:gd name="T1" fmla="*/ 0 h 154"/>
                    <a:gd name="T2" fmla="*/ 587 w 609"/>
                    <a:gd name="T3" fmla="*/ 0 h 154"/>
                    <a:gd name="T4" fmla="*/ 609 w 609"/>
                    <a:gd name="T5" fmla="*/ 23 h 154"/>
                    <a:gd name="T6" fmla="*/ 609 w 609"/>
                    <a:gd name="T7" fmla="*/ 131 h 154"/>
                    <a:gd name="T8" fmla="*/ 587 w 609"/>
                    <a:gd name="T9" fmla="*/ 154 h 154"/>
                    <a:gd name="T10" fmla="*/ 21 w 609"/>
                    <a:gd name="T11" fmla="*/ 154 h 154"/>
                    <a:gd name="T12" fmla="*/ 0 w 609"/>
                    <a:gd name="T13" fmla="*/ 131 h 154"/>
                    <a:gd name="T14" fmla="*/ 0 w 609"/>
                    <a:gd name="T15" fmla="*/ 23 h 154"/>
                    <a:gd name="T16" fmla="*/ 21 w 609"/>
                    <a:gd name="T17" fmla="*/ 0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9" h="154">
                      <a:moveTo>
                        <a:pt x="21" y="0"/>
                      </a:moveTo>
                      <a:cubicBezTo>
                        <a:pt x="587" y="0"/>
                        <a:pt x="587" y="0"/>
                        <a:pt x="587" y="0"/>
                      </a:cubicBezTo>
                      <a:cubicBezTo>
                        <a:pt x="599" y="0"/>
                        <a:pt x="609" y="10"/>
                        <a:pt x="609" y="23"/>
                      </a:cubicBezTo>
                      <a:cubicBezTo>
                        <a:pt x="609" y="131"/>
                        <a:pt x="609" y="131"/>
                        <a:pt x="609" y="131"/>
                      </a:cubicBezTo>
                      <a:cubicBezTo>
                        <a:pt x="609" y="144"/>
                        <a:pt x="599" y="154"/>
                        <a:pt x="587" y="154"/>
                      </a:cubicBezTo>
                      <a:cubicBezTo>
                        <a:pt x="21" y="154"/>
                        <a:pt x="21" y="154"/>
                        <a:pt x="21" y="154"/>
                      </a:cubicBezTo>
                      <a:cubicBezTo>
                        <a:pt x="10" y="154"/>
                        <a:pt x="0" y="144"/>
                        <a:pt x="0" y="131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0" y="10"/>
                        <a:pt x="10" y="0"/>
                        <a:pt x="21" y="0"/>
                      </a:cubicBezTo>
                    </a:path>
                  </a:pathLst>
                </a:custGeom>
                <a:solidFill>
                  <a:srgbClr val="D8484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9" name="ïṧḷidè"/>
                <p:cNvSpPr/>
                <p:nvPr/>
              </p:nvSpPr>
              <p:spPr bwMode="auto">
                <a:xfrm>
                  <a:off x="8620919" y="2778919"/>
                  <a:ext cx="398463" cy="193675"/>
                </a:xfrm>
                <a:custGeom>
                  <a:avLst/>
                  <a:gdLst>
                    <a:gd name="T0" fmla="*/ 296 w 318"/>
                    <a:gd name="T1" fmla="*/ 0 h 154"/>
                    <a:gd name="T2" fmla="*/ 258 w 318"/>
                    <a:gd name="T3" fmla="*/ 0 h 154"/>
                    <a:gd name="T4" fmla="*/ 231 w 318"/>
                    <a:gd name="T5" fmla="*/ 0 h 154"/>
                    <a:gd name="T6" fmla="*/ 0 w 318"/>
                    <a:gd name="T7" fmla="*/ 0 h 154"/>
                    <a:gd name="T8" fmla="*/ 0 w 318"/>
                    <a:gd name="T9" fmla="*/ 154 h 154"/>
                    <a:gd name="T10" fmla="*/ 0 w 318"/>
                    <a:gd name="T11" fmla="*/ 23 h 154"/>
                    <a:gd name="T12" fmla="*/ 318 w 318"/>
                    <a:gd name="T13" fmla="*/ 23 h 154"/>
                    <a:gd name="T14" fmla="*/ 296 w 318"/>
                    <a:gd name="T15" fmla="*/ 0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18" h="154">
                      <a:moveTo>
                        <a:pt x="296" y="0"/>
                      </a:moveTo>
                      <a:cubicBezTo>
                        <a:pt x="258" y="0"/>
                        <a:pt x="258" y="0"/>
                        <a:pt x="258" y="0"/>
                      </a:cubicBezTo>
                      <a:cubicBezTo>
                        <a:pt x="231" y="0"/>
                        <a:pt x="231" y="0"/>
                        <a:pt x="23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54"/>
                        <a:pt x="0" y="154"/>
                        <a:pt x="0" y="154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318" y="23"/>
                        <a:pt x="318" y="23"/>
                        <a:pt x="318" y="23"/>
                      </a:cubicBezTo>
                      <a:cubicBezTo>
                        <a:pt x="318" y="10"/>
                        <a:pt x="308" y="0"/>
                        <a:pt x="296" y="0"/>
                      </a:cubicBezTo>
                    </a:path>
                  </a:pathLst>
                </a:custGeom>
                <a:solidFill>
                  <a:srgbClr val="B4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0" name="íś1îḓe"/>
                <p:cNvSpPr/>
                <p:nvPr/>
              </p:nvSpPr>
              <p:spPr bwMode="auto">
                <a:xfrm>
                  <a:off x="8620919" y="2809082"/>
                  <a:ext cx="835025" cy="2090738"/>
                </a:xfrm>
                <a:custGeom>
                  <a:avLst/>
                  <a:gdLst>
                    <a:gd name="T0" fmla="*/ 587 w 665"/>
                    <a:gd name="T1" fmla="*/ 0 h 1667"/>
                    <a:gd name="T2" fmla="*/ 318 w 665"/>
                    <a:gd name="T3" fmla="*/ 0 h 1667"/>
                    <a:gd name="T4" fmla="*/ 318 w 665"/>
                    <a:gd name="T5" fmla="*/ 74 h 1667"/>
                    <a:gd name="T6" fmla="*/ 602 w 665"/>
                    <a:gd name="T7" fmla="*/ 74 h 1667"/>
                    <a:gd name="T8" fmla="*/ 602 w 665"/>
                    <a:gd name="T9" fmla="*/ 1593 h 1667"/>
                    <a:gd name="T10" fmla="*/ 0 w 665"/>
                    <a:gd name="T11" fmla="*/ 1593 h 1667"/>
                    <a:gd name="T12" fmla="*/ 0 w 665"/>
                    <a:gd name="T13" fmla="*/ 1667 h 1667"/>
                    <a:gd name="T14" fmla="*/ 587 w 665"/>
                    <a:gd name="T15" fmla="*/ 1667 h 1667"/>
                    <a:gd name="T16" fmla="*/ 665 w 665"/>
                    <a:gd name="T17" fmla="*/ 1582 h 1667"/>
                    <a:gd name="T18" fmla="*/ 665 w 665"/>
                    <a:gd name="T19" fmla="*/ 85 h 1667"/>
                    <a:gd name="T20" fmla="*/ 587 w 665"/>
                    <a:gd name="T21" fmla="*/ 0 h 16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65" h="1667">
                      <a:moveTo>
                        <a:pt x="587" y="0"/>
                      </a:moveTo>
                      <a:cubicBezTo>
                        <a:pt x="318" y="0"/>
                        <a:pt x="318" y="0"/>
                        <a:pt x="318" y="0"/>
                      </a:cubicBezTo>
                      <a:cubicBezTo>
                        <a:pt x="318" y="74"/>
                        <a:pt x="318" y="74"/>
                        <a:pt x="318" y="74"/>
                      </a:cubicBezTo>
                      <a:cubicBezTo>
                        <a:pt x="602" y="74"/>
                        <a:pt x="602" y="74"/>
                        <a:pt x="602" y="74"/>
                      </a:cubicBezTo>
                      <a:cubicBezTo>
                        <a:pt x="602" y="1593"/>
                        <a:pt x="602" y="1593"/>
                        <a:pt x="602" y="1593"/>
                      </a:cubicBezTo>
                      <a:cubicBezTo>
                        <a:pt x="0" y="1593"/>
                        <a:pt x="0" y="1593"/>
                        <a:pt x="0" y="1593"/>
                      </a:cubicBezTo>
                      <a:cubicBezTo>
                        <a:pt x="0" y="1667"/>
                        <a:pt x="0" y="1667"/>
                        <a:pt x="0" y="1667"/>
                      </a:cubicBezTo>
                      <a:cubicBezTo>
                        <a:pt x="587" y="1667"/>
                        <a:pt x="587" y="1667"/>
                        <a:pt x="587" y="1667"/>
                      </a:cubicBezTo>
                      <a:cubicBezTo>
                        <a:pt x="630" y="1667"/>
                        <a:pt x="665" y="1629"/>
                        <a:pt x="665" y="1582"/>
                      </a:cubicBezTo>
                      <a:cubicBezTo>
                        <a:pt x="665" y="85"/>
                        <a:pt x="665" y="85"/>
                        <a:pt x="665" y="85"/>
                      </a:cubicBezTo>
                      <a:cubicBezTo>
                        <a:pt x="665" y="38"/>
                        <a:pt x="630" y="0"/>
                        <a:pt x="587" y="0"/>
                      </a:cubicBezTo>
                    </a:path>
                  </a:pathLst>
                </a:custGeom>
                <a:solidFill>
                  <a:srgbClr val="DE8F1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1" name="íṩ1iḓe"/>
                <p:cNvSpPr/>
                <p:nvPr/>
              </p:nvSpPr>
              <p:spPr bwMode="auto">
                <a:xfrm>
                  <a:off x="8620919" y="2901157"/>
                  <a:ext cx="755650" cy="1906588"/>
                </a:xfrm>
                <a:custGeom>
                  <a:avLst/>
                  <a:gdLst>
                    <a:gd name="T0" fmla="*/ 602 w 602"/>
                    <a:gd name="T1" fmla="*/ 0 h 1519"/>
                    <a:gd name="T2" fmla="*/ 318 w 602"/>
                    <a:gd name="T3" fmla="*/ 0 h 1519"/>
                    <a:gd name="T4" fmla="*/ 318 w 602"/>
                    <a:gd name="T5" fmla="*/ 34 h 1519"/>
                    <a:gd name="T6" fmla="*/ 318 w 602"/>
                    <a:gd name="T7" fmla="*/ 34 h 1519"/>
                    <a:gd name="T8" fmla="*/ 296 w 602"/>
                    <a:gd name="T9" fmla="*/ 57 h 1519"/>
                    <a:gd name="T10" fmla="*/ 0 w 602"/>
                    <a:gd name="T11" fmla="*/ 57 h 1519"/>
                    <a:gd name="T12" fmla="*/ 0 w 602"/>
                    <a:gd name="T13" fmla="*/ 1519 h 1519"/>
                    <a:gd name="T14" fmla="*/ 602 w 602"/>
                    <a:gd name="T15" fmla="*/ 1519 h 1519"/>
                    <a:gd name="T16" fmla="*/ 602 w 602"/>
                    <a:gd name="T17" fmla="*/ 0 h 15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2" h="1519">
                      <a:moveTo>
                        <a:pt x="602" y="0"/>
                      </a:moveTo>
                      <a:cubicBezTo>
                        <a:pt x="318" y="0"/>
                        <a:pt x="318" y="0"/>
                        <a:pt x="318" y="0"/>
                      </a:cubicBezTo>
                      <a:cubicBezTo>
                        <a:pt x="318" y="34"/>
                        <a:pt x="318" y="34"/>
                        <a:pt x="318" y="34"/>
                      </a:cubicBezTo>
                      <a:cubicBezTo>
                        <a:pt x="318" y="34"/>
                        <a:pt x="318" y="34"/>
                        <a:pt x="318" y="34"/>
                      </a:cubicBezTo>
                      <a:cubicBezTo>
                        <a:pt x="318" y="47"/>
                        <a:pt x="308" y="57"/>
                        <a:pt x="296" y="57"/>
                      </a:cubicBezTo>
                      <a:cubicBezTo>
                        <a:pt x="0" y="57"/>
                        <a:pt x="0" y="57"/>
                        <a:pt x="0" y="57"/>
                      </a:cubicBezTo>
                      <a:cubicBezTo>
                        <a:pt x="0" y="1519"/>
                        <a:pt x="0" y="1519"/>
                        <a:pt x="0" y="1519"/>
                      </a:cubicBezTo>
                      <a:cubicBezTo>
                        <a:pt x="602" y="1519"/>
                        <a:pt x="602" y="1519"/>
                        <a:pt x="602" y="1519"/>
                      </a:cubicBezTo>
                      <a:cubicBezTo>
                        <a:pt x="602" y="0"/>
                        <a:pt x="602" y="0"/>
                        <a:pt x="602" y="0"/>
                      </a:cubicBezTo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2" name="íṩḷíḋê"/>
                <p:cNvSpPr/>
                <p:nvPr/>
              </p:nvSpPr>
              <p:spPr bwMode="auto">
                <a:xfrm>
                  <a:off x="8620919" y="2809082"/>
                  <a:ext cx="398463" cy="163513"/>
                </a:xfrm>
                <a:custGeom>
                  <a:avLst/>
                  <a:gdLst>
                    <a:gd name="T0" fmla="*/ 318 w 318"/>
                    <a:gd name="T1" fmla="*/ 0 h 131"/>
                    <a:gd name="T2" fmla="*/ 0 w 318"/>
                    <a:gd name="T3" fmla="*/ 0 h 131"/>
                    <a:gd name="T4" fmla="*/ 0 w 318"/>
                    <a:gd name="T5" fmla="*/ 131 h 131"/>
                    <a:gd name="T6" fmla="*/ 296 w 318"/>
                    <a:gd name="T7" fmla="*/ 131 h 131"/>
                    <a:gd name="T8" fmla="*/ 318 w 318"/>
                    <a:gd name="T9" fmla="*/ 108 h 131"/>
                    <a:gd name="T10" fmla="*/ 318 w 318"/>
                    <a:gd name="T11" fmla="*/ 74 h 131"/>
                    <a:gd name="T12" fmla="*/ 318 w 318"/>
                    <a:gd name="T13" fmla="*/ 0 h 131"/>
                    <a:gd name="T14" fmla="*/ 318 w 318"/>
                    <a:gd name="T15" fmla="*/ 0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18" h="131">
                      <a:moveTo>
                        <a:pt x="318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31"/>
                        <a:pt x="0" y="131"/>
                        <a:pt x="0" y="131"/>
                      </a:cubicBezTo>
                      <a:cubicBezTo>
                        <a:pt x="296" y="131"/>
                        <a:pt x="296" y="131"/>
                        <a:pt x="296" y="131"/>
                      </a:cubicBezTo>
                      <a:cubicBezTo>
                        <a:pt x="308" y="131"/>
                        <a:pt x="318" y="121"/>
                        <a:pt x="318" y="108"/>
                      </a:cubicBezTo>
                      <a:cubicBezTo>
                        <a:pt x="318" y="74"/>
                        <a:pt x="318" y="74"/>
                        <a:pt x="318" y="74"/>
                      </a:cubicBezTo>
                      <a:cubicBezTo>
                        <a:pt x="318" y="0"/>
                        <a:pt x="318" y="0"/>
                        <a:pt x="318" y="0"/>
                      </a:cubicBezTo>
                      <a:cubicBezTo>
                        <a:pt x="318" y="0"/>
                        <a:pt x="318" y="0"/>
                        <a:pt x="318" y="0"/>
                      </a:cubicBezTo>
                    </a:path>
                  </a:pathLst>
                </a:custGeom>
                <a:solidFill>
                  <a:srgbClr val="A53D3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3" name="iṧḻîḓe"/>
                <p:cNvSpPr/>
                <p:nvPr/>
              </p:nvSpPr>
              <p:spPr bwMode="auto">
                <a:xfrm>
                  <a:off x="8081169" y="3258344"/>
                  <a:ext cx="1076325" cy="34925"/>
                </a:xfrm>
                <a:prstGeom prst="rect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4" name="ïśľîḍe"/>
                <p:cNvSpPr/>
                <p:nvPr/>
              </p:nvSpPr>
              <p:spPr bwMode="auto">
                <a:xfrm>
                  <a:off x="8081169" y="3340894"/>
                  <a:ext cx="1076325" cy="34925"/>
                </a:xfrm>
                <a:prstGeom prst="rect">
                  <a:avLst/>
                </a:prstGeom>
                <a:solidFill>
                  <a:srgbClr val="3366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5" name="ïṣ1iḍè"/>
                <p:cNvSpPr/>
                <p:nvPr/>
              </p:nvSpPr>
              <p:spPr bwMode="auto">
                <a:xfrm>
                  <a:off x="8081169" y="3418682"/>
                  <a:ext cx="1076325" cy="34925"/>
                </a:xfrm>
                <a:prstGeom prst="rect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6" name="iṡ1ïḍê"/>
                <p:cNvSpPr/>
                <p:nvPr/>
              </p:nvSpPr>
              <p:spPr bwMode="auto">
                <a:xfrm>
                  <a:off x="8081169" y="3501232"/>
                  <a:ext cx="1076325" cy="34925"/>
                </a:xfrm>
                <a:prstGeom prst="rect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7" name="islíde"/>
                <p:cNvSpPr/>
                <p:nvPr/>
              </p:nvSpPr>
              <p:spPr bwMode="auto">
                <a:xfrm>
                  <a:off x="8081169" y="3582194"/>
                  <a:ext cx="1076325" cy="34925"/>
                </a:xfrm>
                <a:prstGeom prst="rect">
                  <a:avLst/>
                </a:prstGeom>
                <a:solidFill>
                  <a:srgbClr val="3366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8" name="ïṣľiďè"/>
                <p:cNvSpPr/>
                <p:nvPr/>
              </p:nvSpPr>
              <p:spPr bwMode="auto">
                <a:xfrm>
                  <a:off x="8081169" y="3659982"/>
                  <a:ext cx="1076325" cy="34925"/>
                </a:xfrm>
                <a:prstGeom prst="rect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9" name="îṧľiḓè"/>
                <p:cNvSpPr/>
                <p:nvPr/>
              </p:nvSpPr>
              <p:spPr bwMode="auto">
                <a:xfrm>
                  <a:off x="8081169" y="3742532"/>
                  <a:ext cx="1076325" cy="36513"/>
                </a:xfrm>
                <a:prstGeom prst="rect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0" name="îṥḻïḋe"/>
                <p:cNvSpPr/>
                <p:nvPr/>
              </p:nvSpPr>
              <p:spPr bwMode="auto">
                <a:xfrm>
                  <a:off x="8058944" y="4655344"/>
                  <a:ext cx="1076325" cy="28575"/>
                </a:xfrm>
                <a:prstGeom prst="rect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1" name="ïṡ1íḋê"/>
                <p:cNvSpPr/>
                <p:nvPr/>
              </p:nvSpPr>
              <p:spPr bwMode="auto">
                <a:xfrm>
                  <a:off x="8127206" y="4361657"/>
                  <a:ext cx="55563" cy="285750"/>
                </a:xfrm>
                <a:custGeom>
                  <a:avLst/>
                  <a:gdLst>
                    <a:gd name="T0" fmla="*/ 22 w 45"/>
                    <a:gd name="T1" fmla="*/ 0 h 228"/>
                    <a:gd name="T2" fmla="*/ 22 w 45"/>
                    <a:gd name="T3" fmla="*/ 0 h 228"/>
                    <a:gd name="T4" fmla="*/ 45 w 45"/>
                    <a:gd name="T5" fmla="*/ 20 h 228"/>
                    <a:gd name="T6" fmla="*/ 45 w 45"/>
                    <a:gd name="T7" fmla="*/ 228 h 228"/>
                    <a:gd name="T8" fmla="*/ 0 w 45"/>
                    <a:gd name="T9" fmla="*/ 228 h 228"/>
                    <a:gd name="T10" fmla="*/ 0 w 45"/>
                    <a:gd name="T11" fmla="*/ 20 h 228"/>
                    <a:gd name="T12" fmla="*/ 22 w 45"/>
                    <a:gd name="T13" fmla="*/ 0 h 2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228">
                      <a:moveTo>
                        <a:pt x="22" y="0"/>
                      </a:move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35" y="0"/>
                        <a:pt x="45" y="9"/>
                        <a:pt x="45" y="20"/>
                      </a:cubicBezTo>
                      <a:cubicBezTo>
                        <a:pt x="45" y="228"/>
                        <a:pt x="45" y="228"/>
                        <a:pt x="45" y="228"/>
                      </a:cubicBezTo>
                      <a:cubicBezTo>
                        <a:pt x="0" y="228"/>
                        <a:pt x="0" y="228"/>
                        <a:pt x="0" y="228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9"/>
                        <a:pt x="10" y="0"/>
                        <a:pt x="22" y="0"/>
                      </a:cubicBezTo>
                      <a:close/>
                    </a:path>
                  </a:pathLst>
                </a:custGeom>
                <a:solidFill>
                  <a:srgbClr val="FF66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2" name="ïślïḍé"/>
                <p:cNvSpPr/>
                <p:nvPr/>
              </p:nvSpPr>
              <p:spPr bwMode="auto">
                <a:xfrm>
                  <a:off x="8236744" y="4331494"/>
                  <a:ext cx="55563" cy="315913"/>
                </a:xfrm>
                <a:custGeom>
                  <a:avLst/>
                  <a:gdLst>
                    <a:gd name="T0" fmla="*/ 23 w 45"/>
                    <a:gd name="T1" fmla="*/ 0 h 252"/>
                    <a:gd name="T2" fmla="*/ 23 w 45"/>
                    <a:gd name="T3" fmla="*/ 0 h 252"/>
                    <a:gd name="T4" fmla="*/ 45 w 45"/>
                    <a:gd name="T5" fmla="*/ 22 h 252"/>
                    <a:gd name="T6" fmla="*/ 45 w 45"/>
                    <a:gd name="T7" fmla="*/ 252 h 252"/>
                    <a:gd name="T8" fmla="*/ 0 w 45"/>
                    <a:gd name="T9" fmla="*/ 252 h 252"/>
                    <a:gd name="T10" fmla="*/ 0 w 45"/>
                    <a:gd name="T11" fmla="*/ 22 h 252"/>
                    <a:gd name="T12" fmla="*/ 23 w 45"/>
                    <a:gd name="T13" fmla="*/ 0 h 2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252">
                      <a:moveTo>
                        <a:pt x="23" y="0"/>
                      </a:move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35" y="0"/>
                        <a:pt x="45" y="10"/>
                        <a:pt x="45" y="22"/>
                      </a:cubicBezTo>
                      <a:cubicBezTo>
                        <a:pt x="45" y="252"/>
                        <a:pt x="45" y="252"/>
                        <a:pt x="45" y="252"/>
                      </a:cubicBezTo>
                      <a:cubicBezTo>
                        <a:pt x="0" y="252"/>
                        <a:pt x="0" y="252"/>
                        <a:pt x="0" y="252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0" y="10"/>
                        <a:pt x="10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0056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3" name="ïślíḓê"/>
                <p:cNvSpPr/>
                <p:nvPr/>
              </p:nvSpPr>
              <p:spPr bwMode="auto">
                <a:xfrm>
                  <a:off x="8346281" y="4363244"/>
                  <a:ext cx="55563" cy="287338"/>
                </a:xfrm>
                <a:custGeom>
                  <a:avLst/>
                  <a:gdLst>
                    <a:gd name="T0" fmla="*/ 23 w 45"/>
                    <a:gd name="T1" fmla="*/ 0 h 229"/>
                    <a:gd name="T2" fmla="*/ 23 w 45"/>
                    <a:gd name="T3" fmla="*/ 0 h 229"/>
                    <a:gd name="T4" fmla="*/ 45 w 45"/>
                    <a:gd name="T5" fmla="*/ 20 h 229"/>
                    <a:gd name="T6" fmla="*/ 45 w 45"/>
                    <a:gd name="T7" fmla="*/ 229 h 229"/>
                    <a:gd name="T8" fmla="*/ 0 w 45"/>
                    <a:gd name="T9" fmla="*/ 229 h 229"/>
                    <a:gd name="T10" fmla="*/ 0 w 45"/>
                    <a:gd name="T11" fmla="*/ 20 h 229"/>
                    <a:gd name="T12" fmla="*/ 23 w 45"/>
                    <a:gd name="T13" fmla="*/ 0 h 2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229">
                      <a:moveTo>
                        <a:pt x="23" y="0"/>
                      </a:move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35" y="0"/>
                        <a:pt x="45" y="9"/>
                        <a:pt x="45" y="20"/>
                      </a:cubicBezTo>
                      <a:cubicBezTo>
                        <a:pt x="45" y="229"/>
                        <a:pt x="45" y="229"/>
                        <a:pt x="45" y="229"/>
                      </a:cubicBezTo>
                      <a:cubicBezTo>
                        <a:pt x="0" y="229"/>
                        <a:pt x="0" y="229"/>
                        <a:pt x="0" y="229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9"/>
                        <a:pt x="10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FF66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4" name="ïṧļîḍé"/>
                <p:cNvSpPr/>
                <p:nvPr/>
              </p:nvSpPr>
              <p:spPr bwMode="auto">
                <a:xfrm>
                  <a:off x="8465344" y="4215607"/>
                  <a:ext cx="55563" cy="434975"/>
                </a:xfrm>
                <a:custGeom>
                  <a:avLst/>
                  <a:gdLst>
                    <a:gd name="T0" fmla="*/ 22 w 45"/>
                    <a:gd name="T1" fmla="*/ 0 h 347"/>
                    <a:gd name="T2" fmla="*/ 22 w 45"/>
                    <a:gd name="T3" fmla="*/ 0 h 347"/>
                    <a:gd name="T4" fmla="*/ 45 w 45"/>
                    <a:gd name="T5" fmla="*/ 30 h 347"/>
                    <a:gd name="T6" fmla="*/ 45 w 45"/>
                    <a:gd name="T7" fmla="*/ 347 h 347"/>
                    <a:gd name="T8" fmla="*/ 0 w 45"/>
                    <a:gd name="T9" fmla="*/ 347 h 347"/>
                    <a:gd name="T10" fmla="*/ 0 w 45"/>
                    <a:gd name="T11" fmla="*/ 30 h 347"/>
                    <a:gd name="T12" fmla="*/ 22 w 45"/>
                    <a:gd name="T13" fmla="*/ 0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347">
                      <a:moveTo>
                        <a:pt x="22" y="0"/>
                      </a:move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34" y="0"/>
                        <a:pt x="45" y="13"/>
                        <a:pt x="45" y="30"/>
                      </a:cubicBezTo>
                      <a:cubicBezTo>
                        <a:pt x="45" y="347"/>
                        <a:pt x="45" y="347"/>
                        <a:pt x="45" y="347"/>
                      </a:cubicBezTo>
                      <a:cubicBezTo>
                        <a:pt x="0" y="347"/>
                        <a:pt x="0" y="347"/>
                        <a:pt x="0" y="347"/>
                      </a:cubicBezTo>
                      <a:cubicBezTo>
                        <a:pt x="0" y="30"/>
                        <a:pt x="0" y="30"/>
                        <a:pt x="0" y="30"/>
                      </a:cubicBezTo>
                      <a:cubicBezTo>
                        <a:pt x="0" y="13"/>
                        <a:pt x="10" y="0"/>
                        <a:pt x="22" y="0"/>
                      </a:cubicBezTo>
                      <a:close/>
                    </a:path>
                  </a:pathLst>
                </a:custGeom>
                <a:solidFill>
                  <a:srgbClr val="0056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5" name="ïSļîḍê"/>
                <p:cNvSpPr/>
                <p:nvPr/>
              </p:nvSpPr>
              <p:spPr bwMode="auto">
                <a:xfrm>
                  <a:off x="8579644" y="4375944"/>
                  <a:ext cx="55563" cy="274638"/>
                </a:xfrm>
                <a:custGeom>
                  <a:avLst/>
                  <a:gdLst>
                    <a:gd name="T0" fmla="*/ 23 w 45"/>
                    <a:gd name="T1" fmla="*/ 0 h 219"/>
                    <a:gd name="T2" fmla="*/ 23 w 45"/>
                    <a:gd name="T3" fmla="*/ 0 h 219"/>
                    <a:gd name="T4" fmla="*/ 45 w 45"/>
                    <a:gd name="T5" fmla="*/ 20 h 219"/>
                    <a:gd name="T6" fmla="*/ 45 w 45"/>
                    <a:gd name="T7" fmla="*/ 219 h 219"/>
                    <a:gd name="T8" fmla="*/ 0 w 45"/>
                    <a:gd name="T9" fmla="*/ 219 h 219"/>
                    <a:gd name="T10" fmla="*/ 0 w 45"/>
                    <a:gd name="T11" fmla="*/ 20 h 219"/>
                    <a:gd name="T12" fmla="*/ 23 w 45"/>
                    <a:gd name="T13" fmla="*/ 0 h 2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219">
                      <a:moveTo>
                        <a:pt x="23" y="0"/>
                      </a:move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35" y="0"/>
                        <a:pt x="45" y="9"/>
                        <a:pt x="45" y="20"/>
                      </a:cubicBezTo>
                      <a:cubicBezTo>
                        <a:pt x="45" y="219"/>
                        <a:pt x="45" y="219"/>
                        <a:pt x="45" y="219"/>
                      </a:cubicBezTo>
                      <a:cubicBezTo>
                        <a:pt x="0" y="219"/>
                        <a:pt x="0" y="219"/>
                        <a:pt x="0" y="219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9"/>
                        <a:pt x="10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FF66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6" name="ïṡḻiḍé"/>
                <p:cNvSpPr/>
                <p:nvPr/>
              </p:nvSpPr>
              <p:spPr bwMode="auto">
                <a:xfrm>
                  <a:off x="8695531" y="4485482"/>
                  <a:ext cx="57150" cy="165100"/>
                </a:xfrm>
                <a:custGeom>
                  <a:avLst/>
                  <a:gdLst>
                    <a:gd name="T0" fmla="*/ 22 w 45"/>
                    <a:gd name="T1" fmla="*/ 0 h 131"/>
                    <a:gd name="T2" fmla="*/ 23 w 45"/>
                    <a:gd name="T3" fmla="*/ 0 h 131"/>
                    <a:gd name="T4" fmla="*/ 45 w 45"/>
                    <a:gd name="T5" fmla="*/ 12 h 131"/>
                    <a:gd name="T6" fmla="*/ 45 w 45"/>
                    <a:gd name="T7" fmla="*/ 131 h 131"/>
                    <a:gd name="T8" fmla="*/ 0 w 45"/>
                    <a:gd name="T9" fmla="*/ 131 h 131"/>
                    <a:gd name="T10" fmla="*/ 0 w 45"/>
                    <a:gd name="T11" fmla="*/ 12 h 131"/>
                    <a:gd name="T12" fmla="*/ 22 w 45"/>
                    <a:gd name="T13" fmla="*/ 0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131">
                      <a:moveTo>
                        <a:pt x="22" y="0"/>
                      </a:move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35" y="0"/>
                        <a:pt x="45" y="5"/>
                        <a:pt x="45" y="12"/>
                      </a:cubicBezTo>
                      <a:cubicBezTo>
                        <a:pt x="45" y="131"/>
                        <a:pt x="45" y="131"/>
                        <a:pt x="45" y="131"/>
                      </a:cubicBezTo>
                      <a:cubicBezTo>
                        <a:pt x="0" y="131"/>
                        <a:pt x="0" y="131"/>
                        <a:pt x="0" y="131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5"/>
                        <a:pt x="10" y="0"/>
                        <a:pt x="22" y="0"/>
                      </a:cubicBezTo>
                      <a:close/>
                    </a:path>
                  </a:pathLst>
                </a:custGeom>
                <a:solidFill>
                  <a:srgbClr val="0056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7" name="iṥľîḋé"/>
                <p:cNvSpPr/>
                <p:nvPr/>
              </p:nvSpPr>
              <p:spPr bwMode="auto">
                <a:xfrm>
                  <a:off x="8816181" y="4215607"/>
                  <a:ext cx="57150" cy="434975"/>
                </a:xfrm>
                <a:custGeom>
                  <a:avLst/>
                  <a:gdLst>
                    <a:gd name="T0" fmla="*/ 22 w 45"/>
                    <a:gd name="T1" fmla="*/ 0 h 346"/>
                    <a:gd name="T2" fmla="*/ 22 w 45"/>
                    <a:gd name="T3" fmla="*/ 0 h 346"/>
                    <a:gd name="T4" fmla="*/ 45 w 45"/>
                    <a:gd name="T5" fmla="*/ 30 h 346"/>
                    <a:gd name="T6" fmla="*/ 45 w 45"/>
                    <a:gd name="T7" fmla="*/ 346 h 346"/>
                    <a:gd name="T8" fmla="*/ 0 w 45"/>
                    <a:gd name="T9" fmla="*/ 346 h 346"/>
                    <a:gd name="T10" fmla="*/ 0 w 45"/>
                    <a:gd name="T11" fmla="*/ 30 h 346"/>
                    <a:gd name="T12" fmla="*/ 22 w 45"/>
                    <a:gd name="T13" fmla="*/ 0 h 3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346">
                      <a:moveTo>
                        <a:pt x="22" y="0"/>
                      </a:move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35" y="0"/>
                        <a:pt x="45" y="14"/>
                        <a:pt x="45" y="30"/>
                      </a:cubicBezTo>
                      <a:cubicBezTo>
                        <a:pt x="45" y="346"/>
                        <a:pt x="45" y="346"/>
                        <a:pt x="45" y="346"/>
                      </a:cubicBezTo>
                      <a:cubicBezTo>
                        <a:pt x="0" y="346"/>
                        <a:pt x="0" y="346"/>
                        <a:pt x="0" y="346"/>
                      </a:cubicBezTo>
                      <a:cubicBezTo>
                        <a:pt x="0" y="30"/>
                        <a:pt x="0" y="30"/>
                        <a:pt x="0" y="30"/>
                      </a:cubicBezTo>
                      <a:cubicBezTo>
                        <a:pt x="0" y="14"/>
                        <a:pt x="10" y="0"/>
                        <a:pt x="22" y="0"/>
                      </a:cubicBezTo>
                      <a:close/>
                    </a:path>
                  </a:pathLst>
                </a:custGeom>
                <a:solidFill>
                  <a:srgbClr val="0056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8" name="iṣľïḋé"/>
                <p:cNvSpPr/>
                <p:nvPr/>
              </p:nvSpPr>
              <p:spPr bwMode="auto">
                <a:xfrm>
                  <a:off x="8920956" y="4245769"/>
                  <a:ext cx="55563" cy="404813"/>
                </a:xfrm>
                <a:custGeom>
                  <a:avLst/>
                  <a:gdLst>
                    <a:gd name="T0" fmla="*/ 22 w 45"/>
                    <a:gd name="T1" fmla="*/ 0 h 323"/>
                    <a:gd name="T2" fmla="*/ 22 w 45"/>
                    <a:gd name="T3" fmla="*/ 0 h 323"/>
                    <a:gd name="T4" fmla="*/ 45 w 45"/>
                    <a:gd name="T5" fmla="*/ 28 h 323"/>
                    <a:gd name="T6" fmla="*/ 45 w 45"/>
                    <a:gd name="T7" fmla="*/ 323 h 323"/>
                    <a:gd name="T8" fmla="*/ 0 w 45"/>
                    <a:gd name="T9" fmla="*/ 323 h 323"/>
                    <a:gd name="T10" fmla="*/ 0 w 45"/>
                    <a:gd name="T11" fmla="*/ 28 h 323"/>
                    <a:gd name="T12" fmla="*/ 22 w 45"/>
                    <a:gd name="T13" fmla="*/ 0 h 3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323">
                      <a:moveTo>
                        <a:pt x="22" y="0"/>
                      </a:move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34" y="0"/>
                        <a:pt x="45" y="13"/>
                        <a:pt x="45" y="28"/>
                      </a:cubicBezTo>
                      <a:cubicBezTo>
                        <a:pt x="45" y="323"/>
                        <a:pt x="45" y="323"/>
                        <a:pt x="45" y="323"/>
                      </a:cubicBezTo>
                      <a:cubicBezTo>
                        <a:pt x="0" y="323"/>
                        <a:pt x="0" y="323"/>
                        <a:pt x="0" y="323"/>
                      </a:cubicBez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0" y="13"/>
                        <a:pt x="10" y="0"/>
                        <a:pt x="22" y="0"/>
                      </a:cubicBezTo>
                      <a:close/>
                    </a:path>
                  </a:pathLst>
                </a:custGeom>
                <a:solidFill>
                  <a:srgbClr val="33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9" name="iśḷidé"/>
                <p:cNvSpPr/>
                <p:nvPr/>
              </p:nvSpPr>
              <p:spPr bwMode="auto">
                <a:xfrm>
                  <a:off x="9014619" y="4144169"/>
                  <a:ext cx="57150" cy="506413"/>
                </a:xfrm>
                <a:custGeom>
                  <a:avLst/>
                  <a:gdLst>
                    <a:gd name="T0" fmla="*/ 23 w 45"/>
                    <a:gd name="T1" fmla="*/ 0 h 403"/>
                    <a:gd name="T2" fmla="*/ 23 w 45"/>
                    <a:gd name="T3" fmla="*/ 0 h 403"/>
                    <a:gd name="T4" fmla="*/ 45 w 45"/>
                    <a:gd name="T5" fmla="*/ 35 h 403"/>
                    <a:gd name="T6" fmla="*/ 45 w 45"/>
                    <a:gd name="T7" fmla="*/ 403 h 403"/>
                    <a:gd name="T8" fmla="*/ 0 w 45"/>
                    <a:gd name="T9" fmla="*/ 403 h 403"/>
                    <a:gd name="T10" fmla="*/ 0 w 45"/>
                    <a:gd name="T11" fmla="*/ 35 h 403"/>
                    <a:gd name="T12" fmla="*/ 23 w 45"/>
                    <a:gd name="T13" fmla="*/ 0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403">
                      <a:moveTo>
                        <a:pt x="23" y="0"/>
                      </a:move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35" y="0"/>
                        <a:pt x="45" y="16"/>
                        <a:pt x="45" y="35"/>
                      </a:cubicBezTo>
                      <a:cubicBezTo>
                        <a:pt x="45" y="403"/>
                        <a:pt x="45" y="403"/>
                        <a:pt x="45" y="403"/>
                      </a:cubicBezTo>
                      <a:cubicBezTo>
                        <a:pt x="0" y="403"/>
                        <a:pt x="0" y="403"/>
                        <a:pt x="0" y="403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16"/>
                        <a:pt x="11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FF66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0" name="îṡḻíḑe"/>
                <p:cNvSpPr/>
                <p:nvPr/>
              </p:nvSpPr>
              <p:spPr bwMode="auto">
                <a:xfrm>
                  <a:off x="9203531" y="4237832"/>
                  <a:ext cx="100013" cy="88900"/>
                </a:xfrm>
                <a:prstGeom prst="rect">
                  <a:avLst/>
                </a:prstGeom>
                <a:solidFill>
                  <a:srgbClr val="FF66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1" name="ísḻídê"/>
                <p:cNvSpPr/>
                <p:nvPr/>
              </p:nvSpPr>
              <p:spPr bwMode="auto">
                <a:xfrm>
                  <a:off x="9203531" y="4385469"/>
                  <a:ext cx="100013" cy="88900"/>
                </a:xfrm>
                <a:prstGeom prst="rect">
                  <a:avLst/>
                </a:prstGeom>
                <a:solidFill>
                  <a:srgbClr val="33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2" name="ïŝḷîdè"/>
                <p:cNvSpPr/>
                <p:nvPr/>
              </p:nvSpPr>
              <p:spPr bwMode="auto">
                <a:xfrm>
                  <a:off x="9203531" y="4537869"/>
                  <a:ext cx="100013" cy="88900"/>
                </a:xfrm>
                <a:prstGeom prst="rect">
                  <a:avLst/>
                </a:prstGeom>
                <a:solidFill>
                  <a:srgbClr val="0056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3" name="í$ļïḑê"/>
                <p:cNvSpPr/>
                <p:nvPr/>
              </p:nvSpPr>
              <p:spPr bwMode="auto">
                <a:xfrm>
                  <a:off x="2736056" y="4018757"/>
                  <a:ext cx="1185863" cy="1308100"/>
                </a:xfrm>
                <a:custGeom>
                  <a:avLst/>
                  <a:gdLst>
                    <a:gd name="T0" fmla="*/ 306 w 944"/>
                    <a:gd name="T1" fmla="*/ 965 h 1042"/>
                    <a:gd name="T2" fmla="*/ 76 w 944"/>
                    <a:gd name="T3" fmla="*/ 983 h 1042"/>
                    <a:gd name="T4" fmla="*/ 58 w 944"/>
                    <a:gd name="T5" fmla="*/ 753 h 1042"/>
                    <a:gd name="T6" fmla="*/ 638 w 944"/>
                    <a:gd name="T7" fmla="*/ 76 h 1042"/>
                    <a:gd name="T8" fmla="*/ 868 w 944"/>
                    <a:gd name="T9" fmla="*/ 59 h 1042"/>
                    <a:gd name="T10" fmla="*/ 886 w 944"/>
                    <a:gd name="T11" fmla="*/ 288 h 1042"/>
                    <a:gd name="T12" fmla="*/ 306 w 944"/>
                    <a:gd name="T13" fmla="*/ 965 h 10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44" h="1042">
                      <a:moveTo>
                        <a:pt x="306" y="965"/>
                      </a:moveTo>
                      <a:cubicBezTo>
                        <a:pt x="247" y="1034"/>
                        <a:pt x="144" y="1042"/>
                        <a:pt x="76" y="983"/>
                      </a:cubicBezTo>
                      <a:cubicBezTo>
                        <a:pt x="8" y="924"/>
                        <a:pt x="0" y="821"/>
                        <a:pt x="58" y="753"/>
                      </a:cubicBezTo>
                      <a:cubicBezTo>
                        <a:pt x="638" y="76"/>
                        <a:pt x="638" y="76"/>
                        <a:pt x="638" y="76"/>
                      </a:cubicBezTo>
                      <a:cubicBezTo>
                        <a:pt x="697" y="8"/>
                        <a:pt x="800" y="0"/>
                        <a:pt x="868" y="59"/>
                      </a:cubicBezTo>
                      <a:cubicBezTo>
                        <a:pt x="937" y="117"/>
                        <a:pt x="944" y="220"/>
                        <a:pt x="886" y="288"/>
                      </a:cubicBezTo>
                      <a:cubicBezTo>
                        <a:pt x="306" y="965"/>
                        <a:pt x="306" y="965"/>
                        <a:pt x="306" y="965"/>
                      </a:cubicBezTo>
                    </a:path>
                  </a:pathLst>
                </a:custGeom>
                <a:solidFill>
                  <a:srgbClr val="CE640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4" name="iSḷiḑe"/>
                <p:cNvSpPr/>
                <p:nvPr/>
              </p:nvSpPr>
              <p:spPr bwMode="auto">
                <a:xfrm>
                  <a:off x="2824956" y="4137819"/>
                  <a:ext cx="1008063" cy="1068388"/>
                </a:xfrm>
                <a:custGeom>
                  <a:avLst/>
                  <a:gdLst>
                    <a:gd name="T0" fmla="*/ 647 w 802"/>
                    <a:gd name="T1" fmla="*/ 0 h 851"/>
                    <a:gd name="T2" fmla="*/ 542 w 802"/>
                    <a:gd name="T3" fmla="*/ 49 h 851"/>
                    <a:gd name="T4" fmla="*/ 50 w 802"/>
                    <a:gd name="T5" fmla="*/ 623 h 851"/>
                    <a:gd name="T6" fmla="*/ 65 w 802"/>
                    <a:gd name="T7" fmla="*/ 818 h 851"/>
                    <a:gd name="T8" fmla="*/ 155 w 802"/>
                    <a:gd name="T9" fmla="*/ 851 h 851"/>
                    <a:gd name="T10" fmla="*/ 260 w 802"/>
                    <a:gd name="T11" fmla="*/ 803 h 851"/>
                    <a:gd name="T12" fmla="*/ 752 w 802"/>
                    <a:gd name="T13" fmla="*/ 229 h 851"/>
                    <a:gd name="T14" fmla="*/ 737 w 802"/>
                    <a:gd name="T15" fmla="*/ 34 h 851"/>
                    <a:gd name="T16" fmla="*/ 647 w 802"/>
                    <a:gd name="T17" fmla="*/ 0 h 8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02" h="851">
                      <a:moveTo>
                        <a:pt x="647" y="0"/>
                      </a:moveTo>
                      <a:cubicBezTo>
                        <a:pt x="608" y="0"/>
                        <a:pt x="569" y="17"/>
                        <a:pt x="542" y="49"/>
                      </a:cubicBezTo>
                      <a:cubicBezTo>
                        <a:pt x="50" y="623"/>
                        <a:pt x="50" y="623"/>
                        <a:pt x="50" y="623"/>
                      </a:cubicBezTo>
                      <a:cubicBezTo>
                        <a:pt x="0" y="681"/>
                        <a:pt x="7" y="768"/>
                        <a:pt x="65" y="818"/>
                      </a:cubicBezTo>
                      <a:cubicBezTo>
                        <a:pt x="91" y="840"/>
                        <a:pt x="123" y="851"/>
                        <a:pt x="155" y="851"/>
                      </a:cubicBezTo>
                      <a:cubicBezTo>
                        <a:pt x="194" y="851"/>
                        <a:pt x="233" y="835"/>
                        <a:pt x="260" y="803"/>
                      </a:cubicBezTo>
                      <a:cubicBezTo>
                        <a:pt x="752" y="229"/>
                        <a:pt x="752" y="229"/>
                        <a:pt x="752" y="229"/>
                      </a:cubicBezTo>
                      <a:cubicBezTo>
                        <a:pt x="802" y="171"/>
                        <a:pt x="795" y="83"/>
                        <a:pt x="737" y="34"/>
                      </a:cubicBezTo>
                      <a:cubicBezTo>
                        <a:pt x="711" y="11"/>
                        <a:pt x="679" y="0"/>
                        <a:pt x="647" y="0"/>
                      </a:cubicBezTo>
                    </a:path>
                  </a:pathLst>
                </a:custGeom>
                <a:solidFill>
                  <a:srgbClr val="D8833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5" name="išlíḑe"/>
                <p:cNvSpPr/>
                <p:nvPr/>
              </p:nvSpPr>
              <p:spPr bwMode="auto">
                <a:xfrm>
                  <a:off x="3747294" y="2404269"/>
                  <a:ext cx="1644650" cy="1643063"/>
                </a:xfrm>
                <a:custGeom>
                  <a:avLst/>
                  <a:gdLst>
                    <a:gd name="T0" fmla="*/ 1099 w 1310"/>
                    <a:gd name="T1" fmla="*/ 1036 h 1309"/>
                    <a:gd name="T2" fmla="*/ 274 w 1310"/>
                    <a:gd name="T3" fmla="*/ 1099 h 1309"/>
                    <a:gd name="T4" fmla="*/ 211 w 1310"/>
                    <a:gd name="T5" fmla="*/ 274 h 1309"/>
                    <a:gd name="T6" fmla="*/ 1036 w 1310"/>
                    <a:gd name="T7" fmla="*/ 210 h 1309"/>
                    <a:gd name="T8" fmla="*/ 1099 w 1310"/>
                    <a:gd name="T9" fmla="*/ 1036 h 13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10" h="1309">
                      <a:moveTo>
                        <a:pt x="1099" y="1036"/>
                      </a:moveTo>
                      <a:cubicBezTo>
                        <a:pt x="889" y="1281"/>
                        <a:pt x="520" y="1309"/>
                        <a:pt x="274" y="1099"/>
                      </a:cubicBezTo>
                      <a:cubicBezTo>
                        <a:pt x="29" y="889"/>
                        <a:pt x="0" y="519"/>
                        <a:pt x="211" y="274"/>
                      </a:cubicBezTo>
                      <a:cubicBezTo>
                        <a:pt x="421" y="29"/>
                        <a:pt x="790" y="0"/>
                        <a:pt x="1036" y="210"/>
                      </a:cubicBezTo>
                      <a:cubicBezTo>
                        <a:pt x="1281" y="421"/>
                        <a:pt x="1310" y="790"/>
                        <a:pt x="1099" y="1036"/>
                      </a:cubicBezTo>
                    </a:path>
                  </a:pathLst>
                </a:custGeom>
                <a:solidFill>
                  <a:srgbClr val="D3D3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6" name="îṧḻíḋe"/>
                <p:cNvSpPr/>
                <p:nvPr/>
              </p:nvSpPr>
              <p:spPr bwMode="auto">
                <a:xfrm>
                  <a:off x="3679031" y="4044157"/>
                  <a:ext cx="219075" cy="206375"/>
                </a:xfrm>
                <a:custGeom>
                  <a:avLst/>
                  <a:gdLst>
                    <a:gd name="T0" fmla="*/ 11 w 174"/>
                    <a:gd name="T1" fmla="*/ 0 h 164"/>
                    <a:gd name="T2" fmla="*/ 3 w 174"/>
                    <a:gd name="T3" fmla="*/ 0 h 164"/>
                    <a:gd name="T4" fmla="*/ 66 w 174"/>
                    <a:gd name="T5" fmla="*/ 117 h 164"/>
                    <a:gd name="T6" fmla="*/ 174 w 174"/>
                    <a:gd name="T7" fmla="*/ 164 h 164"/>
                    <a:gd name="T8" fmla="*/ 174 w 174"/>
                    <a:gd name="T9" fmla="*/ 164 h 164"/>
                    <a:gd name="T10" fmla="*/ 171 w 174"/>
                    <a:gd name="T11" fmla="*/ 133 h 164"/>
                    <a:gd name="T12" fmla="*/ 171 w 174"/>
                    <a:gd name="T13" fmla="*/ 134 h 164"/>
                    <a:gd name="T14" fmla="*/ 161 w 174"/>
                    <a:gd name="T15" fmla="*/ 134 h 164"/>
                    <a:gd name="T16" fmla="*/ 31 w 174"/>
                    <a:gd name="T17" fmla="*/ 1 h 164"/>
                    <a:gd name="T18" fmla="*/ 11 w 174"/>
                    <a:gd name="T19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4" h="164">
                      <a:moveTo>
                        <a:pt x="11" y="0"/>
                      </a:moveTo>
                      <a:cubicBezTo>
                        <a:pt x="8" y="0"/>
                        <a:pt x="5" y="0"/>
                        <a:pt x="3" y="0"/>
                      </a:cubicBezTo>
                      <a:cubicBezTo>
                        <a:pt x="0" y="34"/>
                        <a:pt x="24" y="80"/>
                        <a:pt x="66" y="117"/>
                      </a:cubicBezTo>
                      <a:cubicBezTo>
                        <a:pt x="102" y="147"/>
                        <a:pt x="142" y="164"/>
                        <a:pt x="174" y="164"/>
                      </a:cubicBezTo>
                      <a:cubicBezTo>
                        <a:pt x="174" y="164"/>
                        <a:pt x="174" y="164"/>
                        <a:pt x="174" y="164"/>
                      </a:cubicBezTo>
                      <a:cubicBezTo>
                        <a:pt x="174" y="153"/>
                        <a:pt x="173" y="143"/>
                        <a:pt x="171" y="133"/>
                      </a:cubicBezTo>
                      <a:cubicBezTo>
                        <a:pt x="171" y="134"/>
                        <a:pt x="171" y="134"/>
                        <a:pt x="171" y="134"/>
                      </a:cubicBezTo>
                      <a:cubicBezTo>
                        <a:pt x="167" y="134"/>
                        <a:pt x="164" y="134"/>
                        <a:pt x="161" y="134"/>
                      </a:cubicBezTo>
                      <a:cubicBezTo>
                        <a:pt x="40" y="134"/>
                        <a:pt x="32" y="6"/>
                        <a:pt x="31" y="1"/>
                      </a:cubicBezTo>
                      <a:cubicBezTo>
                        <a:pt x="25" y="0"/>
                        <a:pt x="18" y="0"/>
                        <a:pt x="11" y="0"/>
                      </a:cubicBezTo>
                    </a:path>
                  </a:pathLst>
                </a:custGeom>
                <a:solidFill>
                  <a:srgbClr val="B95A0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7" name="ïŝļíďé"/>
                <p:cNvSpPr/>
                <p:nvPr/>
              </p:nvSpPr>
              <p:spPr bwMode="auto">
                <a:xfrm>
                  <a:off x="4058444" y="2459832"/>
                  <a:ext cx="311150" cy="1500188"/>
                </a:xfrm>
                <a:custGeom>
                  <a:avLst/>
                  <a:gdLst>
                    <a:gd name="T0" fmla="*/ 0 w 196"/>
                    <a:gd name="T1" fmla="*/ 88 h 945"/>
                    <a:gd name="T2" fmla="*/ 0 w 196"/>
                    <a:gd name="T3" fmla="*/ 893 h 945"/>
                    <a:gd name="T4" fmla="*/ 196 w 196"/>
                    <a:gd name="T5" fmla="*/ 945 h 945"/>
                    <a:gd name="T6" fmla="*/ 196 w 196"/>
                    <a:gd name="T7" fmla="*/ 0 h 945"/>
                    <a:gd name="T8" fmla="*/ 0 w 196"/>
                    <a:gd name="T9" fmla="*/ 88 h 9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6" h="945">
                      <a:moveTo>
                        <a:pt x="0" y="88"/>
                      </a:moveTo>
                      <a:lnTo>
                        <a:pt x="0" y="893"/>
                      </a:lnTo>
                      <a:lnTo>
                        <a:pt x="196" y="945"/>
                      </a:lnTo>
                      <a:lnTo>
                        <a:pt x="196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rgbClr val="1C3B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8" name="ïṥ1îḑê"/>
                <p:cNvSpPr/>
                <p:nvPr/>
              </p:nvSpPr>
              <p:spPr bwMode="auto">
                <a:xfrm>
                  <a:off x="4058444" y="2459832"/>
                  <a:ext cx="311150" cy="1500188"/>
                </a:xfrm>
                <a:custGeom>
                  <a:avLst/>
                  <a:gdLst>
                    <a:gd name="T0" fmla="*/ 0 w 196"/>
                    <a:gd name="T1" fmla="*/ 88 h 945"/>
                    <a:gd name="T2" fmla="*/ 0 w 196"/>
                    <a:gd name="T3" fmla="*/ 893 h 945"/>
                    <a:gd name="T4" fmla="*/ 196 w 196"/>
                    <a:gd name="T5" fmla="*/ 945 h 945"/>
                    <a:gd name="T6" fmla="*/ 196 w 196"/>
                    <a:gd name="T7" fmla="*/ 0 h 945"/>
                    <a:gd name="T8" fmla="*/ 0 w 196"/>
                    <a:gd name="T9" fmla="*/ 88 h 9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6" h="945">
                      <a:moveTo>
                        <a:pt x="0" y="88"/>
                      </a:moveTo>
                      <a:lnTo>
                        <a:pt x="0" y="893"/>
                      </a:lnTo>
                      <a:lnTo>
                        <a:pt x="196" y="945"/>
                      </a:lnTo>
                      <a:lnTo>
                        <a:pt x="196" y="0"/>
                      </a:lnTo>
                      <a:lnTo>
                        <a:pt x="0" y="88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9" name="iṥḻidé"/>
                <p:cNvSpPr/>
                <p:nvPr/>
              </p:nvSpPr>
              <p:spPr bwMode="auto">
                <a:xfrm>
                  <a:off x="3544094" y="2175669"/>
                  <a:ext cx="2076450" cy="2090738"/>
                </a:xfrm>
                <a:custGeom>
                  <a:avLst/>
                  <a:gdLst>
                    <a:gd name="T0" fmla="*/ 1385 w 1654"/>
                    <a:gd name="T1" fmla="*/ 1324 h 1666"/>
                    <a:gd name="T2" fmla="*/ 1304 w 1654"/>
                    <a:gd name="T3" fmla="*/ 269 h 1666"/>
                    <a:gd name="T4" fmla="*/ 249 w 1654"/>
                    <a:gd name="T5" fmla="*/ 350 h 1666"/>
                    <a:gd name="T6" fmla="*/ 266 w 1654"/>
                    <a:gd name="T7" fmla="*/ 1342 h 1666"/>
                    <a:gd name="T8" fmla="*/ 139 w 1654"/>
                    <a:gd name="T9" fmla="*/ 1490 h 1666"/>
                    <a:gd name="T10" fmla="*/ 279 w 1654"/>
                    <a:gd name="T11" fmla="*/ 1623 h 1666"/>
                    <a:gd name="T12" fmla="*/ 413 w 1654"/>
                    <a:gd name="T13" fmla="*/ 1466 h 1666"/>
                    <a:gd name="T14" fmla="*/ 1385 w 1654"/>
                    <a:gd name="T15" fmla="*/ 1324 h 1666"/>
                    <a:gd name="T16" fmla="*/ 436 w 1654"/>
                    <a:gd name="T17" fmla="*/ 1281 h 1666"/>
                    <a:gd name="T18" fmla="*/ 373 w 1654"/>
                    <a:gd name="T19" fmla="*/ 456 h 1666"/>
                    <a:gd name="T20" fmla="*/ 1198 w 1654"/>
                    <a:gd name="T21" fmla="*/ 392 h 1666"/>
                    <a:gd name="T22" fmla="*/ 1261 w 1654"/>
                    <a:gd name="T23" fmla="*/ 1218 h 1666"/>
                    <a:gd name="T24" fmla="*/ 436 w 1654"/>
                    <a:gd name="T25" fmla="*/ 1281 h 16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54" h="1666">
                      <a:moveTo>
                        <a:pt x="1385" y="1324"/>
                      </a:moveTo>
                      <a:cubicBezTo>
                        <a:pt x="1654" y="1010"/>
                        <a:pt x="1618" y="537"/>
                        <a:pt x="1304" y="269"/>
                      </a:cubicBezTo>
                      <a:cubicBezTo>
                        <a:pt x="990" y="0"/>
                        <a:pt x="518" y="36"/>
                        <a:pt x="249" y="350"/>
                      </a:cubicBezTo>
                      <a:cubicBezTo>
                        <a:pt x="0" y="641"/>
                        <a:pt x="13" y="1067"/>
                        <a:pt x="266" y="1342"/>
                      </a:cubicBezTo>
                      <a:cubicBezTo>
                        <a:pt x="139" y="1490"/>
                        <a:pt x="139" y="1490"/>
                        <a:pt x="139" y="1490"/>
                      </a:cubicBezTo>
                      <a:cubicBezTo>
                        <a:pt x="139" y="1490"/>
                        <a:pt x="146" y="1630"/>
                        <a:pt x="279" y="1623"/>
                      </a:cubicBezTo>
                      <a:cubicBezTo>
                        <a:pt x="413" y="1466"/>
                        <a:pt x="413" y="1466"/>
                        <a:pt x="413" y="1466"/>
                      </a:cubicBezTo>
                      <a:cubicBezTo>
                        <a:pt x="722" y="1666"/>
                        <a:pt x="1139" y="1611"/>
                        <a:pt x="1385" y="1324"/>
                      </a:cubicBezTo>
                      <a:moveTo>
                        <a:pt x="436" y="1281"/>
                      </a:moveTo>
                      <a:cubicBezTo>
                        <a:pt x="191" y="1071"/>
                        <a:pt x="162" y="701"/>
                        <a:pt x="373" y="456"/>
                      </a:cubicBezTo>
                      <a:cubicBezTo>
                        <a:pt x="583" y="211"/>
                        <a:pt x="952" y="182"/>
                        <a:pt x="1198" y="392"/>
                      </a:cubicBezTo>
                      <a:cubicBezTo>
                        <a:pt x="1443" y="603"/>
                        <a:pt x="1472" y="972"/>
                        <a:pt x="1261" y="1218"/>
                      </a:cubicBezTo>
                      <a:cubicBezTo>
                        <a:pt x="1051" y="1463"/>
                        <a:pt x="682" y="1491"/>
                        <a:pt x="436" y="1281"/>
                      </a:cubicBezTo>
                    </a:path>
                  </a:pathLst>
                </a:custGeom>
                <a:solidFill>
                  <a:srgbClr val="1ABC9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0" name="íṡļïḋe"/>
                <p:cNvSpPr/>
                <p:nvPr/>
              </p:nvSpPr>
              <p:spPr bwMode="auto">
                <a:xfrm>
                  <a:off x="4369594" y="2491582"/>
                  <a:ext cx="884238" cy="463550"/>
                </a:xfrm>
                <a:custGeom>
                  <a:avLst/>
                  <a:gdLst>
                    <a:gd name="T0" fmla="*/ 159 w 703"/>
                    <a:gd name="T1" fmla="*/ 0 h 369"/>
                    <a:gd name="T2" fmla="*/ 0 w 703"/>
                    <a:gd name="T3" fmla="*/ 21 h 369"/>
                    <a:gd name="T4" fmla="*/ 0 w 703"/>
                    <a:gd name="T5" fmla="*/ 74 h 369"/>
                    <a:gd name="T6" fmla="*/ 133 w 703"/>
                    <a:gd name="T7" fmla="*/ 61 h 369"/>
                    <a:gd name="T8" fmla="*/ 703 w 703"/>
                    <a:gd name="T9" fmla="*/ 369 h 369"/>
                    <a:gd name="T10" fmla="*/ 540 w 703"/>
                    <a:gd name="T11" fmla="*/ 140 h 369"/>
                    <a:gd name="T12" fmla="*/ 159 w 703"/>
                    <a:gd name="T13" fmla="*/ 0 h 3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03" h="369">
                      <a:moveTo>
                        <a:pt x="159" y="0"/>
                      </a:moveTo>
                      <a:cubicBezTo>
                        <a:pt x="106" y="0"/>
                        <a:pt x="52" y="7"/>
                        <a:pt x="0" y="21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47" y="65"/>
                        <a:pt x="91" y="61"/>
                        <a:pt x="133" y="61"/>
                      </a:cubicBezTo>
                      <a:cubicBezTo>
                        <a:pt x="407" y="61"/>
                        <a:pt x="598" y="236"/>
                        <a:pt x="703" y="369"/>
                      </a:cubicBezTo>
                      <a:cubicBezTo>
                        <a:pt x="669" y="283"/>
                        <a:pt x="615" y="204"/>
                        <a:pt x="540" y="140"/>
                      </a:cubicBezTo>
                      <a:cubicBezTo>
                        <a:pt x="430" y="46"/>
                        <a:pt x="294" y="0"/>
                        <a:pt x="159" y="0"/>
                      </a:cubicBezTo>
                    </a:path>
                  </a:pathLst>
                </a:custGeom>
                <a:solidFill>
                  <a:srgbClr val="A9A9A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1" name="îṩ1îďè"/>
                <p:cNvSpPr/>
                <p:nvPr/>
              </p:nvSpPr>
              <p:spPr bwMode="auto">
                <a:xfrm>
                  <a:off x="4058444" y="2518569"/>
                  <a:ext cx="311150" cy="182563"/>
                </a:xfrm>
                <a:custGeom>
                  <a:avLst/>
                  <a:gdLst>
                    <a:gd name="T0" fmla="*/ 248 w 248"/>
                    <a:gd name="T1" fmla="*/ 0 h 145"/>
                    <a:gd name="T2" fmla="*/ 94 w 248"/>
                    <a:gd name="T3" fmla="*/ 69 h 145"/>
                    <a:gd name="T4" fmla="*/ 0 w 248"/>
                    <a:gd name="T5" fmla="*/ 145 h 145"/>
                    <a:gd name="T6" fmla="*/ 248 w 248"/>
                    <a:gd name="T7" fmla="*/ 53 h 145"/>
                    <a:gd name="T8" fmla="*/ 248 w 248"/>
                    <a:gd name="T9" fmla="*/ 0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8" h="145">
                      <a:moveTo>
                        <a:pt x="248" y="0"/>
                      </a:moveTo>
                      <a:cubicBezTo>
                        <a:pt x="194" y="16"/>
                        <a:pt x="142" y="39"/>
                        <a:pt x="94" y="69"/>
                      </a:cubicBezTo>
                      <a:cubicBezTo>
                        <a:pt x="60" y="91"/>
                        <a:pt x="29" y="116"/>
                        <a:pt x="0" y="145"/>
                      </a:cubicBezTo>
                      <a:cubicBezTo>
                        <a:pt x="88" y="98"/>
                        <a:pt x="171" y="68"/>
                        <a:pt x="248" y="53"/>
                      </a:cubicBezTo>
                      <a:cubicBezTo>
                        <a:pt x="248" y="0"/>
                        <a:pt x="248" y="0"/>
                        <a:pt x="248" y="0"/>
                      </a:cubicBezTo>
                    </a:path>
                  </a:pathLst>
                </a:custGeom>
                <a:solidFill>
                  <a:srgbClr val="162F4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2" name="í$1ídê"/>
                <p:cNvSpPr/>
                <p:nvPr/>
              </p:nvSpPr>
              <p:spPr bwMode="auto">
                <a:xfrm>
                  <a:off x="4175919" y="2489994"/>
                  <a:ext cx="1085850" cy="476250"/>
                </a:xfrm>
                <a:custGeom>
                  <a:avLst/>
                  <a:gdLst>
                    <a:gd name="T0" fmla="*/ 317 w 864"/>
                    <a:gd name="T1" fmla="*/ 0 h 380"/>
                    <a:gd name="T2" fmla="*/ 0 w 864"/>
                    <a:gd name="T3" fmla="*/ 92 h 380"/>
                    <a:gd name="T4" fmla="*/ 154 w 864"/>
                    <a:gd name="T5" fmla="*/ 23 h 380"/>
                    <a:gd name="T6" fmla="*/ 313 w 864"/>
                    <a:gd name="T7" fmla="*/ 2 h 380"/>
                    <a:gd name="T8" fmla="*/ 694 w 864"/>
                    <a:gd name="T9" fmla="*/ 142 h 380"/>
                    <a:gd name="T10" fmla="*/ 857 w 864"/>
                    <a:gd name="T11" fmla="*/ 371 h 380"/>
                    <a:gd name="T12" fmla="*/ 864 w 864"/>
                    <a:gd name="T13" fmla="*/ 380 h 380"/>
                    <a:gd name="T14" fmla="*/ 697 w 864"/>
                    <a:gd name="T15" fmla="*/ 140 h 380"/>
                    <a:gd name="T16" fmla="*/ 317 w 864"/>
                    <a:gd name="T17" fmla="*/ 0 h 3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64" h="380">
                      <a:moveTo>
                        <a:pt x="317" y="0"/>
                      </a:moveTo>
                      <a:cubicBezTo>
                        <a:pt x="206" y="0"/>
                        <a:pt x="95" y="31"/>
                        <a:pt x="0" y="92"/>
                      </a:cubicBezTo>
                      <a:cubicBezTo>
                        <a:pt x="48" y="62"/>
                        <a:pt x="100" y="39"/>
                        <a:pt x="154" y="23"/>
                      </a:cubicBezTo>
                      <a:cubicBezTo>
                        <a:pt x="206" y="9"/>
                        <a:pt x="260" y="2"/>
                        <a:pt x="313" y="2"/>
                      </a:cubicBezTo>
                      <a:cubicBezTo>
                        <a:pt x="448" y="2"/>
                        <a:pt x="584" y="48"/>
                        <a:pt x="694" y="142"/>
                      </a:cubicBezTo>
                      <a:cubicBezTo>
                        <a:pt x="769" y="206"/>
                        <a:pt x="823" y="285"/>
                        <a:pt x="857" y="371"/>
                      </a:cubicBezTo>
                      <a:cubicBezTo>
                        <a:pt x="859" y="374"/>
                        <a:pt x="862" y="377"/>
                        <a:pt x="864" y="380"/>
                      </a:cubicBezTo>
                      <a:cubicBezTo>
                        <a:pt x="831" y="290"/>
                        <a:pt x="775" y="207"/>
                        <a:pt x="697" y="140"/>
                      </a:cubicBezTo>
                      <a:cubicBezTo>
                        <a:pt x="587" y="46"/>
                        <a:pt x="451" y="0"/>
                        <a:pt x="317" y="0"/>
                      </a:cubicBezTo>
                    </a:path>
                  </a:pathLst>
                </a:custGeom>
                <a:solidFill>
                  <a:srgbClr val="15967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21" name="íšḻîďe"/>
              <p:cNvGrpSpPr/>
              <p:nvPr/>
            </p:nvGrpSpPr>
            <p:grpSpPr>
              <a:xfrm>
                <a:off x="10366789" y="2181002"/>
                <a:ext cx="907705" cy="897460"/>
                <a:chOff x="9831002" y="1778527"/>
                <a:chExt cx="1198362" cy="1184836"/>
              </a:xfrm>
            </p:grpSpPr>
            <p:sp>
              <p:nvSpPr>
                <p:cNvPr id="22" name="íṧ1íḋê"/>
                <p:cNvSpPr/>
                <p:nvPr/>
              </p:nvSpPr>
              <p:spPr bwMode="auto">
                <a:xfrm>
                  <a:off x="9831002" y="1778527"/>
                  <a:ext cx="1198362" cy="1184836"/>
                </a:xfrm>
                <a:prstGeom prst="wedgeEllipseCallout">
                  <a:avLst>
                    <a:gd name="adj1" fmla="val -61075"/>
                    <a:gd name="adj2" fmla="val -40893"/>
                  </a:avLst>
                </a:prstGeom>
                <a:solidFill>
                  <a:schemeClr val="bg1">
                    <a:lumMod val="50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dk1"/>
                    </a:solidFill>
                  </a:endParaRPr>
                </a:p>
              </p:txBody>
            </p:sp>
            <p:grpSp>
              <p:nvGrpSpPr>
                <p:cNvPr id="23" name="ísľïḑé"/>
                <p:cNvGrpSpPr/>
                <p:nvPr/>
              </p:nvGrpSpPr>
              <p:grpSpPr>
                <a:xfrm>
                  <a:off x="10034454" y="2154759"/>
                  <a:ext cx="817967" cy="458344"/>
                  <a:chOff x="922942" y="1427516"/>
                  <a:chExt cx="2161608" cy="1211245"/>
                </a:xfrm>
              </p:grpSpPr>
              <p:sp>
                <p:nvSpPr>
                  <p:cNvPr id="24" name="ïṥlíḍe"/>
                  <p:cNvSpPr txBox="1"/>
                  <p:nvPr/>
                </p:nvSpPr>
                <p:spPr>
                  <a:xfrm>
                    <a:off x="922942" y="2168860"/>
                    <a:ext cx="2161608" cy="46990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prstTxWarp prst="textPlain">
                      <a:avLst/>
                    </a:prstTxWarp>
                    <a:spAutoFit/>
                  </a:bodyPr>
                  <a:lstStyle/>
                  <a:p>
                    <a:r>
                      <a:rPr lang="en-US" altLang="zh-CN" sz="16600" dirty="0">
                        <a:solidFill>
                          <a:schemeClr val="bg1"/>
                        </a:solidFill>
                      </a:rPr>
                      <a:t>REPORT</a:t>
                    </a:r>
                    <a:endParaRPr lang="zh-CN" altLang="en-US" sz="166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5" name="íŝļiďê"/>
                  <p:cNvSpPr txBox="1"/>
                  <p:nvPr/>
                </p:nvSpPr>
                <p:spPr>
                  <a:xfrm>
                    <a:off x="926965" y="1427516"/>
                    <a:ext cx="2157585" cy="6711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prstTxWarp prst="textPlain">
                      <a:avLst/>
                    </a:prstTxWarp>
                    <a:spAutoFit/>
                  </a:bodyPr>
                  <a:lstStyle/>
                  <a:p>
                    <a:r>
                      <a:rPr lang="en-US" altLang="zh-CN" sz="9600" dirty="0">
                        <a:solidFill>
                          <a:schemeClr val="bg1"/>
                        </a:solidFill>
                      </a:rPr>
                      <a:t>2018</a:t>
                    </a:r>
                    <a:endParaRPr lang="zh-CN" altLang="en-US" sz="9600" dirty="0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</p:grpSp>
        <p:sp>
          <p:nvSpPr>
            <p:cNvPr id="19" name="îşľíḓé"/>
            <p:cNvSpPr txBox="1"/>
            <p:nvPr/>
          </p:nvSpPr>
          <p:spPr>
            <a:xfrm>
              <a:off x="688975" y="1523359"/>
              <a:ext cx="5314438" cy="1468059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 fontScale="92500"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 algn="just">
                <a:lnSpc>
                  <a:spcPct val="150000"/>
                </a:lnSpc>
              </a:pPr>
              <a:r>
                <a:rPr lang="en-US" altLang="zh-CN" sz="1700" b="1" dirty="0"/>
                <a:t>Theme color makes PPT more convenient to change.</a:t>
              </a:r>
              <a:endParaRPr lang="en-US" altLang="zh-CN" sz="1700" b="1" dirty="0"/>
            </a:p>
            <a:p>
              <a:pPr algn="just"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altLang="zh-CN" sz="1600" b="1" dirty="0"/>
            </a:p>
            <a:p>
              <a:pPr algn="just">
                <a:lnSpc>
                  <a:spcPct val="150000"/>
                </a:lnSpc>
              </a:pP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0fd8bebb-7a96-4533-9b50-1fdcac53c87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50324" y="1286190"/>
            <a:ext cx="10491352" cy="4446957"/>
            <a:chOff x="850324" y="1286190"/>
            <a:chExt cx="10491352" cy="4446957"/>
          </a:xfrm>
        </p:grpSpPr>
        <p:sp>
          <p:nvSpPr>
            <p:cNvPr id="6" name="ïş1ïdé"/>
            <p:cNvSpPr/>
            <p:nvPr/>
          </p:nvSpPr>
          <p:spPr bwMode="auto">
            <a:xfrm>
              <a:off x="4120793" y="4603850"/>
              <a:ext cx="928540" cy="94033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marL="0" marR="0" lvl="0" indent="0" algn="ctr" defTabSz="115189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dirty="0">
                  <a:solidFill>
                    <a:srgbClr val="FFFFFF"/>
                  </a:solidFill>
                  <a:latin typeface="Impact" panose="020B0806030902050204" pitchFamily="34" charset="0"/>
                </a:rPr>
                <a:t>01</a:t>
              </a:r>
              <a:endParaRPr lang="en-US" altLang="zh-CN" sz="2800" dirty="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7" name="îṧḷiḍê"/>
            <p:cNvSpPr/>
            <p:nvPr/>
          </p:nvSpPr>
          <p:spPr bwMode="auto">
            <a:xfrm>
              <a:off x="2837326" y="2852524"/>
              <a:ext cx="1174447" cy="118936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marL="0" marR="0" lvl="0" indent="0" algn="ctr" defTabSz="115189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Impact" panose="020B0806030902050204" pitchFamily="34" charset="0"/>
                </a:rPr>
                <a:t>02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mpact" panose="020B0806030902050204" pitchFamily="34" charset="0"/>
              </a:endParaRPr>
            </a:p>
          </p:txBody>
        </p:sp>
        <p:sp>
          <p:nvSpPr>
            <p:cNvPr id="8" name="i$ļïḋê"/>
            <p:cNvSpPr/>
            <p:nvPr/>
          </p:nvSpPr>
          <p:spPr bwMode="auto">
            <a:xfrm>
              <a:off x="4612929" y="2503777"/>
              <a:ext cx="1064965" cy="1080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marL="0" marR="0" lvl="0" indent="0" algn="ctr" defTabSz="115189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dirty="0">
                  <a:solidFill>
                    <a:srgbClr val="FFFFFF"/>
                  </a:solidFill>
                  <a:latin typeface="Impact" panose="020B0806030902050204" pitchFamily="34" charset="0"/>
                </a:rPr>
                <a:t>03</a:t>
              </a:r>
              <a:endParaRPr lang="en-US" altLang="zh-CN" sz="2800" dirty="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9" name="islíḓè"/>
            <p:cNvSpPr/>
            <p:nvPr/>
          </p:nvSpPr>
          <p:spPr bwMode="auto">
            <a:xfrm>
              <a:off x="7782143" y="3025578"/>
              <a:ext cx="1362704" cy="13800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marL="0" marR="0" lvl="0" indent="0" algn="ctr" defTabSz="115189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dirty="0">
                  <a:solidFill>
                    <a:srgbClr val="FFFFFF"/>
                  </a:solidFill>
                  <a:latin typeface="Impact" panose="020B0806030902050204" pitchFamily="34" charset="0"/>
                </a:rPr>
                <a:t>05</a:t>
              </a:r>
              <a:endParaRPr lang="en-US" altLang="zh-CN" sz="2800" dirty="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" name="iṧľide"/>
            <p:cNvSpPr/>
            <p:nvPr/>
          </p:nvSpPr>
          <p:spPr bwMode="auto">
            <a:xfrm>
              <a:off x="6122030" y="1286190"/>
              <a:ext cx="1672093" cy="169333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marL="0" marR="0" lvl="0" indent="0" algn="ctr" defTabSz="115189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4000" dirty="0">
                  <a:solidFill>
                    <a:srgbClr val="FFFFFF"/>
                  </a:solidFill>
                  <a:latin typeface="Impact" panose="020B0806030902050204" pitchFamily="34" charset="0"/>
                </a:rPr>
                <a:t>04</a:t>
              </a:r>
              <a:endParaRPr lang="en-US" altLang="zh-CN" sz="4000" dirty="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11" name="直接连接符 10"/>
            <p:cNvCxnSpPr>
              <a:stCxn id="6" idx="1"/>
              <a:endCxn id="7" idx="5"/>
            </p:cNvCxnSpPr>
            <p:nvPr/>
          </p:nvCxnSpPr>
          <p:spPr>
            <a:xfrm flipH="1" flipV="1">
              <a:off x="3839779" y="3867711"/>
              <a:ext cx="416996" cy="873848"/>
            </a:xfrm>
            <a:prstGeom prst="line">
              <a:avLst/>
            </a:prstGeom>
            <a:ln w="6350" cap="rnd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7" idx="6"/>
              <a:endCxn id="8" idx="2"/>
            </p:cNvCxnSpPr>
            <p:nvPr/>
          </p:nvCxnSpPr>
          <p:spPr>
            <a:xfrm flipV="1">
              <a:off x="4011773" y="3044031"/>
              <a:ext cx="601156" cy="403176"/>
            </a:xfrm>
            <a:prstGeom prst="line">
              <a:avLst/>
            </a:prstGeom>
            <a:ln w="6350" cap="rnd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8" idx="7"/>
              <a:endCxn id="10" idx="2"/>
            </p:cNvCxnSpPr>
            <p:nvPr/>
          </p:nvCxnSpPr>
          <p:spPr>
            <a:xfrm flipV="1">
              <a:off x="5521933" y="2132857"/>
              <a:ext cx="600097" cy="529157"/>
            </a:xfrm>
            <a:prstGeom prst="line">
              <a:avLst/>
            </a:prstGeom>
            <a:ln w="6350" cap="rnd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10" idx="6"/>
              <a:endCxn id="9" idx="0"/>
            </p:cNvCxnSpPr>
            <p:nvPr/>
          </p:nvCxnSpPr>
          <p:spPr>
            <a:xfrm>
              <a:off x="7794123" y="2132857"/>
              <a:ext cx="669372" cy="892721"/>
            </a:xfrm>
            <a:prstGeom prst="line">
              <a:avLst/>
            </a:prstGeom>
            <a:ln w="6350" cap="rnd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6" idx="2"/>
            </p:cNvCxnSpPr>
            <p:nvPr/>
          </p:nvCxnSpPr>
          <p:spPr>
            <a:xfrm flipH="1">
              <a:off x="3089979" y="5074017"/>
              <a:ext cx="1030814" cy="0"/>
            </a:xfrm>
            <a:prstGeom prst="line">
              <a:avLst/>
            </a:prstGeom>
            <a:ln w="6350" cap="rnd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íşḷïďé"/>
            <p:cNvSpPr/>
            <p:nvPr/>
          </p:nvSpPr>
          <p:spPr bwMode="auto">
            <a:xfrm>
              <a:off x="850324" y="4959833"/>
              <a:ext cx="219591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7" name="íṧḻïďè"/>
            <p:cNvSpPr txBox="1"/>
            <p:nvPr/>
          </p:nvSpPr>
          <p:spPr bwMode="auto">
            <a:xfrm>
              <a:off x="850324" y="4608694"/>
              <a:ext cx="2195910" cy="3511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 lnSpcReduction="10000"/>
            </a:bodyPr>
            <a:lstStyle/>
            <a:p>
              <a:pPr marL="0" marR="0" lvl="0" indent="0" algn="l" defTabSz="914400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Text here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8" name="íṣļïḋe"/>
            <p:cNvSpPr/>
            <p:nvPr/>
          </p:nvSpPr>
          <p:spPr bwMode="auto">
            <a:xfrm>
              <a:off x="9145766" y="3545221"/>
              <a:ext cx="219591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9" name="îṣļíďê"/>
            <p:cNvSpPr txBox="1"/>
            <p:nvPr/>
          </p:nvSpPr>
          <p:spPr bwMode="auto">
            <a:xfrm>
              <a:off x="9145766" y="3194082"/>
              <a:ext cx="2195910" cy="351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 lnSpcReduction="10000"/>
            </a:bodyPr>
            <a:lstStyle/>
            <a:p>
              <a:pPr marL="0" marR="0" lvl="0" indent="0" algn="l" defTabSz="914400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Text here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0" name="íṡlîḑè"/>
            <p:cNvSpPr/>
            <p:nvPr/>
          </p:nvSpPr>
          <p:spPr bwMode="auto">
            <a:xfrm>
              <a:off x="850324" y="2895138"/>
              <a:ext cx="219591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21" name="íṩļîḓè"/>
            <p:cNvSpPr txBox="1"/>
            <p:nvPr/>
          </p:nvSpPr>
          <p:spPr bwMode="auto">
            <a:xfrm>
              <a:off x="850324" y="2543999"/>
              <a:ext cx="2195910" cy="351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 lnSpcReduction="10000"/>
            </a:bodyPr>
            <a:lstStyle/>
            <a:p>
              <a:pPr marL="0" marR="0" lvl="0" indent="0" algn="l" defTabSz="914400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Text here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2" name="í$liḑè"/>
            <p:cNvSpPr/>
            <p:nvPr/>
          </p:nvSpPr>
          <p:spPr bwMode="auto">
            <a:xfrm>
              <a:off x="2931645" y="2011723"/>
              <a:ext cx="219591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23" name="i$lïde"/>
            <p:cNvSpPr txBox="1"/>
            <p:nvPr/>
          </p:nvSpPr>
          <p:spPr bwMode="auto">
            <a:xfrm>
              <a:off x="2931645" y="1660584"/>
              <a:ext cx="2195910" cy="351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 lnSpcReduction="10000"/>
            </a:bodyPr>
            <a:lstStyle/>
            <a:p>
              <a:pPr marL="0" marR="0" lvl="0" indent="0" algn="l" defTabSz="914400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Text here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4" name="ïṩļíḍé"/>
            <p:cNvSpPr/>
            <p:nvPr/>
          </p:nvSpPr>
          <p:spPr bwMode="auto">
            <a:xfrm>
              <a:off x="7830921" y="1707636"/>
              <a:ext cx="219591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25" name="ísḻîḑé"/>
            <p:cNvSpPr txBox="1"/>
            <p:nvPr/>
          </p:nvSpPr>
          <p:spPr bwMode="auto">
            <a:xfrm>
              <a:off x="7830921" y="1356497"/>
              <a:ext cx="2195910" cy="351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 lnSpcReduction="10000"/>
            </a:bodyPr>
            <a:lstStyle/>
            <a:p>
              <a:pPr marL="0" marR="0" lvl="0" indent="0" algn="l" defTabSz="914400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Text here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26" name="íŝ1îḑé"/>
            <p:cNvSpPr/>
            <p:nvPr/>
          </p:nvSpPr>
          <p:spPr bwMode="auto">
            <a:xfrm>
              <a:off x="6486856" y="4615760"/>
              <a:ext cx="1103372" cy="11173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marL="0" marR="0" lvl="0" indent="0" algn="ctr" defTabSz="115189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dirty="0">
                  <a:solidFill>
                    <a:srgbClr val="FFFFFF"/>
                  </a:solidFill>
                  <a:latin typeface="Impact" panose="020B0806030902050204" pitchFamily="34" charset="0"/>
                </a:rPr>
                <a:t>06</a:t>
              </a:r>
              <a:endParaRPr lang="en-US" altLang="zh-CN" sz="2800" dirty="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27" name="直接连接符 26"/>
            <p:cNvCxnSpPr>
              <a:stCxn id="9" idx="4"/>
              <a:endCxn id="26" idx="6"/>
            </p:cNvCxnSpPr>
            <p:nvPr/>
          </p:nvCxnSpPr>
          <p:spPr>
            <a:xfrm flipH="1">
              <a:off x="7590228" y="4405592"/>
              <a:ext cx="873267" cy="768862"/>
            </a:xfrm>
            <a:prstGeom prst="line">
              <a:avLst/>
            </a:prstGeom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8" name="îŝḻiḍe"/>
            <p:cNvSpPr/>
            <p:nvPr/>
          </p:nvSpPr>
          <p:spPr bwMode="auto">
            <a:xfrm>
              <a:off x="8709819" y="5162476"/>
              <a:ext cx="219591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rIns="90000" anchor="t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29" name="ïṣḻiḋé"/>
            <p:cNvSpPr txBox="1"/>
            <p:nvPr/>
          </p:nvSpPr>
          <p:spPr bwMode="auto">
            <a:xfrm>
              <a:off x="8709819" y="4811337"/>
              <a:ext cx="2195910" cy="351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rmAutofit lnSpcReduction="10000"/>
            </a:bodyPr>
            <a:lstStyle/>
            <a:p>
              <a:pPr marL="0" marR="0" lvl="0" indent="0" algn="l" defTabSz="914400" rtl="0" eaLnBrk="1" fontAlgn="auto" latinLnBrk="0" hangingPunct="1"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Text here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cxnSp>
          <p:nvCxnSpPr>
            <p:cNvPr id="30" name="直接连接符 29"/>
            <p:cNvCxnSpPr>
              <a:stCxn id="26" idx="6"/>
            </p:cNvCxnSpPr>
            <p:nvPr/>
          </p:nvCxnSpPr>
          <p:spPr>
            <a:xfrm>
              <a:off x="7590228" y="5174454"/>
              <a:ext cx="1026052" cy="0"/>
            </a:xfrm>
            <a:prstGeom prst="line">
              <a:avLst/>
            </a:prstGeom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6e5bcf16-fc78-4353-9209-4c3de6175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0718" y="1674000"/>
            <a:ext cx="10645282" cy="3836051"/>
            <a:chOff x="670718" y="1674000"/>
            <a:chExt cx="10645282" cy="3836051"/>
          </a:xfrm>
        </p:grpSpPr>
        <p:grpSp>
          <p:nvGrpSpPr>
            <p:cNvPr id="6" name="ïṥlíḍé"/>
            <p:cNvGrpSpPr/>
            <p:nvPr/>
          </p:nvGrpSpPr>
          <p:grpSpPr>
            <a:xfrm>
              <a:off x="4071006" y="1742599"/>
              <a:ext cx="3666496" cy="3698854"/>
              <a:chOff x="3179763" y="385763"/>
              <a:chExt cx="1258889" cy="1270000"/>
            </a:xfrm>
          </p:grpSpPr>
          <p:sp>
            <p:nvSpPr>
              <p:cNvPr id="22" name="ïṥliḓe"/>
              <p:cNvSpPr/>
              <p:nvPr/>
            </p:nvSpPr>
            <p:spPr bwMode="auto">
              <a:xfrm>
                <a:off x="4240214" y="1338263"/>
                <a:ext cx="184150" cy="306388"/>
              </a:xfrm>
              <a:custGeom>
                <a:avLst/>
                <a:gdLst>
                  <a:gd name="T0" fmla="*/ 108 w 164"/>
                  <a:gd name="T1" fmla="*/ 42 h 274"/>
                  <a:gd name="T2" fmla="*/ 107 w 164"/>
                  <a:gd name="T3" fmla="*/ 39 h 274"/>
                  <a:gd name="T4" fmla="*/ 105 w 164"/>
                  <a:gd name="T5" fmla="*/ 35 h 274"/>
                  <a:gd name="T6" fmla="*/ 103 w 164"/>
                  <a:gd name="T7" fmla="*/ 32 h 274"/>
                  <a:gd name="T8" fmla="*/ 100 w 164"/>
                  <a:gd name="T9" fmla="*/ 27 h 274"/>
                  <a:gd name="T10" fmla="*/ 98 w 164"/>
                  <a:gd name="T11" fmla="*/ 24 h 274"/>
                  <a:gd name="T12" fmla="*/ 95 w 164"/>
                  <a:gd name="T13" fmla="*/ 20 h 274"/>
                  <a:gd name="T14" fmla="*/ 92 w 164"/>
                  <a:gd name="T15" fmla="*/ 17 h 274"/>
                  <a:gd name="T16" fmla="*/ 89 w 164"/>
                  <a:gd name="T17" fmla="*/ 14 h 274"/>
                  <a:gd name="T18" fmla="*/ 86 w 164"/>
                  <a:gd name="T19" fmla="*/ 11 h 274"/>
                  <a:gd name="T20" fmla="*/ 83 w 164"/>
                  <a:gd name="T21" fmla="*/ 8 h 274"/>
                  <a:gd name="T22" fmla="*/ 79 w 164"/>
                  <a:gd name="T23" fmla="*/ 5 h 274"/>
                  <a:gd name="T24" fmla="*/ 76 w 164"/>
                  <a:gd name="T25" fmla="*/ 3 h 274"/>
                  <a:gd name="T26" fmla="*/ 73 w 164"/>
                  <a:gd name="T27" fmla="*/ 1 h 274"/>
                  <a:gd name="T28" fmla="*/ 71 w 164"/>
                  <a:gd name="T29" fmla="*/ 0 h 274"/>
                  <a:gd name="T30" fmla="*/ 71 w 164"/>
                  <a:gd name="T31" fmla="*/ 0 h 274"/>
                  <a:gd name="T32" fmla="*/ 0 w 164"/>
                  <a:gd name="T33" fmla="*/ 274 h 274"/>
                  <a:gd name="T34" fmla="*/ 164 w 164"/>
                  <a:gd name="T35" fmla="*/ 274 h 274"/>
                  <a:gd name="T36" fmla="*/ 111 w 164"/>
                  <a:gd name="T37" fmla="*/ 49 h 274"/>
                  <a:gd name="T38" fmla="*/ 108 w 164"/>
                  <a:gd name="T39" fmla="*/ 42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64" h="274">
                    <a:moveTo>
                      <a:pt x="108" y="42"/>
                    </a:moveTo>
                    <a:cubicBezTo>
                      <a:pt x="108" y="41"/>
                      <a:pt x="107" y="40"/>
                      <a:pt x="107" y="39"/>
                    </a:cubicBezTo>
                    <a:cubicBezTo>
                      <a:pt x="106" y="38"/>
                      <a:pt x="106" y="36"/>
                      <a:pt x="105" y="35"/>
                    </a:cubicBezTo>
                    <a:cubicBezTo>
                      <a:pt x="104" y="34"/>
                      <a:pt x="103" y="33"/>
                      <a:pt x="103" y="32"/>
                    </a:cubicBezTo>
                    <a:cubicBezTo>
                      <a:pt x="102" y="30"/>
                      <a:pt x="101" y="29"/>
                      <a:pt x="100" y="27"/>
                    </a:cubicBezTo>
                    <a:cubicBezTo>
                      <a:pt x="99" y="26"/>
                      <a:pt x="98" y="25"/>
                      <a:pt x="98" y="24"/>
                    </a:cubicBezTo>
                    <a:cubicBezTo>
                      <a:pt x="97" y="23"/>
                      <a:pt x="96" y="22"/>
                      <a:pt x="95" y="20"/>
                    </a:cubicBezTo>
                    <a:cubicBezTo>
                      <a:pt x="94" y="19"/>
                      <a:pt x="93" y="18"/>
                      <a:pt x="92" y="17"/>
                    </a:cubicBezTo>
                    <a:cubicBezTo>
                      <a:pt x="91" y="16"/>
                      <a:pt x="90" y="15"/>
                      <a:pt x="89" y="14"/>
                    </a:cubicBezTo>
                    <a:cubicBezTo>
                      <a:pt x="88" y="13"/>
                      <a:pt x="87" y="12"/>
                      <a:pt x="86" y="11"/>
                    </a:cubicBezTo>
                    <a:cubicBezTo>
                      <a:pt x="85" y="10"/>
                      <a:pt x="84" y="9"/>
                      <a:pt x="83" y="8"/>
                    </a:cubicBezTo>
                    <a:cubicBezTo>
                      <a:pt x="81" y="7"/>
                      <a:pt x="80" y="6"/>
                      <a:pt x="79" y="5"/>
                    </a:cubicBezTo>
                    <a:cubicBezTo>
                      <a:pt x="78" y="5"/>
                      <a:pt x="77" y="4"/>
                      <a:pt x="76" y="3"/>
                    </a:cubicBezTo>
                    <a:cubicBezTo>
                      <a:pt x="75" y="2"/>
                      <a:pt x="74" y="2"/>
                      <a:pt x="73" y="1"/>
                    </a:cubicBezTo>
                    <a:cubicBezTo>
                      <a:pt x="72" y="1"/>
                      <a:pt x="72" y="0"/>
                      <a:pt x="71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25" y="29"/>
                      <a:pt x="6" y="205"/>
                      <a:pt x="0" y="274"/>
                    </a:cubicBezTo>
                    <a:cubicBezTo>
                      <a:pt x="164" y="274"/>
                      <a:pt x="164" y="274"/>
                      <a:pt x="164" y="274"/>
                    </a:cubicBezTo>
                    <a:cubicBezTo>
                      <a:pt x="111" y="49"/>
                      <a:pt x="111" y="49"/>
                      <a:pt x="111" y="49"/>
                    </a:cubicBezTo>
                    <a:cubicBezTo>
                      <a:pt x="110" y="47"/>
                      <a:pt x="109" y="44"/>
                      <a:pt x="108" y="4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ïş1iḋé"/>
              <p:cNvSpPr/>
              <p:nvPr/>
            </p:nvSpPr>
            <p:spPr bwMode="auto">
              <a:xfrm>
                <a:off x="3298827" y="1185863"/>
                <a:ext cx="1020763" cy="458788"/>
              </a:xfrm>
              <a:custGeom>
                <a:avLst/>
                <a:gdLst>
                  <a:gd name="T0" fmla="*/ 914 w 914"/>
                  <a:gd name="T1" fmla="*/ 136 h 410"/>
                  <a:gd name="T2" fmla="*/ 910 w 914"/>
                  <a:gd name="T3" fmla="*/ 134 h 410"/>
                  <a:gd name="T4" fmla="*/ 624 w 914"/>
                  <a:gd name="T5" fmla="*/ 8 h 410"/>
                  <a:gd name="T6" fmla="*/ 457 w 914"/>
                  <a:gd name="T7" fmla="*/ 176 h 410"/>
                  <a:gd name="T8" fmla="*/ 457 w 914"/>
                  <a:gd name="T9" fmla="*/ 176 h 410"/>
                  <a:gd name="T10" fmla="*/ 457 w 914"/>
                  <a:gd name="T11" fmla="*/ 176 h 410"/>
                  <a:gd name="T12" fmla="*/ 291 w 914"/>
                  <a:gd name="T13" fmla="*/ 8 h 410"/>
                  <a:gd name="T14" fmla="*/ 308 w 914"/>
                  <a:gd name="T15" fmla="*/ 1 h 410"/>
                  <a:gd name="T16" fmla="*/ 309 w 914"/>
                  <a:gd name="T17" fmla="*/ 0 h 410"/>
                  <a:gd name="T18" fmla="*/ 309 w 914"/>
                  <a:gd name="T19" fmla="*/ 0 h 410"/>
                  <a:gd name="T20" fmla="*/ 308 w 914"/>
                  <a:gd name="T21" fmla="*/ 1 h 410"/>
                  <a:gd name="T22" fmla="*/ 307 w 914"/>
                  <a:gd name="T23" fmla="*/ 1 h 410"/>
                  <a:gd name="T24" fmla="*/ 4 w 914"/>
                  <a:gd name="T25" fmla="*/ 134 h 410"/>
                  <a:gd name="T26" fmla="*/ 0 w 914"/>
                  <a:gd name="T27" fmla="*/ 136 h 410"/>
                  <a:gd name="T28" fmla="*/ 72 w 914"/>
                  <a:gd name="T29" fmla="*/ 410 h 410"/>
                  <a:gd name="T30" fmla="*/ 843 w 914"/>
                  <a:gd name="T31" fmla="*/ 410 h 410"/>
                  <a:gd name="T32" fmla="*/ 914 w 914"/>
                  <a:gd name="T33" fmla="*/ 136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14" h="410">
                    <a:moveTo>
                      <a:pt x="914" y="136"/>
                    </a:moveTo>
                    <a:cubicBezTo>
                      <a:pt x="913" y="135"/>
                      <a:pt x="911" y="134"/>
                      <a:pt x="910" y="134"/>
                    </a:cubicBezTo>
                    <a:cubicBezTo>
                      <a:pt x="624" y="8"/>
                      <a:pt x="624" y="8"/>
                      <a:pt x="624" y="8"/>
                    </a:cubicBezTo>
                    <a:cubicBezTo>
                      <a:pt x="624" y="104"/>
                      <a:pt x="557" y="175"/>
                      <a:pt x="457" y="176"/>
                    </a:cubicBezTo>
                    <a:cubicBezTo>
                      <a:pt x="457" y="176"/>
                      <a:pt x="457" y="176"/>
                      <a:pt x="457" y="176"/>
                    </a:cubicBezTo>
                    <a:cubicBezTo>
                      <a:pt x="457" y="176"/>
                      <a:pt x="457" y="176"/>
                      <a:pt x="457" y="176"/>
                    </a:cubicBezTo>
                    <a:cubicBezTo>
                      <a:pt x="358" y="175"/>
                      <a:pt x="291" y="104"/>
                      <a:pt x="291" y="8"/>
                    </a:cubicBezTo>
                    <a:cubicBezTo>
                      <a:pt x="308" y="1"/>
                      <a:pt x="308" y="1"/>
                      <a:pt x="308" y="1"/>
                    </a:cubicBezTo>
                    <a:cubicBezTo>
                      <a:pt x="308" y="1"/>
                      <a:pt x="309" y="0"/>
                      <a:pt x="309" y="0"/>
                    </a:cubicBezTo>
                    <a:cubicBezTo>
                      <a:pt x="309" y="0"/>
                      <a:pt x="309" y="0"/>
                      <a:pt x="309" y="0"/>
                    </a:cubicBezTo>
                    <a:cubicBezTo>
                      <a:pt x="309" y="0"/>
                      <a:pt x="308" y="0"/>
                      <a:pt x="308" y="1"/>
                    </a:cubicBezTo>
                    <a:cubicBezTo>
                      <a:pt x="308" y="1"/>
                      <a:pt x="308" y="1"/>
                      <a:pt x="307" y="1"/>
                    </a:cubicBezTo>
                    <a:cubicBezTo>
                      <a:pt x="4" y="134"/>
                      <a:pt x="4" y="134"/>
                      <a:pt x="4" y="134"/>
                    </a:cubicBezTo>
                    <a:cubicBezTo>
                      <a:pt x="3" y="134"/>
                      <a:pt x="1" y="135"/>
                      <a:pt x="0" y="136"/>
                    </a:cubicBezTo>
                    <a:cubicBezTo>
                      <a:pt x="46" y="165"/>
                      <a:pt x="65" y="341"/>
                      <a:pt x="72" y="410"/>
                    </a:cubicBezTo>
                    <a:cubicBezTo>
                      <a:pt x="843" y="410"/>
                      <a:pt x="843" y="410"/>
                      <a:pt x="843" y="410"/>
                    </a:cubicBezTo>
                    <a:cubicBezTo>
                      <a:pt x="849" y="341"/>
                      <a:pt x="868" y="165"/>
                      <a:pt x="914" y="1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íṥḷîḑê"/>
              <p:cNvSpPr/>
              <p:nvPr/>
            </p:nvSpPr>
            <p:spPr bwMode="auto">
              <a:xfrm>
                <a:off x="3194052" y="1338263"/>
                <a:ext cx="184150" cy="306388"/>
              </a:xfrm>
              <a:custGeom>
                <a:avLst/>
                <a:gdLst>
                  <a:gd name="T0" fmla="*/ 93 w 165"/>
                  <a:gd name="T1" fmla="*/ 0 h 274"/>
                  <a:gd name="T2" fmla="*/ 93 w 165"/>
                  <a:gd name="T3" fmla="*/ 0 h 274"/>
                  <a:gd name="T4" fmla="*/ 91 w 165"/>
                  <a:gd name="T5" fmla="*/ 1 h 274"/>
                  <a:gd name="T6" fmla="*/ 88 w 165"/>
                  <a:gd name="T7" fmla="*/ 3 h 274"/>
                  <a:gd name="T8" fmla="*/ 85 w 165"/>
                  <a:gd name="T9" fmla="*/ 5 h 274"/>
                  <a:gd name="T10" fmla="*/ 81 w 165"/>
                  <a:gd name="T11" fmla="*/ 8 h 274"/>
                  <a:gd name="T12" fmla="*/ 78 w 165"/>
                  <a:gd name="T13" fmla="*/ 11 h 274"/>
                  <a:gd name="T14" fmla="*/ 75 w 165"/>
                  <a:gd name="T15" fmla="*/ 14 h 274"/>
                  <a:gd name="T16" fmla="*/ 72 w 165"/>
                  <a:gd name="T17" fmla="*/ 17 h 274"/>
                  <a:gd name="T18" fmla="*/ 69 w 165"/>
                  <a:gd name="T19" fmla="*/ 20 h 274"/>
                  <a:gd name="T20" fmla="*/ 66 w 165"/>
                  <a:gd name="T21" fmla="*/ 24 h 274"/>
                  <a:gd name="T22" fmla="*/ 64 w 165"/>
                  <a:gd name="T23" fmla="*/ 27 h 274"/>
                  <a:gd name="T24" fmla="*/ 61 w 165"/>
                  <a:gd name="T25" fmla="*/ 32 h 274"/>
                  <a:gd name="T26" fmla="*/ 59 w 165"/>
                  <a:gd name="T27" fmla="*/ 35 h 274"/>
                  <a:gd name="T28" fmla="*/ 57 w 165"/>
                  <a:gd name="T29" fmla="*/ 40 h 274"/>
                  <a:gd name="T30" fmla="*/ 56 w 165"/>
                  <a:gd name="T31" fmla="*/ 42 h 274"/>
                  <a:gd name="T32" fmla="*/ 53 w 165"/>
                  <a:gd name="T33" fmla="*/ 49 h 274"/>
                  <a:gd name="T34" fmla="*/ 0 w 165"/>
                  <a:gd name="T35" fmla="*/ 274 h 274"/>
                  <a:gd name="T36" fmla="*/ 165 w 165"/>
                  <a:gd name="T37" fmla="*/ 274 h 274"/>
                  <a:gd name="T38" fmla="*/ 93 w 165"/>
                  <a:gd name="T39" fmla="*/ 0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65" h="274">
                    <a:moveTo>
                      <a:pt x="93" y="0"/>
                    </a:moveTo>
                    <a:cubicBezTo>
                      <a:pt x="93" y="0"/>
                      <a:pt x="93" y="0"/>
                      <a:pt x="93" y="0"/>
                    </a:cubicBezTo>
                    <a:cubicBezTo>
                      <a:pt x="92" y="0"/>
                      <a:pt x="92" y="1"/>
                      <a:pt x="91" y="1"/>
                    </a:cubicBezTo>
                    <a:cubicBezTo>
                      <a:pt x="90" y="2"/>
                      <a:pt x="89" y="2"/>
                      <a:pt x="88" y="3"/>
                    </a:cubicBezTo>
                    <a:cubicBezTo>
                      <a:pt x="87" y="4"/>
                      <a:pt x="86" y="5"/>
                      <a:pt x="85" y="5"/>
                    </a:cubicBezTo>
                    <a:cubicBezTo>
                      <a:pt x="84" y="6"/>
                      <a:pt x="83" y="7"/>
                      <a:pt x="81" y="8"/>
                    </a:cubicBezTo>
                    <a:cubicBezTo>
                      <a:pt x="80" y="9"/>
                      <a:pt x="79" y="10"/>
                      <a:pt x="78" y="11"/>
                    </a:cubicBezTo>
                    <a:cubicBezTo>
                      <a:pt x="77" y="12"/>
                      <a:pt x="76" y="13"/>
                      <a:pt x="75" y="14"/>
                    </a:cubicBezTo>
                    <a:cubicBezTo>
                      <a:pt x="74" y="15"/>
                      <a:pt x="73" y="16"/>
                      <a:pt x="72" y="17"/>
                    </a:cubicBezTo>
                    <a:cubicBezTo>
                      <a:pt x="71" y="18"/>
                      <a:pt x="70" y="19"/>
                      <a:pt x="69" y="20"/>
                    </a:cubicBezTo>
                    <a:cubicBezTo>
                      <a:pt x="68" y="22"/>
                      <a:pt x="67" y="23"/>
                      <a:pt x="66" y="24"/>
                    </a:cubicBezTo>
                    <a:cubicBezTo>
                      <a:pt x="65" y="25"/>
                      <a:pt x="65" y="26"/>
                      <a:pt x="64" y="27"/>
                    </a:cubicBezTo>
                    <a:cubicBezTo>
                      <a:pt x="63" y="29"/>
                      <a:pt x="62" y="30"/>
                      <a:pt x="61" y="32"/>
                    </a:cubicBezTo>
                    <a:cubicBezTo>
                      <a:pt x="61" y="33"/>
                      <a:pt x="60" y="34"/>
                      <a:pt x="59" y="35"/>
                    </a:cubicBezTo>
                    <a:cubicBezTo>
                      <a:pt x="58" y="36"/>
                      <a:pt x="58" y="38"/>
                      <a:pt x="57" y="40"/>
                    </a:cubicBezTo>
                    <a:cubicBezTo>
                      <a:pt x="56" y="40"/>
                      <a:pt x="56" y="41"/>
                      <a:pt x="56" y="42"/>
                    </a:cubicBezTo>
                    <a:cubicBezTo>
                      <a:pt x="55" y="44"/>
                      <a:pt x="54" y="47"/>
                      <a:pt x="53" y="49"/>
                    </a:cubicBezTo>
                    <a:cubicBezTo>
                      <a:pt x="0" y="274"/>
                      <a:pt x="0" y="274"/>
                      <a:pt x="0" y="274"/>
                    </a:cubicBezTo>
                    <a:cubicBezTo>
                      <a:pt x="165" y="274"/>
                      <a:pt x="165" y="274"/>
                      <a:pt x="165" y="274"/>
                    </a:cubicBezTo>
                    <a:cubicBezTo>
                      <a:pt x="158" y="205"/>
                      <a:pt x="139" y="29"/>
                      <a:pt x="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íṩḷîdè"/>
              <p:cNvSpPr/>
              <p:nvPr/>
            </p:nvSpPr>
            <p:spPr bwMode="auto">
              <a:xfrm>
                <a:off x="3194052" y="396875"/>
                <a:ext cx="1230313" cy="1247775"/>
              </a:xfrm>
              <a:custGeom>
                <a:avLst/>
                <a:gdLst>
                  <a:gd name="T0" fmla="*/ 53 w 1100"/>
                  <a:gd name="T1" fmla="*/ 893 h 1118"/>
                  <a:gd name="T2" fmla="*/ 57 w 1100"/>
                  <a:gd name="T3" fmla="*/ 884 h 1118"/>
                  <a:gd name="T4" fmla="*/ 61 w 1100"/>
                  <a:gd name="T5" fmla="*/ 876 h 1118"/>
                  <a:gd name="T6" fmla="*/ 66 w 1100"/>
                  <a:gd name="T7" fmla="*/ 868 h 1118"/>
                  <a:gd name="T8" fmla="*/ 72 w 1100"/>
                  <a:gd name="T9" fmla="*/ 861 h 1118"/>
                  <a:gd name="T10" fmla="*/ 78 w 1100"/>
                  <a:gd name="T11" fmla="*/ 855 h 1118"/>
                  <a:gd name="T12" fmla="*/ 85 w 1100"/>
                  <a:gd name="T13" fmla="*/ 849 h 1118"/>
                  <a:gd name="T14" fmla="*/ 91 w 1100"/>
                  <a:gd name="T15" fmla="*/ 845 h 1118"/>
                  <a:gd name="T16" fmla="*/ 93 w 1100"/>
                  <a:gd name="T17" fmla="*/ 844 h 1118"/>
                  <a:gd name="T18" fmla="*/ 400 w 1100"/>
                  <a:gd name="T19" fmla="*/ 709 h 1118"/>
                  <a:gd name="T20" fmla="*/ 401 w 1100"/>
                  <a:gd name="T21" fmla="*/ 653 h 1118"/>
                  <a:gd name="T22" fmla="*/ 326 w 1100"/>
                  <a:gd name="T23" fmla="*/ 485 h 1118"/>
                  <a:gd name="T24" fmla="*/ 289 w 1100"/>
                  <a:gd name="T25" fmla="*/ 371 h 1118"/>
                  <a:gd name="T26" fmla="*/ 289 w 1100"/>
                  <a:gd name="T27" fmla="*/ 224 h 1118"/>
                  <a:gd name="T28" fmla="*/ 550 w 1100"/>
                  <a:gd name="T29" fmla="*/ 0 h 1118"/>
                  <a:gd name="T30" fmla="*/ 811 w 1100"/>
                  <a:gd name="T31" fmla="*/ 224 h 1118"/>
                  <a:gd name="T32" fmla="*/ 811 w 1100"/>
                  <a:gd name="T33" fmla="*/ 371 h 1118"/>
                  <a:gd name="T34" fmla="*/ 811 w 1100"/>
                  <a:gd name="T35" fmla="*/ 447 h 1118"/>
                  <a:gd name="T36" fmla="*/ 769 w 1100"/>
                  <a:gd name="T37" fmla="*/ 484 h 1118"/>
                  <a:gd name="T38" fmla="*/ 699 w 1100"/>
                  <a:gd name="T39" fmla="*/ 709 h 1118"/>
                  <a:gd name="T40" fmla="*/ 717 w 1100"/>
                  <a:gd name="T41" fmla="*/ 716 h 1118"/>
                  <a:gd name="T42" fmla="*/ 1003 w 1100"/>
                  <a:gd name="T43" fmla="*/ 842 h 1118"/>
                  <a:gd name="T44" fmla="*/ 1007 w 1100"/>
                  <a:gd name="T45" fmla="*/ 844 h 1118"/>
                  <a:gd name="T46" fmla="*/ 1012 w 1100"/>
                  <a:gd name="T47" fmla="*/ 847 h 1118"/>
                  <a:gd name="T48" fmla="*/ 1019 w 1100"/>
                  <a:gd name="T49" fmla="*/ 852 h 1118"/>
                  <a:gd name="T50" fmla="*/ 1025 w 1100"/>
                  <a:gd name="T51" fmla="*/ 858 h 1118"/>
                  <a:gd name="T52" fmla="*/ 1031 w 1100"/>
                  <a:gd name="T53" fmla="*/ 864 h 1118"/>
                  <a:gd name="T54" fmla="*/ 1036 w 1100"/>
                  <a:gd name="T55" fmla="*/ 871 h 1118"/>
                  <a:gd name="T56" fmla="*/ 1041 w 1100"/>
                  <a:gd name="T57" fmla="*/ 879 h 1118"/>
                  <a:gd name="T58" fmla="*/ 1044 w 1100"/>
                  <a:gd name="T59" fmla="*/ 886 h 1118"/>
                  <a:gd name="T60" fmla="*/ 1100 w 1100"/>
                  <a:gd name="T61" fmla="*/ 1118 h 1118"/>
                  <a:gd name="T62" fmla="*/ 165 w 1100"/>
                  <a:gd name="T63" fmla="*/ 1118 h 1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00" h="1118">
                    <a:moveTo>
                      <a:pt x="0" y="1118"/>
                    </a:moveTo>
                    <a:cubicBezTo>
                      <a:pt x="53" y="893"/>
                      <a:pt x="53" y="893"/>
                      <a:pt x="53" y="893"/>
                    </a:cubicBezTo>
                    <a:cubicBezTo>
                      <a:pt x="54" y="891"/>
                      <a:pt x="55" y="888"/>
                      <a:pt x="56" y="886"/>
                    </a:cubicBezTo>
                    <a:cubicBezTo>
                      <a:pt x="56" y="885"/>
                      <a:pt x="56" y="884"/>
                      <a:pt x="57" y="884"/>
                    </a:cubicBezTo>
                    <a:cubicBezTo>
                      <a:pt x="58" y="882"/>
                      <a:pt x="58" y="880"/>
                      <a:pt x="59" y="879"/>
                    </a:cubicBezTo>
                    <a:cubicBezTo>
                      <a:pt x="60" y="878"/>
                      <a:pt x="61" y="877"/>
                      <a:pt x="61" y="876"/>
                    </a:cubicBezTo>
                    <a:cubicBezTo>
                      <a:pt x="62" y="874"/>
                      <a:pt x="63" y="873"/>
                      <a:pt x="64" y="871"/>
                    </a:cubicBezTo>
                    <a:cubicBezTo>
                      <a:pt x="65" y="870"/>
                      <a:pt x="65" y="869"/>
                      <a:pt x="66" y="868"/>
                    </a:cubicBezTo>
                    <a:cubicBezTo>
                      <a:pt x="67" y="867"/>
                      <a:pt x="68" y="866"/>
                      <a:pt x="69" y="864"/>
                    </a:cubicBezTo>
                    <a:cubicBezTo>
                      <a:pt x="70" y="863"/>
                      <a:pt x="71" y="862"/>
                      <a:pt x="72" y="861"/>
                    </a:cubicBezTo>
                    <a:cubicBezTo>
                      <a:pt x="73" y="860"/>
                      <a:pt x="74" y="859"/>
                      <a:pt x="75" y="858"/>
                    </a:cubicBezTo>
                    <a:cubicBezTo>
                      <a:pt x="76" y="857"/>
                      <a:pt x="77" y="856"/>
                      <a:pt x="78" y="855"/>
                    </a:cubicBezTo>
                    <a:cubicBezTo>
                      <a:pt x="79" y="854"/>
                      <a:pt x="80" y="853"/>
                      <a:pt x="81" y="852"/>
                    </a:cubicBezTo>
                    <a:cubicBezTo>
                      <a:pt x="83" y="851"/>
                      <a:pt x="84" y="850"/>
                      <a:pt x="85" y="849"/>
                    </a:cubicBezTo>
                    <a:cubicBezTo>
                      <a:pt x="86" y="849"/>
                      <a:pt x="87" y="848"/>
                      <a:pt x="88" y="847"/>
                    </a:cubicBezTo>
                    <a:cubicBezTo>
                      <a:pt x="89" y="846"/>
                      <a:pt x="90" y="846"/>
                      <a:pt x="91" y="845"/>
                    </a:cubicBezTo>
                    <a:cubicBezTo>
                      <a:pt x="92" y="845"/>
                      <a:pt x="92" y="844"/>
                      <a:pt x="93" y="844"/>
                    </a:cubicBezTo>
                    <a:cubicBezTo>
                      <a:pt x="93" y="844"/>
                      <a:pt x="93" y="844"/>
                      <a:pt x="93" y="844"/>
                    </a:cubicBezTo>
                    <a:cubicBezTo>
                      <a:pt x="94" y="843"/>
                      <a:pt x="96" y="842"/>
                      <a:pt x="97" y="842"/>
                    </a:cubicBezTo>
                    <a:cubicBezTo>
                      <a:pt x="400" y="709"/>
                      <a:pt x="400" y="709"/>
                      <a:pt x="400" y="709"/>
                    </a:cubicBezTo>
                    <a:cubicBezTo>
                      <a:pt x="401" y="709"/>
                      <a:pt x="401" y="709"/>
                      <a:pt x="401" y="709"/>
                    </a:cubicBezTo>
                    <a:cubicBezTo>
                      <a:pt x="401" y="653"/>
                      <a:pt x="401" y="653"/>
                      <a:pt x="401" y="653"/>
                    </a:cubicBezTo>
                    <a:cubicBezTo>
                      <a:pt x="366" y="609"/>
                      <a:pt x="341" y="551"/>
                      <a:pt x="331" y="484"/>
                    </a:cubicBezTo>
                    <a:cubicBezTo>
                      <a:pt x="329" y="484"/>
                      <a:pt x="328" y="485"/>
                      <a:pt x="326" y="485"/>
                    </a:cubicBezTo>
                    <a:cubicBezTo>
                      <a:pt x="306" y="485"/>
                      <a:pt x="289" y="468"/>
                      <a:pt x="289" y="447"/>
                    </a:cubicBezTo>
                    <a:cubicBezTo>
                      <a:pt x="289" y="371"/>
                      <a:pt x="289" y="371"/>
                      <a:pt x="289" y="371"/>
                    </a:cubicBezTo>
                    <a:cubicBezTo>
                      <a:pt x="289" y="225"/>
                      <a:pt x="289" y="225"/>
                      <a:pt x="289" y="225"/>
                    </a:cubicBezTo>
                    <a:cubicBezTo>
                      <a:pt x="289" y="224"/>
                      <a:pt x="289" y="224"/>
                      <a:pt x="289" y="224"/>
                    </a:cubicBezTo>
                    <a:cubicBezTo>
                      <a:pt x="289" y="224"/>
                      <a:pt x="289" y="224"/>
                      <a:pt x="289" y="224"/>
                    </a:cubicBezTo>
                    <a:cubicBezTo>
                      <a:pt x="290" y="100"/>
                      <a:pt x="406" y="0"/>
                      <a:pt x="550" y="0"/>
                    </a:cubicBezTo>
                    <a:cubicBezTo>
                      <a:pt x="694" y="0"/>
                      <a:pt x="810" y="100"/>
                      <a:pt x="811" y="224"/>
                    </a:cubicBezTo>
                    <a:cubicBezTo>
                      <a:pt x="811" y="224"/>
                      <a:pt x="811" y="224"/>
                      <a:pt x="811" y="224"/>
                    </a:cubicBezTo>
                    <a:cubicBezTo>
                      <a:pt x="811" y="225"/>
                      <a:pt x="811" y="225"/>
                      <a:pt x="811" y="225"/>
                    </a:cubicBezTo>
                    <a:cubicBezTo>
                      <a:pt x="811" y="371"/>
                      <a:pt x="811" y="371"/>
                      <a:pt x="811" y="371"/>
                    </a:cubicBezTo>
                    <a:cubicBezTo>
                      <a:pt x="811" y="373"/>
                      <a:pt x="811" y="373"/>
                      <a:pt x="811" y="373"/>
                    </a:cubicBezTo>
                    <a:cubicBezTo>
                      <a:pt x="811" y="447"/>
                      <a:pt x="811" y="447"/>
                      <a:pt x="811" y="447"/>
                    </a:cubicBezTo>
                    <a:cubicBezTo>
                      <a:pt x="811" y="468"/>
                      <a:pt x="794" y="485"/>
                      <a:pt x="774" y="485"/>
                    </a:cubicBezTo>
                    <a:cubicBezTo>
                      <a:pt x="772" y="485"/>
                      <a:pt x="771" y="484"/>
                      <a:pt x="769" y="484"/>
                    </a:cubicBezTo>
                    <a:cubicBezTo>
                      <a:pt x="759" y="551"/>
                      <a:pt x="734" y="609"/>
                      <a:pt x="699" y="653"/>
                    </a:cubicBezTo>
                    <a:cubicBezTo>
                      <a:pt x="699" y="709"/>
                      <a:pt x="699" y="709"/>
                      <a:pt x="699" y="709"/>
                    </a:cubicBezTo>
                    <a:cubicBezTo>
                      <a:pt x="699" y="709"/>
                      <a:pt x="699" y="709"/>
                      <a:pt x="700" y="709"/>
                    </a:cubicBezTo>
                    <a:cubicBezTo>
                      <a:pt x="717" y="716"/>
                      <a:pt x="717" y="716"/>
                      <a:pt x="717" y="716"/>
                    </a:cubicBezTo>
                    <a:cubicBezTo>
                      <a:pt x="717" y="716"/>
                      <a:pt x="717" y="716"/>
                      <a:pt x="717" y="716"/>
                    </a:cubicBezTo>
                    <a:cubicBezTo>
                      <a:pt x="1003" y="842"/>
                      <a:pt x="1003" y="842"/>
                      <a:pt x="1003" y="842"/>
                    </a:cubicBezTo>
                    <a:cubicBezTo>
                      <a:pt x="1004" y="842"/>
                      <a:pt x="1006" y="843"/>
                      <a:pt x="1007" y="844"/>
                    </a:cubicBezTo>
                    <a:cubicBezTo>
                      <a:pt x="1007" y="844"/>
                      <a:pt x="1007" y="844"/>
                      <a:pt x="1007" y="844"/>
                    </a:cubicBezTo>
                    <a:cubicBezTo>
                      <a:pt x="1008" y="844"/>
                      <a:pt x="1008" y="845"/>
                      <a:pt x="1009" y="845"/>
                    </a:cubicBezTo>
                    <a:cubicBezTo>
                      <a:pt x="1010" y="846"/>
                      <a:pt x="1011" y="846"/>
                      <a:pt x="1012" y="847"/>
                    </a:cubicBezTo>
                    <a:cubicBezTo>
                      <a:pt x="1013" y="848"/>
                      <a:pt x="1014" y="849"/>
                      <a:pt x="1015" y="849"/>
                    </a:cubicBezTo>
                    <a:cubicBezTo>
                      <a:pt x="1016" y="850"/>
                      <a:pt x="1017" y="851"/>
                      <a:pt x="1019" y="852"/>
                    </a:cubicBezTo>
                    <a:cubicBezTo>
                      <a:pt x="1020" y="853"/>
                      <a:pt x="1021" y="854"/>
                      <a:pt x="1022" y="855"/>
                    </a:cubicBezTo>
                    <a:cubicBezTo>
                      <a:pt x="1023" y="856"/>
                      <a:pt x="1024" y="857"/>
                      <a:pt x="1025" y="858"/>
                    </a:cubicBezTo>
                    <a:cubicBezTo>
                      <a:pt x="1026" y="859"/>
                      <a:pt x="1027" y="860"/>
                      <a:pt x="1028" y="861"/>
                    </a:cubicBezTo>
                    <a:cubicBezTo>
                      <a:pt x="1029" y="862"/>
                      <a:pt x="1030" y="863"/>
                      <a:pt x="1031" y="864"/>
                    </a:cubicBezTo>
                    <a:cubicBezTo>
                      <a:pt x="1032" y="866"/>
                      <a:pt x="1033" y="867"/>
                      <a:pt x="1034" y="868"/>
                    </a:cubicBezTo>
                    <a:cubicBezTo>
                      <a:pt x="1034" y="869"/>
                      <a:pt x="1035" y="870"/>
                      <a:pt x="1036" y="871"/>
                    </a:cubicBezTo>
                    <a:cubicBezTo>
                      <a:pt x="1037" y="873"/>
                      <a:pt x="1038" y="874"/>
                      <a:pt x="1039" y="876"/>
                    </a:cubicBezTo>
                    <a:cubicBezTo>
                      <a:pt x="1039" y="877"/>
                      <a:pt x="1040" y="878"/>
                      <a:pt x="1041" y="879"/>
                    </a:cubicBezTo>
                    <a:cubicBezTo>
                      <a:pt x="1042" y="880"/>
                      <a:pt x="1042" y="882"/>
                      <a:pt x="1043" y="883"/>
                    </a:cubicBezTo>
                    <a:cubicBezTo>
                      <a:pt x="1043" y="884"/>
                      <a:pt x="1044" y="885"/>
                      <a:pt x="1044" y="886"/>
                    </a:cubicBezTo>
                    <a:cubicBezTo>
                      <a:pt x="1045" y="888"/>
                      <a:pt x="1046" y="891"/>
                      <a:pt x="1047" y="893"/>
                    </a:cubicBezTo>
                    <a:cubicBezTo>
                      <a:pt x="1100" y="1118"/>
                      <a:pt x="1100" y="1118"/>
                      <a:pt x="1100" y="1118"/>
                    </a:cubicBezTo>
                    <a:cubicBezTo>
                      <a:pt x="936" y="1118"/>
                      <a:pt x="936" y="1118"/>
                      <a:pt x="936" y="1118"/>
                    </a:cubicBezTo>
                    <a:cubicBezTo>
                      <a:pt x="165" y="1118"/>
                      <a:pt x="165" y="1118"/>
                      <a:pt x="165" y="1118"/>
                    </a:cubicBezTo>
                    <a:cubicBezTo>
                      <a:pt x="0" y="1118"/>
                      <a:pt x="0" y="1118"/>
                      <a:pt x="0" y="1118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íŝḻîḍé"/>
              <p:cNvSpPr/>
              <p:nvPr/>
            </p:nvSpPr>
            <p:spPr bwMode="auto">
              <a:xfrm>
                <a:off x="3641727" y="1125538"/>
                <a:ext cx="333375" cy="207963"/>
              </a:xfrm>
              <a:custGeom>
                <a:avLst/>
                <a:gdLst>
                  <a:gd name="T0" fmla="*/ 1 w 298"/>
                  <a:gd name="T1" fmla="*/ 55 h 186"/>
                  <a:gd name="T2" fmla="*/ 1 w 298"/>
                  <a:gd name="T3" fmla="*/ 55 h 186"/>
                  <a:gd name="T4" fmla="*/ 149 w 298"/>
                  <a:gd name="T5" fmla="*/ 186 h 186"/>
                  <a:gd name="T6" fmla="*/ 158 w 298"/>
                  <a:gd name="T7" fmla="*/ 185 h 186"/>
                  <a:gd name="T8" fmla="*/ 163 w 298"/>
                  <a:gd name="T9" fmla="*/ 185 h 186"/>
                  <a:gd name="T10" fmla="*/ 175 w 298"/>
                  <a:gd name="T11" fmla="*/ 183 h 186"/>
                  <a:gd name="T12" fmla="*/ 177 w 298"/>
                  <a:gd name="T13" fmla="*/ 183 h 186"/>
                  <a:gd name="T14" fmla="*/ 297 w 298"/>
                  <a:gd name="T15" fmla="*/ 55 h 186"/>
                  <a:gd name="T16" fmla="*/ 297 w 298"/>
                  <a:gd name="T17" fmla="*/ 55 h 186"/>
                  <a:gd name="T18" fmla="*/ 297 w 298"/>
                  <a:gd name="T19" fmla="*/ 55 h 186"/>
                  <a:gd name="T20" fmla="*/ 298 w 298"/>
                  <a:gd name="T21" fmla="*/ 56 h 186"/>
                  <a:gd name="T22" fmla="*/ 298 w 298"/>
                  <a:gd name="T23" fmla="*/ 0 h 186"/>
                  <a:gd name="T24" fmla="*/ 149 w 298"/>
                  <a:gd name="T25" fmla="*/ 79 h 186"/>
                  <a:gd name="T26" fmla="*/ 0 w 298"/>
                  <a:gd name="T27" fmla="*/ 0 h 186"/>
                  <a:gd name="T28" fmla="*/ 0 w 298"/>
                  <a:gd name="T29" fmla="*/ 56 h 186"/>
                  <a:gd name="T30" fmla="*/ 1 w 298"/>
                  <a:gd name="T31" fmla="*/ 55 h 186"/>
                  <a:gd name="T32" fmla="*/ 1 w 298"/>
                  <a:gd name="T33" fmla="*/ 55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98" h="186">
                    <a:moveTo>
                      <a:pt x="1" y="55"/>
                    </a:moveTo>
                    <a:cubicBezTo>
                      <a:pt x="1" y="55"/>
                      <a:pt x="1" y="55"/>
                      <a:pt x="1" y="55"/>
                    </a:cubicBezTo>
                    <a:cubicBezTo>
                      <a:pt x="11" y="129"/>
                      <a:pt x="73" y="185"/>
                      <a:pt x="149" y="186"/>
                    </a:cubicBezTo>
                    <a:cubicBezTo>
                      <a:pt x="152" y="186"/>
                      <a:pt x="155" y="185"/>
                      <a:pt x="158" y="185"/>
                    </a:cubicBezTo>
                    <a:cubicBezTo>
                      <a:pt x="160" y="185"/>
                      <a:pt x="161" y="185"/>
                      <a:pt x="163" y="185"/>
                    </a:cubicBezTo>
                    <a:cubicBezTo>
                      <a:pt x="167" y="184"/>
                      <a:pt x="171" y="184"/>
                      <a:pt x="175" y="183"/>
                    </a:cubicBezTo>
                    <a:cubicBezTo>
                      <a:pt x="176" y="183"/>
                      <a:pt x="176" y="183"/>
                      <a:pt x="177" y="183"/>
                    </a:cubicBezTo>
                    <a:cubicBezTo>
                      <a:pt x="240" y="171"/>
                      <a:pt x="289" y="120"/>
                      <a:pt x="297" y="55"/>
                    </a:cubicBezTo>
                    <a:cubicBezTo>
                      <a:pt x="297" y="55"/>
                      <a:pt x="297" y="55"/>
                      <a:pt x="297" y="55"/>
                    </a:cubicBezTo>
                    <a:cubicBezTo>
                      <a:pt x="297" y="55"/>
                      <a:pt x="297" y="55"/>
                      <a:pt x="297" y="55"/>
                    </a:cubicBezTo>
                    <a:cubicBezTo>
                      <a:pt x="297" y="55"/>
                      <a:pt x="298" y="55"/>
                      <a:pt x="298" y="56"/>
                    </a:cubicBezTo>
                    <a:cubicBezTo>
                      <a:pt x="298" y="0"/>
                      <a:pt x="298" y="0"/>
                      <a:pt x="298" y="0"/>
                    </a:cubicBezTo>
                    <a:cubicBezTo>
                      <a:pt x="259" y="49"/>
                      <a:pt x="206" y="79"/>
                      <a:pt x="149" y="79"/>
                    </a:cubicBezTo>
                    <a:cubicBezTo>
                      <a:pt x="92" y="79"/>
                      <a:pt x="39" y="49"/>
                      <a:pt x="0" y="0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îśḷíďe"/>
              <p:cNvSpPr/>
              <p:nvPr/>
            </p:nvSpPr>
            <p:spPr bwMode="auto">
              <a:xfrm>
                <a:off x="3517902" y="649288"/>
                <a:ext cx="582613" cy="563563"/>
              </a:xfrm>
              <a:custGeom>
                <a:avLst/>
                <a:gdLst>
                  <a:gd name="T0" fmla="*/ 261 w 522"/>
                  <a:gd name="T1" fmla="*/ 505 h 505"/>
                  <a:gd name="T2" fmla="*/ 410 w 522"/>
                  <a:gd name="T3" fmla="*/ 426 h 505"/>
                  <a:gd name="T4" fmla="*/ 480 w 522"/>
                  <a:gd name="T5" fmla="*/ 257 h 505"/>
                  <a:gd name="T6" fmla="*/ 485 w 522"/>
                  <a:gd name="T7" fmla="*/ 258 h 505"/>
                  <a:gd name="T8" fmla="*/ 522 w 522"/>
                  <a:gd name="T9" fmla="*/ 220 h 505"/>
                  <a:gd name="T10" fmla="*/ 522 w 522"/>
                  <a:gd name="T11" fmla="*/ 146 h 505"/>
                  <a:gd name="T12" fmla="*/ 522 w 522"/>
                  <a:gd name="T13" fmla="*/ 144 h 505"/>
                  <a:gd name="T14" fmla="*/ 522 w 522"/>
                  <a:gd name="T15" fmla="*/ 144 h 505"/>
                  <a:gd name="T16" fmla="*/ 485 w 522"/>
                  <a:gd name="T17" fmla="*/ 108 h 505"/>
                  <a:gd name="T18" fmla="*/ 485 w 522"/>
                  <a:gd name="T19" fmla="*/ 71 h 505"/>
                  <a:gd name="T20" fmla="*/ 447 w 522"/>
                  <a:gd name="T21" fmla="*/ 34 h 505"/>
                  <a:gd name="T22" fmla="*/ 423 w 522"/>
                  <a:gd name="T23" fmla="*/ 34 h 505"/>
                  <a:gd name="T24" fmla="*/ 423 w 522"/>
                  <a:gd name="T25" fmla="*/ 34 h 505"/>
                  <a:gd name="T26" fmla="*/ 361 w 522"/>
                  <a:gd name="T27" fmla="*/ 0 h 505"/>
                  <a:gd name="T28" fmla="*/ 298 w 522"/>
                  <a:gd name="T29" fmla="*/ 34 h 505"/>
                  <a:gd name="T30" fmla="*/ 75 w 522"/>
                  <a:gd name="T31" fmla="*/ 34 h 505"/>
                  <a:gd name="T32" fmla="*/ 37 w 522"/>
                  <a:gd name="T33" fmla="*/ 71 h 505"/>
                  <a:gd name="T34" fmla="*/ 37 w 522"/>
                  <a:gd name="T35" fmla="*/ 108 h 505"/>
                  <a:gd name="T36" fmla="*/ 0 w 522"/>
                  <a:gd name="T37" fmla="*/ 144 h 505"/>
                  <a:gd name="T38" fmla="*/ 0 w 522"/>
                  <a:gd name="T39" fmla="*/ 144 h 505"/>
                  <a:gd name="T40" fmla="*/ 0 w 522"/>
                  <a:gd name="T41" fmla="*/ 220 h 505"/>
                  <a:gd name="T42" fmla="*/ 37 w 522"/>
                  <a:gd name="T43" fmla="*/ 258 h 505"/>
                  <a:gd name="T44" fmla="*/ 42 w 522"/>
                  <a:gd name="T45" fmla="*/ 257 h 505"/>
                  <a:gd name="T46" fmla="*/ 112 w 522"/>
                  <a:gd name="T47" fmla="*/ 426 h 505"/>
                  <a:gd name="T48" fmla="*/ 261 w 522"/>
                  <a:gd name="T49" fmla="*/ 505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22" h="505">
                    <a:moveTo>
                      <a:pt x="261" y="505"/>
                    </a:moveTo>
                    <a:cubicBezTo>
                      <a:pt x="318" y="505"/>
                      <a:pt x="371" y="475"/>
                      <a:pt x="410" y="426"/>
                    </a:cubicBezTo>
                    <a:cubicBezTo>
                      <a:pt x="445" y="382"/>
                      <a:pt x="470" y="324"/>
                      <a:pt x="480" y="257"/>
                    </a:cubicBezTo>
                    <a:cubicBezTo>
                      <a:pt x="482" y="257"/>
                      <a:pt x="483" y="258"/>
                      <a:pt x="485" y="258"/>
                    </a:cubicBezTo>
                    <a:cubicBezTo>
                      <a:pt x="505" y="258"/>
                      <a:pt x="522" y="241"/>
                      <a:pt x="522" y="220"/>
                    </a:cubicBezTo>
                    <a:cubicBezTo>
                      <a:pt x="522" y="146"/>
                      <a:pt x="522" y="146"/>
                      <a:pt x="522" y="146"/>
                    </a:cubicBezTo>
                    <a:cubicBezTo>
                      <a:pt x="522" y="144"/>
                      <a:pt x="522" y="144"/>
                      <a:pt x="522" y="144"/>
                    </a:cubicBezTo>
                    <a:cubicBezTo>
                      <a:pt x="522" y="144"/>
                      <a:pt x="522" y="144"/>
                      <a:pt x="522" y="144"/>
                    </a:cubicBezTo>
                    <a:cubicBezTo>
                      <a:pt x="521" y="124"/>
                      <a:pt x="505" y="108"/>
                      <a:pt x="485" y="108"/>
                    </a:cubicBezTo>
                    <a:cubicBezTo>
                      <a:pt x="485" y="71"/>
                      <a:pt x="485" y="71"/>
                      <a:pt x="485" y="71"/>
                    </a:cubicBezTo>
                    <a:cubicBezTo>
                      <a:pt x="485" y="50"/>
                      <a:pt x="468" y="34"/>
                      <a:pt x="447" y="34"/>
                    </a:cubicBezTo>
                    <a:cubicBezTo>
                      <a:pt x="423" y="34"/>
                      <a:pt x="423" y="34"/>
                      <a:pt x="423" y="34"/>
                    </a:cubicBezTo>
                    <a:cubicBezTo>
                      <a:pt x="423" y="34"/>
                      <a:pt x="423" y="34"/>
                      <a:pt x="423" y="34"/>
                    </a:cubicBezTo>
                    <a:cubicBezTo>
                      <a:pt x="397" y="34"/>
                      <a:pt x="374" y="20"/>
                      <a:pt x="361" y="0"/>
                    </a:cubicBezTo>
                    <a:cubicBezTo>
                      <a:pt x="347" y="20"/>
                      <a:pt x="324" y="34"/>
                      <a:pt x="298" y="34"/>
                    </a:cubicBezTo>
                    <a:cubicBezTo>
                      <a:pt x="75" y="34"/>
                      <a:pt x="75" y="34"/>
                      <a:pt x="75" y="34"/>
                    </a:cubicBezTo>
                    <a:cubicBezTo>
                      <a:pt x="54" y="34"/>
                      <a:pt x="37" y="50"/>
                      <a:pt x="37" y="71"/>
                    </a:cubicBezTo>
                    <a:cubicBezTo>
                      <a:pt x="37" y="108"/>
                      <a:pt x="37" y="108"/>
                      <a:pt x="37" y="108"/>
                    </a:cubicBezTo>
                    <a:cubicBezTo>
                      <a:pt x="17" y="108"/>
                      <a:pt x="1" y="124"/>
                      <a:pt x="0" y="14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220"/>
                      <a:pt x="0" y="220"/>
                      <a:pt x="0" y="220"/>
                    </a:cubicBezTo>
                    <a:cubicBezTo>
                      <a:pt x="0" y="241"/>
                      <a:pt x="17" y="258"/>
                      <a:pt x="37" y="258"/>
                    </a:cubicBezTo>
                    <a:cubicBezTo>
                      <a:pt x="39" y="258"/>
                      <a:pt x="40" y="257"/>
                      <a:pt x="42" y="257"/>
                    </a:cubicBezTo>
                    <a:cubicBezTo>
                      <a:pt x="52" y="324"/>
                      <a:pt x="77" y="382"/>
                      <a:pt x="112" y="426"/>
                    </a:cubicBezTo>
                    <a:cubicBezTo>
                      <a:pt x="151" y="475"/>
                      <a:pt x="204" y="505"/>
                      <a:pt x="261" y="50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íṡḻïḓé"/>
              <p:cNvSpPr/>
              <p:nvPr/>
            </p:nvSpPr>
            <p:spPr bwMode="auto">
              <a:xfrm>
                <a:off x="3517902" y="396875"/>
                <a:ext cx="582613" cy="412750"/>
              </a:xfrm>
              <a:custGeom>
                <a:avLst/>
                <a:gdLst>
                  <a:gd name="T0" fmla="*/ 37 w 522"/>
                  <a:gd name="T1" fmla="*/ 335 h 371"/>
                  <a:gd name="T2" fmla="*/ 37 w 522"/>
                  <a:gd name="T3" fmla="*/ 298 h 371"/>
                  <a:gd name="T4" fmla="*/ 75 w 522"/>
                  <a:gd name="T5" fmla="*/ 261 h 371"/>
                  <a:gd name="T6" fmla="*/ 298 w 522"/>
                  <a:gd name="T7" fmla="*/ 261 h 371"/>
                  <a:gd name="T8" fmla="*/ 361 w 522"/>
                  <a:gd name="T9" fmla="*/ 227 h 371"/>
                  <a:gd name="T10" fmla="*/ 423 w 522"/>
                  <a:gd name="T11" fmla="*/ 261 h 371"/>
                  <a:gd name="T12" fmla="*/ 423 w 522"/>
                  <a:gd name="T13" fmla="*/ 261 h 371"/>
                  <a:gd name="T14" fmla="*/ 447 w 522"/>
                  <a:gd name="T15" fmla="*/ 261 h 371"/>
                  <a:gd name="T16" fmla="*/ 485 w 522"/>
                  <a:gd name="T17" fmla="*/ 298 h 371"/>
                  <a:gd name="T18" fmla="*/ 485 w 522"/>
                  <a:gd name="T19" fmla="*/ 335 h 371"/>
                  <a:gd name="T20" fmla="*/ 522 w 522"/>
                  <a:gd name="T21" fmla="*/ 371 h 371"/>
                  <a:gd name="T22" fmla="*/ 522 w 522"/>
                  <a:gd name="T23" fmla="*/ 371 h 371"/>
                  <a:gd name="T24" fmla="*/ 522 w 522"/>
                  <a:gd name="T25" fmla="*/ 225 h 371"/>
                  <a:gd name="T26" fmla="*/ 522 w 522"/>
                  <a:gd name="T27" fmla="*/ 224 h 371"/>
                  <a:gd name="T28" fmla="*/ 522 w 522"/>
                  <a:gd name="T29" fmla="*/ 224 h 371"/>
                  <a:gd name="T30" fmla="*/ 261 w 522"/>
                  <a:gd name="T31" fmla="*/ 0 h 371"/>
                  <a:gd name="T32" fmla="*/ 0 w 522"/>
                  <a:gd name="T33" fmla="*/ 224 h 371"/>
                  <a:gd name="T34" fmla="*/ 0 w 522"/>
                  <a:gd name="T35" fmla="*/ 224 h 371"/>
                  <a:gd name="T36" fmla="*/ 0 w 522"/>
                  <a:gd name="T37" fmla="*/ 225 h 371"/>
                  <a:gd name="T38" fmla="*/ 0 w 522"/>
                  <a:gd name="T39" fmla="*/ 371 h 371"/>
                  <a:gd name="T40" fmla="*/ 0 w 522"/>
                  <a:gd name="T41" fmla="*/ 371 h 371"/>
                  <a:gd name="T42" fmla="*/ 37 w 522"/>
                  <a:gd name="T43" fmla="*/ 335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22" h="371">
                    <a:moveTo>
                      <a:pt x="37" y="335"/>
                    </a:moveTo>
                    <a:cubicBezTo>
                      <a:pt x="37" y="298"/>
                      <a:pt x="37" y="298"/>
                      <a:pt x="37" y="298"/>
                    </a:cubicBezTo>
                    <a:cubicBezTo>
                      <a:pt x="37" y="277"/>
                      <a:pt x="54" y="261"/>
                      <a:pt x="75" y="261"/>
                    </a:cubicBezTo>
                    <a:cubicBezTo>
                      <a:pt x="298" y="261"/>
                      <a:pt x="298" y="261"/>
                      <a:pt x="298" y="261"/>
                    </a:cubicBezTo>
                    <a:cubicBezTo>
                      <a:pt x="324" y="261"/>
                      <a:pt x="347" y="247"/>
                      <a:pt x="361" y="227"/>
                    </a:cubicBezTo>
                    <a:cubicBezTo>
                      <a:pt x="374" y="247"/>
                      <a:pt x="397" y="261"/>
                      <a:pt x="423" y="261"/>
                    </a:cubicBezTo>
                    <a:cubicBezTo>
                      <a:pt x="423" y="261"/>
                      <a:pt x="423" y="261"/>
                      <a:pt x="423" y="261"/>
                    </a:cubicBezTo>
                    <a:cubicBezTo>
                      <a:pt x="447" y="261"/>
                      <a:pt x="447" y="261"/>
                      <a:pt x="447" y="261"/>
                    </a:cubicBezTo>
                    <a:cubicBezTo>
                      <a:pt x="468" y="261"/>
                      <a:pt x="485" y="277"/>
                      <a:pt x="485" y="298"/>
                    </a:cubicBezTo>
                    <a:cubicBezTo>
                      <a:pt x="485" y="335"/>
                      <a:pt x="485" y="335"/>
                      <a:pt x="485" y="335"/>
                    </a:cubicBezTo>
                    <a:cubicBezTo>
                      <a:pt x="505" y="335"/>
                      <a:pt x="521" y="351"/>
                      <a:pt x="522" y="371"/>
                    </a:cubicBezTo>
                    <a:cubicBezTo>
                      <a:pt x="522" y="371"/>
                      <a:pt x="522" y="371"/>
                      <a:pt x="522" y="371"/>
                    </a:cubicBezTo>
                    <a:cubicBezTo>
                      <a:pt x="522" y="225"/>
                      <a:pt x="522" y="225"/>
                      <a:pt x="522" y="225"/>
                    </a:cubicBezTo>
                    <a:cubicBezTo>
                      <a:pt x="522" y="224"/>
                      <a:pt x="522" y="224"/>
                      <a:pt x="522" y="224"/>
                    </a:cubicBezTo>
                    <a:cubicBezTo>
                      <a:pt x="522" y="224"/>
                      <a:pt x="522" y="224"/>
                      <a:pt x="522" y="224"/>
                    </a:cubicBezTo>
                    <a:cubicBezTo>
                      <a:pt x="521" y="100"/>
                      <a:pt x="405" y="0"/>
                      <a:pt x="261" y="0"/>
                    </a:cubicBezTo>
                    <a:cubicBezTo>
                      <a:pt x="117" y="0"/>
                      <a:pt x="1" y="100"/>
                      <a:pt x="0" y="224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371"/>
                      <a:pt x="0" y="371"/>
                      <a:pt x="0" y="371"/>
                    </a:cubicBezTo>
                    <a:cubicBezTo>
                      <a:pt x="0" y="371"/>
                      <a:pt x="0" y="371"/>
                      <a:pt x="0" y="371"/>
                    </a:cubicBezTo>
                    <a:cubicBezTo>
                      <a:pt x="1" y="351"/>
                      <a:pt x="17" y="335"/>
                      <a:pt x="37" y="335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íṥļiḑê"/>
              <p:cNvSpPr/>
              <p:nvPr/>
            </p:nvSpPr>
            <p:spPr bwMode="auto">
              <a:xfrm>
                <a:off x="3506789" y="385763"/>
                <a:ext cx="604838" cy="436563"/>
              </a:xfrm>
              <a:custGeom>
                <a:avLst/>
                <a:gdLst>
                  <a:gd name="T0" fmla="*/ 542 w 542"/>
                  <a:gd name="T1" fmla="*/ 391 h 391"/>
                  <a:gd name="T2" fmla="*/ 522 w 542"/>
                  <a:gd name="T3" fmla="*/ 391 h 391"/>
                  <a:gd name="T4" fmla="*/ 522 w 542"/>
                  <a:gd name="T5" fmla="*/ 382 h 391"/>
                  <a:gd name="T6" fmla="*/ 495 w 542"/>
                  <a:gd name="T7" fmla="*/ 355 h 391"/>
                  <a:gd name="T8" fmla="*/ 485 w 542"/>
                  <a:gd name="T9" fmla="*/ 355 h 391"/>
                  <a:gd name="T10" fmla="*/ 485 w 542"/>
                  <a:gd name="T11" fmla="*/ 308 h 391"/>
                  <a:gd name="T12" fmla="*/ 457 w 542"/>
                  <a:gd name="T13" fmla="*/ 281 h 391"/>
                  <a:gd name="T14" fmla="*/ 433 w 542"/>
                  <a:gd name="T15" fmla="*/ 281 h 391"/>
                  <a:gd name="T16" fmla="*/ 371 w 542"/>
                  <a:gd name="T17" fmla="*/ 253 h 391"/>
                  <a:gd name="T18" fmla="*/ 308 w 542"/>
                  <a:gd name="T19" fmla="*/ 281 h 391"/>
                  <a:gd name="T20" fmla="*/ 85 w 542"/>
                  <a:gd name="T21" fmla="*/ 281 h 391"/>
                  <a:gd name="T22" fmla="*/ 57 w 542"/>
                  <a:gd name="T23" fmla="*/ 308 h 391"/>
                  <a:gd name="T24" fmla="*/ 57 w 542"/>
                  <a:gd name="T25" fmla="*/ 355 h 391"/>
                  <a:gd name="T26" fmla="*/ 47 w 542"/>
                  <a:gd name="T27" fmla="*/ 355 h 391"/>
                  <a:gd name="T28" fmla="*/ 20 w 542"/>
                  <a:gd name="T29" fmla="*/ 382 h 391"/>
                  <a:gd name="T30" fmla="*/ 20 w 542"/>
                  <a:gd name="T31" fmla="*/ 391 h 391"/>
                  <a:gd name="T32" fmla="*/ 0 w 542"/>
                  <a:gd name="T33" fmla="*/ 391 h 391"/>
                  <a:gd name="T34" fmla="*/ 0 w 542"/>
                  <a:gd name="T35" fmla="*/ 381 h 391"/>
                  <a:gd name="T36" fmla="*/ 0 w 542"/>
                  <a:gd name="T37" fmla="*/ 224 h 391"/>
                  <a:gd name="T38" fmla="*/ 0 w 542"/>
                  <a:gd name="T39" fmla="*/ 224 h 391"/>
                  <a:gd name="T40" fmla="*/ 271 w 542"/>
                  <a:gd name="T41" fmla="*/ 0 h 391"/>
                  <a:gd name="T42" fmla="*/ 542 w 542"/>
                  <a:gd name="T43" fmla="*/ 224 h 391"/>
                  <a:gd name="T44" fmla="*/ 542 w 542"/>
                  <a:gd name="T45" fmla="*/ 224 h 391"/>
                  <a:gd name="T46" fmla="*/ 542 w 542"/>
                  <a:gd name="T47" fmla="*/ 235 h 391"/>
                  <a:gd name="T48" fmla="*/ 542 w 542"/>
                  <a:gd name="T49" fmla="*/ 391 h 391"/>
                  <a:gd name="T50" fmla="*/ 505 w 542"/>
                  <a:gd name="T51" fmla="*/ 336 h 391"/>
                  <a:gd name="T52" fmla="*/ 522 w 542"/>
                  <a:gd name="T53" fmla="*/ 344 h 391"/>
                  <a:gd name="T54" fmla="*/ 522 w 542"/>
                  <a:gd name="T55" fmla="*/ 234 h 391"/>
                  <a:gd name="T56" fmla="*/ 271 w 542"/>
                  <a:gd name="T57" fmla="*/ 20 h 391"/>
                  <a:gd name="T58" fmla="*/ 20 w 542"/>
                  <a:gd name="T59" fmla="*/ 234 h 391"/>
                  <a:gd name="T60" fmla="*/ 20 w 542"/>
                  <a:gd name="T61" fmla="*/ 239 h 391"/>
                  <a:gd name="T62" fmla="*/ 20 w 542"/>
                  <a:gd name="T63" fmla="*/ 344 h 391"/>
                  <a:gd name="T64" fmla="*/ 37 w 542"/>
                  <a:gd name="T65" fmla="*/ 336 h 391"/>
                  <a:gd name="T66" fmla="*/ 37 w 542"/>
                  <a:gd name="T67" fmla="*/ 308 h 391"/>
                  <a:gd name="T68" fmla="*/ 85 w 542"/>
                  <a:gd name="T69" fmla="*/ 261 h 391"/>
                  <a:gd name="T70" fmla="*/ 308 w 542"/>
                  <a:gd name="T71" fmla="*/ 261 h 391"/>
                  <a:gd name="T72" fmla="*/ 362 w 542"/>
                  <a:gd name="T73" fmla="*/ 232 h 391"/>
                  <a:gd name="T74" fmla="*/ 371 w 542"/>
                  <a:gd name="T75" fmla="*/ 219 h 391"/>
                  <a:gd name="T76" fmla="*/ 379 w 542"/>
                  <a:gd name="T77" fmla="*/ 232 h 391"/>
                  <a:gd name="T78" fmla="*/ 433 w 542"/>
                  <a:gd name="T79" fmla="*/ 261 h 391"/>
                  <a:gd name="T80" fmla="*/ 457 w 542"/>
                  <a:gd name="T81" fmla="*/ 261 h 391"/>
                  <a:gd name="T82" fmla="*/ 505 w 542"/>
                  <a:gd name="T83" fmla="*/ 308 h 391"/>
                  <a:gd name="T84" fmla="*/ 505 w 542"/>
                  <a:gd name="T85" fmla="*/ 336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42" h="391">
                    <a:moveTo>
                      <a:pt x="542" y="391"/>
                    </a:moveTo>
                    <a:cubicBezTo>
                      <a:pt x="522" y="391"/>
                      <a:pt x="522" y="391"/>
                      <a:pt x="522" y="391"/>
                    </a:cubicBezTo>
                    <a:cubicBezTo>
                      <a:pt x="522" y="382"/>
                      <a:pt x="522" y="382"/>
                      <a:pt x="522" y="382"/>
                    </a:cubicBezTo>
                    <a:cubicBezTo>
                      <a:pt x="521" y="367"/>
                      <a:pt x="509" y="355"/>
                      <a:pt x="495" y="355"/>
                    </a:cubicBezTo>
                    <a:cubicBezTo>
                      <a:pt x="485" y="355"/>
                      <a:pt x="485" y="355"/>
                      <a:pt x="485" y="355"/>
                    </a:cubicBezTo>
                    <a:cubicBezTo>
                      <a:pt x="485" y="308"/>
                      <a:pt x="485" y="308"/>
                      <a:pt x="485" y="308"/>
                    </a:cubicBezTo>
                    <a:cubicBezTo>
                      <a:pt x="485" y="293"/>
                      <a:pt x="472" y="281"/>
                      <a:pt x="457" y="281"/>
                    </a:cubicBezTo>
                    <a:cubicBezTo>
                      <a:pt x="433" y="281"/>
                      <a:pt x="433" y="281"/>
                      <a:pt x="433" y="281"/>
                    </a:cubicBezTo>
                    <a:cubicBezTo>
                      <a:pt x="409" y="281"/>
                      <a:pt x="386" y="271"/>
                      <a:pt x="371" y="253"/>
                    </a:cubicBezTo>
                    <a:cubicBezTo>
                      <a:pt x="355" y="271"/>
                      <a:pt x="332" y="281"/>
                      <a:pt x="308" y="281"/>
                    </a:cubicBezTo>
                    <a:cubicBezTo>
                      <a:pt x="85" y="281"/>
                      <a:pt x="85" y="281"/>
                      <a:pt x="85" y="281"/>
                    </a:cubicBezTo>
                    <a:cubicBezTo>
                      <a:pt x="70" y="281"/>
                      <a:pt x="57" y="293"/>
                      <a:pt x="57" y="308"/>
                    </a:cubicBezTo>
                    <a:cubicBezTo>
                      <a:pt x="57" y="355"/>
                      <a:pt x="57" y="355"/>
                      <a:pt x="57" y="355"/>
                    </a:cubicBezTo>
                    <a:cubicBezTo>
                      <a:pt x="47" y="355"/>
                      <a:pt x="47" y="355"/>
                      <a:pt x="47" y="355"/>
                    </a:cubicBezTo>
                    <a:cubicBezTo>
                      <a:pt x="33" y="355"/>
                      <a:pt x="21" y="367"/>
                      <a:pt x="20" y="382"/>
                    </a:cubicBezTo>
                    <a:cubicBezTo>
                      <a:pt x="20" y="391"/>
                      <a:pt x="20" y="391"/>
                      <a:pt x="20" y="391"/>
                    </a:cubicBezTo>
                    <a:cubicBezTo>
                      <a:pt x="0" y="391"/>
                      <a:pt x="0" y="391"/>
                      <a:pt x="0" y="391"/>
                    </a:cubicBezTo>
                    <a:cubicBezTo>
                      <a:pt x="0" y="381"/>
                      <a:pt x="0" y="381"/>
                      <a:pt x="0" y="381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7" y="99"/>
                      <a:pt x="126" y="0"/>
                      <a:pt x="271" y="0"/>
                    </a:cubicBezTo>
                    <a:cubicBezTo>
                      <a:pt x="416" y="0"/>
                      <a:pt x="535" y="99"/>
                      <a:pt x="542" y="224"/>
                    </a:cubicBezTo>
                    <a:cubicBezTo>
                      <a:pt x="542" y="224"/>
                      <a:pt x="542" y="224"/>
                      <a:pt x="542" y="224"/>
                    </a:cubicBezTo>
                    <a:cubicBezTo>
                      <a:pt x="542" y="235"/>
                      <a:pt x="542" y="235"/>
                      <a:pt x="542" y="235"/>
                    </a:cubicBezTo>
                    <a:lnTo>
                      <a:pt x="542" y="391"/>
                    </a:lnTo>
                    <a:close/>
                    <a:moveTo>
                      <a:pt x="505" y="336"/>
                    </a:moveTo>
                    <a:cubicBezTo>
                      <a:pt x="511" y="338"/>
                      <a:pt x="517" y="340"/>
                      <a:pt x="522" y="344"/>
                    </a:cubicBezTo>
                    <a:cubicBezTo>
                      <a:pt x="522" y="234"/>
                      <a:pt x="522" y="234"/>
                      <a:pt x="522" y="234"/>
                    </a:cubicBezTo>
                    <a:cubicBezTo>
                      <a:pt x="521" y="116"/>
                      <a:pt x="409" y="20"/>
                      <a:pt x="271" y="20"/>
                    </a:cubicBezTo>
                    <a:cubicBezTo>
                      <a:pt x="133" y="20"/>
                      <a:pt x="21" y="116"/>
                      <a:pt x="20" y="234"/>
                    </a:cubicBezTo>
                    <a:cubicBezTo>
                      <a:pt x="20" y="239"/>
                      <a:pt x="20" y="239"/>
                      <a:pt x="20" y="239"/>
                    </a:cubicBezTo>
                    <a:cubicBezTo>
                      <a:pt x="20" y="344"/>
                      <a:pt x="20" y="344"/>
                      <a:pt x="20" y="344"/>
                    </a:cubicBezTo>
                    <a:cubicBezTo>
                      <a:pt x="25" y="340"/>
                      <a:pt x="31" y="338"/>
                      <a:pt x="37" y="336"/>
                    </a:cubicBezTo>
                    <a:cubicBezTo>
                      <a:pt x="37" y="308"/>
                      <a:pt x="37" y="308"/>
                      <a:pt x="37" y="308"/>
                    </a:cubicBezTo>
                    <a:cubicBezTo>
                      <a:pt x="37" y="282"/>
                      <a:pt x="59" y="261"/>
                      <a:pt x="85" y="261"/>
                    </a:cubicBezTo>
                    <a:cubicBezTo>
                      <a:pt x="308" y="261"/>
                      <a:pt x="308" y="261"/>
                      <a:pt x="308" y="261"/>
                    </a:cubicBezTo>
                    <a:cubicBezTo>
                      <a:pt x="330" y="261"/>
                      <a:pt x="350" y="250"/>
                      <a:pt x="362" y="232"/>
                    </a:cubicBezTo>
                    <a:cubicBezTo>
                      <a:pt x="371" y="219"/>
                      <a:pt x="371" y="219"/>
                      <a:pt x="371" y="219"/>
                    </a:cubicBezTo>
                    <a:cubicBezTo>
                      <a:pt x="379" y="232"/>
                      <a:pt x="379" y="232"/>
                      <a:pt x="379" y="232"/>
                    </a:cubicBezTo>
                    <a:cubicBezTo>
                      <a:pt x="391" y="250"/>
                      <a:pt x="411" y="261"/>
                      <a:pt x="433" y="261"/>
                    </a:cubicBezTo>
                    <a:cubicBezTo>
                      <a:pt x="457" y="261"/>
                      <a:pt x="457" y="261"/>
                      <a:pt x="457" y="261"/>
                    </a:cubicBezTo>
                    <a:cubicBezTo>
                      <a:pt x="484" y="261"/>
                      <a:pt x="505" y="282"/>
                      <a:pt x="505" y="308"/>
                    </a:cubicBezTo>
                    <a:lnTo>
                      <a:pt x="505" y="3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íṡḻiḓê"/>
              <p:cNvSpPr/>
              <p:nvPr/>
            </p:nvSpPr>
            <p:spPr bwMode="auto">
              <a:xfrm>
                <a:off x="3840164" y="1185863"/>
                <a:ext cx="134938" cy="142875"/>
              </a:xfrm>
              <a:custGeom>
                <a:avLst/>
                <a:gdLst>
                  <a:gd name="T0" fmla="*/ 120 w 120"/>
                  <a:gd name="T1" fmla="*/ 0 h 128"/>
                  <a:gd name="T2" fmla="*/ 120 w 120"/>
                  <a:gd name="T3" fmla="*/ 0 h 128"/>
                  <a:gd name="T4" fmla="*/ 0 w 120"/>
                  <a:gd name="T5" fmla="*/ 128 h 128"/>
                  <a:gd name="T6" fmla="*/ 120 w 120"/>
                  <a:gd name="T7" fmla="*/ 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0" h="128">
                    <a:moveTo>
                      <a:pt x="120" y="0"/>
                    </a:moveTo>
                    <a:cubicBezTo>
                      <a:pt x="120" y="0"/>
                      <a:pt x="120" y="0"/>
                      <a:pt x="120" y="0"/>
                    </a:cubicBezTo>
                    <a:cubicBezTo>
                      <a:pt x="112" y="65"/>
                      <a:pt x="63" y="116"/>
                      <a:pt x="0" y="128"/>
                    </a:cubicBezTo>
                    <a:cubicBezTo>
                      <a:pt x="63" y="116"/>
                      <a:pt x="112" y="65"/>
                      <a:pt x="1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ïsľïḓe"/>
              <p:cNvSpPr/>
              <p:nvPr/>
            </p:nvSpPr>
            <p:spPr bwMode="auto">
              <a:xfrm>
                <a:off x="3808414" y="1331913"/>
                <a:ext cx="11113" cy="1588"/>
              </a:xfrm>
              <a:custGeom>
                <a:avLst/>
                <a:gdLst>
                  <a:gd name="T0" fmla="*/ 9 w 9"/>
                  <a:gd name="T1" fmla="*/ 0 h 1"/>
                  <a:gd name="T2" fmla="*/ 0 w 9"/>
                  <a:gd name="T3" fmla="*/ 1 h 1"/>
                  <a:gd name="T4" fmla="*/ 0 w 9"/>
                  <a:gd name="T5" fmla="*/ 1 h 1"/>
                  <a:gd name="T6" fmla="*/ 9 w 9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1">
                    <a:moveTo>
                      <a:pt x="9" y="0"/>
                    </a:moveTo>
                    <a:cubicBezTo>
                      <a:pt x="6" y="0"/>
                      <a:pt x="3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6" y="0"/>
                      <a:pt x="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i$ļíḑê"/>
              <p:cNvSpPr/>
              <p:nvPr/>
            </p:nvSpPr>
            <p:spPr bwMode="auto">
              <a:xfrm>
                <a:off x="3624264" y="1185863"/>
                <a:ext cx="371475" cy="196850"/>
              </a:xfrm>
              <a:custGeom>
                <a:avLst/>
                <a:gdLst>
                  <a:gd name="T0" fmla="*/ 314 w 333"/>
                  <a:gd name="T1" fmla="*/ 0 h 176"/>
                  <a:gd name="T2" fmla="*/ 194 w 333"/>
                  <a:gd name="T3" fmla="*/ 128 h 176"/>
                  <a:gd name="T4" fmla="*/ 192 w 333"/>
                  <a:gd name="T5" fmla="*/ 128 h 176"/>
                  <a:gd name="T6" fmla="*/ 180 w 333"/>
                  <a:gd name="T7" fmla="*/ 130 h 176"/>
                  <a:gd name="T8" fmla="*/ 175 w 333"/>
                  <a:gd name="T9" fmla="*/ 130 h 176"/>
                  <a:gd name="T10" fmla="*/ 166 w 333"/>
                  <a:gd name="T11" fmla="*/ 131 h 176"/>
                  <a:gd name="T12" fmla="*/ 166 w 333"/>
                  <a:gd name="T13" fmla="*/ 131 h 176"/>
                  <a:gd name="T14" fmla="*/ 18 w 333"/>
                  <a:gd name="T15" fmla="*/ 0 h 176"/>
                  <a:gd name="T16" fmla="*/ 18 w 333"/>
                  <a:gd name="T17" fmla="*/ 0 h 176"/>
                  <a:gd name="T18" fmla="*/ 17 w 333"/>
                  <a:gd name="T19" fmla="*/ 1 h 176"/>
                  <a:gd name="T20" fmla="*/ 0 w 333"/>
                  <a:gd name="T21" fmla="*/ 8 h 176"/>
                  <a:gd name="T22" fmla="*/ 166 w 333"/>
                  <a:gd name="T23" fmla="*/ 176 h 176"/>
                  <a:gd name="T24" fmla="*/ 166 w 333"/>
                  <a:gd name="T25" fmla="*/ 176 h 176"/>
                  <a:gd name="T26" fmla="*/ 166 w 333"/>
                  <a:gd name="T27" fmla="*/ 176 h 176"/>
                  <a:gd name="T28" fmla="*/ 333 w 333"/>
                  <a:gd name="T29" fmla="*/ 8 h 176"/>
                  <a:gd name="T30" fmla="*/ 333 w 333"/>
                  <a:gd name="T31" fmla="*/ 8 h 176"/>
                  <a:gd name="T32" fmla="*/ 316 w 333"/>
                  <a:gd name="T33" fmla="*/ 1 h 176"/>
                  <a:gd name="T34" fmla="*/ 315 w 333"/>
                  <a:gd name="T35" fmla="*/ 1 h 176"/>
                  <a:gd name="T36" fmla="*/ 314 w 333"/>
                  <a:gd name="T37" fmla="*/ 0 h 176"/>
                  <a:gd name="T38" fmla="*/ 314 w 333"/>
                  <a:gd name="T39" fmla="*/ 0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3" h="176">
                    <a:moveTo>
                      <a:pt x="314" y="0"/>
                    </a:moveTo>
                    <a:cubicBezTo>
                      <a:pt x="306" y="65"/>
                      <a:pt x="257" y="116"/>
                      <a:pt x="194" y="128"/>
                    </a:cubicBezTo>
                    <a:cubicBezTo>
                      <a:pt x="193" y="128"/>
                      <a:pt x="193" y="128"/>
                      <a:pt x="192" y="128"/>
                    </a:cubicBezTo>
                    <a:cubicBezTo>
                      <a:pt x="188" y="129"/>
                      <a:pt x="184" y="129"/>
                      <a:pt x="180" y="130"/>
                    </a:cubicBezTo>
                    <a:cubicBezTo>
                      <a:pt x="178" y="130"/>
                      <a:pt x="177" y="130"/>
                      <a:pt x="175" y="130"/>
                    </a:cubicBezTo>
                    <a:cubicBezTo>
                      <a:pt x="172" y="130"/>
                      <a:pt x="169" y="131"/>
                      <a:pt x="166" y="131"/>
                    </a:cubicBezTo>
                    <a:cubicBezTo>
                      <a:pt x="166" y="131"/>
                      <a:pt x="166" y="131"/>
                      <a:pt x="166" y="131"/>
                    </a:cubicBezTo>
                    <a:cubicBezTo>
                      <a:pt x="90" y="130"/>
                      <a:pt x="28" y="74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7" y="1"/>
                      <a:pt x="17" y="1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04"/>
                      <a:pt x="67" y="175"/>
                      <a:pt x="166" y="176"/>
                    </a:cubicBezTo>
                    <a:cubicBezTo>
                      <a:pt x="166" y="176"/>
                      <a:pt x="166" y="176"/>
                      <a:pt x="166" y="176"/>
                    </a:cubicBezTo>
                    <a:cubicBezTo>
                      <a:pt x="166" y="176"/>
                      <a:pt x="166" y="176"/>
                      <a:pt x="166" y="176"/>
                    </a:cubicBezTo>
                    <a:cubicBezTo>
                      <a:pt x="266" y="175"/>
                      <a:pt x="333" y="104"/>
                      <a:pt x="333" y="8"/>
                    </a:cubicBezTo>
                    <a:cubicBezTo>
                      <a:pt x="333" y="8"/>
                      <a:pt x="333" y="8"/>
                      <a:pt x="333" y="8"/>
                    </a:cubicBezTo>
                    <a:cubicBezTo>
                      <a:pt x="316" y="1"/>
                      <a:pt x="316" y="1"/>
                      <a:pt x="316" y="1"/>
                    </a:cubicBezTo>
                    <a:cubicBezTo>
                      <a:pt x="315" y="1"/>
                      <a:pt x="315" y="1"/>
                      <a:pt x="315" y="1"/>
                    </a:cubicBezTo>
                    <a:cubicBezTo>
                      <a:pt x="315" y="0"/>
                      <a:pt x="314" y="0"/>
                      <a:pt x="314" y="0"/>
                    </a:cubicBezTo>
                    <a:cubicBezTo>
                      <a:pt x="314" y="0"/>
                      <a:pt x="314" y="0"/>
                      <a:pt x="314" y="0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ï$ļîdè"/>
              <p:cNvSpPr/>
              <p:nvPr/>
            </p:nvSpPr>
            <p:spPr bwMode="auto">
              <a:xfrm>
                <a:off x="3630614" y="1093788"/>
                <a:ext cx="355600" cy="250825"/>
              </a:xfrm>
              <a:custGeom>
                <a:avLst/>
                <a:gdLst>
                  <a:gd name="T0" fmla="*/ 159 w 318"/>
                  <a:gd name="T1" fmla="*/ 224 h 224"/>
                  <a:gd name="T2" fmla="*/ 159 w 318"/>
                  <a:gd name="T3" fmla="*/ 224 h 224"/>
                  <a:gd name="T4" fmla="*/ 3 w 318"/>
                  <a:gd name="T5" fmla="*/ 97 h 224"/>
                  <a:gd name="T6" fmla="*/ 0 w 318"/>
                  <a:gd name="T7" fmla="*/ 98 h 224"/>
                  <a:gd name="T8" fmla="*/ 0 w 318"/>
                  <a:gd name="T9" fmla="*/ 84 h 224"/>
                  <a:gd name="T10" fmla="*/ 0 w 318"/>
                  <a:gd name="T11" fmla="*/ 0 h 224"/>
                  <a:gd name="T12" fmla="*/ 18 w 318"/>
                  <a:gd name="T13" fmla="*/ 22 h 224"/>
                  <a:gd name="T14" fmla="*/ 159 w 318"/>
                  <a:gd name="T15" fmla="*/ 97 h 224"/>
                  <a:gd name="T16" fmla="*/ 300 w 318"/>
                  <a:gd name="T17" fmla="*/ 22 h 224"/>
                  <a:gd name="T18" fmla="*/ 318 w 318"/>
                  <a:gd name="T19" fmla="*/ 0 h 224"/>
                  <a:gd name="T20" fmla="*/ 318 w 318"/>
                  <a:gd name="T21" fmla="*/ 98 h 224"/>
                  <a:gd name="T22" fmla="*/ 315 w 318"/>
                  <a:gd name="T23" fmla="*/ 97 h 224"/>
                  <a:gd name="T24" fmla="*/ 189 w 318"/>
                  <a:gd name="T25" fmla="*/ 221 h 224"/>
                  <a:gd name="T26" fmla="*/ 187 w 318"/>
                  <a:gd name="T27" fmla="*/ 221 h 224"/>
                  <a:gd name="T28" fmla="*/ 187 w 318"/>
                  <a:gd name="T29" fmla="*/ 221 h 224"/>
                  <a:gd name="T30" fmla="*/ 174 w 318"/>
                  <a:gd name="T31" fmla="*/ 223 h 224"/>
                  <a:gd name="T32" fmla="*/ 170 w 318"/>
                  <a:gd name="T33" fmla="*/ 223 h 224"/>
                  <a:gd name="T34" fmla="*/ 168 w 318"/>
                  <a:gd name="T35" fmla="*/ 223 h 224"/>
                  <a:gd name="T36" fmla="*/ 166 w 318"/>
                  <a:gd name="T37" fmla="*/ 223 h 224"/>
                  <a:gd name="T38" fmla="*/ 159 w 318"/>
                  <a:gd name="T39" fmla="*/ 224 h 224"/>
                  <a:gd name="T40" fmla="*/ 20 w 318"/>
                  <a:gd name="T41" fmla="*/ 72 h 224"/>
                  <a:gd name="T42" fmla="*/ 21 w 318"/>
                  <a:gd name="T43" fmla="*/ 82 h 224"/>
                  <a:gd name="T44" fmla="*/ 159 w 318"/>
                  <a:gd name="T45" fmla="*/ 204 h 224"/>
                  <a:gd name="T46" fmla="*/ 165 w 318"/>
                  <a:gd name="T47" fmla="*/ 203 h 224"/>
                  <a:gd name="T48" fmla="*/ 167 w 318"/>
                  <a:gd name="T49" fmla="*/ 203 h 224"/>
                  <a:gd name="T50" fmla="*/ 169 w 318"/>
                  <a:gd name="T51" fmla="*/ 203 h 224"/>
                  <a:gd name="T52" fmla="*/ 172 w 318"/>
                  <a:gd name="T53" fmla="*/ 203 h 224"/>
                  <a:gd name="T54" fmla="*/ 183 w 318"/>
                  <a:gd name="T55" fmla="*/ 201 h 224"/>
                  <a:gd name="T56" fmla="*/ 185 w 318"/>
                  <a:gd name="T57" fmla="*/ 201 h 224"/>
                  <a:gd name="T58" fmla="*/ 297 w 318"/>
                  <a:gd name="T59" fmla="*/ 82 h 224"/>
                  <a:gd name="T60" fmla="*/ 298 w 318"/>
                  <a:gd name="T61" fmla="*/ 73 h 224"/>
                  <a:gd name="T62" fmla="*/ 298 w 318"/>
                  <a:gd name="T63" fmla="*/ 54 h 224"/>
                  <a:gd name="T64" fmla="*/ 159 w 318"/>
                  <a:gd name="T65" fmla="*/ 117 h 224"/>
                  <a:gd name="T66" fmla="*/ 20 w 318"/>
                  <a:gd name="T67" fmla="*/ 54 h 224"/>
                  <a:gd name="T68" fmla="*/ 20 w 318"/>
                  <a:gd name="T69" fmla="*/ 72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18" h="224">
                    <a:moveTo>
                      <a:pt x="159" y="224"/>
                    </a:moveTo>
                    <a:cubicBezTo>
                      <a:pt x="159" y="224"/>
                      <a:pt x="159" y="224"/>
                      <a:pt x="159" y="224"/>
                    </a:cubicBezTo>
                    <a:cubicBezTo>
                      <a:pt x="83" y="223"/>
                      <a:pt x="18" y="170"/>
                      <a:pt x="3" y="97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57" y="70"/>
                      <a:pt x="107" y="97"/>
                      <a:pt x="159" y="97"/>
                    </a:cubicBezTo>
                    <a:cubicBezTo>
                      <a:pt x="211" y="97"/>
                      <a:pt x="261" y="70"/>
                      <a:pt x="300" y="22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18" y="98"/>
                      <a:pt x="318" y="98"/>
                      <a:pt x="318" y="98"/>
                    </a:cubicBezTo>
                    <a:cubicBezTo>
                      <a:pt x="315" y="97"/>
                      <a:pt x="315" y="97"/>
                      <a:pt x="315" y="97"/>
                    </a:cubicBezTo>
                    <a:cubicBezTo>
                      <a:pt x="302" y="160"/>
                      <a:pt x="253" y="209"/>
                      <a:pt x="189" y="221"/>
                    </a:cubicBezTo>
                    <a:cubicBezTo>
                      <a:pt x="188" y="221"/>
                      <a:pt x="188" y="221"/>
                      <a:pt x="187" y="221"/>
                    </a:cubicBezTo>
                    <a:cubicBezTo>
                      <a:pt x="187" y="221"/>
                      <a:pt x="187" y="221"/>
                      <a:pt x="187" y="221"/>
                    </a:cubicBezTo>
                    <a:cubicBezTo>
                      <a:pt x="183" y="222"/>
                      <a:pt x="179" y="222"/>
                      <a:pt x="174" y="223"/>
                    </a:cubicBezTo>
                    <a:cubicBezTo>
                      <a:pt x="173" y="223"/>
                      <a:pt x="171" y="223"/>
                      <a:pt x="170" y="223"/>
                    </a:cubicBezTo>
                    <a:cubicBezTo>
                      <a:pt x="170" y="223"/>
                      <a:pt x="169" y="223"/>
                      <a:pt x="168" y="223"/>
                    </a:cubicBezTo>
                    <a:cubicBezTo>
                      <a:pt x="166" y="223"/>
                      <a:pt x="166" y="223"/>
                      <a:pt x="166" y="223"/>
                    </a:cubicBezTo>
                    <a:cubicBezTo>
                      <a:pt x="164" y="223"/>
                      <a:pt x="162" y="224"/>
                      <a:pt x="159" y="224"/>
                    </a:cubicBezTo>
                    <a:close/>
                    <a:moveTo>
                      <a:pt x="20" y="72"/>
                    </a:moveTo>
                    <a:cubicBezTo>
                      <a:pt x="21" y="82"/>
                      <a:pt x="21" y="82"/>
                      <a:pt x="21" y="82"/>
                    </a:cubicBezTo>
                    <a:cubicBezTo>
                      <a:pt x="30" y="151"/>
                      <a:pt x="89" y="203"/>
                      <a:pt x="159" y="204"/>
                    </a:cubicBezTo>
                    <a:cubicBezTo>
                      <a:pt x="161" y="204"/>
                      <a:pt x="163" y="203"/>
                      <a:pt x="165" y="203"/>
                    </a:cubicBezTo>
                    <a:cubicBezTo>
                      <a:pt x="167" y="203"/>
                      <a:pt x="167" y="203"/>
                      <a:pt x="167" y="203"/>
                    </a:cubicBezTo>
                    <a:cubicBezTo>
                      <a:pt x="168" y="203"/>
                      <a:pt x="169" y="203"/>
                      <a:pt x="169" y="203"/>
                    </a:cubicBezTo>
                    <a:cubicBezTo>
                      <a:pt x="170" y="203"/>
                      <a:pt x="171" y="203"/>
                      <a:pt x="172" y="203"/>
                    </a:cubicBezTo>
                    <a:cubicBezTo>
                      <a:pt x="176" y="203"/>
                      <a:pt x="180" y="202"/>
                      <a:pt x="183" y="201"/>
                    </a:cubicBezTo>
                    <a:cubicBezTo>
                      <a:pt x="184" y="201"/>
                      <a:pt x="184" y="201"/>
                      <a:pt x="185" y="201"/>
                    </a:cubicBezTo>
                    <a:cubicBezTo>
                      <a:pt x="244" y="190"/>
                      <a:pt x="289" y="142"/>
                      <a:pt x="297" y="82"/>
                    </a:cubicBezTo>
                    <a:cubicBezTo>
                      <a:pt x="298" y="73"/>
                      <a:pt x="298" y="73"/>
                      <a:pt x="298" y="73"/>
                    </a:cubicBezTo>
                    <a:cubicBezTo>
                      <a:pt x="298" y="54"/>
                      <a:pt x="298" y="54"/>
                      <a:pt x="298" y="54"/>
                    </a:cubicBezTo>
                    <a:cubicBezTo>
                      <a:pt x="258" y="95"/>
                      <a:pt x="209" y="117"/>
                      <a:pt x="159" y="117"/>
                    </a:cubicBezTo>
                    <a:cubicBezTo>
                      <a:pt x="109" y="117"/>
                      <a:pt x="60" y="95"/>
                      <a:pt x="20" y="54"/>
                    </a:cubicBezTo>
                    <a:cubicBezTo>
                      <a:pt x="20" y="72"/>
                      <a:pt x="20" y="72"/>
                      <a:pt x="20" y="7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ïṡļiḋé"/>
              <p:cNvSpPr/>
              <p:nvPr/>
            </p:nvSpPr>
            <p:spPr bwMode="auto">
              <a:xfrm>
                <a:off x="3506789" y="630238"/>
                <a:ext cx="604838" cy="501650"/>
              </a:xfrm>
              <a:custGeom>
                <a:avLst/>
                <a:gdLst>
                  <a:gd name="T0" fmla="*/ 428 w 542"/>
                  <a:gd name="T1" fmla="*/ 450 h 450"/>
                  <a:gd name="T2" fmla="*/ 412 w 542"/>
                  <a:gd name="T3" fmla="*/ 438 h 450"/>
                  <a:gd name="T4" fmla="*/ 480 w 542"/>
                  <a:gd name="T5" fmla="*/ 274 h 450"/>
                  <a:gd name="T6" fmla="*/ 482 w 542"/>
                  <a:gd name="T7" fmla="*/ 264 h 450"/>
                  <a:gd name="T8" fmla="*/ 491 w 542"/>
                  <a:gd name="T9" fmla="*/ 265 h 450"/>
                  <a:gd name="T10" fmla="*/ 495 w 542"/>
                  <a:gd name="T11" fmla="*/ 266 h 450"/>
                  <a:gd name="T12" fmla="*/ 522 w 542"/>
                  <a:gd name="T13" fmla="*/ 238 h 450"/>
                  <a:gd name="T14" fmla="*/ 522 w 542"/>
                  <a:gd name="T15" fmla="*/ 163 h 450"/>
                  <a:gd name="T16" fmla="*/ 495 w 542"/>
                  <a:gd name="T17" fmla="*/ 136 h 450"/>
                  <a:gd name="T18" fmla="*/ 485 w 542"/>
                  <a:gd name="T19" fmla="*/ 136 h 450"/>
                  <a:gd name="T20" fmla="*/ 485 w 542"/>
                  <a:gd name="T21" fmla="*/ 89 h 450"/>
                  <a:gd name="T22" fmla="*/ 457 w 542"/>
                  <a:gd name="T23" fmla="*/ 62 h 450"/>
                  <a:gd name="T24" fmla="*/ 433 w 542"/>
                  <a:gd name="T25" fmla="*/ 62 h 450"/>
                  <a:gd name="T26" fmla="*/ 371 w 542"/>
                  <a:gd name="T27" fmla="*/ 34 h 450"/>
                  <a:gd name="T28" fmla="*/ 308 w 542"/>
                  <a:gd name="T29" fmla="*/ 62 h 450"/>
                  <a:gd name="T30" fmla="*/ 85 w 542"/>
                  <a:gd name="T31" fmla="*/ 62 h 450"/>
                  <a:gd name="T32" fmla="*/ 57 w 542"/>
                  <a:gd name="T33" fmla="*/ 89 h 450"/>
                  <a:gd name="T34" fmla="*/ 57 w 542"/>
                  <a:gd name="T35" fmla="*/ 136 h 450"/>
                  <a:gd name="T36" fmla="*/ 47 w 542"/>
                  <a:gd name="T37" fmla="*/ 136 h 450"/>
                  <a:gd name="T38" fmla="*/ 20 w 542"/>
                  <a:gd name="T39" fmla="*/ 163 h 450"/>
                  <a:gd name="T40" fmla="*/ 20 w 542"/>
                  <a:gd name="T41" fmla="*/ 164 h 450"/>
                  <a:gd name="T42" fmla="*/ 20 w 542"/>
                  <a:gd name="T43" fmla="*/ 238 h 450"/>
                  <a:gd name="T44" fmla="*/ 47 w 542"/>
                  <a:gd name="T45" fmla="*/ 266 h 450"/>
                  <a:gd name="T46" fmla="*/ 51 w 542"/>
                  <a:gd name="T47" fmla="*/ 265 h 450"/>
                  <a:gd name="T48" fmla="*/ 60 w 542"/>
                  <a:gd name="T49" fmla="*/ 264 h 450"/>
                  <a:gd name="T50" fmla="*/ 62 w 542"/>
                  <a:gd name="T51" fmla="*/ 274 h 450"/>
                  <a:gd name="T52" fmla="*/ 130 w 542"/>
                  <a:gd name="T53" fmla="*/ 438 h 450"/>
                  <a:gd name="T54" fmla="*/ 114 w 542"/>
                  <a:gd name="T55" fmla="*/ 450 h 450"/>
                  <a:gd name="T56" fmla="*/ 43 w 542"/>
                  <a:gd name="T57" fmla="*/ 285 h 450"/>
                  <a:gd name="T58" fmla="*/ 0 w 542"/>
                  <a:gd name="T59" fmla="*/ 238 h 450"/>
                  <a:gd name="T60" fmla="*/ 0 w 542"/>
                  <a:gd name="T61" fmla="*/ 152 h 450"/>
                  <a:gd name="T62" fmla="*/ 1 w 542"/>
                  <a:gd name="T63" fmla="*/ 152 h 450"/>
                  <a:gd name="T64" fmla="*/ 37 w 542"/>
                  <a:gd name="T65" fmla="*/ 117 h 450"/>
                  <a:gd name="T66" fmla="*/ 37 w 542"/>
                  <a:gd name="T67" fmla="*/ 89 h 450"/>
                  <a:gd name="T68" fmla="*/ 85 w 542"/>
                  <a:gd name="T69" fmla="*/ 42 h 450"/>
                  <a:gd name="T70" fmla="*/ 308 w 542"/>
                  <a:gd name="T71" fmla="*/ 42 h 450"/>
                  <a:gd name="T72" fmla="*/ 362 w 542"/>
                  <a:gd name="T73" fmla="*/ 13 h 450"/>
                  <a:gd name="T74" fmla="*/ 371 w 542"/>
                  <a:gd name="T75" fmla="*/ 0 h 450"/>
                  <a:gd name="T76" fmla="*/ 379 w 542"/>
                  <a:gd name="T77" fmla="*/ 13 h 450"/>
                  <a:gd name="T78" fmla="*/ 433 w 542"/>
                  <a:gd name="T79" fmla="*/ 42 h 450"/>
                  <a:gd name="T80" fmla="*/ 457 w 542"/>
                  <a:gd name="T81" fmla="*/ 42 h 450"/>
                  <a:gd name="T82" fmla="*/ 505 w 542"/>
                  <a:gd name="T83" fmla="*/ 89 h 450"/>
                  <a:gd name="T84" fmla="*/ 505 w 542"/>
                  <a:gd name="T85" fmla="*/ 117 h 450"/>
                  <a:gd name="T86" fmla="*/ 541 w 542"/>
                  <a:gd name="T87" fmla="*/ 152 h 450"/>
                  <a:gd name="T88" fmla="*/ 542 w 542"/>
                  <a:gd name="T89" fmla="*/ 152 h 450"/>
                  <a:gd name="T90" fmla="*/ 542 w 542"/>
                  <a:gd name="T91" fmla="*/ 164 h 450"/>
                  <a:gd name="T92" fmla="*/ 542 w 542"/>
                  <a:gd name="T93" fmla="*/ 238 h 450"/>
                  <a:gd name="T94" fmla="*/ 499 w 542"/>
                  <a:gd name="T95" fmla="*/ 285 h 450"/>
                  <a:gd name="T96" fmla="*/ 428 w 542"/>
                  <a:gd name="T97" fmla="*/ 45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42" h="450">
                    <a:moveTo>
                      <a:pt x="428" y="450"/>
                    </a:moveTo>
                    <a:cubicBezTo>
                      <a:pt x="412" y="438"/>
                      <a:pt x="412" y="438"/>
                      <a:pt x="412" y="438"/>
                    </a:cubicBezTo>
                    <a:cubicBezTo>
                      <a:pt x="447" y="395"/>
                      <a:pt x="471" y="337"/>
                      <a:pt x="480" y="274"/>
                    </a:cubicBezTo>
                    <a:cubicBezTo>
                      <a:pt x="482" y="264"/>
                      <a:pt x="482" y="264"/>
                      <a:pt x="482" y="264"/>
                    </a:cubicBezTo>
                    <a:cubicBezTo>
                      <a:pt x="491" y="265"/>
                      <a:pt x="491" y="265"/>
                      <a:pt x="491" y="265"/>
                    </a:cubicBezTo>
                    <a:cubicBezTo>
                      <a:pt x="493" y="265"/>
                      <a:pt x="494" y="266"/>
                      <a:pt x="495" y="266"/>
                    </a:cubicBezTo>
                    <a:cubicBezTo>
                      <a:pt x="510" y="266"/>
                      <a:pt x="522" y="253"/>
                      <a:pt x="522" y="238"/>
                    </a:cubicBezTo>
                    <a:cubicBezTo>
                      <a:pt x="522" y="163"/>
                      <a:pt x="522" y="163"/>
                      <a:pt x="522" y="163"/>
                    </a:cubicBezTo>
                    <a:cubicBezTo>
                      <a:pt x="521" y="148"/>
                      <a:pt x="509" y="136"/>
                      <a:pt x="495" y="136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5" y="89"/>
                      <a:pt x="485" y="89"/>
                      <a:pt x="485" y="89"/>
                    </a:cubicBezTo>
                    <a:cubicBezTo>
                      <a:pt x="485" y="74"/>
                      <a:pt x="472" y="62"/>
                      <a:pt x="457" y="62"/>
                    </a:cubicBezTo>
                    <a:cubicBezTo>
                      <a:pt x="433" y="62"/>
                      <a:pt x="433" y="62"/>
                      <a:pt x="433" y="62"/>
                    </a:cubicBezTo>
                    <a:cubicBezTo>
                      <a:pt x="409" y="62"/>
                      <a:pt x="386" y="52"/>
                      <a:pt x="371" y="34"/>
                    </a:cubicBezTo>
                    <a:cubicBezTo>
                      <a:pt x="355" y="52"/>
                      <a:pt x="332" y="62"/>
                      <a:pt x="308" y="62"/>
                    </a:cubicBezTo>
                    <a:cubicBezTo>
                      <a:pt x="85" y="62"/>
                      <a:pt x="85" y="62"/>
                      <a:pt x="85" y="62"/>
                    </a:cubicBezTo>
                    <a:cubicBezTo>
                      <a:pt x="70" y="62"/>
                      <a:pt x="57" y="74"/>
                      <a:pt x="57" y="89"/>
                    </a:cubicBezTo>
                    <a:cubicBezTo>
                      <a:pt x="57" y="136"/>
                      <a:pt x="57" y="136"/>
                      <a:pt x="57" y="136"/>
                    </a:cubicBezTo>
                    <a:cubicBezTo>
                      <a:pt x="47" y="136"/>
                      <a:pt x="47" y="136"/>
                      <a:pt x="47" y="136"/>
                    </a:cubicBezTo>
                    <a:cubicBezTo>
                      <a:pt x="33" y="136"/>
                      <a:pt x="21" y="148"/>
                      <a:pt x="20" y="163"/>
                    </a:cubicBezTo>
                    <a:cubicBezTo>
                      <a:pt x="20" y="164"/>
                      <a:pt x="20" y="164"/>
                      <a:pt x="20" y="164"/>
                    </a:cubicBezTo>
                    <a:cubicBezTo>
                      <a:pt x="20" y="238"/>
                      <a:pt x="20" y="238"/>
                      <a:pt x="20" y="238"/>
                    </a:cubicBezTo>
                    <a:cubicBezTo>
                      <a:pt x="20" y="253"/>
                      <a:pt x="32" y="266"/>
                      <a:pt x="47" y="266"/>
                    </a:cubicBezTo>
                    <a:cubicBezTo>
                      <a:pt x="48" y="266"/>
                      <a:pt x="49" y="265"/>
                      <a:pt x="51" y="265"/>
                    </a:cubicBezTo>
                    <a:cubicBezTo>
                      <a:pt x="60" y="264"/>
                      <a:pt x="60" y="264"/>
                      <a:pt x="60" y="264"/>
                    </a:cubicBezTo>
                    <a:cubicBezTo>
                      <a:pt x="62" y="274"/>
                      <a:pt x="62" y="274"/>
                      <a:pt x="62" y="274"/>
                    </a:cubicBezTo>
                    <a:cubicBezTo>
                      <a:pt x="71" y="337"/>
                      <a:pt x="95" y="395"/>
                      <a:pt x="130" y="438"/>
                    </a:cubicBezTo>
                    <a:cubicBezTo>
                      <a:pt x="114" y="450"/>
                      <a:pt x="114" y="450"/>
                      <a:pt x="114" y="450"/>
                    </a:cubicBezTo>
                    <a:cubicBezTo>
                      <a:pt x="78" y="406"/>
                      <a:pt x="54" y="349"/>
                      <a:pt x="43" y="285"/>
                    </a:cubicBezTo>
                    <a:cubicBezTo>
                      <a:pt x="19" y="283"/>
                      <a:pt x="0" y="263"/>
                      <a:pt x="0" y="238"/>
                    </a:cubicBezTo>
                    <a:cubicBezTo>
                      <a:pt x="0" y="152"/>
                      <a:pt x="0" y="152"/>
                      <a:pt x="0" y="152"/>
                    </a:cubicBezTo>
                    <a:cubicBezTo>
                      <a:pt x="1" y="152"/>
                      <a:pt x="1" y="152"/>
                      <a:pt x="1" y="152"/>
                    </a:cubicBezTo>
                    <a:cubicBezTo>
                      <a:pt x="6" y="135"/>
                      <a:pt x="20" y="121"/>
                      <a:pt x="37" y="117"/>
                    </a:cubicBezTo>
                    <a:cubicBezTo>
                      <a:pt x="37" y="89"/>
                      <a:pt x="37" y="89"/>
                      <a:pt x="37" y="89"/>
                    </a:cubicBezTo>
                    <a:cubicBezTo>
                      <a:pt x="37" y="63"/>
                      <a:pt x="59" y="42"/>
                      <a:pt x="85" y="42"/>
                    </a:cubicBezTo>
                    <a:cubicBezTo>
                      <a:pt x="308" y="42"/>
                      <a:pt x="308" y="42"/>
                      <a:pt x="308" y="42"/>
                    </a:cubicBezTo>
                    <a:cubicBezTo>
                      <a:pt x="330" y="42"/>
                      <a:pt x="350" y="31"/>
                      <a:pt x="362" y="13"/>
                    </a:cubicBezTo>
                    <a:cubicBezTo>
                      <a:pt x="371" y="0"/>
                      <a:pt x="371" y="0"/>
                      <a:pt x="371" y="0"/>
                    </a:cubicBezTo>
                    <a:cubicBezTo>
                      <a:pt x="379" y="13"/>
                      <a:pt x="379" y="13"/>
                      <a:pt x="379" y="13"/>
                    </a:cubicBezTo>
                    <a:cubicBezTo>
                      <a:pt x="391" y="31"/>
                      <a:pt x="411" y="42"/>
                      <a:pt x="433" y="42"/>
                    </a:cubicBezTo>
                    <a:cubicBezTo>
                      <a:pt x="457" y="42"/>
                      <a:pt x="457" y="42"/>
                      <a:pt x="457" y="42"/>
                    </a:cubicBezTo>
                    <a:cubicBezTo>
                      <a:pt x="484" y="42"/>
                      <a:pt x="505" y="63"/>
                      <a:pt x="505" y="89"/>
                    </a:cubicBezTo>
                    <a:cubicBezTo>
                      <a:pt x="505" y="117"/>
                      <a:pt x="505" y="117"/>
                      <a:pt x="505" y="117"/>
                    </a:cubicBezTo>
                    <a:cubicBezTo>
                      <a:pt x="522" y="121"/>
                      <a:pt x="536" y="135"/>
                      <a:pt x="541" y="152"/>
                    </a:cubicBezTo>
                    <a:cubicBezTo>
                      <a:pt x="542" y="152"/>
                      <a:pt x="542" y="152"/>
                      <a:pt x="542" y="152"/>
                    </a:cubicBezTo>
                    <a:cubicBezTo>
                      <a:pt x="542" y="164"/>
                      <a:pt x="542" y="164"/>
                      <a:pt x="542" y="164"/>
                    </a:cubicBezTo>
                    <a:cubicBezTo>
                      <a:pt x="542" y="238"/>
                      <a:pt x="542" y="238"/>
                      <a:pt x="542" y="238"/>
                    </a:cubicBezTo>
                    <a:cubicBezTo>
                      <a:pt x="542" y="263"/>
                      <a:pt x="523" y="283"/>
                      <a:pt x="499" y="285"/>
                    </a:cubicBezTo>
                    <a:cubicBezTo>
                      <a:pt x="488" y="349"/>
                      <a:pt x="464" y="406"/>
                      <a:pt x="428" y="45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ïS1iḋe"/>
              <p:cNvSpPr/>
              <p:nvPr/>
            </p:nvSpPr>
            <p:spPr bwMode="auto">
              <a:xfrm>
                <a:off x="3506789" y="385763"/>
                <a:ext cx="604838" cy="436563"/>
              </a:xfrm>
              <a:custGeom>
                <a:avLst/>
                <a:gdLst>
                  <a:gd name="T0" fmla="*/ 542 w 542"/>
                  <a:gd name="T1" fmla="*/ 391 h 391"/>
                  <a:gd name="T2" fmla="*/ 522 w 542"/>
                  <a:gd name="T3" fmla="*/ 391 h 391"/>
                  <a:gd name="T4" fmla="*/ 522 w 542"/>
                  <a:gd name="T5" fmla="*/ 382 h 391"/>
                  <a:gd name="T6" fmla="*/ 495 w 542"/>
                  <a:gd name="T7" fmla="*/ 355 h 391"/>
                  <a:gd name="T8" fmla="*/ 485 w 542"/>
                  <a:gd name="T9" fmla="*/ 355 h 391"/>
                  <a:gd name="T10" fmla="*/ 485 w 542"/>
                  <a:gd name="T11" fmla="*/ 308 h 391"/>
                  <a:gd name="T12" fmla="*/ 457 w 542"/>
                  <a:gd name="T13" fmla="*/ 281 h 391"/>
                  <a:gd name="T14" fmla="*/ 433 w 542"/>
                  <a:gd name="T15" fmla="*/ 281 h 391"/>
                  <a:gd name="T16" fmla="*/ 371 w 542"/>
                  <a:gd name="T17" fmla="*/ 253 h 391"/>
                  <a:gd name="T18" fmla="*/ 308 w 542"/>
                  <a:gd name="T19" fmla="*/ 281 h 391"/>
                  <a:gd name="T20" fmla="*/ 85 w 542"/>
                  <a:gd name="T21" fmla="*/ 281 h 391"/>
                  <a:gd name="T22" fmla="*/ 57 w 542"/>
                  <a:gd name="T23" fmla="*/ 308 h 391"/>
                  <a:gd name="T24" fmla="*/ 57 w 542"/>
                  <a:gd name="T25" fmla="*/ 355 h 391"/>
                  <a:gd name="T26" fmla="*/ 47 w 542"/>
                  <a:gd name="T27" fmla="*/ 355 h 391"/>
                  <a:gd name="T28" fmla="*/ 20 w 542"/>
                  <a:gd name="T29" fmla="*/ 382 h 391"/>
                  <a:gd name="T30" fmla="*/ 20 w 542"/>
                  <a:gd name="T31" fmla="*/ 391 h 391"/>
                  <a:gd name="T32" fmla="*/ 0 w 542"/>
                  <a:gd name="T33" fmla="*/ 391 h 391"/>
                  <a:gd name="T34" fmla="*/ 0 w 542"/>
                  <a:gd name="T35" fmla="*/ 381 h 391"/>
                  <a:gd name="T36" fmla="*/ 0 w 542"/>
                  <a:gd name="T37" fmla="*/ 224 h 391"/>
                  <a:gd name="T38" fmla="*/ 0 w 542"/>
                  <a:gd name="T39" fmla="*/ 224 h 391"/>
                  <a:gd name="T40" fmla="*/ 271 w 542"/>
                  <a:gd name="T41" fmla="*/ 0 h 391"/>
                  <a:gd name="T42" fmla="*/ 542 w 542"/>
                  <a:gd name="T43" fmla="*/ 224 h 391"/>
                  <a:gd name="T44" fmla="*/ 542 w 542"/>
                  <a:gd name="T45" fmla="*/ 224 h 391"/>
                  <a:gd name="T46" fmla="*/ 542 w 542"/>
                  <a:gd name="T47" fmla="*/ 235 h 391"/>
                  <a:gd name="T48" fmla="*/ 542 w 542"/>
                  <a:gd name="T49" fmla="*/ 391 h 391"/>
                  <a:gd name="T50" fmla="*/ 505 w 542"/>
                  <a:gd name="T51" fmla="*/ 336 h 391"/>
                  <a:gd name="T52" fmla="*/ 522 w 542"/>
                  <a:gd name="T53" fmla="*/ 344 h 391"/>
                  <a:gd name="T54" fmla="*/ 522 w 542"/>
                  <a:gd name="T55" fmla="*/ 234 h 391"/>
                  <a:gd name="T56" fmla="*/ 271 w 542"/>
                  <a:gd name="T57" fmla="*/ 20 h 391"/>
                  <a:gd name="T58" fmla="*/ 20 w 542"/>
                  <a:gd name="T59" fmla="*/ 234 h 391"/>
                  <a:gd name="T60" fmla="*/ 20 w 542"/>
                  <a:gd name="T61" fmla="*/ 239 h 391"/>
                  <a:gd name="T62" fmla="*/ 20 w 542"/>
                  <a:gd name="T63" fmla="*/ 344 h 391"/>
                  <a:gd name="T64" fmla="*/ 37 w 542"/>
                  <a:gd name="T65" fmla="*/ 336 h 391"/>
                  <a:gd name="T66" fmla="*/ 37 w 542"/>
                  <a:gd name="T67" fmla="*/ 308 h 391"/>
                  <a:gd name="T68" fmla="*/ 85 w 542"/>
                  <a:gd name="T69" fmla="*/ 261 h 391"/>
                  <a:gd name="T70" fmla="*/ 308 w 542"/>
                  <a:gd name="T71" fmla="*/ 261 h 391"/>
                  <a:gd name="T72" fmla="*/ 362 w 542"/>
                  <a:gd name="T73" fmla="*/ 232 h 391"/>
                  <a:gd name="T74" fmla="*/ 371 w 542"/>
                  <a:gd name="T75" fmla="*/ 219 h 391"/>
                  <a:gd name="T76" fmla="*/ 379 w 542"/>
                  <a:gd name="T77" fmla="*/ 232 h 391"/>
                  <a:gd name="T78" fmla="*/ 433 w 542"/>
                  <a:gd name="T79" fmla="*/ 261 h 391"/>
                  <a:gd name="T80" fmla="*/ 457 w 542"/>
                  <a:gd name="T81" fmla="*/ 261 h 391"/>
                  <a:gd name="T82" fmla="*/ 505 w 542"/>
                  <a:gd name="T83" fmla="*/ 308 h 391"/>
                  <a:gd name="T84" fmla="*/ 505 w 542"/>
                  <a:gd name="T85" fmla="*/ 336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42" h="391">
                    <a:moveTo>
                      <a:pt x="542" y="391"/>
                    </a:moveTo>
                    <a:cubicBezTo>
                      <a:pt x="522" y="391"/>
                      <a:pt x="522" y="391"/>
                      <a:pt x="522" y="391"/>
                    </a:cubicBezTo>
                    <a:cubicBezTo>
                      <a:pt x="522" y="382"/>
                      <a:pt x="522" y="382"/>
                      <a:pt x="522" y="382"/>
                    </a:cubicBezTo>
                    <a:cubicBezTo>
                      <a:pt x="521" y="367"/>
                      <a:pt x="509" y="355"/>
                      <a:pt x="495" y="355"/>
                    </a:cubicBezTo>
                    <a:cubicBezTo>
                      <a:pt x="485" y="355"/>
                      <a:pt x="485" y="355"/>
                      <a:pt x="485" y="355"/>
                    </a:cubicBezTo>
                    <a:cubicBezTo>
                      <a:pt x="485" y="308"/>
                      <a:pt x="485" y="308"/>
                      <a:pt x="485" y="308"/>
                    </a:cubicBezTo>
                    <a:cubicBezTo>
                      <a:pt x="485" y="293"/>
                      <a:pt x="472" y="281"/>
                      <a:pt x="457" y="281"/>
                    </a:cubicBezTo>
                    <a:cubicBezTo>
                      <a:pt x="433" y="281"/>
                      <a:pt x="433" y="281"/>
                      <a:pt x="433" y="281"/>
                    </a:cubicBezTo>
                    <a:cubicBezTo>
                      <a:pt x="409" y="281"/>
                      <a:pt x="386" y="271"/>
                      <a:pt x="371" y="253"/>
                    </a:cubicBezTo>
                    <a:cubicBezTo>
                      <a:pt x="355" y="271"/>
                      <a:pt x="332" y="281"/>
                      <a:pt x="308" y="281"/>
                    </a:cubicBezTo>
                    <a:cubicBezTo>
                      <a:pt x="85" y="281"/>
                      <a:pt x="85" y="281"/>
                      <a:pt x="85" y="281"/>
                    </a:cubicBezTo>
                    <a:cubicBezTo>
                      <a:pt x="70" y="281"/>
                      <a:pt x="57" y="293"/>
                      <a:pt x="57" y="308"/>
                    </a:cubicBezTo>
                    <a:cubicBezTo>
                      <a:pt x="57" y="355"/>
                      <a:pt x="57" y="355"/>
                      <a:pt x="57" y="355"/>
                    </a:cubicBezTo>
                    <a:cubicBezTo>
                      <a:pt x="47" y="355"/>
                      <a:pt x="47" y="355"/>
                      <a:pt x="47" y="355"/>
                    </a:cubicBezTo>
                    <a:cubicBezTo>
                      <a:pt x="33" y="355"/>
                      <a:pt x="21" y="367"/>
                      <a:pt x="20" y="382"/>
                    </a:cubicBezTo>
                    <a:cubicBezTo>
                      <a:pt x="20" y="391"/>
                      <a:pt x="20" y="391"/>
                      <a:pt x="20" y="391"/>
                    </a:cubicBezTo>
                    <a:cubicBezTo>
                      <a:pt x="0" y="391"/>
                      <a:pt x="0" y="391"/>
                      <a:pt x="0" y="391"/>
                    </a:cubicBezTo>
                    <a:cubicBezTo>
                      <a:pt x="0" y="381"/>
                      <a:pt x="0" y="381"/>
                      <a:pt x="0" y="381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7" y="99"/>
                      <a:pt x="126" y="0"/>
                      <a:pt x="271" y="0"/>
                    </a:cubicBezTo>
                    <a:cubicBezTo>
                      <a:pt x="416" y="0"/>
                      <a:pt x="535" y="99"/>
                      <a:pt x="542" y="224"/>
                    </a:cubicBezTo>
                    <a:cubicBezTo>
                      <a:pt x="542" y="224"/>
                      <a:pt x="542" y="224"/>
                      <a:pt x="542" y="224"/>
                    </a:cubicBezTo>
                    <a:cubicBezTo>
                      <a:pt x="542" y="235"/>
                      <a:pt x="542" y="235"/>
                      <a:pt x="542" y="235"/>
                    </a:cubicBezTo>
                    <a:lnTo>
                      <a:pt x="542" y="391"/>
                    </a:lnTo>
                    <a:close/>
                    <a:moveTo>
                      <a:pt x="505" y="336"/>
                    </a:moveTo>
                    <a:cubicBezTo>
                      <a:pt x="511" y="338"/>
                      <a:pt x="517" y="340"/>
                      <a:pt x="522" y="344"/>
                    </a:cubicBezTo>
                    <a:cubicBezTo>
                      <a:pt x="522" y="234"/>
                      <a:pt x="522" y="234"/>
                      <a:pt x="522" y="234"/>
                    </a:cubicBezTo>
                    <a:cubicBezTo>
                      <a:pt x="521" y="116"/>
                      <a:pt x="409" y="20"/>
                      <a:pt x="271" y="20"/>
                    </a:cubicBezTo>
                    <a:cubicBezTo>
                      <a:pt x="133" y="20"/>
                      <a:pt x="21" y="116"/>
                      <a:pt x="20" y="234"/>
                    </a:cubicBezTo>
                    <a:cubicBezTo>
                      <a:pt x="20" y="239"/>
                      <a:pt x="20" y="239"/>
                      <a:pt x="20" y="239"/>
                    </a:cubicBezTo>
                    <a:cubicBezTo>
                      <a:pt x="20" y="344"/>
                      <a:pt x="20" y="344"/>
                      <a:pt x="20" y="344"/>
                    </a:cubicBezTo>
                    <a:cubicBezTo>
                      <a:pt x="25" y="340"/>
                      <a:pt x="31" y="338"/>
                      <a:pt x="37" y="336"/>
                    </a:cubicBezTo>
                    <a:cubicBezTo>
                      <a:pt x="37" y="308"/>
                      <a:pt x="37" y="308"/>
                      <a:pt x="37" y="308"/>
                    </a:cubicBezTo>
                    <a:cubicBezTo>
                      <a:pt x="37" y="282"/>
                      <a:pt x="59" y="261"/>
                      <a:pt x="85" y="261"/>
                    </a:cubicBezTo>
                    <a:cubicBezTo>
                      <a:pt x="308" y="261"/>
                      <a:pt x="308" y="261"/>
                      <a:pt x="308" y="261"/>
                    </a:cubicBezTo>
                    <a:cubicBezTo>
                      <a:pt x="330" y="261"/>
                      <a:pt x="350" y="250"/>
                      <a:pt x="362" y="232"/>
                    </a:cubicBezTo>
                    <a:cubicBezTo>
                      <a:pt x="371" y="219"/>
                      <a:pt x="371" y="219"/>
                      <a:pt x="371" y="219"/>
                    </a:cubicBezTo>
                    <a:cubicBezTo>
                      <a:pt x="379" y="232"/>
                      <a:pt x="379" y="232"/>
                      <a:pt x="379" y="232"/>
                    </a:cubicBezTo>
                    <a:cubicBezTo>
                      <a:pt x="391" y="250"/>
                      <a:pt x="411" y="261"/>
                      <a:pt x="433" y="261"/>
                    </a:cubicBezTo>
                    <a:cubicBezTo>
                      <a:pt x="457" y="261"/>
                      <a:pt x="457" y="261"/>
                      <a:pt x="457" y="261"/>
                    </a:cubicBezTo>
                    <a:cubicBezTo>
                      <a:pt x="484" y="261"/>
                      <a:pt x="505" y="282"/>
                      <a:pt x="505" y="308"/>
                    </a:cubicBezTo>
                    <a:lnTo>
                      <a:pt x="505" y="3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îṩľiḍê"/>
              <p:cNvSpPr/>
              <p:nvPr/>
            </p:nvSpPr>
            <p:spPr bwMode="auto">
              <a:xfrm>
                <a:off x="3286127" y="1328738"/>
                <a:ext cx="15875" cy="22225"/>
              </a:xfrm>
              <a:custGeom>
                <a:avLst/>
                <a:gdLst>
                  <a:gd name="T0" fmla="*/ 12 w 15"/>
                  <a:gd name="T1" fmla="*/ 19 h 19"/>
                  <a:gd name="T2" fmla="*/ 0 w 15"/>
                  <a:gd name="T3" fmla="*/ 3 h 19"/>
                  <a:gd name="T4" fmla="*/ 4 w 15"/>
                  <a:gd name="T5" fmla="*/ 0 h 19"/>
                  <a:gd name="T6" fmla="*/ 15 w 15"/>
                  <a:gd name="T7" fmla="*/ 17 h 19"/>
                  <a:gd name="T8" fmla="*/ 12 w 15"/>
                  <a:gd name="T9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9">
                    <a:moveTo>
                      <a:pt x="12" y="19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2" y="2"/>
                      <a:pt x="3" y="1"/>
                      <a:pt x="4" y="0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4" y="18"/>
                      <a:pt x="13" y="19"/>
                      <a:pt x="12" y="1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îṥļïḓé"/>
              <p:cNvSpPr/>
              <p:nvPr/>
            </p:nvSpPr>
            <p:spPr bwMode="auto">
              <a:xfrm>
                <a:off x="4314827" y="1328738"/>
                <a:ext cx="17463" cy="22225"/>
              </a:xfrm>
              <a:custGeom>
                <a:avLst/>
                <a:gdLst>
                  <a:gd name="T0" fmla="*/ 3 w 15"/>
                  <a:gd name="T1" fmla="*/ 19 h 19"/>
                  <a:gd name="T2" fmla="*/ 0 w 15"/>
                  <a:gd name="T3" fmla="*/ 17 h 19"/>
                  <a:gd name="T4" fmla="*/ 11 w 15"/>
                  <a:gd name="T5" fmla="*/ 0 h 19"/>
                  <a:gd name="T6" fmla="*/ 15 w 15"/>
                  <a:gd name="T7" fmla="*/ 3 h 19"/>
                  <a:gd name="T8" fmla="*/ 3 w 15"/>
                  <a:gd name="T9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9">
                    <a:moveTo>
                      <a:pt x="3" y="19"/>
                    </a:moveTo>
                    <a:cubicBezTo>
                      <a:pt x="2" y="19"/>
                      <a:pt x="1" y="18"/>
                      <a:pt x="0" y="17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2" y="1"/>
                      <a:pt x="13" y="2"/>
                      <a:pt x="15" y="3"/>
                    </a:cubicBezTo>
                    <a:lnTo>
                      <a:pt x="3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ïSḻîḍè"/>
              <p:cNvSpPr/>
              <p:nvPr/>
            </p:nvSpPr>
            <p:spPr bwMode="auto">
              <a:xfrm>
                <a:off x="3246439" y="1377950"/>
                <a:ext cx="22225" cy="11113"/>
              </a:xfrm>
              <a:custGeom>
                <a:avLst/>
                <a:gdLst>
                  <a:gd name="T0" fmla="*/ 19 w 20"/>
                  <a:gd name="T1" fmla="*/ 11 h 11"/>
                  <a:gd name="T2" fmla="*/ 0 w 20"/>
                  <a:gd name="T3" fmla="*/ 3 h 11"/>
                  <a:gd name="T4" fmla="*/ 1 w 20"/>
                  <a:gd name="T5" fmla="*/ 1 h 11"/>
                  <a:gd name="T6" fmla="*/ 2 w 20"/>
                  <a:gd name="T7" fmla="*/ 0 h 11"/>
                  <a:gd name="T8" fmla="*/ 20 w 20"/>
                  <a:gd name="T9" fmla="*/ 9 h 11"/>
                  <a:gd name="T10" fmla="*/ 19 w 20"/>
                  <a:gd name="T11" fmla="*/ 10 h 11"/>
                  <a:gd name="T12" fmla="*/ 19 w 20"/>
                  <a:gd name="T13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11">
                    <a:moveTo>
                      <a:pt x="19" y="11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2"/>
                      <a:pt x="1" y="2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0" y="9"/>
                      <a:pt x="19" y="10"/>
                      <a:pt x="19" y="10"/>
                    </a:cubicBezTo>
                    <a:cubicBezTo>
                      <a:pt x="19" y="10"/>
                      <a:pt x="19" y="11"/>
                      <a:pt x="19" y="1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íṣlîdè"/>
              <p:cNvSpPr/>
              <p:nvPr/>
            </p:nvSpPr>
            <p:spPr bwMode="auto">
              <a:xfrm>
                <a:off x="3257552" y="1358900"/>
                <a:ext cx="19050" cy="15875"/>
              </a:xfrm>
              <a:custGeom>
                <a:avLst/>
                <a:gdLst>
                  <a:gd name="T0" fmla="*/ 16 w 18"/>
                  <a:gd name="T1" fmla="*/ 15 h 15"/>
                  <a:gd name="T2" fmla="*/ 0 w 18"/>
                  <a:gd name="T3" fmla="*/ 4 h 15"/>
                  <a:gd name="T4" fmla="*/ 2 w 18"/>
                  <a:gd name="T5" fmla="*/ 1 h 15"/>
                  <a:gd name="T6" fmla="*/ 2 w 18"/>
                  <a:gd name="T7" fmla="*/ 0 h 15"/>
                  <a:gd name="T8" fmla="*/ 18 w 18"/>
                  <a:gd name="T9" fmla="*/ 12 h 15"/>
                  <a:gd name="T10" fmla="*/ 16 w 18"/>
                  <a:gd name="T11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5">
                    <a:moveTo>
                      <a:pt x="16" y="15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7" y="13"/>
                      <a:pt x="17" y="14"/>
                      <a:pt x="16" y="1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iŝḻîdé"/>
              <p:cNvSpPr/>
              <p:nvPr/>
            </p:nvSpPr>
            <p:spPr bwMode="auto">
              <a:xfrm>
                <a:off x="3278189" y="1336675"/>
                <a:ext cx="17463" cy="19050"/>
              </a:xfrm>
              <a:custGeom>
                <a:avLst/>
                <a:gdLst>
                  <a:gd name="T0" fmla="*/ 13 w 16"/>
                  <a:gd name="T1" fmla="*/ 18 h 18"/>
                  <a:gd name="T2" fmla="*/ 0 w 16"/>
                  <a:gd name="T3" fmla="*/ 2 h 18"/>
                  <a:gd name="T4" fmla="*/ 4 w 16"/>
                  <a:gd name="T5" fmla="*/ 0 h 18"/>
                  <a:gd name="T6" fmla="*/ 16 w 16"/>
                  <a:gd name="T7" fmla="*/ 15 h 18"/>
                  <a:gd name="T8" fmla="*/ 13 w 16"/>
                  <a:gd name="T9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8">
                    <a:moveTo>
                      <a:pt x="13" y="18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5" y="16"/>
                      <a:pt x="14" y="17"/>
                      <a:pt x="13" y="1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i$ḻîḑe"/>
              <p:cNvSpPr/>
              <p:nvPr/>
            </p:nvSpPr>
            <p:spPr bwMode="auto">
              <a:xfrm>
                <a:off x="3263902" y="1350963"/>
                <a:ext cx="19050" cy="17463"/>
              </a:xfrm>
              <a:custGeom>
                <a:avLst/>
                <a:gdLst>
                  <a:gd name="T0" fmla="*/ 15 w 17"/>
                  <a:gd name="T1" fmla="*/ 16 h 16"/>
                  <a:gd name="T2" fmla="*/ 0 w 17"/>
                  <a:gd name="T3" fmla="*/ 3 h 16"/>
                  <a:gd name="T4" fmla="*/ 2 w 17"/>
                  <a:gd name="T5" fmla="*/ 0 h 16"/>
                  <a:gd name="T6" fmla="*/ 3 w 17"/>
                  <a:gd name="T7" fmla="*/ 0 h 16"/>
                  <a:gd name="T8" fmla="*/ 17 w 17"/>
                  <a:gd name="T9" fmla="*/ 13 h 16"/>
                  <a:gd name="T10" fmla="*/ 15 w 17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16">
                    <a:moveTo>
                      <a:pt x="15" y="16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1" y="1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6" y="14"/>
                      <a:pt x="16" y="15"/>
                      <a:pt x="15" y="1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íṧḻïdé"/>
              <p:cNvSpPr/>
              <p:nvPr/>
            </p:nvSpPr>
            <p:spPr bwMode="auto">
              <a:xfrm>
                <a:off x="3270252" y="1343025"/>
                <a:ext cx="19050" cy="19050"/>
              </a:xfrm>
              <a:custGeom>
                <a:avLst/>
                <a:gdLst>
                  <a:gd name="T0" fmla="*/ 14 w 17"/>
                  <a:gd name="T1" fmla="*/ 17 h 17"/>
                  <a:gd name="T2" fmla="*/ 0 w 17"/>
                  <a:gd name="T3" fmla="*/ 3 h 17"/>
                  <a:gd name="T4" fmla="*/ 0 w 17"/>
                  <a:gd name="T5" fmla="*/ 3 h 17"/>
                  <a:gd name="T6" fmla="*/ 3 w 17"/>
                  <a:gd name="T7" fmla="*/ 0 h 17"/>
                  <a:gd name="T8" fmla="*/ 17 w 17"/>
                  <a:gd name="T9" fmla="*/ 14 h 17"/>
                  <a:gd name="T10" fmla="*/ 14 w 17"/>
                  <a:gd name="T11" fmla="*/ 17 h 17"/>
                  <a:gd name="T12" fmla="*/ 14 w 17"/>
                  <a:gd name="T13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7">
                    <a:moveTo>
                      <a:pt x="14" y="17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2"/>
                      <a:pt x="2" y="1"/>
                      <a:pt x="3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6" y="15"/>
                      <a:pt x="15" y="16"/>
                      <a:pt x="14" y="17"/>
                    </a:cubicBezTo>
                    <a:cubicBezTo>
                      <a:pt x="14" y="17"/>
                      <a:pt x="14" y="17"/>
                      <a:pt x="14" y="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îSḷiḋe"/>
              <p:cNvSpPr/>
              <p:nvPr/>
            </p:nvSpPr>
            <p:spPr bwMode="auto">
              <a:xfrm>
                <a:off x="3251202" y="1368425"/>
                <a:ext cx="20638" cy="14288"/>
              </a:xfrm>
              <a:custGeom>
                <a:avLst/>
                <a:gdLst>
                  <a:gd name="T0" fmla="*/ 17 w 19"/>
                  <a:gd name="T1" fmla="*/ 13 h 13"/>
                  <a:gd name="T2" fmla="*/ 0 w 19"/>
                  <a:gd name="T3" fmla="*/ 3 h 13"/>
                  <a:gd name="T4" fmla="*/ 1 w 19"/>
                  <a:gd name="T5" fmla="*/ 0 h 13"/>
                  <a:gd name="T6" fmla="*/ 2 w 19"/>
                  <a:gd name="T7" fmla="*/ 0 h 13"/>
                  <a:gd name="T8" fmla="*/ 19 w 19"/>
                  <a:gd name="T9" fmla="*/ 10 h 13"/>
                  <a:gd name="T10" fmla="*/ 18 w 19"/>
                  <a:gd name="T11" fmla="*/ 11 h 13"/>
                  <a:gd name="T12" fmla="*/ 17 w 19"/>
                  <a:gd name="T13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13">
                    <a:moveTo>
                      <a:pt x="17" y="1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12"/>
                      <a:pt x="17" y="12"/>
                      <a:pt x="17" y="1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î$ļîḓé"/>
              <p:cNvSpPr/>
              <p:nvPr/>
            </p:nvSpPr>
            <p:spPr bwMode="auto">
              <a:xfrm>
                <a:off x="4344989" y="1366838"/>
                <a:ext cx="22225" cy="15875"/>
              </a:xfrm>
              <a:custGeom>
                <a:avLst/>
                <a:gdLst>
                  <a:gd name="T0" fmla="*/ 2 w 19"/>
                  <a:gd name="T1" fmla="*/ 14 h 14"/>
                  <a:gd name="T2" fmla="*/ 2 w 19"/>
                  <a:gd name="T3" fmla="*/ 14 h 14"/>
                  <a:gd name="T4" fmla="*/ 2 w 19"/>
                  <a:gd name="T5" fmla="*/ 14 h 14"/>
                  <a:gd name="T6" fmla="*/ 1 w 19"/>
                  <a:gd name="T7" fmla="*/ 12 h 14"/>
                  <a:gd name="T8" fmla="*/ 0 w 19"/>
                  <a:gd name="T9" fmla="*/ 11 h 14"/>
                  <a:gd name="T10" fmla="*/ 17 w 19"/>
                  <a:gd name="T11" fmla="*/ 0 h 14"/>
                  <a:gd name="T12" fmla="*/ 18 w 19"/>
                  <a:gd name="T13" fmla="*/ 1 h 14"/>
                  <a:gd name="T14" fmla="*/ 19 w 19"/>
                  <a:gd name="T15" fmla="*/ 4 h 14"/>
                  <a:gd name="T16" fmla="*/ 2 w 19"/>
                  <a:gd name="T1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14">
                    <a:moveTo>
                      <a:pt x="2" y="14"/>
                    </a:moveTo>
                    <a:cubicBezTo>
                      <a:pt x="2" y="14"/>
                      <a:pt x="2" y="14"/>
                      <a:pt x="2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3"/>
                      <a:pt x="1" y="12"/>
                      <a:pt x="1" y="12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8" y="2"/>
                      <a:pt x="19" y="3"/>
                      <a:pt x="19" y="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ïSľiďé"/>
              <p:cNvSpPr/>
              <p:nvPr/>
            </p:nvSpPr>
            <p:spPr bwMode="auto">
              <a:xfrm>
                <a:off x="4329114" y="1343025"/>
                <a:ext cx="19050" cy="19050"/>
              </a:xfrm>
              <a:custGeom>
                <a:avLst/>
                <a:gdLst>
                  <a:gd name="T0" fmla="*/ 3 w 17"/>
                  <a:gd name="T1" fmla="*/ 17 h 17"/>
                  <a:gd name="T2" fmla="*/ 0 w 17"/>
                  <a:gd name="T3" fmla="*/ 14 h 17"/>
                  <a:gd name="T4" fmla="*/ 14 w 17"/>
                  <a:gd name="T5" fmla="*/ 0 h 17"/>
                  <a:gd name="T6" fmla="*/ 17 w 17"/>
                  <a:gd name="T7" fmla="*/ 3 h 17"/>
                  <a:gd name="T8" fmla="*/ 3 w 17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7">
                    <a:moveTo>
                      <a:pt x="3" y="17"/>
                    </a:moveTo>
                    <a:cubicBezTo>
                      <a:pt x="2" y="16"/>
                      <a:pt x="1" y="15"/>
                      <a:pt x="0" y="14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5" y="1"/>
                      <a:pt x="16" y="2"/>
                      <a:pt x="17" y="3"/>
                    </a:cubicBezTo>
                    <a:lnTo>
                      <a:pt x="3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ïšľïďè"/>
              <p:cNvSpPr/>
              <p:nvPr/>
            </p:nvSpPr>
            <p:spPr bwMode="auto">
              <a:xfrm>
                <a:off x="4341814" y="1358900"/>
                <a:ext cx="19050" cy="15875"/>
              </a:xfrm>
              <a:custGeom>
                <a:avLst/>
                <a:gdLst>
                  <a:gd name="T0" fmla="*/ 2 w 18"/>
                  <a:gd name="T1" fmla="*/ 15 h 15"/>
                  <a:gd name="T2" fmla="*/ 2 w 18"/>
                  <a:gd name="T3" fmla="*/ 15 h 15"/>
                  <a:gd name="T4" fmla="*/ 2 w 18"/>
                  <a:gd name="T5" fmla="*/ 15 h 15"/>
                  <a:gd name="T6" fmla="*/ 2 w 18"/>
                  <a:gd name="T7" fmla="*/ 15 h 15"/>
                  <a:gd name="T8" fmla="*/ 0 w 18"/>
                  <a:gd name="T9" fmla="*/ 13 h 15"/>
                  <a:gd name="T10" fmla="*/ 0 w 18"/>
                  <a:gd name="T11" fmla="*/ 12 h 15"/>
                  <a:gd name="T12" fmla="*/ 16 w 18"/>
                  <a:gd name="T13" fmla="*/ 0 h 15"/>
                  <a:gd name="T14" fmla="*/ 16 w 18"/>
                  <a:gd name="T15" fmla="*/ 1 h 15"/>
                  <a:gd name="T16" fmla="*/ 18 w 18"/>
                  <a:gd name="T17" fmla="*/ 4 h 15"/>
                  <a:gd name="T18" fmla="*/ 2 w 18"/>
                  <a:gd name="T1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" h="15">
                    <a:moveTo>
                      <a:pt x="2" y="15"/>
                    </a:moveTo>
                    <a:cubicBezTo>
                      <a:pt x="2" y="15"/>
                      <a:pt x="2" y="15"/>
                      <a:pt x="2" y="15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1" y="14"/>
                      <a:pt x="1" y="14"/>
                      <a:pt x="0" y="13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7" y="2"/>
                      <a:pt x="18" y="3"/>
                      <a:pt x="18" y="4"/>
                    </a:cubicBezTo>
                    <a:lnTo>
                      <a:pt x="2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îśľïḋé"/>
              <p:cNvSpPr/>
              <p:nvPr/>
            </p:nvSpPr>
            <p:spPr bwMode="auto">
              <a:xfrm>
                <a:off x="4349752" y="1377950"/>
                <a:ext cx="22225" cy="11113"/>
              </a:xfrm>
              <a:custGeom>
                <a:avLst/>
                <a:gdLst>
                  <a:gd name="T0" fmla="*/ 1 w 20"/>
                  <a:gd name="T1" fmla="*/ 11 h 11"/>
                  <a:gd name="T2" fmla="*/ 1 w 20"/>
                  <a:gd name="T3" fmla="*/ 10 h 11"/>
                  <a:gd name="T4" fmla="*/ 0 w 20"/>
                  <a:gd name="T5" fmla="*/ 9 h 11"/>
                  <a:gd name="T6" fmla="*/ 18 w 20"/>
                  <a:gd name="T7" fmla="*/ 0 h 11"/>
                  <a:gd name="T8" fmla="*/ 19 w 20"/>
                  <a:gd name="T9" fmla="*/ 1 h 11"/>
                  <a:gd name="T10" fmla="*/ 20 w 20"/>
                  <a:gd name="T11" fmla="*/ 3 h 11"/>
                  <a:gd name="T12" fmla="*/ 1 w 20"/>
                  <a:gd name="T13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11">
                    <a:moveTo>
                      <a:pt x="1" y="11"/>
                    </a:moveTo>
                    <a:cubicBezTo>
                      <a:pt x="1" y="11"/>
                      <a:pt x="1" y="10"/>
                      <a:pt x="1" y="10"/>
                    </a:cubicBezTo>
                    <a:cubicBezTo>
                      <a:pt x="0" y="10"/>
                      <a:pt x="0" y="9"/>
                      <a:pt x="0" y="9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2"/>
                      <a:pt x="19" y="2"/>
                      <a:pt x="20" y="3"/>
                    </a:cubicBezTo>
                    <a:lnTo>
                      <a:pt x="1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îṥļîďe"/>
              <p:cNvSpPr/>
              <p:nvPr/>
            </p:nvSpPr>
            <p:spPr bwMode="auto">
              <a:xfrm>
                <a:off x="4322764" y="1336675"/>
                <a:ext cx="17463" cy="19050"/>
              </a:xfrm>
              <a:custGeom>
                <a:avLst/>
                <a:gdLst>
                  <a:gd name="T0" fmla="*/ 3 w 16"/>
                  <a:gd name="T1" fmla="*/ 18 h 18"/>
                  <a:gd name="T2" fmla="*/ 0 w 16"/>
                  <a:gd name="T3" fmla="*/ 15 h 18"/>
                  <a:gd name="T4" fmla="*/ 12 w 16"/>
                  <a:gd name="T5" fmla="*/ 0 h 18"/>
                  <a:gd name="T6" fmla="*/ 16 w 16"/>
                  <a:gd name="T7" fmla="*/ 2 h 18"/>
                  <a:gd name="T8" fmla="*/ 3 w 16"/>
                  <a:gd name="T9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8">
                    <a:moveTo>
                      <a:pt x="3" y="18"/>
                    </a:moveTo>
                    <a:cubicBezTo>
                      <a:pt x="2" y="17"/>
                      <a:pt x="1" y="16"/>
                      <a:pt x="0" y="15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4" y="0"/>
                      <a:pt x="15" y="1"/>
                      <a:pt x="16" y="2"/>
                    </a:cubicBezTo>
                    <a:lnTo>
                      <a:pt x="3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îsľîdê"/>
              <p:cNvSpPr/>
              <p:nvPr/>
            </p:nvSpPr>
            <p:spPr bwMode="auto">
              <a:xfrm>
                <a:off x="4335464" y="1350963"/>
                <a:ext cx="19050" cy="17463"/>
              </a:xfrm>
              <a:custGeom>
                <a:avLst/>
                <a:gdLst>
                  <a:gd name="T0" fmla="*/ 2 w 17"/>
                  <a:gd name="T1" fmla="*/ 16 h 16"/>
                  <a:gd name="T2" fmla="*/ 0 w 17"/>
                  <a:gd name="T3" fmla="*/ 13 h 16"/>
                  <a:gd name="T4" fmla="*/ 14 w 17"/>
                  <a:gd name="T5" fmla="*/ 0 h 16"/>
                  <a:gd name="T6" fmla="*/ 15 w 17"/>
                  <a:gd name="T7" fmla="*/ 0 h 16"/>
                  <a:gd name="T8" fmla="*/ 17 w 17"/>
                  <a:gd name="T9" fmla="*/ 3 h 16"/>
                  <a:gd name="T10" fmla="*/ 2 w 17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16">
                    <a:moveTo>
                      <a:pt x="2" y="16"/>
                    </a:moveTo>
                    <a:cubicBezTo>
                      <a:pt x="1" y="15"/>
                      <a:pt x="0" y="14"/>
                      <a:pt x="0" y="1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6" y="1"/>
                      <a:pt x="17" y="2"/>
                      <a:pt x="17" y="3"/>
                    </a:cubicBezTo>
                    <a:lnTo>
                      <a:pt x="2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iṩļíḓé"/>
              <p:cNvSpPr/>
              <p:nvPr/>
            </p:nvSpPr>
            <p:spPr bwMode="auto">
              <a:xfrm>
                <a:off x="3619502" y="1174750"/>
                <a:ext cx="26988" cy="30163"/>
              </a:xfrm>
              <a:custGeom>
                <a:avLst/>
                <a:gdLst>
                  <a:gd name="T0" fmla="*/ 8 w 25"/>
                  <a:gd name="T1" fmla="*/ 27 h 27"/>
                  <a:gd name="T2" fmla="*/ 0 w 25"/>
                  <a:gd name="T3" fmla="*/ 9 h 27"/>
                  <a:gd name="T4" fmla="*/ 17 w 25"/>
                  <a:gd name="T5" fmla="*/ 2 h 27"/>
                  <a:gd name="T6" fmla="*/ 19 w 25"/>
                  <a:gd name="T7" fmla="*/ 1 h 27"/>
                  <a:gd name="T8" fmla="*/ 21 w 25"/>
                  <a:gd name="T9" fmla="*/ 0 h 27"/>
                  <a:gd name="T10" fmla="*/ 22 w 25"/>
                  <a:gd name="T11" fmla="*/ 10 h 27"/>
                  <a:gd name="T12" fmla="*/ 25 w 25"/>
                  <a:gd name="T13" fmla="*/ 20 h 27"/>
                  <a:gd name="T14" fmla="*/ 25 w 25"/>
                  <a:gd name="T15" fmla="*/ 20 h 27"/>
                  <a:gd name="T16" fmla="*/ 25 w 25"/>
                  <a:gd name="T17" fmla="*/ 20 h 27"/>
                  <a:gd name="T18" fmla="*/ 24 w 25"/>
                  <a:gd name="T19" fmla="*/ 20 h 27"/>
                  <a:gd name="T20" fmla="*/ 24 w 25"/>
                  <a:gd name="T21" fmla="*/ 20 h 27"/>
                  <a:gd name="T22" fmla="*/ 25 w 25"/>
                  <a:gd name="T23" fmla="*/ 20 h 27"/>
                  <a:gd name="T24" fmla="*/ 8 w 25"/>
                  <a:gd name="T25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5" h="27">
                    <a:moveTo>
                      <a:pt x="8" y="27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8" y="1"/>
                      <a:pt x="19" y="1"/>
                      <a:pt x="19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2" y="10"/>
                      <a:pt x="22" y="10"/>
                      <a:pt x="22" y="1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0"/>
                      <a:pt x="24" y="20"/>
                      <a:pt x="25" y="20"/>
                    </a:cubicBezTo>
                    <a:lnTo>
                      <a:pt x="8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ïśḻíďe"/>
              <p:cNvSpPr/>
              <p:nvPr/>
            </p:nvSpPr>
            <p:spPr bwMode="auto">
              <a:xfrm>
                <a:off x="3971927" y="1174750"/>
                <a:ext cx="34925" cy="30163"/>
              </a:xfrm>
              <a:custGeom>
                <a:avLst/>
                <a:gdLst>
                  <a:gd name="T0" fmla="*/ 17 w 31"/>
                  <a:gd name="T1" fmla="*/ 27 h 27"/>
                  <a:gd name="T2" fmla="*/ 0 w 31"/>
                  <a:gd name="T3" fmla="*/ 20 h 27"/>
                  <a:gd name="T4" fmla="*/ 0 w 31"/>
                  <a:gd name="T5" fmla="*/ 20 h 27"/>
                  <a:gd name="T6" fmla="*/ 0 w 31"/>
                  <a:gd name="T7" fmla="*/ 20 h 27"/>
                  <a:gd name="T8" fmla="*/ 0 w 31"/>
                  <a:gd name="T9" fmla="*/ 20 h 27"/>
                  <a:gd name="T10" fmla="*/ 1 w 31"/>
                  <a:gd name="T11" fmla="*/ 17 h 27"/>
                  <a:gd name="T12" fmla="*/ 4 w 31"/>
                  <a:gd name="T13" fmla="*/ 0 h 27"/>
                  <a:gd name="T14" fmla="*/ 6 w 31"/>
                  <a:gd name="T15" fmla="*/ 1 h 27"/>
                  <a:gd name="T16" fmla="*/ 8 w 31"/>
                  <a:gd name="T17" fmla="*/ 2 h 27"/>
                  <a:gd name="T18" fmla="*/ 31 w 31"/>
                  <a:gd name="T19" fmla="*/ 12 h 27"/>
                  <a:gd name="T20" fmla="*/ 31 w 31"/>
                  <a:gd name="T21" fmla="*/ 18 h 27"/>
                  <a:gd name="T22" fmla="*/ 21 w 31"/>
                  <a:gd name="T23" fmla="*/ 18 h 27"/>
                  <a:gd name="T24" fmla="*/ 17 w 31"/>
                  <a:gd name="T25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1" h="27">
                    <a:moveTo>
                      <a:pt x="17" y="27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1"/>
                      <a:pt x="6" y="1"/>
                      <a:pt x="6" y="1"/>
                    </a:cubicBezTo>
                    <a:cubicBezTo>
                      <a:pt x="7" y="1"/>
                      <a:pt x="7" y="1"/>
                      <a:pt x="8" y="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21" y="18"/>
                      <a:pt x="21" y="18"/>
                      <a:pt x="21" y="18"/>
                    </a:cubicBezTo>
                    <a:lnTo>
                      <a:pt x="17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iš1íḋe"/>
              <p:cNvSpPr/>
              <p:nvPr/>
            </p:nvSpPr>
            <p:spPr bwMode="auto">
              <a:xfrm>
                <a:off x="3990977" y="1185863"/>
                <a:ext cx="334963" cy="161925"/>
              </a:xfrm>
              <a:custGeom>
                <a:avLst/>
                <a:gdLst>
                  <a:gd name="T0" fmla="*/ 289 w 299"/>
                  <a:gd name="T1" fmla="*/ 146 h 146"/>
                  <a:gd name="T2" fmla="*/ 288 w 299"/>
                  <a:gd name="T3" fmla="*/ 145 h 146"/>
                  <a:gd name="T4" fmla="*/ 286 w 299"/>
                  <a:gd name="T5" fmla="*/ 144 h 146"/>
                  <a:gd name="T6" fmla="*/ 0 w 299"/>
                  <a:gd name="T7" fmla="*/ 18 h 146"/>
                  <a:gd name="T8" fmla="*/ 8 w 299"/>
                  <a:gd name="T9" fmla="*/ 0 h 146"/>
                  <a:gd name="T10" fmla="*/ 294 w 299"/>
                  <a:gd name="T11" fmla="*/ 126 h 146"/>
                  <a:gd name="T12" fmla="*/ 298 w 299"/>
                  <a:gd name="T13" fmla="*/ 128 h 146"/>
                  <a:gd name="T14" fmla="*/ 299 w 299"/>
                  <a:gd name="T15" fmla="*/ 128 h 146"/>
                  <a:gd name="T16" fmla="*/ 289 w 299"/>
                  <a:gd name="T17" fmla="*/ 146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9" h="146">
                    <a:moveTo>
                      <a:pt x="289" y="146"/>
                    </a:moveTo>
                    <a:cubicBezTo>
                      <a:pt x="288" y="145"/>
                      <a:pt x="288" y="145"/>
                      <a:pt x="288" y="145"/>
                    </a:cubicBezTo>
                    <a:cubicBezTo>
                      <a:pt x="287" y="145"/>
                      <a:pt x="287" y="144"/>
                      <a:pt x="286" y="144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294" y="126"/>
                      <a:pt x="294" y="126"/>
                      <a:pt x="294" y="126"/>
                    </a:cubicBezTo>
                    <a:cubicBezTo>
                      <a:pt x="295" y="126"/>
                      <a:pt x="297" y="127"/>
                      <a:pt x="298" y="128"/>
                    </a:cubicBezTo>
                    <a:cubicBezTo>
                      <a:pt x="299" y="128"/>
                      <a:pt x="299" y="128"/>
                      <a:pt x="299" y="128"/>
                    </a:cubicBezTo>
                    <a:lnTo>
                      <a:pt x="289" y="1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îṧḻïďe"/>
              <p:cNvSpPr/>
              <p:nvPr/>
            </p:nvSpPr>
            <p:spPr bwMode="auto">
              <a:xfrm>
                <a:off x="3292477" y="1174750"/>
                <a:ext cx="361950" cy="173038"/>
              </a:xfrm>
              <a:custGeom>
                <a:avLst/>
                <a:gdLst>
                  <a:gd name="T0" fmla="*/ 10 w 324"/>
                  <a:gd name="T1" fmla="*/ 156 h 156"/>
                  <a:gd name="T2" fmla="*/ 0 w 324"/>
                  <a:gd name="T3" fmla="*/ 138 h 156"/>
                  <a:gd name="T4" fmla="*/ 1 w 324"/>
                  <a:gd name="T5" fmla="*/ 138 h 156"/>
                  <a:gd name="T6" fmla="*/ 5 w 324"/>
                  <a:gd name="T7" fmla="*/ 136 h 156"/>
                  <a:gd name="T8" fmla="*/ 309 w 324"/>
                  <a:gd name="T9" fmla="*/ 2 h 156"/>
                  <a:gd name="T10" fmla="*/ 310 w 324"/>
                  <a:gd name="T11" fmla="*/ 2 h 156"/>
                  <a:gd name="T12" fmla="*/ 312 w 324"/>
                  <a:gd name="T13" fmla="*/ 1 h 156"/>
                  <a:gd name="T14" fmla="*/ 322 w 324"/>
                  <a:gd name="T15" fmla="*/ 0 h 156"/>
                  <a:gd name="T16" fmla="*/ 324 w 324"/>
                  <a:gd name="T17" fmla="*/ 11 h 156"/>
                  <a:gd name="T18" fmla="*/ 324 w 324"/>
                  <a:gd name="T19" fmla="*/ 11 h 156"/>
                  <a:gd name="T20" fmla="*/ 324 w 324"/>
                  <a:gd name="T21" fmla="*/ 19 h 156"/>
                  <a:gd name="T22" fmla="*/ 316 w 324"/>
                  <a:gd name="T23" fmla="*/ 21 h 156"/>
                  <a:gd name="T24" fmla="*/ 300 w 324"/>
                  <a:gd name="T25" fmla="*/ 28 h 156"/>
                  <a:gd name="T26" fmla="*/ 300 w 324"/>
                  <a:gd name="T27" fmla="*/ 28 h 156"/>
                  <a:gd name="T28" fmla="*/ 13 w 324"/>
                  <a:gd name="T29" fmla="*/ 154 h 156"/>
                  <a:gd name="T30" fmla="*/ 11 w 324"/>
                  <a:gd name="T31" fmla="*/ 155 h 156"/>
                  <a:gd name="T32" fmla="*/ 10 w 324"/>
                  <a:gd name="T33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24" h="156">
                    <a:moveTo>
                      <a:pt x="10" y="156"/>
                    </a:moveTo>
                    <a:cubicBezTo>
                      <a:pt x="0" y="138"/>
                      <a:pt x="0" y="138"/>
                      <a:pt x="0" y="138"/>
                    </a:cubicBezTo>
                    <a:cubicBezTo>
                      <a:pt x="1" y="138"/>
                      <a:pt x="1" y="138"/>
                      <a:pt x="1" y="138"/>
                    </a:cubicBezTo>
                    <a:cubicBezTo>
                      <a:pt x="2" y="137"/>
                      <a:pt x="4" y="136"/>
                      <a:pt x="5" y="136"/>
                    </a:cubicBezTo>
                    <a:cubicBezTo>
                      <a:pt x="309" y="2"/>
                      <a:pt x="309" y="2"/>
                      <a:pt x="309" y="2"/>
                    </a:cubicBezTo>
                    <a:cubicBezTo>
                      <a:pt x="310" y="2"/>
                      <a:pt x="310" y="2"/>
                      <a:pt x="310" y="2"/>
                    </a:cubicBezTo>
                    <a:cubicBezTo>
                      <a:pt x="310" y="2"/>
                      <a:pt x="311" y="2"/>
                      <a:pt x="312" y="1"/>
                    </a:cubicBezTo>
                    <a:cubicBezTo>
                      <a:pt x="322" y="0"/>
                      <a:pt x="322" y="0"/>
                      <a:pt x="322" y="0"/>
                    </a:cubicBezTo>
                    <a:cubicBezTo>
                      <a:pt x="324" y="11"/>
                      <a:pt x="324" y="11"/>
                      <a:pt x="324" y="11"/>
                    </a:cubicBezTo>
                    <a:cubicBezTo>
                      <a:pt x="324" y="11"/>
                      <a:pt x="324" y="11"/>
                      <a:pt x="324" y="11"/>
                    </a:cubicBezTo>
                    <a:cubicBezTo>
                      <a:pt x="324" y="19"/>
                      <a:pt x="324" y="19"/>
                      <a:pt x="324" y="19"/>
                    </a:cubicBezTo>
                    <a:cubicBezTo>
                      <a:pt x="316" y="21"/>
                      <a:pt x="316" y="21"/>
                      <a:pt x="316" y="21"/>
                    </a:cubicBezTo>
                    <a:cubicBezTo>
                      <a:pt x="300" y="28"/>
                      <a:pt x="300" y="28"/>
                      <a:pt x="300" y="28"/>
                    </a:cubicBezTo>
                    <a:cubicBezTo>
                      <a:pt x="300" y="28"/>
                      <a:pt x="300" y="28"/>
                      <a:pt x="300" y="28"/>
                    </a:cubicBezTo>
                    <a:cubicBezTo>
                      <a:pt x="13" y="154"/>
                      <a:pt x="13" y="154"/>
                      <a:pt x="13" y="154"/>
                    </a:cubicBezTo>
                    <a:cubicBezTo>
                      <a:pt x="12" y="154"/>
                      <a:pt x="12" y="155"/>
                      <a:pt x="11" y="155"/>
                    </a:cubicBezTo>
                    <a:lnTo>
                      <a:pt x="10" y="1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i$1íḍê"/>
              <p:cNvSpPr/>
              <p:nvPr/>
            </p:nvSpPr>
            <p:spPr bwMode="auto">
              <a:xfrm>
                <a:off x="4240214" y="1325563"/>
                <a:ext cx="198438" cy="330200"/>
              </a:xfrm>
              <a:custGeom>
                <a:avLst/>
                <a:gdLst>
                  <a:gd name="T0" fmla="*/ 177 w 177"/>
                  <a:gd name="T1" fmla="*/ 296 h 296"/>
                  <a:gd name="T2" fmla="*/ 0 w 177"/>
                  <a:gd name="T3" fmla="*/ 296 h 296"/>
                  <a:gd name="T4" fmla="*/ 0 w 177"/>
                  <a:gd name="T5" fmla="*/ 276 h 296"/>
                  <a:gd name="T6" fmla="*/ 152 w 177"/>
                  <a:gd name="T7" fmla="*/ 276 h 296"/>
                  <a:gd name="T8" fmla="*/ 101 w 177"/>
                  <a:gd name="T9" fmla="*/ 64 h 296"/>
                  <a:gd name="T10" fmla="*/ 99 w 177"/>
                  <a:gd name="T11" fmla="*/ 58 h 296"/>
                  <a:gd name="T12" fmla="*/ 99 w 177"/>
                  <a:gd name="T13" fmla="*/ 57 h 296"/>
                  <a:gd name="T14" fmla="*/ 98 w 177"/>
                  <a:gd name="T15" fmla="*/ 56 h 296"/>
                  <a:gd name="T16" fmla="*/ 98 w 177"/>
                  <a:gd name="T17" fmla="*/ 55 h 296"/>
                  <a:gd name="T18" fmla="*/ 96 w 177"/>
                  <a:gd name="T19" fmla="*/ 52 h 296"/>
                  <a:gd name="T20" fmla="*/ 95 w 177"/>
                  <a:gd name="T21" fmla="*/ 50 h 296"/>
                  <a:gd name="T22" fmla="*/ 94 w 177"/>
                  <a:gd name="T23" fmla="*/ 48 h 296"/>
                  <a:gd name="T24" fmla="*/ 92 w 177"/>
                  <a:gd name="T25" fmla="*/ 45 h 296"/>
                  <a:gd name="T26" fmla="*/ 90 w 177"/>
                  <a:gd name="T27" fmla="*/ 43 h 296"/>
                  <a:gd name="T28" fmla="*/ 89 w 177"/>
                  <a:gd name="T29" fmla="*/ 42 h 296"/>
                  <a:gd name="T30" fmla="*/ 87 w 177"/>
                  <a:gd name="T31" fmla="*/ 39 h 296"/>
                  <a:gd name="T32" fmla="*/ 85 w 177"/>
                  <a:gd name="T33" fmla="*/ 36 h 296"/>
                  <a:gd name="T34" fmla="*/ 85 w 177"/>
                  <a:gd name="T35" fmla="*/ 36 h 296"/>
                  <a:gd name="T36" fmla="*/ 82 w 177"/>
                  <a:gd name="T37" fmla="*/ 33 h 296"/>
                  <a:gd name="T38" fmla="*/ 79 w 177"/>
                  <a:gd name="T39" fmla="*/ 30 h 296"/>
                  <a:gd name="T40" fmla="*/ 76 w 177"/>
                  <a:gd name="T41" fmla="*/ 28 h 296"/>
                  <a:gd name="T42" fmla="*/ 73 w 177"/>
                  <a:gd name="T43" fmla="*/ 25 h 296"/>
                  <a:gd name="T44" fmla="*/ 70 w 177"/>
                  <a:gd name="T45" fmla="*/ 23 h 296"/>
                  <a:gd name="T46" fmla="*/ 67 w 177"/>
                  <a:gd name="T47" fmla="*/ 21 h 296"/>
                  <a:gd name="T48" fmla="*/ 66 w 177"/>
                  <a:gd name="T49" fmla="*/ 21 h 296"/>
                  <a:gd name="T50" fmla="*/ 71 w 177"/>
                  <a:gd name="T51" fmla="*/ 12 h 296"/>
                  <a:gd name="T52" fmla="*/ 65 w 177"/>
                  <a:gd name="T53" fmla="*/ 5 h 296"/>
                  <a:gd name="T54" fmla="*/ 65 w 177"/>
                  <a:gd name="T55" fmla="*/ 4 h 296"/>
                  <a:gd name="T56" fmla="*/ 70 w 177"/>
                  <a:gd name="T57" fmla="*/ 0 h 296"/>
                  <a:gd name="T58" fmla="*/ 76 w 177"/>
                  <a:gd name="T59" fmla="*/ 3 h 296"/>
                  <a:gd name="T60" fmla="*/ 78 w 177"/>
                  <a:gd name="T61" fmla="*/ 4 h 296"/>
                  <a:gd name="T62" fmla="*/ 82 w 177"/>
                  <a:gd name="T63" fmla="*/ 7 h 296"/>
                  <a:gd name="T64" fmla="*/ 85 w 177"/>
                  <a:gd name="T65" fmla="*/ 10 h 296"/>
                  <a:gd name="T66" fmla="*/ 89 w 177"/>
                  <a:gd name="T67" fmla="*/ 12 h 296"/>
                  <a:gd name="T68" fmla="*/ 93 w 177"/>
                  <a:gd name="T69" fmla="*/ 16 h 296"/>
                  <a:gd name="T70" fmla="*/ 96 w 177"/>
                  <a:gd name="T71" fmla="*/ 19 h 296"/>
                  <a:gd name="T72" fmla="*/ 99 w 177"/>
                  <a:gd name="T73" fmla="*/ 23 h 296"/>
                  <a:gd name="T74" fmla="*/ 100 w 177"/>
                  <a:gd name="T75" fmla="*/ 23 h 296"/>
                  <a:gd name="T76" fmla="*/ 102 w 177"/>
                  <a:gd name="T77" fmla="*/ 26 h 296"/>
                  <a:gd name="T78" fmla="*/ 105 w 177"/>
                  <a:gd name="T79" fmla="*/ 30 h 296"/>
                  <a:gd name="T80" fmla="*/ 106 w 177"/>
                  <a:gd name="T81" fmla="*/ 31 h 296"/>
                  <a:gd name="T82" fmla="*/ 108 w 177"/>
                  <a:gd name="T83" fmla="*/ 34 h 296"/>
                  <a:gd name="T84" fmla="*/ 111 w 177"/>
                  <a:gd name="T85" fmla="*/ 38 h 296"/>
                  <a:gd name="T86" fmla="*/ 112 w 177"/>
                  <a:gd name="T87" fmla="*/ 39 h 296"/>
                  <a:gd name="T88" fmla="*/ 113 w 177"/>
                  <a:gd name="T89" fmla="*/ 42 h 296"/>
                  <a:gd name="T90" fmla="*/ 116 w 177"/>
                  <a:gd name="T91" fmla="*/ 46 h 296"/>
                  <a:gd name="T92" fmla="*/ 117 w 177"/>
                  <a:gd name="T93" fmla="*/ 48 h 296"/>
                  <a:gd name="T94" fmla="*/ 118 w 177"/>
                  <a:gd name="T95" fmla="*/ 50 h 296"/>
                  <a:gd name="T96" fmla="*/ 121 w 177"/>
                  <a:gd name="T97" fmla="*/ 59 h 296"/>
                  <a:gd name="T98" fmla="*/ 121 w 177"/>
                  <a:gd name="T99" fmla="*/ 59 h 296"/>
                  <a:gd name="T100" fmla="*/ 177 w 177"/>
                  <a:gd name="T101" fmla="*/ 296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77" h="296">
                    <a:moveTo>
                      <a:pt x="177" y="296"/>
                    </a:moveTo>
                    <a:cubicBezTo>
                      <a:pt x="0" y="296"/>
                      <a:pt x="0" y="296"/>
                      <a:pt x="0" y="296"/>
                    </a:cubicBezTo>
                    <a:cubicBezTo>
                      <a:pt x="0" y="276"/>
                      <a:pt x="0" y="276"/>
                      <a:pt x="0" y="276"/>
                    </a:cubicBezTo>
                    <a:cubicBezTo>
                      <a:pt x="152" y="276"/>
                      <a:pt x="152" y="276"/>
                      <a:pt x="152" y="276"/>
                    </a:cubicBezTo>
                    <a:cubicBezTo>
                      <a:pt x="101" y="64"/>
                      <a:pt x="101" y="64"/>
                      <a:pt x="101" y="64"/>
                    </a:cubicBezTo>
                    <a:cubicBezTo>
                      <a:pt x="101" y="62"/>
                      <a:pt x="100" y="60"/>
                      <a:pt x="99" y="58"/>
                    </a:cubicBezTo>
                    <a:cubicBezTo>
                      <a:pt x="99" y="58"/>
                      <a:pt x="99" y="57"/>
                      <a:pt x="99" y="57"/>
                    </a:cubicBezTo>
                    <a:cubicBezTo>
                      <a:pt x="98" y="57"/>
                      <a:pt x="98" y="56"/>
                      <a:pt x="98" y="56"/>
                    </a:cubicBezTo>
                    <a:cubicBezTo>
                      <a:pt x="98" y="55"/>
                      <a:pt x="98" y="55"/>
                      <a:pt x="98" y="55"/>
                    </a:cubicBezTo>
                    <a:cubicBezTo>
                      <a:pt x="97" y="54"/>
                      <a:pt x="97" y="53"/>
                      <a:pt x="96" y="52"/>
                    </a:cubicBezTo>
                    <a:cubicBezTo>
                      <a:pt x="96" y="51"/>
                      <a:pt x="95" y="50"/>
                      <a:pt x="95" y="50"/>
                    </a:cubicBezTo>
                    <a:cubicBezTo>
                      <a:pt x="94" y="48"/>
                      <a:pt x="94" y="48"/>
                      <a:pt x="94" y="48"/>
                    </a:cubicBezTo>
                    <a:cubicBezTo>
                      <a:pt x="93" y="47"/>
                      <a:pt x="93" y="46"/>
                      <a:pt x="92" y="45"/>
                    </a:cubicBezTo>
                    <a:cubicBezTo>
                      <a:pt x="91" y="44"/>
                      <a:pt x="91" y="44"/>
                      <a:pt x="90" y="43"/>
                    </a:cubicBezTo>
                    <a:cubicBezTo>
                      <a:pt x="89" y="42"/>
                      <a:pt x="89" y="42"/>
                      <a:pt x="89" y="42"/>
                    </a:cubicBezTo>
                    <a:cubicBezTo>
                      <a:pt x="89" y="41"/>
                      <a:pt x="88" y="40"/>
                      <a:pt x="87" y="39"/>
                    </a:cubicBezTo>
                    <a:cubicBezTo>
                      <a:pt x="86" y="38"/>
                      <a:pt x="86" y="37"/>
                      <a:pt x="85" y="36"/>
                    </a:cubicBezTo>
                    <a:cubicBezTo>
                      <a:pt x="85" y="36"/>
                      <a:pt x="85" y="36"/>
                      <a:pt x="85" y="36"/>
                    </a:cubicBezTo>
                    <a:cubicBezTo>
                      <a:pt x="84" y="35"/>
                      <a:pt x="83" y="34"/>
                      <a:pt x="82" y="33"/>
                    </a:cubicBezTo>
                    <a:cubicBezTo>
                      <a:pt x="81" y="32"/>
                      <a:pt x="80" y="31"/>
                      <a:pt x="79" y="30"/>
                    </a:cubicBezTo>
                    <a:cubicBezTo>
                      <a:pt x="78" y="29"/>
                      <a:pt x="77" y="29"/>
                      <a:pt x="76" y="28"/>
                    </a:cubicBezTo>
                    <a:cubicBezTo>
                      <a:pt x="75" y="27"/>
                      <a:pt x="74" y="26"/>
                      <a:pt x="73" y="25"/>
                    </a:cubicBezTo>
                    <a:cubicBezTo>
                      <a:pt x="72" y="25"/>
                      <a:pt x="71" y="24"/>
                      <a:pt x="70" y="23"/>
                    </a:cubicBezTo>
                    <a:cubicBezTo>
                      <a:pt x="69" y="23"/>
                      <a:pt x="68" y="22"/>
                      <a:pt x="67" y="21"/>
                    </a:cubicBezTo>
                    <a:cubicBezTo>
                      <a:pt x="67" y="21"/>
                      <a:pt x="67" y="21"/>
                      <a:pt x="66" y="21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65" y="5"/>
                      <a:pt x="65" y="5"/>
                      <a:pt x="65" y="5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6" y="3"/>
                      <a:pt x="76" y="3"/>
                      <a:pt x="76" y="3"/>
                    </a:cubicBezTo>
                    <a:cubicBezTo>
                      <a:pt x="77" y="4"/>
                      <a:pt x="77" y="4"/>
                      <a:pt x="78" y="4"/>
                    </a:cubicBezTo>
                    <a:cubicBezTo>
                      <a:pt x="79" y="5"/>
                      <a:pt x="80" y="6"/>
                      <a:pt x="82" y="7"/>
                    </a:cubicBezTo>
                    <a:cubicBezTo>
                      <a:pt x="83" y="8"/>
                      <a:pt x="84" y="9"/>
                      <a:pt x="85" y="10"/>
                    </a:cubicBezTo>
                    <a:cubicBezTo>
                      <a:pt x="87" y="10"/>
                      <a:pt x="88" y="11"/>
                      <a:pt x="89" y="12"/>
                    </a:cubicBezTo>
                    <a:cubicBezTo>
                      <a:pt x="90" y="14"/>
                      <a:pt x="91" y="15"/>
                      <a:pt x="93" y="16"/>
                    </a:cubicBezTo>
                    <a:cubicBezTo>
                      <a:pt x="94" y="17"/>
                      <a:pt x="95" y="18"/>
                      <a:pt x="96" y="19"/>
                    </a:cubicBezTo>
                    <a:cubicBezTo>
                      <a:pt x="97" y="20"/>
                      <a:pt x="98" y="21"/>
                      <a:pt x="99" y="23"/>
                    </a:cubicBezTo>
                    <a:cubicBezTo>
                      <a:pt x="100" y="23"/>
                      <a:pt x="100" y="23"/>
                      <a:pt x="100" y="23"/>
                    </a:cubicBezTo>
                    <a:cubicBezTo>
                      <a:pt x="101" y="24"/>
                      <a:pt x="102" y="25"/>
                      <a:pt x="102" y="26"/>
                    </a:cubicBezTo>
                    <a:cubicBezTo>
                      <a:pt x="103" y="27"/>
                      <a:pt x="104" y="28"/>
                      <a:pt x="105" y="30"/>
                    </a:cubicBezTo>
                    <a:cubicBezTo>
                      <a:pt x="106" y="31"/>
                      <a:pt x="106" y="31"/>
                      <a:pt x="106" y="31"/>
                    </a:cubicBezTo>
                    <a:cubicBezTo>
                      <a:pt x="107" y="32"/>
                      <a:pt x="108" y="33"/>
                      <a:pt x="108" y="34"/>
                    </a:cubicBezTo>
                    <a:cubicBezTo>
                      <a:pt x="109" y="35"/>
                      <a:pt x="110" y="36"/>
                      <a:pt x="111" y="38"/>
                    </a:cubicBezTo>
                    <a:cubicBezTo>
                      <a:pt x="112" y="39"/>
                      <a:pt x="112" y="39"/>
                      <a:pt x="112" y="39"/>
                    </a:cubicBezTo>
                    <a:cubicBezTo>
                      <a:pt x="112" y="40"/>
                      <a:pt x="113" y="41"/>
                      <a:pt x="113" y="42"/>
                    </a:cubicBezTo>
                    <a:cubicBezTo>
                      <a:pt x="114" y="43"/>
                      <a:pt x="115" y="45"/>
                      <a:pt x="116" y="46"/>
                    </a:cubicBezTo>
                    <a:cubicBezTo>
                      <a:pt x="117" y="48"/>
                      <a:pt x="117" y="48"/>
                      <a:pt x="117" y="48"/>
                    </a:cubicBezTo>
                    <a:cubicBezTo>
                      <a:pt x="117" y="49"/>
                      <a:pt x="117" y="49"/>
                      <a:pt x="118" y="50"/>
                    </a:cubicBezTo>
                    <a:cubicBezTo>
                      <a:pt x="119" y="53"/>
                      <a:pt x="120" y="56"/>
                      <a:pt x="121" y="59"/>
                    </a:cubicBezTo>
                    <a:cubicBezTo>
                      <a:pt x="121" y="59"/>
                      <a:pt x="121" y="59"/>
                      <a:pt x="121" y="59"/>
                    </a:cubicBezTo>
                    <a:lnTo>
                      <a:pt x="177" y="2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i$ḷîḓè"/>
              <p:cNvSpPr/>
              <p:nvPr/>
            </p:nvSpPr>
            <p:spPr bwMode="auto">
              <a:xfrm>
                <a:off x="3378201" y="1633538"/>
                <a:ext cx="862013" cy="222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ïṩļïdê"/>
              <p:cNvSpPr/>
              <p:nvPr/>
            </p:nvSpPr>
            <p:spPr bwMode="auto">
              <a:xfrm>
                <a:off x="3179763" y="1325563"/>
                <a:ext cx="198438" cy="330200"/>
              </a:xfrm>
              <a:custGeom>
                <a:avLst/>
                <a:gdLst>
                  <a:gd name="T0" fmla="*/ 178 w 178"/>
                  <a:gd name="T1" fmla="*/ 296 h 296"/>
                  <a:gd name="T2" fmla="*/ 0 w 178"/>
                  <a:gd name="T3" fmla="*/ 296 h 296"/>
                  <a:gd name="T4" fmla="*/ 56 w 178"/>
                  <a:gd name="T5" fmla="*/ 59 h 296"/>
                  <a:gd name="T6" fmla="*/ 59 w 178"/>
                  <a:gd name="T7" fmla="*/ 50 h 296"/>
                  <a:gd name="T8" fmla="*/ 60 w 178"/>
                  <a:gd name="T9" fmla="*/ 48 h 296"/>
                  <a:gd name="T10" fmla="*/ 61 w 178"/>
                  <a:gd name="T11" fmla="*/ 47 h 296"/>
                  <a:gd name="T12" fmla="*/ 64 w 178"/>
                  <a:gd name="T13" fmla="*/ 42 h 296"/>
                  <a:gd name="T14" fmla="*/ 65 w 178"/>
                  <a:gd name="T15" fmla="*/ 39 h 296"/>
                  <a:gd name="T16" fmla="*/ 66 w 178"/>
                  <a:gd name="T17" fmla="*/ 39 h 296"/>
                  <a:gd name="T18" fmla="*/ 69 w 178"/>
                  <a:gd name="T19" fmla="*/ 34 h 296"/>
                  <a:gd name="T20" fmla="*/ 71 w 178"/>
                  <a:gd name="T21" fmla="*/ 31 h 296"/>
                  <a:gd name="T22" fmla="*/ 71 w 178"/>
                  <a:gd name="T23" fmla="*/ 30 h 296"/>
                  <a:gd name="T24" fmla="*/ 75 w 178"/>
                  <a:gd name="T25" fmla="*/ 26 h 296"/>
                  <a:gd name="T26" fmla="*/ 77 w 178"/>
                  <a:gd name="T27" fmla="*/ 23 h 296"/>
                  <a:gd name="T28" fmla="*/ 78 w 178"/>
                  <a:gd name="T29" fmla="*/ 23 h 296"/>
                  <a:gd name="T30" fmla="*/ 81 w 178"/>
                  <a:gd name="T31" fmla="*/ 19 h 296"/>
                  <a:gd name="T32" fmla="*/ 84 w 178"/>
                  <a:gd name="T33" fmla="*/ 16 h 296"/>
                  <a:gd name="T34" fmla="*/ 88 w 178"/>
                  <a:gd name="T35" fmla="*/ 12 h 296"/>
                  <a:gd name="T36" fmla="*/ 92 w 178"/>
                  <a:gd name="T37" fmla="*/ 10 h 296"/>
                  <a:gd name="T38" fmla="*/ 95 w 178"/>
                  <a:gd name="T39" fmla="*/ 7 h 296"/>
                  <a:gd name="T40" fmla="*/ 99 w 178"/>
                  <a:gd name="T41" fmla="*/ 4 h 296"/>
                  <a:gd name="T42" fmla="*/ 101 w 178"/>
                  <a:gd name="T43" fmla="*/ 3 h 296"/>
                  <a:gd name="T44" fmla="*/ 106 w 178"/>
                  <a:gd name="T45" fmla="*/ 0 h 296"/>
                  <a:gd name="T46" fmla="*/ 112 w 178"/>
                  <a:gd name="T47" fmla="*/ 4 h 296"/>
                  <a:gd name="T48" fmla="*/ 106 w 178"/>
                  <a:gd name="T49" fmla="*/ 12 h 296"/>
                  <a:gd name="T50" fmla="*/ 111 w 178"/>
                  <a:gd name="T51" fmla="*/ 21 h 296"/>
                  <a:gd name="T52" fmla="*/ 110 w 178"/>
                  <a:gd name="T53" fmla="*/ 21 h 296"/>
                  <a:gd name="T54" fmla="*/ 107 w 178"/>
                  <a:gd name="T55" fmla="*/ 23 h 296"/>
                  <a:gd name="T56" fmla="*/ 104 w 178"/>
                  <a:gd name="T57" fmla="*/ 25 h 296"/>
                  <a:gd name="T58" fmla="*/ 101 w 178"/>
                  <a:gd name="T59" fmla="*/ 28 h 296"/>
                  <a:gd name="T60" fmla="*/ 98 w 178"/>
                  <a:gd name="T61" fmla="*/ 30 h 296"/>
                  <a:gd name="T62" fmla="*/ 95 w 178"/>
                  <a:gd name="T63" fmla="*/ 33 h 296"/>
                  <a:gd name="T64" fmla="*/ 92 w 178"/>
                  <a:gd name="T65" fmla="*/ 36 h 296"/>
                  <a:gd name="T66" fmla="*/ 92 w 178"/>
                  <a:gd name="T67" fmla="*/ 36 h 296"/>
                  <a:gd name="T68" fmla="*/ 90 w 178"/>
                  <a:gd name="T69" fmla="*/ 39 h 296"/>
                  <a:gd name="T70" fmla="*/ 87 w 178"/>
                  <a:gd name="T71" fmla="*/ 42 h 296"/>
                  <a:gd name="T72" fmla="*/ 87 w 178"/>
                  <a:gd name="T73" fmla="*/ 43 h 296"/>
                  <a:gd name="T74" fmla="*/ 85 w 178"/>
                  <a:gd name="T75" fmla="*/ 45 h 296"/>
                  <a:gd name="T76" fmla="*/ 83 w 178"/>
                  <a:gd name="T77" fmla="*/ 49 h 296"/>
                  <a:gd name="T78" fmla="*/ 82 w 178"/>
                  <a:gd name="T79" fmla="*/ 50 h 296"/>
                  <a:gd name="T80" fmla="*/ 81 w 178"/>
                  <a:gd name="T81" fmla="*/ 52 h 296"/>
                  <a:gd name="T82" fmla="*/ 79 w 178"/>
                  <a:gd name="T83" fmla="*/ 55 h 296"/>
                  <a:gd name="T84" fmla="*/ 79 w 178"/>
                  <a:gd name="T85" fmla="*/ 56 h 296"/>
                  <a:gd name="T86" fmla="*/ 78 w 178"/>
                  <a:gd name="T87" fmla="*/ 57 h 296"/>
                  <a:gd name="T88" fmla="*/ 78 w 178"/>
                  <a:gd name="T89" fmla="*/ 58 h 296"/>
                  <a:gd name="T90" fmla="*/ 76 w 178"/>
                  <a:gd name="T91" fmla="*/ 64 h 296"/>
                  <a:gd name="T92" fmla="*/ 25 w 178"/>
                  <a:gd name="T93" fmla="*/ 276 h 296"/>
                  <a:gd name="T94" fmla="*/ 178 w 178"/>
                  <a:gd name="T95" fmla="*/ 276 h 296"/>
                  <a:gd name="T96" fmla="*/ 178 w 178"/>
                  <a:gd name="T97" fmla="*/ 296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78" h="296">
                    <a:moveTo>
                      <a:pt x="178" y="296"/>
                    </a:moveTo>
                    <a:cubicBezTo>
                      <a:pt x="0" y="296"/>
                      <a:pt x="0" y="296"/>
                      <a:pt x="0" y="296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57" y="56"/>
                      <a:pt x="58" y="53"/>
                      <a:pt x="59" y="50"/>
                    </a:cubicBezTo>
                    <a:cubicBezTo>
                      <a:pt x="60" y="49"/>
                      <a:pt x="60" y="49"/>
                      <a:pt x="60" y="48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2" y="45"/>
                      <a:pt x="63" y="43"/>
                      <a:pt x="64" y="42"/>
                    </a:cubicBezTo>
                    <a:cubicBezTo>
                      <a:pt x="64" y="41"/>
                      <a:pt x="65" y="40"/>
                      <a:pt x="65" y="39"/>
                    </a:cubicBezTo>
                    <a:cubicBezTo>
                      <a:pt x="66" y="39"/>
                      <a:pt x="66" y="39"/>
                      <a:pt x="66" y="39"/>
                    </a:cubicBezTo>
                    <a:cubicBezTo>
                      <a:pt x="67" y="37"/>
                      <a:pt x="68" y="35"/>
                      <a:pt x="69" y="34"/>
                    </a:cubicBezTo>
                    <a:cubicBezTo>
                      <a:pt x="69" y="33"/>
                      <a:pt x="70" y="32"/>
                      <a:pt x="71" y="31"/>
                    </a:cubicBezTo>
                    <a:cubicBezTo>
                      <a:pt x="71" y="30"/>
                      <a:pt x="71" y="30"/>
                      <a:pt x="71" y="30"/>
                    </a:cubicBezTo>
                    <a:cubicBezTo>
                      <a:pt x="72" y="29"/>
                      <a:pt x="73" y="27"/>
                      <a:pt x="75" y="26"/>
                    </a:cubicBezTo>
                    <a:cubicBezTo>
                      <a:pt x="75" y="25"/>
                      <a:pt x="76" y="24"/>
                      <a:pt x="77" y="23"/>
                    </a:cubicBezTo>
                    <a:cubicBezTo>
                      <a:pt x="78" y="23"/>
                      <a:pt x="78" y="23"/>
                      <a:pt x="78" y="23"/>
                    </a:cubicBezTo>
                    <a:cubicBezTo>
                      <a:pt x="79" y="21"/>
                      <a:pt x="80" y="20"/>
                      <a:pt x="81" y="19"/>
                    </a:cubicBezTo>
                    <a:cubicBezTo>
                      <a:pt x="82" y="18"/>
                      <a:pt x="83" y="17"/>
                      <a:pt x="84" y="16"/>
                    </a:cubicBezTo>
                    <a:cubicBezTo>
                      <a:pt x="86" y="15"/>
                      <a:pt x="87" y="14"/>
                      <a:pt x="88" y="12"/>
                    </a:cubicBezTo>
                    <a:cubicBezTo>
                      <a:pt x="89" y="11"/>
                      <a:pt x="90" y="10"/>
                      <a:pt x="92" y="10"/>
                    </a:cubicBezTo>
                    <a:cubicBezTo>
                      <a:pt x="93" y="9"/>
                      <a:pt x="94" y="8"/>
                      <a:pt x="95" y="7"/>
                    </a:cubicBezTo>
                    <a:cubicBezTo>
                      <a:pt x="97" y="6"/>
                      <a:pt x="98" y="5"/>
                      <a:pt x="99" y="4"/>
                    </a:cubicBezTo>
                    <a:cubicBezTo>
                      <a:pt x="100" y="4"/>
                      <a:pt x="100" y="4"/>
                      <a:pt x="101" y="3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112" y="4"/>
                      <a:pt x="112" y="4"/>
                      <a:pt x="112" y="4"/>
                    </a:cubicBezTo>
                    <a:cubicBezTo>
                      <a:pt x="106" y="12"/>
                      <a:pt x="106" y="12"/>
                      <a:pt x="106" y="12"/>
                    </a:cubicBezTo>
                    <a:cubicBezTo>
                      <a:pt x="111" y="21"/>
                      <a:pt x="111" y="21"/>
                      <a:pt x="111" y="21"/>
                    </a:cubicBezTo>
                    <a:cubicBezTo>
                      <a:pt x="110" y="21"/>
                      <a:pt x="110" y="21"/>
                      <a:pt x="110" y="21"/>
                    </a:cubicBezTo>
                    <a:cubicBezTo>
                      <a:pt x="109" y="22"/>
                      <a:pt x="108" y="23"/>
                      <a:pt x="107" y="23"/>
                    </a:cubicBezTo>
                    <a:cubicBezTo>
                      <a:pt x="106" y="24"/>
                      <a:pt x="105" y="25"/>
                      <a:pt x="104" y="25"/>
                    </a:cubicBezTo>
                    <a:cubicBezTo>
                      <a:pt x="103" y="26"/>
                      <a:pt x="102" y="27"/>
                      <a:pt x="101" y="28"/>
                    </a:cubicBezTo>
                    <a:cubicBezTo>
                      <a:pt x="100" y="29"/>
                      <a:pt x="99" y="29"/>
                      <a:pt x="98" y="30"/>
                    </a:cubicBezTo>
                    <a:cubicBezTo>
                      <a:pt x="97" y="31"/>
                      <a:pt x="96" y="32"/>
                      <a:pt x="95" y="33"/>
                    </a:cubicBezTo>
                    <a:cubicBezTo>
                      <a:pt x="94" y="34"/>
                      <a:pt x="93" y="35"/>
                      <a:pt x="92" y="36"/>
                    </a:cubicBezTo>
                    <a:cubicBezTo>
                      <a:pt x="92" y="36"/>
                      <a:pt x="92" y="36"/>
                      <a:pt x="92" y="36"/>
                    </a:cubicBezTo>
                    <a:cubicBezTo>
                      <a:pt x="91" y="37"/>
                      <a:pt x="91" y="38"/>
                      <a:pt x="90" y="39"/>
                    </a:cubicBezTo>
                    <a:cubicBezTo>
                      <a:pt x="89" y="40"/>
                      <a:pt x="88" y="41"/>
                      <a:pt x="87" y="42"/>
                    </a:cubicBezTo>
                    <a:cubicBezTo>
                      <a:pt x="87" y="43"/>
                      <a:pt x="87" y="43"/>
                      <a:pt x="87" y="43"/>
                    </a:cubicBezTo>
                    <a:cubicBezTo>
                      <a:pt x="86" y="44"/>
                      <a:pt x="86" y="44"/>
                      <a:pt x="85" y="45"/>
                    </a:cubicBezTo>
                    <a:cubicBezTo>
                      <a:pt x="84" y="46"/>
                      <a:pt x="83" y="48"/>
                      <a:pt x="83" y="49"/>
                    </a:cubicBezTo>
                    <a:cubicBezTo>
                      <a:pt x="82" y="50"/>
                      <a:pt x="82" y="50"/>
                      <a:pt x="82" y="50"/>
                    </a:cubicBezTo>
                    <a:cubicBezTo>
                      <a:pt x="82" y="51"/>
                      <a:pt x="81" y="51"/>
                      <a:pt x="81" y="52"/>
                    </a:cubicBezTo>
                    <a:cubicBezTo>
                      <a:pt x="80" y="53"/>
                      <a:pt x="80" y="54"/>
                      <a:pt x="79" y="55"/>
                    </a:cubicBezTo>
                    <a:cubicBezTo>
                      <a:pt x="79" y="56"/>
                      <a:pt x="79" y="56"/>
                      <a:pt x="79" y="56"/>
                    </a:cubicBezTo>
                    <a:cubicBezTo>
                      <a:pt x="79" y="56"/>
                      <a:pt x="78" y="57"/>
                      <a:pt x="78" y="57"/>
                    </a:cubicBezTo>
                    <a:cubicBezTo>
                      <a:pt x="78" y="57"/>
                      <a:pt x="78" y="58"/>
                      <a:pt x="78" y="58"/>
                    </a:cubicBezTo>
                    <a:cubicBezTo>
                      <a:pt x="77" y="60"/>
                      <a:pt x="76" y="62"/>
                      <a:pt x="76" y="64"/>
                    </a:cubicBezTo>
                    <a:cubicBezTo>
                      <a:pt x="25" y="276"/>
                      <a:pt x="25" y="276"/>
                      <a:pt x="25" y="276"/>
                    </a:cubicBezTo>
                    <a:cubicBezTo>
                      <a:pt x="178" y="276"/>
                      <a:pt x="178" y="276"/>
                      <a:pt x="178" y="276"/>
                    </a:cubicBezTo>
                    <a:lnTo>
                      <a:pt x="178" y="2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" name="îṡḷîḍe"/>
              <p:cNvSpPr/>
              <p:nvPr/>
            </p:nvSpPr>
            <p:spPr bwMode="auto">
              <a:xfrm>
                <a:off x="3484563" y="723900"/>
                <a:ext cx="644525" cy="349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" name="ïṩḷídè"/>
              <p:cNvSpPr/>
              <p:nvPr/>
            </p:nvSpPr>
            <p:spPr bwMode="auto">
              <a:xfrm>
                <a:off x="3473451" y="712788"/>
                <a:ext cx="666750" cy="46038"/>
              </a:xfrm>
              <a:custGeom>
                <a:avLst/>
                <a:gdLst>
                  <a:gd name="T0" fmla="*/ 420 w 420"/>
                  <a:gd name="T1" fmla="*/ 29 h 29"/>
                  <a:gd name="T2" fmla="*/ 406 w 420"/>
                  <a:gd name="T3" fmla="*/ 29 h 29"/>
                  <a:gd name="T4" fmla="*/ 406 w 420"/>
                  <a:gd name="T5" fmla="*/ 14 h 29"/>
                  <a:gd name="T6" fmla="*/ 14 w 420"/>
                  <a:gd name="T7" fmla="*/ 14 h 29"/>
                  <a:gd name="T8" fmla="*/ 14 w 420"/>
                  <a:gd name="T9" fmla="*/ 29 h 29"/>
                  <a:gd name="T10" fmla="*/ 0 w 420"/>
                  <a:gd name="T11" fmla="*/ 29 h 29"/>
                  <a:gd name="T12" fmla="*/ 0 w 420"/>
                  <a:gd name="T13" fmla="*/ 0 h 29"/>
                  <a:gd name="T14" fmla="*/ 420 w 420"/>
                  <a:gd name="T15" fmla="*/ 0 h 29"/>
                  <a:gd name="T16" fmla="*/ 420 w 420"/>
                  <a:gd name="T17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0" h="29">
                    <a:moveTo>
                      <a:pt x="420" y="29"/>
                    </a:moveTo>
                    <a:lnTo>
                      <a:pt x="406" y="29"/>
                    </a:lnTo>
                    <a:lnTo>
                      <a:pt x="406" y="14"/>
                    </a:lnTo>
                    <a:lnTo>
                      <a:pt x="14" y="14"/>
                    </a:lnTo>
                    <a:lnTo>
                      <a:pt x="14" y="29"/>
                    </a:lnTo>
                    <a:lnTo>
                      <a:pt x="0" y="29"/>
                    </a:lnTo>
                    <a:lnTo>
                      <a:pt x="0" y="0"/>
                    </a:lnTo>
                    <a:lnTo>
                      <a:pt x="420" y="0"/>
                    </a:lnTo>
                    <a:lnTo>
                      <a:pt x="420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ï$ľíḋé"/>
              <p:cNvSpPr/>
              <p:nvPr/>
            </p:nvSpPr>
            <p:spPr bwMode="auto">
              <a:xfrm>
                <a:off x="3502026" y="973138"/>
                <a:ext cx="609600" cy="3651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íṩḻidé"/>
              <p:cNvSpPr/>
              <p:nvPr/>
            </p:nvSpPr>
            <p:spPr bwMode="auto">
              <a:xfrm>
                <a:off x="3490913" y="973138"/>
                <a:ext cx="631825" cy="47625"/>
              </a:xfrm>
              <a:custGeom>
                <a:avLst/>
                <a:gdLst>
                  <a:gd name="T0" fmla="*/ 398 w 398"/>
                  <a:gd name="T1" fmla="*/ 30 h 30"/>
                  <a:gd name="T2" fmla="*/ 0 w 398"/>
                  <a:gd name="T3" fmla="*/ 30 h 30"/>
                  <a:gd name="T4" fmla="*/ 0 w 398"/>
                  <a:gd name="T5" fmla="*/ 0 h 30"/>
                  <a:gd name="T6" fmla="*/ 15 w 398"/>
                  <a:gd name="T7" fmla="*/ 0 h 30"/>
                  <a:gd name="T8" fmla="*/ 15 w 398"/>
                  <a:gd name="T9" fmla="*/ 16 h 30"/>
                  <a:gd name="T10" fmla="*/ 383 w 398"/>
                  <a:gd name="T11" fmla="*/ 16 h 30"/>
                  <a:gd name="T12" fmla="*/ 383 w 398"/>
                  <a:gd name="T13" fmla="*/ 0 h 30"/>
                  <a:gd name="T14" fmla="*/ 398 w 398"/>
                  <a:gd name="T15" fmla="*/ 0 h 30"/>
                  <a:gd name="T16" fmla="*/ 398 w 398"/>
                  <a:gd name="T1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8" h="30">
                    <a:moveTo>
                      <a:pt x="398" y="30"/>
                    </a:moveTo>
                    <a:lnTo>
                      <a:pt x="0" y="30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6"/>
                    </a:lnTo>
                    <a:lnTo>
                      <a:pt x="383" y="16"/>
                    </a:lnTo>
                    <a:lnTo>
                      <a:pt x="383" y="0"/>
                    </a:lnTo>
                    <a:lnTo>
                      <a:pt x="398" y="0"/>
                    </a:lnTo>
                    <a:lnTo>
                      <a:pt x="398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íṥlîḋê"/>
              <p:cNvSpPr/>
              <p:nvPr/>
            </p:nvSpPr>
            <p:spPr bwMode="auto">
              <a:xfrm>
                <a:off x="3467101" y="758825"/>
                <a:ext cx="679450" cy="21431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îṧḷïḋé"/>
              <p:cNvSpPr/>
              <p:nvPr/>
            </p:nvSpPr>
            <p:spPr bwMode="auto">
              <a:xfrm>
                <a:off x="3455988" y="747713"/>
                <a:ext cx="701675" cy="236538"/>
              </a:xfrm>
              <a:custGeom>
                <a:avLst/>
                <a:gdLst>
                  <a:gd name="T0" fmla="*/ 442 w 442"/>
                  <a:gd name="T1" fmla="*/ 149 h 149"/>
                  <a:gd name="T2" fmla="*/ 0 w 442"/>
                  <a:gd name="T3" fmla="*/ 149 h 149"/>
                  <a:gd name="T4" fmla="*/ 0 w 442"/>
                  <a:gd name="T5" fmla="*/ 0 h 149"/>
                  <a:gd name="T6" fmla="*/ 442 w 442"/>
                  <a:gd name="T7" fmla="*/ 0 h 149"/>
                  <a:gd name="T8" fmla="*/ 442 w 442"/>
                  <a:gd name="T9" fmla="*/ 149 h 149"/>
                  <a:gd name="T10" fmla="*/ 14 w 442"/>
                  <a:gd name="T11" fmla="*/ 135 h 149"/>
                  <a:gd name="T12" fmla="*/ 428 w 442"/>
                  <a:gd name="T13" fmla="*/ 135 h 149"/>
                  <a:gd name="T14" fmla="*/ 428 w 442"/>
                  <a:gd name="T15" fmla="*/ 14 h 149"/>
                  <a:gd name="T16" fmla="*/ 14 w 442"/>
                  <a:gd name="T17" fmla="*/ 14 h 149"/>
                  <a:gd name="T18" fmla="*/ 14 w 442"/>
                  <a:gd name="T19" fmla="*/ 135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2" h="149">
                    <a:moveTo>
                      <a:pt x="442" y="149"/>
                    </a:moveTo>
                    <a:lnTo>
                      <a:pt x="0" y="149"/>
                    </a:lnTo>
                    <a:lnTo>
                      <a:pt x="0" y="0"/>
                    </a:lnTo>
                    <a:lnTo>
                      <a:pt x="442" y="0"/>
                    </a:lnTo>
                    <a:lnTo>
                      <a:pt x="442" y="149"/>
                    </a:lnTo>
                    <a:close/>
                    <a:moveTo>
                      <a:pt x="14" y="135"/>
                    </a:moveTo>
                    <a:lnTo>
                      <a:pt x="428" y="135"/>
                    </a:lnTo>
                    <a:lnTo>
                      <a:pt x="428" y="14"/>
                    </a:lnTo>
                    <a:lnTo>
                      <a:pt x="14" y="14"/>
                    </a:lnTo>
                    <a:lnTo>
                      <a:pt x="14" y="1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íṥḷiḋê"/>
              <p:cNvSpPr/>
              <p:nvPr/>
            </p:nvSpPr>
            <p:spPr bwMode="auto">
              <a:xfrm>
                <a:off x="3502026" y="795338"/>
                <a:ext cx="36513" cy="349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ïṧlíḑé"/>
              <p:cNvSpPr/>
              <p:nvPr/>
            </p:nvSpPr>
            <p:spPr bwMode="auto">
              <a:xfrm>
                <a:off x="3490914" y="784225"/>
                <a:ext cx="58738" cy="57150"/>
              </a:xfrm>
              <a:custGeom>
                <a:avLst/>
                <a:gdLst>
                  <a:gd name="T0" fmla="*/ 37 w 37"/>
                  <a:gd name="T1" fmla="*/ 36 h 36"/>
                  <a:gd name="T2" fmla="*/ 0 w 37"/>
                  <a:gd name="T3" fmla="*/ 36 h 36"/>
                  <a:gd name="T4" fmla="*/ 0 w 37"/>
                  <a:gd name="T5" fmla="*/ 0 h 36"/>
                  <a:gd name="T6" fmla="*/ 37 w 37"/>
                  <a:gd name="T7" fmla="*/ 0 h 36"/>
                  <a:gd name="T8" fmla="*/ 37 w 37"/>
                  <a:gd name="T9" fmla="*/ 36 h 36"/>
                  <a:gd name="T10" fmla="*/ 15 w 37"/>
                  <a:gd name="T11" fmla="*/ 22 h 36"/>
                  <a:gd name="T12" fmla="*/ 23 w 37"/>
                  <a:gd name="T13" fmla="*/ 22 h 36"/>
                  <a:gd name="T14" fmla="*/ 23 w 37"/>
                  <a:gd name="T15" fmla="*/ 14 h 36"/>
                  <a:gd name="T16" fmla="*/ 15 w 37"/>
                  <a:gd name="T17" fmla="*/ 14 h 36"/>
                  <a:gd name="T18" fmla="*/ 15 w 37"/>
                  <a:gd name="T1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7" h="36">
                    <a:moveTo>
                      <a:pt x="37" y="36"/>
                    </a:moveTo>
                    <a:lnTo>
                      <a:pt x="0" y="36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37" y="36"/>
                    </a:lnTo>
                    <a:close/>
                    <a:moveTo>
                      <a:pt x="15" y="22"/>
                    </a:moveTo>
                    <a:lnTo>
                      <a:pt x="23" y="22"/>
                    </a:lnTo>
                    <a:lnTo>
                      <a:pt x="23" y="14"/>
                    </a:lnTo>
                    <a:lnTo>
                      <a:pt x="15" y="14"/>
                    </a:lnTo>
                    <a:lnTo>
                      <a:pt x="15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iṥlïḍé"/>
              <p:cNvSpPr/>
              <p:nvPr/>
            </p:nvSpPr>
            <p:spPr bwMode="auto">
              <a:xfrm>
                <a:off x="3395664" y="893763"/>
                <a:ext cx="73025" cy="750888"/>
              </a:xfrm>
              <a:custGeom>
                <a:avLst/>
                <a:gdLst>
                  <a:gd name="T0" fmla="*/ 0 w 65"/>
                  <a:gd name="T1" fmla="*/ 673 h 673"/>
                  <a:gd name="T2" fmla="*/ 0 w 65"/>
                  <a:gd name="T3" fmla="*/ 64 h 673"/>
                  <a:gd name="T4" fmla="*/ 64 w 65"/>
                  <a:gd name="T5" fmla="*/ 0 h 673"/>
                  <a:gd name="T6" fmla="*/ 65 w 65"/>
                  <a:gd name="T7" fmla="*/ 32 h 673"/>
                  <a:gd name="T8" fmla="*/ 33 w 65"/>
                  <a:gd name="T9" fmla="*/ 64 h 673"/>
                  <a:gd name="T10" fmla="*/ 33 w 65"/>
                  <a:gd name="T11" fmla="*/ 673 h 673"/>
                  <a:gd name="T12" fmla="*/ 0 w 65"/>
                  <a:gd name="T13" fmla="*/ 673 h 6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673">
                    <a:moveTo>
                      <a:pt x="0" y="673"/>
                    </a:moveTo>
                    <a:cubicBezTo>
                      <a:pt x="0" y="64"/>
                      <a:pt x="0" y="64"/>
                      <a:pt x="0" y="64"/>
                    </a:cubicBezTo>
                    <a:cubicBezTo>
                      <a:pt x="0" y="29"/>
                      <a:pt x="29" y="0"/>
                      <a:pt x="64" y="0"/>
                    </a:cubicBezTo>
                    <a:cubicBezTo>
                      <a:pt x="65" y="32"/>
                      <a:pt x="65" y="32"/>
                      <a:pt x="65" y="32"/>
                    </a:cubicBezTo>
                    <a:cubicBezTo>
                      <a:pt x="47" y="32"/>
                      <a:pt x="33" y="46"/>
                      <a:pt x="33" y="64"/>
                    </a:cubicBezTo>
                    <a:cubicBezTo>
                      <a:pt x="33" y="673"/>
                      <a:pt x="33" y="673"/>
                      <a:pt x="33" y="673"/>
                    </a:cubicBezTo>
                    <a:lnTo>
                      <a:pt x="0" y="67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iṣliḋê"/>
              <p:cNvSpPr/>
              <p:nvPr/>
            </p:nvSpPr>
            <p:spPr bwMode="auto">
              <a:xfrm>
                <a:off x="3384551" y="881063"/>
                <a:ext cx="95250" cy="774700"/>
              </a:xfrm>
              <a:custGeom>
                <a:avLst/>
                <a:gdLst>
                  <a:gd name="T0" fmla="*/ 53 w 85"/>
                  <a:gd name="T1" fmla="*/ 693 h 693"/>
                  <a:gd name="T2" fmla="*/ 0 w 85"/>
                  <a:gd name="T3" fmla="*/ 693 h 693"/>
                  <a:gd name="T4" fmla="*/ 0 w 85"/>
                  <a:gd name="T5" fmla="*/ 74 h 693"/>
                  <a:gd name="T6" fmla="*/ 74 w 85"/>
                  <a:gd name="T7" fmla="*/ 0 h 693"/>
                  <a:gd name="T8" fmla="*/ 84 w 85"/>
                  <a:gd name="T9" fmla="*/ 0 h 693"/>
                  <a:gd name="T10" fmla="*/ 85 w 85"/>
                  <a:gd name="T11" fmla="*/ 52 h 693"/>
                  <a:gd name="T12" fmla="*/ 75 w 85"/>
                  <a:gd name="T13" fmla="*/ 52 h 693"/>
                  <a:gd name="T14" fmla="*/ 53 w 85"/>
                  <a:gd name="T15" fmla="*/ 74 h 693"/>
                  <a:gd name="T16" fmla="*/ 53 w 85"/>
                  <a:gd name="T17" fmla="*/ 693 h 693"/>
                  <a:gd name="T18" fmla="*/ 20 w 85"/>
                  <a:gd name="T19" fmla="*/ 673 h 693"/>
                  <a:gd name="T20" fmla="*/ 33 w 85"/>
                  <a:gd name="T21" fmla="*/ 673 h 693"/>
                  <a:gd name="T22" fmla="*/ 33 w 85"/>
                  <a:gd name="T23" fmla="*/ 74 h 693"/>
                  <a:gd name="T24" fmla="*/ 64 w 85"/>
                  <a:gd name="T25" fmla="*/ 33 h 693"/>
                  <a:gd name="T26" fmla="*/ 64 w 85"/>
                  <a:gd name="T27" fmla="*/ 21 h 693"/>
                  <a:gd name="T28" fmla="*/ 20 w 85"/>
                  <a:gd name="T29" fmla="*/ 74 h 693"/>
                  <a:gd name="T30" fmla="*/ 20 w 85"/>
                  <a:gd name="T31" fmla="*/ 673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5" h="693">
                    <a:moveTo>
                      <a:pt x="53" y="693"/>
                    </a:moveTo>
                    <a:cubicBezTo>
                      <a:pt x="0" y="693"/>
                      <a:pt x="0" y="693"/>
                      <a:pt x="0" y="693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85" y="52"/>
                      <a:pt x="85" y="52"/>
                      <a:pt x="85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62" y="52"/>
                      <a:pt x="53" y="62"/>
                      <a:pt x="53" y="74"/>
                    </a:cubicBezTo>
                    <a:lnTo>
                      <a:pt x="53" y="693"/>
                    </a:lnTo>
                    <a:close/>
                    <a:moveTo>
                      <a:pt x="20" y="673"/>
                    </a:moveTo>
                    <a:cubicBezTo>
                      <a:pt x="33" y="673"/>
                      <a:pt x="33" y="673"/>
                      <a:pt x="33" y="6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54"/>
                      <a:pt x="46" y="38"/>
                      <a:pt x="64" y="33"/>
                    </a:cubicBezTo>
                    <a:cubicBezTo>
                      <a:pt x="64" y="21"/>
                      <a:pt x="64" y="21"/>
                      <a:pt x="64" y="21"/>
                    </a:cubicBezTo>
                    <a:cubicBezTo>
                      <a:pt x="39" y="26"/>
                      <a:pt x="20" y="48"/>
                      <a:pt x="20" y="74"/>
                    </a:cubicBezTo>
                    <a:lnTo>
                      <a:pt x="20" y="67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7" name="ï$1ïďe"/>
            <p:cNvSpPr txBox="1"/>
            <p:nvPr/>
          </p:nvSpPr>
          <p:spPr>
            <a:xfrm>
              <a:off x="670718" y="2650312"/>
              <a:ext cx="3923433" cy="1883427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>
                <a:lnSpc>
                  <a:spcPct val="150000"/>
                </a:lnSpc>
              </a:pPr>
              <a:r>
                <a:rPr lang="en-US" altLang="zh-CN" b="1" dirty="0"/>
                <a:t>Theme color makes PPT more convenient to change.</a:t>
              </a:r>
              <a:endParaRPr lang="en-US" altLang="zh-CN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sz="1600" b="1" dirty="0"/>
            </a:p>
          </p:txBody>
        </p:sp>
        <p:sp>
          <p:nvSpPr>
            <p:cNvPr id="8" name="îsḻïdé"/>
            <p:cNvSpPr/>
            <p:nvPr/>
          </p:nvSpPr>
          <p:spPr bwMode="auto">
            <a:xfrm>
              <a:off x="7996727" y="1831890"/>
              <a:ext cx="475060" cy="465796"/>
            </a:xfrm>
            <a:custGeom>
              <a:avLst/>
              <a:gdLst>
                <a:gd name="T0" fmla="*/ 1312 w 1990"/>
                <a:gd name="T1" fmla="*/ 1552 h 1954"/>
                <a:gd name="T2" fmla="*/ 291 w 1990"/>
                <a:gd name="T3" fmla="*/ 1746 h 1954"/>
                <a:gd name="T4" fmla="*/ 0 w 1990"/>
                <a:gd name="T5" fmla="*/ 540 h 1954"/>
                <a:gd name="T6" fmla="*/ 515 w 1990"/>
                <a:gd name="T7" fmla="*/ 249 h 1954"/>
                <a:gd name="T8" fmla="*/ 1205 w 1990"/>
                <a:gd name="T9" fmla="*/ 0 h 1954"/>
                <a:gd name="T10" fmla="*/ 1496 w 1990"/>
                <a:gd name="T11" fmla="*/ 489 h 1954"/>
                <a:gd name="T12" fmla="*/ 1413 w 1990"/>
                <a:gd name="T13" fmla="*/ 291 h 1954"/>
                <a:gd name="T14" fmla="*/ 802 w 1990"/>
                <a:gd name="T15" fmla="*/ 83 h 1954"/>
                <a:gd name="T16" fmla="*/ 1039 w 1990"/>
                <a:gd name="T17" fmla="*/ 249 h 1954"/>
                <a:gd name="T18" fmla="*/ 1243 w 1990"/>
                <a:gd name="T19" fmla="*/ 499 h 1954"/>
                <a:gd name="T20" fmla="*/ 291 w 1990"/>
                <a:gd name="T21" fmla="*/ 333 h 1954"/>
                <a:gd name="T22" fmla="*/ 83 w 1990"/>
                <a:gd name="T23" fmla="*/ 1455 h 1954"/>
                <a:gd name="T24" fmla="*/ 1039 w 1990"/>
                <a:gd name="T25" fmla="*/ 1663 h 1954"/>
                <a:gd name="T26" fmla="*/ 1641 w 1990"/>
                <a:gd name="T27" fmla="*/ 1453 h 1954"/>
                <a:gd name="T28" fmla="*/ 1138 w 1990"/>
                <a:gd name="T29" fmla="*/ 583 h 1954"/>
                <a:gd name="T30" fmla="*/ 1641 w 1990"/>
                <a:gd name="T31" fmla="*/ 1453 h 1954"/>
                <a:gd name="T32" fmla="*/ 1752 w 1990"/>
                <a:gd name="T33" fmla="*/ 809 h 1954"/>
                <a:gd name="T34" fmla="*/ 1026 w 1990"/>
                <a:gd name="T35" fmla="*/ 1228 h 1954"/>
                <a:gd name="T36" fmla="*/ 1767 w 1990"/>
                <a:gd name="T37" fmla="*/ 1422 h 1954"/>
                <a:gd name="T38" fmla="*/ 1717 w 1990"/>
                <a:gd name="T39" fmla="*/ 1835 h 1954"/>
                <a:gd name="T40" fmla="*/ 1767 w 1990"/>
                <a:gd name="T41" fmla="*/ 1422 h 1954"/>
                <a:gd name="T42" fmla="*/ 1739 w 1990"/>
                <a:gd name="T43" fmla="*/ 1874 h 1954"/>
                <a:gd name="T44" fmla="*/ 1956 w 1990"/>
                <a:gd name="T45" fmla="*/ 1749 h 1954"/>
                <a:gd name="T46" fmla="*/ 249 w 1990"/>
                <a:gd name="T47" fmla="*/ 551 h 1954"/>
                <a:gd name="T48" fmla="*/ 803 w 1990"/>
                <a:gd name="T49" fmla="*/ 613 h 1954"/>
                <a:gd name="T50" fmla="*/ 675 w 1990"/>
                <a:gd name="T51" fmla="*/ 828 h 1954"/>
                <a:gd name="T52" fmla="*/ 249 w 1990"/>
                <a:gd name="T53" fmla="*/ 890 h 1954"/>
                <a:gd name="T54" fmla="*/ 675 w 1990"/>
                <a:gd name="T55" fmla="*/ 828 h 1954"/>
                <a:gd name="T56" fmla="*/ 675 w 1990"/>
                <a:gd name="T57" fmla="*/ 1167 h 1954"/>
                <a:gd name="T58" fmla="*/ 249 w 1990"/>
                <a:gd name="T59" fmla="*/ 1105 h 1954"/>
                <a:gd name="T60" fmla="*/ 249 w 1990"/>
                <a:gd name="T61" fmla="*/ 1444 h 1954"/>
                <a:gd name="T62" fmla="*/ 803 w 1990"/>
                <a:gd name="T63" fmla="*/ 1382 h 1954"/>
                <a:gd name="T64" fmla="*/ 249 w 1990"/>
                <a:gd name="T65" fmla="*/ 1444 h 1954"/>
                <a:gd name="T66" fmla="*/ 1179 w 1990"/>
                <a:gd name="T67" fmla="*/ 961 h 1954"/>
                <a:gd name="T68" fmla="*/ 1300 w 1990"/>
                <a:gd name="T69" fmla="*/ 1219 h 1954"/>
                <a:gd name="T70" fmla="*/ 1604 w 1990"/>
                <a:gd name="T71" fmla="*/ 858 h 1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90" h="1954">
                  <a:moveTo>
                    <a:pt x="1231" y="1534"/>
                  </a:moveTo>
                  <a:cubicBezTo>
                    <a:pt x="1258" y="1542"/>
                    <a:pt x="1285" y="1548"/>
                    <a:pt x="1312" y="1552"/>
                  </a:cubicBezTo>
                  <a:cubicBezTo>
                    <a:pt x="1272" y="1665"/>
                    <a:pt x="1165" y="1746"/>
                    <a:pt x="1039" y="1746"/>
                  </a:cubicBezTo>
                  <a:lnTo>
                    <a:pt x="291" y="1746"/>
                  </a:lnTo>
                  <a:cubicBezTo>
                    <a:pt x="131" y="1746"/>
                    <a:pt x="0" y="1615"/>
                    <a:pt x="0" y="1455"/>
                  </a:cubicBezTo>
                  <a:lnTo>
                    <a:pt x="0" y="540"/>
                  </a:lnTo>
                  <a:cubicBezTo>
                    <a:pt x="0" y="380"/>
                    <a:pt x="131" y="249"/>
                    <a:pt x="291" y="249"/>
                  </a:cubicBezTo>
                  <a:lnTo>
                    <a:pt x="515" y="249"/>
                  </a:lnTo>
                  <a:cubicBezTo>
                    <a:pt x="535" y="109"/>
                    <a:pt x="656" y="0"/>
                    <a:pt x="802" y="0"/>
                  </a:cubicBezTo>
                  <a:lnTo>
                    <a:pt x="1205" y="0"/>
                  </a:lnTo>
                  <a:cubicBezTo>
                    <a:pt x="1366" y="0"/>
                    <a:pt x="1496" y="131"/>
                    <a:pt x="1496" y="291"/>
                  </a:cubicBezTo>
                  <a:lnTo>
                    <a:pt x="1496" y="489"/>
                  </a:lnTo>
                  <a:cubicBezTo>
                    <a:pt x="1469" y="484"/>
                    <a:pt x="1441" y="480"/>
                    <a:pt x="1413" y="479"/>
                  </a:cubicBezTo>
                  <a:lnTo>
                    <a:pt x="1413" y="291"/>
                  </a:lnTo>
                  <a:cubicBezTo>
                    <a:pt x="1413" y="176"/>
                    <a:pt x="1320" y="83"/>
                    <a:pt x="1205" y="83"/>
                  </a:cubicBezTo>
                  <a:lnTo>
                    <a:pt x="802" y="83"/>
                  </a:lnTo>
                  <a:cubicBezTo>
                    <a:pt x="701" y="83"/>
                    <a:pt x="617" y="155"/>
                    <a:pt x="598" y="249"/>
                  </a:cubicBezTo>
                  <a:lnTo>
                    <a:pt x="1039" y="249"/>
                  </a:lnTo>
                  <a:cubicBezTo>
                    <a:pt x="1180" y="249"/>
                    <a:pt x="1297" y="349"/>
                    <a:pt x="1324" y="482"/>
                  </a:cubicBezTo>
                  <a:cubicBezTo>
                    <a:pt x="1297" y="485"/>
                    <a:pt x="1270" y="491"/>
                    <a:pt x="1243" y="499"/>
                  </a:cubicBezTo>
                  <a:cubicBezTo>
                    <a:pt x="1224" y="404"/>
                    <a:pt x="1140" y="333"/>
                    <a:pt x="1039" y="333"/>
                  </a:cubicBezTo>
                  <a:lnTo>
                    <a:pt x="291" y="333"/>
                  </a:lnTo>
                  <a:cubicBezTo>
                    <a:pt x="177" y="333"/>
                    <a:pt x="83" y="426"/>
                    <a:pt x="83" y="540"/>
                  </a:cubicBezTo>
                  <a:lnTo>
                    <a:pt x="83" y="1455"/>
                  </a:lnTo>
                  <a:cubicBezTo>
                    <a:pt x="83" y="1569"/>
                    <a:pt x="177" y="1663"/>
                    <a:pt x="291" y="1663"/>
                  </a:cubicBezTo>
                  <a:lnTo>
                    <a:pt x="1039" y="1663"/>
                  </a:lnTo>
                  <a:cubicBezTo>
                    <a:pt x="1126" y="1663"/>
                    <a:pt x="1200" y="1609"/>
                    <a:pt x="1231" y="1534"/>
                  </a:cubicBezTo>
                  <a:close/>
                  <a:moveTo>
                    <a:pt x="1641" y="1453"/>
                  </a:moveTo>
                  <a:cubicBezTo>
                    <a:pt x="1401" y="1591"/>
                    <a:pt x="1093" y="1509"/>
                    <a:pt x="955" y="1269"/>
                  </a:cubicBezTo>
                  <a:cubicBezTo>
                    <a:pt x="816" y="1029"/>
                    <a:pt x="899" y="722"/>
                    <a:pt x="1138" y="583"/>
                  </a:cubicBezTo>
                  <a:cubicBezTo>
                    <a:pt x="1378" y="445"/>
                    <a:pt x="1686" y="527"/>
                    <a:pt x="1824" y="767"/>
                  </a:cubicBezTo>
                  <a:cubicBezTo>
                    <a:pt x="1963" y="1007"/>
                    <a:pt x="1880" y="1314"/>
                    <a:pt x="1641" y="1453"/>
                  </a:cubicBezTo>
                  <a:close/>
                  <a:moveTo>
                    <a:pt x="1599" y="1381"/>
                  </a:moveTo>
                  <a:cubicBezTo>
                    <a:pt x="1799" y="1266"/>
                    <a:pt x="1868" y="1009"/>
                    <a:pt x="1752" y="809"/>
                  </a:cubicBezTo>
                  <a:cubicBezTo>
                    <a:pt x="1637" y="608"/>
                    <a:pt x="1380" y="539"/>
                    <a:pt x="1180" y="655"/>
                  </a:cubicBezTo>
                  <a:cubicBezTo>
                    <a:pt x="980" y="771"/>
                    <a:pt x="911" y="1027"/>
                    <a:pt x="1026" y="1228"/>
                  </a:cubicBezTo>
                  <a:cubicBezTo>
                    <a:pt x="1142" y="1428"/>
                    <a:pt x="1399" y="1497"/>
                    <a:pt x="1599" y="1381"/>
                  </a:cubicBezTo>
                  <a:close/>
                  <a:moveTo>
                    <a:pt x="1767" y="1422"/>
                  </a:moveTo>
                  <a:lnTo>
                    <a:pt x="1551" y="1547"/>
                  </a:lnTo>
                  <a:lnTo>
                    <a:pt x="1717" y="1835"/>
                  </a:lnTo>
                  <a:lnTo>
                    <a:pt x="1933" y="1710"/>
                  </a:lnTo>
                  <a:lnTo>
                    <a:pt x="1767" y="1422"/>
                  </a:lnTo>
                  <a:close/>
                  <a:moveTo>
                    <a:pt x="1956" y="1749"/>
                  </a:moveTo>
                  <a:lnTo>
                    <a:pt x="1739" y="1874"/>
                  </a:lnTo>
                  <a:cubicBezTo>
                    <a:pt x="1774" y="1934"/>
                    <a:pt x="1850" y="1954"/>
                    <a:pt x="1910" y="1919"/>
                  </a:cubicBezTo>
                  <a:cubicBezTo>
                    <a:pt x="1969" y="1885"/>
                    <a:pt x="1990" y="1809"/>
                    <a:pt x="1956" y="1749"/>
                  </a:cubicBezTo>
                  <a:close/>
                  <a:moveTo>
                    <a:pt x="803" y="551"/>
                  </a:moveTo>
                  <a:lnTo>
                    <a:pt x="249" y="551"/>
                  </a:lnTo>
                  <a:lnTo>
                    <a:pt x="249" y="613"/>
                  </a:lnTo>
                  <a:lnTo>
                    <a:pt x="803" y="613"/>
                  </a:lnTo>
                  <a:lnTo>
                    <a:pt x="803" y="551"/>
                  </a:lnTo>
                  <a:close/>
                  <a:moveTo>
                    <a:pt x="675" y="828"/>
                  </a:moveTo>
                  <a:lnTo>
                    <a:pt x="249" y="828"/>
                  </a:lnTo>
                  <a:lnTo>
                    <a:pt x="249" y="890"/>
                  </a:lnTo>
                  <a:lnTo>
                    <a:pt x="675" y="890"/>
                  </a:lnTo>
                  <a:lnTo>
                    <a:pt x="675" y="828"/>
                  </a:lnTo>
                  <a:close/>
                  <a:moveTo>
                    <a:pt x="249" y="1167"/>
                  </a:moveTo>
                  <a:lnTo>
                    <a:pt x="675" y="1167"/>
                  </a:lnTo>
                  <a:lnTo>
                    <a:pt x="675" y="1105"/>
                  </a:lnTo>
                  <a:lnTo>
                    <a:pt x="249" y="1105"/>
                  </a:lnTo>
                  <a:lnTo>
                    <a:pt x="249" y="1167"/>
                  </a:lnTo>
                  <a:close/>
                  <a:moveTo>
                    <a:pt x="249" y="1444"/>
                  </a:moveTo>
                  <a:lnTo>
                    <a:pt x="803" y="1444"/>
                  </a:lnTo>
                  <a:lnTo>
                    <a:pt x="803" y="1382"/>
                  </a:lnTo>
                  <a:lnTo>
                    <a:pt x="249" y="1382"/>
                  </a:lnTo>
                  <a:lnTo>
                    <a:pt x="249" y="1444"/>
                  </a:lnTo>
                  <a:close/>
                  <a:moveTo>
                    <a:pt x="1308" y="1105"/>
                  </a:moveTo>
                  <a:lnTo>
                    <a:pt x="1179" y="961"/>
                  </a:lnTo>
                  <a:lnTo>
                    <a:pt x="1118" y="1017"/>
                  </a:lnTo>
                  <a:lnTo>
                    <a:pt x="1300" y="1219"/>
                  </a:lnTo>
                  <a:lnTo>
                    <a:pt x="1657" y="922"/>
                  </a:lnTo>
                  <a:lnTo>
                    <a:pt x="1604" y="858"/>
                  </a:lnTo>
                  <a:lnTo>
                    <a:pt x="1308" y="110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182832" tIns="91416" rIns="182832" bIns="91416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sz="7200" dirty="0"/>
            </a:p>
          </p:txBody>
        </p:sp>
        <p:grpSp>
          <p:nvGrpSpPr>
            <p:cNvPr id="9" name="í$liḋe"/>
            <p:cNvGrpSpPr/>
            <p:nvPr/>
          </p:nvGrpSpPr>
          <p:grpSpPr>
            <a:xfrm>
              <a:off x="8519203" y="1674000"/>
              <a:ext cx="2796797" cy="944997"/>
              <a:chOff x="7922635" y="1933812"/>
              <a:chExt cx="2796797" cy="944997"/>
            </a:xfrm>
          </p:grpSpPr>
          <p:sp>
            <p:nvSpPr>
              <p:cNvPr id="20" name="ïṩliḋè"/>
              <p:cNvSpPr/>
              <p:nvPr/>
            </p:nvSpPr>
            <p:spPr bwMode="auto">
              <a:xfrm>
                <a:off x="7922635" y="2321410"/>
                <a:ext cx="2796797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21" name="íṧḻîḓê"/>
              <p:cNvSpPr txBox="1"/>
              <p:nvPr/>
            </p:nvSpPr>
            <p:spPr bwMode="auto">
              <a:xfrm>
                <a:off x="7922635" y="1933812"/>
                <a:ext cx="2796797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sp>
          <p:nvSpPr>
            <p:cNvPr id="10" name="îṣliďé"/>
            <p:cNvSpPr/>
            <p:nvPr/>
          </p:nvSpPr>
          <p:spPr bwMode="auto">
            <a:xfrm>
              <a:off x="7996727" y="3277417"/>
              <a:ext cx="475060" cy="465796"/>
            </a:xfrm>
            <a:custGeom>
              <a:avLst/>
              <a:gdLst>
                <a:gd name="T0" fmla="*/ 1312 w 1990"/>
                <a:gd name="T1" fmla="*/ 1552 h 1954"/>
                <a:gd name="T2" fmla="*/ 291 w 1990"/>
                <a:gd name="T3" fmla="*/ 1746 h 1954"/>
                <a:gd name="T4" fmla="*/ 0 w 1990"/>
                <a:gd name="T5" fmla="*/ 540 h 1954"/>
                <a:gd name="T6" fmla="*/ 515 w 1990"/>
                <a:gd name="T7" fmla="*/ 249 h 1954"/>
                <a:gd name="T8" fmla="*/ 1205 w 1990"/>
                <a:gd name="T9" fmla="*/ 0 h 1954"/>
                <a:gd name="T10" fmla="*/ 1496 w 1990"/>
                <a:gd name="T11" fmla="*/ 489 h 1954"/>
                <a:gd name="T12" fmla="*/ 1413 w 1990"/>
                <a:gd name="T13" fmla="*/ 291 h 1954"/>
                <a:gd name="T14" fmla="*/ 802 w 1990"/>
                <a:gd name="T15" fmla="*/ 83 h 1954"/>
                <a:gd name="T16" fmla="*/ 1039 w 1990"/>
                <a:gd name="T17" fmla="*/ 249 h 1954"/>
                <a:gd name="T18" fmla="*/ 1243 w 1990"/>
                <a:gd name="T19" fmla="*/ 499 h 1954"/>
                <a:gd name="T20" fmla="*/ 291 w 1990"/>
                <a:gd name="T21" fmla="*/ 333 h 1954"/>
                <a:gd name="T22" fmla="*/ 83 w 1990"/>
                <a:gd name="T23" fmla="*/ 1455 h 1954"/>
                <a:gd name="T24" fmla="*/ 1039 w 1990"/>
                <a:gd name="T25" fmla="*/ 1663 h 1954"/>
                <a:gd name="T26" fmla="*/ 1641 w 1990"/>
                <a:gd name="T27" fmla="*/ 1453 h 1954"/>
                <a:gd name="T28" fmla="*/ 1138 w 1990"/>
                <a:gd name="T29" fmla="*/ 583 h 1954"/>
                <a:gd name="T30" fmla="*/ 1641 w 1990"/>
                <a:gd name="T31" fmla="*/ 1453 h 1954"/>
                <a:gd name="T32" fmla="*/ 1752 w 1990"/>
                <a:gd name="T33" fmla="*/ 809 h 1954"/>
                <a:gd name="T34" fmla="*/ 1026 w 1990"/>
                <a:gd name="T35" fmla="*/ 1228 h 1954"/>
                <a:gd name="T36" fmla="*/ 1767 w 1990"/>
                <a:gd name="T37" fmla="*/ 1422 h 1954"/>
                <a:gd name="T38" fmla="*/ 1717 w 1990"/>
                <a:gd name="T39" fmla="*/ 1835 h 1954"/>
                <a:gd name="T40" fmla="*/ 1767 w 1990"/>
                <a:gd name="T41" fmla="*/ 1422 h 1954"/>
                <a:gd name="T42" fmla="*/ 1739 w 1990"/>
                <a:gd name="T43" fmla="*/ 1874 h 1954"/>
                <a:gd name="T44" fmla="*/ 1956 w 1990"/>
                <a:gd name="T45" fmla="*/ 1749 h 1954"/>
                <a:gd name="T46" fmla="*/ 249 w 1990"/>
                <a:gd name="T47" fmla="*/ 551 h 1954"/>
                <a:gd name="T48" fmla="*/ 803 w 1990"/>
                <a:gd name="T49" fmla="*/ 613 h 1954"/>
                <a:gd name="T50" fmla="*/ 675 w 1990"/>
                <a:gd name="T51" fmla="*/ 828 h 1954"/>
                <a:gd name="T52" fmla="*/ 249 w 1990"/>
                <a:gd name="T53" fmla="*/ 890 h 1954"/>
                <a:gd name="T54" fmla="*/ 675 w 1990"/>
                <a:gd name="T55" fmla="*/ 828 h 1954"/>
                <a:gd name="T56" fmla="*/ 675 w 1990"/>
                <a:gd name="T57" fmla="*/ 1167 h 1954"/>
                <a:gd name="T58" fmla="*/ 249 w 1990"/>
                <a:gd name="T59" fmla="*/ 1105 h 1954"/>
                <a:gd name="T60" fmla="*/ 249 w 1990"/>
                <a:gd name="T61" fmla="*/ 1444 h 1954"/>
                <a:gd name="T62" fmla="*/ 803 w 1990"/>
                <a:gd name="T63" fmla="*/ 1382 h 1954"/>
                <a:gd name="T64" fmla="*/ 249 w 1990"/>
                <a:gd name="T65" fmla="*/ 1444 h 1954"/>
                <a:gd name="T66" fmla="*/ 1179 w 1990"/>
                <a:gd name="T67" fmla="*/ 961 h 1954"/>
                <a:gd name="T68" fmla="*/ 1300 w 1990"/>
                <a:gd name="T69" fmla="*/ 1219 h 1954"/>
                <a:gd name="T70" fmla="*/ 1604 w 1990"/>
                <a:gd name="T71" fmla="*/ 858 h 1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90" h="1954">
                  <a:moveTo>
                    <a:pt x="1231" y="1534"/>
                  </a:moveTo>
                  <a:cubicBezTo>
                    <a:pt x="1258" y="1542"/>
                    <a:pt x="1285" y="1548"/>
                    <a:pt x="1312" y="1552"/>
                  </a:cubicBezTo>
                  <a:cubicBezTo>
                    <a:pt x="1272" y="1665"/>
                    <a:pt x="1165" y="1746"/>
                    <a:pt x="1039" y="1746"/>
                  </a:cubicBezTo>
                  <a:lnTo>
                    <a:pt x="291" y="1746"/>
                  </a:lnTo>
                  <a:cubicBezTo>
                    <a:pt x="131" y="1746"/>
                    <a:pt x="0" y="1615"/>
                    <a:pt x="0" y="1455"/>
                  </a:cubicBezTo>
                  <a:lnTo>
                    <a:pt x="0" y="540"/>
                  </a:lnTo>
                  <a:cubicBezTo>
                    <a:pt x="0" y="380"/>
                    <a:pt x="131" y="249"/>
                    <a:pt x="291" y="249"/>
                  </a:cubicBezTo>
                  <a:lnTo>
                    <a:pt x="515" y="249"/>
                  </a:lnTo>
                  <a:cubicBezTo>
                    <a:pt x="535" y="109"/>
                    <a:pt x="656" y="0"/>
                    <a:pt x="802" y="0"/>
                  </a:cubicBezTo>
                  <a:lnTo>
                    <a:pt x="1205" y="0"/>
                  </a:lnTo>
                  <a:cubicBezTo>
                    <a:pt x="1366" y="0"/>
                    <a:pt x="1496" y="131"/>
                    <a:pt x="1496" y="291"/>
                  </a:cubicBezTo>
                  <a:lnTo>
                    <a:pt x="1496" y="489"/>
                  </a:lnTo>
                  <a:cubicBezTo>
                    <a:pt x="1469" y="484"/>
                    <a:pt x="1441" y="480"/>
                    <a:pt x="1413" y="479"/>
                  </a:cubicBezTo>
                  <a:lnTo>
                    <a:pt x="1413" y="291"/>
                  </a:lnTo>
                  <a:cubicBezTo>
                    <a:pt x="1413" y="176"/>
                    <a:pt x="1320" y="83"/>
                    <a:pt x="1205" y="83"/>
                  </a:cubicBezTo>
                  <a:lnTo>
                    <a:pt x="802" y="83"/>
                  </a:lnTo>
                  <a:cubicBezTo>
                    <a:pt x="701" y="83"/>
                    <a:pt x="617" y="155"/>
                    <a:pt x="598" y="249"/>
                  </a:cubicBezTo>
                  <a:lnTo>
                    <a:pt x="1039" y="249"/>
                  </a:lnTo>
                  <a:cubicBezTo>
                    <a:pt x="1180" y="249"/>
                    <a:pt x="1297" y="349"/>
                    <a:pt x="1324" y="482"/>
                  </a:cubicBezTo>
                  <a:cubicBezTo>
                    <a:pt x="1297" y="485"/>
                    <a:pt x="1270" y="491"/>
                    <a:pt x="1243" y="499"/>
                  </a:cubicBezTo>
                  <a:cubicBezTo>
                    <a:pt x="1224" y="404"/>
                    <a:pt x="1140" y="333"/>
                    <a:pt x="1039" y="333"/>
                  </a:cubicBezTo>
                  <a:lnTo>
                    <a:pt x="291" y="333"/>
                  </a:lnTo>
                  <a:cubicBezTo>
                    <a:pt x="177" y="333"/>
                    <a:pt x="83" y="426"/>
                    <a:pt x="83" y="540"/>
                  </a:cubicBezTo>
                  <a:lnTo>
                    <a:pt x="83" y="1455"/>
                  </a:lnTo>
                  <a:cubicBezTo>
                    <a:pt x="83" y="1569"/>
                    <a:pt x="177" y="1663"/>
                    <a:pt x="291" y="1663"/>
                  </a:cubicBezTo>
                  <a:lnTo>
                    <a:pt x="1039" y="1663"/>
                  </a:lnTo>
                  <a:cubicBezTo>
                    <a:pt x="1126" y="1663"/>
                    <a:pt x="1200" y="1609"/>
                    <a:pt x="1231" y="1534"/>
                  </a:cubicBezTo>
                  <a:close/>
                  <a:moveTo>
                    <a:pt x="1641" y="1453"/>
                  </a:moveTo>
                  <a:cubicBezTo>
                    <a:pt x="1401" y="1591"/>
                    <a:pt x="1093" y="1509"/>
                    <a:pt x="955" y="1269"/>
                  </a:cubicBezTo>
                  <a:cubicBezTo>
                    <a:pt x="816" y="1029"/>
                    <a:pt x="899" y="722"/>
                    <a:pt x="1138" y="583"/>
                  </a:cubicBezTo>
                  <a:cubicBezTo>
                    <a:pt x="1378" y="445"/>
                    <a:pt x="1686" y="527"/>
                    <a:pt x="1824" y="767"/>
                  </a:cubicBezTo>
                  <a:cubicBezTo>
                    <a:pt x="1963" y="1007"/>
                    <a:pt x="1880" y="1314"/>
                    <a:pt x="1641" y="1453"/>
                  </a:cubicBezTo>
                  <a:close/>
                  <a:moveTo>
                    <a:pt x="1599" y="1381"/>
                  </a:moveTo>
                  <a:cubicBezTo>
                    <a:pt x="1799" y="1266"/>
                    <a:pt x="1868" y="1009"/>
                    <a:pt x="1752" y="809"/>
                  </a:cubicBezTo>
                  <a:cubicBezTo>
                    <a:pt x="1637" y="608"/>
                    <a:pt x="1380" y="539"/>
                    <a:pt x="1180" y="655"/>
                  </a:cubicBezTo>
                  <a:cubicBezTo>
                    <a:pt x="980" y="771"/>
                    <a:pt x="911" y="1027"/>
                    <a:pt x="1026" y="1228"/>
                  </a:cubicBezTo>
                  <a:cubicBezTo>
                    <a:pt x="1142" y="1428"/>
                    <a:pt x="1399" y="1497"/>
                    <a:pt x="1599" y="1381"/>
                  </a:cubicBezTo>
                  <a:close/>
                  <a:moveTo>
                    <a:pt x="1767" y="1422"/>
                  </a:moveTo>
                  <a:lnTo>
                    <a:pt x="1551" y="1547"/>
                  </a:lnTo>
                  <a:lnTo>
                    <a:pt x="1717" y="1835"/>
                  </a:lnTo>
                  <a:lnTo>
                    <a:pt x="1933" y="1710"/>
                  </a:lnTo>
                  <a:lnTo>
                    <a:pt x="1767" y="1422"/>
                  </a:lnTo>
                  <a:close/>
                  <a:moveTo>
                    <a:pt x="1956" y="1749"/>
                  </a:moveTo>
                  <a:lnTo>
                    <a:pt x="1739" y="1874"/>
                  </a:lnTo>
                  <a:cubicBezTo>
                    <a:pt x="1774" y="1934"/>
                    <a:pt x="1850" y="1954"/>
                    <a:pt x="1910" y="1919"/>
                  </a:cubicBezTo>
                  <a:cubicBezTo>
                    <a:pt x="1969" y="1885"/>
                    <a:pt x="1990" y="1809"/>
                    <a:pt x="1956" y="1749"/>
                  </a:cubicBezTo>
                  <a:close/>
                  <a:moveTo>
                    <a:pt x="803" y="551"/>
                  </a:moveTo>
                  <a:lnTo>
                    <a:pt x="249" y="551"/>
                  </a:lnTo>
                  <a:lnTo>
                    <a:pt x="249" y="613"/>
                  </a:lnTo>
                  <a:lnTo>
                    <a:pt x="803" y="613"/>
                  </a:lnTo>
                  <a:lnTo>
                    <a:pt x="803" y="551"/>
                  </a:lnTo>
                  <a:close/>
                  <a:moveTo>
                    <a:pt x="675" y="828"/>
                  </a:moveTo>
                  <a:lnTo>
                    <a:pt x="249" y="828"/>
                  </a:lnTo>
                  <a:lnTo>
                    <a:pt x="249" y="890"/>
                  </a:lnTo>
                  <a:lnTo>
                    <a:pt x="675" y="890"/>
                  </a:lnTo>
                  <a:lnTo>
                    <a:pt x="675" y="828"/>
                  </a:lnTo>
                  <a:close/>
                  <a:moveTo>
                    <a:pt x="249" y="1167"/>
                  </a:moveTo>
                  <a:lnTo>
                    <a:pt x="675" y="1167"/>
                  </a:lnTo>
                  <a:lnTo>
                    <a:pt x="675" y="1105"/>
                  </a:lnTo>
                  <a:lnTo>
                    <a:pt x="249" y="1105"/>
                  </a:lnTo>
                  <a:lnTo>
                    <a:pt x="249" y="1167"/>
                  </a:lnTo>
                  <a:close/>
                  <a:moveTo>
                    <a:pt x="249" y="1444"/>
                  </a:moveTo>
                  <a:lnTo>
                    <a:pt x="803" y="1444"/>
                  </a:lnTo>
                  <a:lnTo>
                    <a:pt x="803" y="1382"/>
                  </a:lnTo>
                  <a:lnTo>
                    <a:pt x="249" y="1382"/>
                  </a:lnTo>
                  <a:lnTo>
                    <a:pt x="249" y="1444"/>
                  </a:lnTo>
                  <a:close/>
                  <a:moveTo>
                    <a:pt x="1308" y="1105"/>
                  </a:moveTo>
                  <a:lnTo>
                    <a:pt x="1179" y="961"/>
                  </a:lnTo>
                  <a:lnTo>
                    <a:pt x="1118" y="1017"/>
                  </a:lnTo>
                  <a:lnTo>
                    <a:pt x="1300" y="1219"/>
                  </a:lnTo>
                  <a:lnTo>
                    <a:pt x="1657" y="922"/>
                  </a:lnTo>
                  <a:lnTo>
                    <a:pt x="1604" y="858"/>
                  </a:lnTo>
                  <a:lnTo>
                    <a:pt x="1308" y="11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82832" tIns="91416" rIns="182832" bIns="91416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sz="7200" dirty="0"/>
            </a:p>
          </p:txBody>
        </p:sp>
        <p:grpSp>
          <p:nvGrpSpPr>
            <p:cNvPr id="11" name="íṥḻídè"/>
            <p:cNvGrpSpPr/>
            <p:nvPr/>
          </p:nvGrpSpPr>
          <p:grpSpPr>
            <a:xfrm>
              <a:off x="8519203" y="3119527"/>
              <a:ext cx="2796797" cy="944997"/>
              <a:chOff x="7922635" y="1933812"/>
              <a:chExt cx="2796797" cy="944997"/>
            </a:xfrm>
          </p:grpSpPr>
          <p:sp>
            <p:nvSpPr>
              <p:cNvPr id="18" name="íślîde"/>
              <p:cNvSpPr/>
              <p:nvPr/>
            </p:nvSpPr>
            <p:spPr bwMode="auto">
              <a:xfrm>
                <a:off x="7922635" y="2321410"/>
                <a:ext cx="2796797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19" name="ïSḻïďé"/>
              <p:cNvSpPr txBox="1"/>
              <p:nvPr/>
            </p:nvSpPr>
            <p:spPr bwMode="auto">
              <a:xfrm>
                <a:off x="7922635" y="1933812"/>
                <a:ext cx="2796797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sp>
          <p:nvSpPr>
            <p:cNvPr id="12" name="î$ľîďe"/>
            <p:cNvSpPr/>
            <p:nvPr/>
          </p:nvSpPr>
          <p:spPr bwMode="auto">
            <a:xfrm>
              <a:off x="7996727" y="4722944"/>
              <a:ext cx="475060" cy="465796"/>
            </a:xfrm>
            <a:custGeom>
              <a:avLst/>
              <a:gdLst>
                <a:gd name="T0" fmla="*/ 1312 w 1990"/>
                <a:gd name="T1" fmla="*/ 1552 h 1954"/>
                <a:gd name="T2" fmla="*/ 291 w 1990"/>
                <a:gd name="T3" fmla="*/ 1746 h 1954"/>
                <a:gd name="T4" fmla="*/ 0 w 1990"/>
                <a:gd name="T5" fmla="*/ 540 h 1954"/>
                <a:gd name="T6" fmla="*/ 515 w 1990"/>
                <a:gd name="T7" fmla="*/ 249 h 1954"/>
                <a:gd name="T8" fmla="*/ 1205 w 1990"/>
                <a:gd name="T9" fmla="*/ 0 h 1954"/>
                <a:gd name="T10" fmla="*/ 1496 w 1990"/>
                <a:gd name="T11" fmla="*/ 489 h 1954"/>
                <a:gd name="T12" fmla="*/ 1413 w 1990"/>
                <a:gd name="T13" fmla="*/ 291 h 1954"/>
                <a:gd name="T14" fmla="*/ 802 w 1990"/>
                <a:gd name="T15" fmla="*/ 83 h 1954"/>
                <a:gd name="T16" fmla="*/ 1039 w 1990"/>
                <a:gd name="T17" fmla="*/ 249 h 1954"/>
                <a:gd name="T18" fmla="*/ 1243 w 1990"/>
                <a:gd name="T19" fmla="*/ 499 h 1954"/>
                <a:gd name="T20" fmla="*/ 291 w 1990"/>
                <a:gd name="T21" fmla="*/ 333 h 1954"/>
                <a:gd name="T22" fmla="*/ 83 w 1990"/>
                <a:gd name="T23" fmla="*/ 1455 h 1954"/>
                <a:gd name="T24" fmla="*/ 1039 w 1990"/>
                <a:gd name="T25" fmla="*/ 1663 h 1954"/>
                <a:gd name="T26" fmla="*/ 1641 w 1990"/>
                <a:gd name="T27" fmla="*/ 1453 h 1954"/>
                <a:gd name="T28" fmla="*/ 1138 w 1990"/>
                <a:gd name="T29" fmla="*/ 583 h 1954"/>
                <a:gd name="T30" fmla="*/ 1641 w 1990"/>
                <a:gd name="T31" fmla="*/ 1453 h 1954"/>
                <a:gd name="T32" fmla="*/ 1752 w 1990"/>
                <a:gd name="T33" fmla="*/ 809 h 1954"/>
                <a:gd name="T34" fmla="*/ 1026 w 1990"/>
                <a:gd name="T35" fmla="*/ 1228 h 1954"/>
                <a:gd name="T36" fmla="*/ 1767 w 1990"/>
                <a:gd name="T37" fmla="*/ 1422 h 1954"/>
                <a:gd name="T38" fmla="*/ 1717 w 1990"/>
                <a:gd name="T39" fmla="*/ 1835 h 1954"/>
                <a:gd name="T40" fmla="*/ 1767 w 1990"/>
                <a:gd name="T41" fmla="*/ 1422 h 1954"/>
                <a:gd name="T42" fmla="*/ 1739 w 1990"/>
                <a:gd name="T43" fmla="*/ 1874 h 1954"/>
                <a:gd name="T44" fmla="*/ 1956 w 1990"/>
                <a:gd name="T45" fmla="*/ 1749 h 1954"/>
                <a:gd name="T46" fmla="*/ 249 w 1990"/>
                <a:gd name="T47" fmla="*/ 551 h 1954"/>
                <a:gd name="T48" fmla="*/ 803 w 1990"/>
                <a:gd name="T49" fmla="*/ 613 h 1954"/>
                <a:gd name="T50" fmla="*/ 675 w 1990"/>
                <a:gd name="T51" fmla="*/ 828 h 1954"/>
                <a:gd name="T52" fmla="*/ 249 w 1990"/>
                <a:gd name="T53" fmla="*/ 890 h 1954"/>
                <a:gd name="T54" fmla="*/ 675 w 1990"/>
                <a:gd name="T55" fmla="*/ 828 h 1954"/>
                <a:gd name="T56" fmla="*/ 675 w 1990"/>
                <a:gd name="T57" fmla="*/ 1167 h 1954"/>
                <a:gd name="T58" fmla="*/ 249 w 1990"/>
                <a:gd name="T59" fmla="*/ 1105 h 1954"/>
                <a:gd name="T60" fmla="*/ 249 w 1990"/>
                <a:gd name="T61" fmla="*/ 1444 h 1954"/>
                <a:gd name="T62" fmla="*/ 803 w 1990"/>
                <a:gd name="T63" fmla="*/ 1382 h 1954"/>
                <a:gd name="T64" fmla="*/ 249 w 1990"/>
                <a:gd name="T65" fmla="*/ 1444 h 1954"/>
                <a:gd name="T66" fmla="*/ 1179 w 1990"/>
                <a:gd name="T67" fmla="*/ 961 h 1954"/>
                <a:gd name="T68" fmla="*/ 1300 w 1990"/>
                <a:gd name="T69" fmla="*/ 1219 h 1954"/>
                <a:gd name="T70" fmla="*/ 1604 w 1990"/>
                <a:gd name="T71" fmla="*/ 858 h 1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90" h="1954">
                  <a:moveTo>
                    <a:pt x="1231" y="1534"/>
                  </a:moveTo>
                  <a:cubicBezTo>
                    <a:pt x="1258" y="1542"/>
                    <a:pt x="1285" y="1548"/>
                    <a:pt x="1312" y="1552"/>
                  </a:cubicBezTo>
                  <a:cubicBezTo>
                    <a:pt x="1272" y="1665"/>
                    <a:pt x="1165" y="1746"/>
                    <a:pt x="1039" y="1746"/>
                  </a:cubicBezTo>
                  <a:lnTo>
                    <a:pt x="291" y="1746"/>
                  </a:lnTo>
                  <a:cubicBezTo>
                    <a:pt x="131" y="1746"/>
                    <a:pt x="0" y="1615"/>
                    <a:pt x="0" y="1455"/>
                  </a:cubicBezTo>
                  <a:lnTo>
                    <a:pt x="0" y="540"/>
                  </a:lnTo>
                  <a:cubicBezTo>
                    <a:pt x="0" y="380"/>
                    <a:pt x="131" y="249"/>
                    <a:pt x="291" y="249"/>
                  </a:cubicBezTo>
                  <a:lnTo>
                    <a:pt x="515" y="249"/>
                  </a:lnTo>
                  <a:cubicBezTo>
                    <a:pt x="535" y="109"/>
                    <a:pt x="656" y="0"/>
                    <a:pt x="802" y="0"/>
                  </a:cubicBezTo>
                  <a:lnTo>
                    <a:pt x="1205" y="0"/>
                  </a:lnTo>
                  <a:cubicBezTo>
                    <a:pt x="1366" y="0"/>
                    <a:pt x="1496" y="131"/>
                    <a:pt x="1496" y="291"/>
                  </a:cubicBezTo>
                  <a:lnTo>
                    <a:pt x="1496" y="489"/>
                  </a:lnTo>
                  <a:cubicBezTo>
                    <a:pt x="1469" y="484"/>
                    <a:pt x="1441" y="480"/>
                    <a:pt x="1413" y="479"/>
                  </a:cubicBezTo>
                  <a:lnTo>
                    <a:pt x="1413" y="291"/>
                  </a:lnTo>
                  <a:cubicBezTo>
                    <a:pt x="1413" y="176"/>
                    <a:pt x="1320" y="83"/>
                    <a:pt x="1205" y="83"/>
                  </a:cubicBezTo>
                  <a:lnTo>
                    <a:pt x="802" y="83"/>
                  </a:lnTo>
                  <a:cubicBezTo>
                    <a:pt x="701" y="83"/>
                    <a:pt x="617" y="155"/>
                    <a:pt x="598" y="249"/>
                  </a:cubicBezTo>
                  <a:lnTo>
                    <a:pt x="1039" y="249"/>
                  </a:lnTo>
                  <a:cubicBezTo>
                    <a:pt x="1180" y="249"/>
                    <a:pt x="1297" y="349"/>
                    <a:pt x="1324" y="482"/>
                  </a:cubicBezTo>
                  <a:cubicBezTo>
                    <a:pt x="1297" y="485"/>
                    <a:pt x="1270" y="491"/>
                    <a:pt x="1243" y="499"/>
                  </a:cubicBezTo>
                  <a:cubicBezTo>
                    <a:pt x="1224" y="404"/>
                    <a:pt x="1140" y="333"/>
                    <a:pt x="1039" y="333"/>
                  </a:cubicBezTo>
                  <a:lnTo>
                    <a:pt x="291" y="333"/>
                  </a:lnTo>
                  <a:cubicBezTo>
                    <a:pt x="177" y="333"/>
                    <a:pt x="83" y="426"/>
                    <a:pt x="83" y="540"/>
                  </a:cubicBezTo>
                  <a:lnTo>
                    <a:pt x="83" y="1455"/>
                  </a:lnTo>
                  <a:cubicBezTo>
                    <a:pt x="83" y="1569"/>
                    <a:pt x="177" y="1663"/>
                    <a:pt x="291" y="1663"/>
                  </a:cubicBezTo>
                  <a:lnTo>
                    <a:pt x="1039" y="1663"/>
                  </a:lnTo>
                  <a:cubicBezTo>
                    <a:pt x="1126" y="1663"/>
                    <a:pt x="1200" y="1609"/>
                    <a:pt x="1231" y="1534"/>
                  </a:cubicBezTo>
                  <a:close/>
                  <a:moveTo>
                    <a:pt x="1641" y="1453"/>
                  </a:moveTo>
                  <a:cubicBezTo>
                    <a:pt x="1401" y="1591"/>
                    <a:pt x="1093" y="1509"/>
                    <a:pt x="955" y="1269"/>
                  </a:cubicBezTo>
                  <a:cubicBezTo>
                    <a:pt x="816" y="1029"/>
                    <a:pt x="899" y="722"/>
                    <a:pt x="1138" y="583"/>
                  </a:cubicBezTo>
                  <a:cubicBezTo>
                    <a:pt x="1378" y="445"/>
                    <a:pt x="1686" y="527"/>
                    <a:pt x="1824" y="767"/>
                  </a:cubicBezTo>
                  <a:cubicBezTo>
                    <a:pt x="1963" y="1007"/>
                    <a:pt x="1880" y="1314"/>
                    <a:pt x="1641" y="1453"/>
                  </a:cubicBezTo>
                  <a:close/>
                  <a:moveTo>
                    <a:pt x="1599" y="1381"/>
                  </a:moveTo>
                  <a:cubicBezTo>
                    <a:pt x="1799" y="1266"/>
                    <a:pt x="1868" y="1009"/>
                    <a:pt x="1752" y="809"/>
                  </a:cubicBezTo>
                  <a:cubicBezTo>
                    <a:pt x="1637" y="608"/>
                    <a:pt x="1380" y="539"/>
                    <a:pt x="1180" y="655"/>
                  </a:cubicBezTo>
                  <a:cubicBezTo>
                    <a:pt x="980" y="771"/>
                    <a:pt x="911" y="1027"/>
                    <a:pt x="1026" y="1228"/>
                  </a:cubicBezTo>
                  <a:cubicBezTo>
                    <a:pt x="1142" y="1428"/>
                    <a:pt x="1399" y="1497"/>
                    <a:pt x="1599" y="1381"/>
                  </a:cubicBezTo>
                  <a:close/>
                  <a:moveTo>
                    <a:pt x="1767" y="1422"/>
                  </a:moveTo>
                  <a:lnTo>
                    <a:pt x="1551" y="1547"/>
                  </a:lnTo>
                  <a:lnTo>
                    <a:pt x="1717" y="1835"/>
                  </a:lnTo>
                  <a:lnTo>
                    <a:pt x="1933" y="1710"/>
                  </a:lnTo>
                  <a:lnTo>
                    <a:pt x="1767" y="1422"/>
                  </a:lnTo>
                  <a:close/>
                  <a:moveTo>
                    <a:pt x="1956" y="1749"/>
                  </a:moveTo>
                  <a:lnTo>
                    <a:pt x="1739" y="1874"/>
                  </a:lnTo>
                  <a:cubicBezTo>
                    <a:pt x="1774" y="1934"/>
                    <a:pt x="1850" y="1954"/>
                    <a:pt x="1910" y="1919"/>
                  </a:cubicBezTo>
                  <a:cubicBezTo>
                    <a:pt x="1969" y="1885"/>
                    <a:pt x="1990" y="1809"/>
                    <a:pt x="1956" y="1749"/>
                  </a:cubicBezTo>
                  <a:close/>
                  <a:moveTo>
                    <a:pt x="803" y="551"/>
                  </a:moveTo>
                  <a:lnTo>
                    <a:pt x="249" y="551"/>
                  </a:lnTo>
                  <a:lnTo>
                    <a:pt x="249" y="613"/>
                  </a:lnTo>
                  <a:lnTo>
                    <a:pt x="803" y="613"/>
                  </a:lnTo>
                  <a:lnTo>
                    <a:pt x="803" y="551"/>
                  </a:lnTo>
                  <a:close/>
                  <a:moveTo>
                    <a:pt x="675" y="828"/>
                  </a:moveTo>
                  <a:lnTo>
                    <a:pt x="249" y="828"/>
                  </a:lnTo>
                  <a:lnTo>
                    <a:pt x="249" y="890"/>
                  </a:lnTo>
                  <a:lnTo>
                    <a:pt x="675" y="890"/>
                  </a:lnTo>
                  <a:lnTo>
                    <a:pt x="675" y="828"/>
                  </a:lnTo>
                  <a:close/>
                  <a:moveTo>
                    <a:pt x="249" y="1167"/>
                  </a:moveTo>
                  <a:lnTo>
                    <a:pt x="675" y="1167"/>
                  </a:lnTo>
                  <a:lnTo>
                    <a:pt x="675" y="1105"/>
                  </a:lnTo>
                  <a:lnTo>
                    <a:pt x="249" y="1105"/>
                  </a:lnTo>
                  <a:lnTo>
                    <a:pt x="249" y="1167"/>
                  </a:lnTo>
                  <a:close/>
                  <a:moveTo>
                    <a:pt x="249" y="1444"/>
                  </a:moveTo>
                  <a:lnTo>
                    <a:pt x="803" y="1444"/>
                  </a:lnTo>
                  <a:lnTo>
                    <a:pt x="803" y="1382"/>
                  </a:lnTo>
                  <a:lnTo>
                    <a:pt x="249" y="1382"/>
                  </a:lnTo>
                  <a:lnTo>
                    <a:pt x="249" y="1444"/>
                  </a:lnTo>
                  <a:close/>
                  <a:moveTo>
                    <a:pt x="1308" y="1105"/>
                  </a:moveTo>
                  <a:lnTo>
                    <a:pt x="1179" y="961"/>
                  </a:lnTo>
                  <a:lnTo>
                    <a:pt x="1118" y="1017"/>
                  </a:lnTo>
                  <a:lnTo>
                    <a:pt x="1300" y="1219"/>
                  </a:lnTo>
                  <a:lnTo>
                    <a:pt x="1657" y="922"/>
                  </a:lnTo>
                  <a:lnTo>
                    <a:pt x="1604" y="858"/>
                  </a:lnTo>
                  <a:lnTo>
                    <a:pt x="1308" y="110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182832" tIns="91416" rIns="182832" bIns="91416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sz="7200" dirty="0"/>
            </a:p>
          </p:txBody>
        </p:sp>
        <p:grpSp>
          <p:nvGrpSpPr>
            <p:cNvPr id="13" name="ísḷíḑê"/>
            <p:cNvGrpSpPr/>
            <p:nvPr/>
          </p:nvGrpSpPr>
          <p:grpSpPr>
            <a:xfrm>
              <a:off x="8519203" y="4565054"/>
              <a:ext cx="2796797" cy="944997"/>
              <a:chOff x="7922635" y="1933812"/>
              <a:chExt cx="2796797" cy="944997"/>
            </a:xfrm>
          </p:grpSpPr>
          <p:sp>
            <p:nvSpPr>
              <p:cNvPr id="16" name="íşľïḑè"/>
              <p:cNvSpPr/>
              <p:nvPr/>
            </p:nvSpPr>
            <p:spPr bwMode="auto">
              <a:xfrm>
                <a:off x="7922635" y="2321410"/>
                <a:ext cx="2796797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17" name="i$ļíḋè"/>
              <p:cNvSpPr txBox="1"/>
              <p:nvPr/>
            </p:nvSpPr>
            <p:spPr bwMode="auto">
              <a:xfrm>
                <a:off x="7922635" y="1933812"/>
                <a:ext cx="2796797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cxnSp>
          <p:nvCxnSpPr>
            <p:cNvPr id="14" name="直接连接符 13"/>
            <p:cNvCxnSpPr/>
            <p:nvPr/>
          </p:nvCxnSpPr>
          <p:spPr>
            <a:xfrm>
              <a:off x="8616000" y="2730039"/>
              <a:ext cx="2565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8616000" y="4175566"/>
              <a:ext cx="2565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5a3406f-ac59-45ff-8c20-2f566312124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21100" y="1314000"/>
            <a:ext cx="10792588" cy="4630036"/>
            <a:chOff x="721100" y="1314000"/>
            <a:chExt cx="10792588" cy="4630036"/>
          </a:xfrm>
        </p:grpSpPr>
        <p:grpSp>
          <p:nvGrpSpPr>
            <p:cNvPr id="6" name="íś1ïḋê"/>
            <p:cNvGrpSpPr/>
            <p:nvPr/>
          </p:nvGrpSpPr>
          <p:grpSpPr>
            <a:xfrm>
              <a:off x="4353928" y="1314000"/>
              <a:ext cx="2976100" cy="2016224"/>
              <a:chOff x="1720275" y="1314000"/>
              <a:chExt cx="2976100" cy="2016224"/>
            </a:xfrm>
          </p:grpSpPr>
          <p:grpSp>
            <p:nvGrpSpPr>
              <p:cNvPr id="111" name="îṩḻîḍe"/>
              <p:cNvGrpSpPr/>
              <p:nvPr/>
            </p:nvGrpSpPr>
            <p:grpSpPr>
              <a:xfrm>
                <a:off x="1720275" y="1314000"/>
                <a:ext cx="2976100" cy="2016224"/>
                <a:chOff x="156613" y="1872171"/>
                <a:chExt cx="3996756" cy="2212723"/>
              </a:xfrm>
            </p:grpSpPr>
            <p:sp>
              <p:nvSpPr>
                <p:cNvPr id="113" name="íšliḍe"/>
                <p:cNvSpPr/>
                <p:nvPr/>
              </p:nvSpPr>
              <p:spPr>
                <a:xfrm>
                  <a:off x="156613" y="2118223"/>
                  <a:ext cx="3996756" cy="1966671"/>
                </a:xfrm>
                <a:prstGeom prst="roundRect">
                  <a:avLst>
                    <a:gd name="adj" fmla="val 2415"/>
                  </a:avLst>
                </a:prstGeom>
                <a:solidFill>
                  <a:schemeClr val="bg1">
                    <a:lumMod val="95000"/>
                    <a:alpha val="40000"/>
                  </a:schemeClr>
                </a:solidFill>
                <a:ln w="3175">
                  <a:solidFill>
                    <a:schemeClr val="bg1">
                      <a:lumMod val="8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tIns="46800" anchor="t">
                  <a:normAutofit/>
                </a:bodyPr>
                <a:lstStyle/>
                <a:p>
                  <a:pPr lvl="0">
                    <a:lnSpc>
                      <a:spcPct val="120000"/>
                    </a:lnSpc>
                    <a:defRPr/>
                  </a:pPr>
                  <a:br>
                    <a:rPr lang="zh-CN" altLang="en-US" sz="1000" dirty="0">
                      <a:solidFill>
                        <a:srgbClr val="333639"/>
                      </a:solidFill>
                    </a:rPr>
                  </a:br>
                  <a:br>
                    <a:rPr lang="zh-CN" altLang="en-US" sz="1000" dirty="0">
                      <a:solidFill>
                        <a:srgbClr val="333639"/>
                      </a:solidFill>
                    </a:rPr>
                  </a:br>
                  <a:endParaRPr lang="zh-CN" altLang="en-US" sz="1000" dirty="0">
                    <a:solidFill>
                      <a:srgbClr val="333639"/>
                    </a:solidFill>
                  </a:endParaRPr>
                </a:p>
              </p:txBody>
            </p:sp>
            <p:sp>
              <p:nvSpPr>
                <p:cNvPr id="114" name="ïṥļîdê"/>
                <p:cNvSpPr/>
                <p:nvPr/>
              </p:nvSpPr>
              <p:spPr>
                <a:xfrm>
                  <a:off x="507407" y="1872171"/>
                  <a:ext cx="3295169" cy="42282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 w="12700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 fontScale="85000" lnSpcReduction="20000"/>
                </a:bodyPr>
                <a:lstStyle/>
                <a:p>
                  <a:pPr algn="ctr"/>
                  <a:r>
                    <a:rPr lang="en-US" altLang="zh-CN" sz="1600" b="1" dirty="0">
                      <a:solidFill>
                        <a:schemeClr val="bg1"/>
                      </a:solidFill>
                    </a:rPr>
                    <a:t>Text here</a:t>
                  </a:r>
                  <a:r>
                    <a:rPr lang="zh-CN" altLang="en-US" sz="1600" b="1" dirty="0">
                      <a:solidFill>
                        <a:schemeClr val="bg1"/>
                      </a:solidFill>
                    </a:rPr>
                    <a:t> </a:t>
                  </a:r>
                  <a:endParaRPr lang="zh-CN" altLang="en-US" sz="16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5" name="i$lîḑê"/>
                <p:cNvSpPr txBox="1"/>
                <p:nvPr/>
              </p:nvSpPr>
              <p:spPr bwMode="auto">
                <a:xfrm>
                  <a:off x="1163367" y="1979291"/>
                  <a:ext cx="107" cy="243196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  <a:sp3d prstMaterial="matte">
                  <a:bevelT w="1270" h="1270"/>
                </a:sp3d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112" name="îSḻiḓé"/>
              <p:cNvSpPr/>
              <p:nvPr/>
            </p:nvSpPr>
            <p:spPr bwMode="auto">
              <a:xfrm>
                <a:off x="1888373" y="1915500"/>
                <a:ext cx="2632628" cy="8044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3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900" dirty="0"/>
                  <a:t>Supporting text here.</a:t>
                </a:r>
                <a:endParaRPr lang="en-US" altLang="zh-CN" sz="900" dirty="0"/>
              </a:p>
              <a:p>
                <a:pPr marL="171450" indent="-171450">
                  <a:lnSpc>
                    <a:spcPct val="13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900" dirty="0"/>
                  <a:t>You can use the icon library in </a:t>
                </a:r>
                <a:r>
                  <a:rPr lang="en-US" altLang="zh-CN" sz="900" dirty="0" err="1"/>
                  <a:t>iSlide</a:t>
                </a:r>
                <a:r>
                  <a:rPr lang="en-US" altLang="zh-CN" sz="900" dirty="0"/>
                  <a:t>  (www.islide.cc) to filter and replace existing icon elements with one click.</a:t>
                </a:r>
                <a:endParaRPr lang="en-US" altLang="zh-CN" sz="900" dirty="0"/>
              </a:p>
            </p:txBody>
          </p:sp>
        </p:grpSp>
        <p:grpSp>
          <p:nvGrpSpPr>
            <p:cNvPr id="7" name="íṡḷíḓê"/>
            <p:cNvGrpSpPr/>
            <p:nvPr/>
          </p:nvGrpSpPr>
          <p:grpSpPr>
            <a:xfrm>
              <a:off x="4353928" y="3927812"/>
              <a:ext cx="2976100" cy="2016224"/>
              <a:chOff x="1720275" y="3953059"/>
              <a:chExt cx="2976100" cy="2016224"/>
            </a:xfrm>
          </p:grpSpPr>
          <p:grpSp>
            <p:nvGrpSpPr>
              <p:cNvPr id="107" name="iṡḻiḓé"/>
              <p:cNvGrpSpPr/>
              <p:nvPr/>
            </p:nvGrpSpPr>
            <p:grpSpPr>
              <a:xfrm>
                <a:off x="1720275" y="3953059"/>
                <a:ext cx="2976100" cy="2016224"/>
                <a:chOff x="156613" y="1872171"/>
                <a:chExt cx="3996756" cy="2212723"/>
              </a:xfrm>
            </p:grpSpPr>
            <p:sp>
              <p:nvSpPr>
                <p:cNvPr id="109" name="îṩļîḋê"/>
                <p:cNvSpPr/>
                <p:nvPr/>
              </p:nvSpPr>
              <p:spPr>
                <a:xfrm>
                  <a:off x="156613" y="2118223"/>
                  <a:ext cx="3996756" cy="1966671"/>
                </a:xfrm>
                <a:prstGeom prst="roundRect">
                  <a:avLst>
                    <a:gd name="adj" fmla="val 2415"/>
                  </a:avLst>
                </a:prstGeom>
                <a:solidFill>
                  <a:schemeClr val="bg1">
                    <a:lumMod val="95000"/>
                    <a:alpha val="40000"/>
                  </a:schemeClr>
                </a:solidFill>
                <a:ln w="3175">
                  <a:solidFill>
                    <a:schemeClr val="bg1">
                      <a:lumMod val="8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tIns="46800" anchor="t">
                  <a:normAutofit/>
                </a:bodyPr>
                <a:lstStyle/>
                <a:p>
                  <a:pPr lvl="0">
                    <a:lnSpc>
                      <a:spcPct val="120000"/>
                    </a:lnSpc>
                    <a:defRPr/>
                  </a:pPr>
                  <a:br>
                    <a:rPr lang="zh-CN" altLang="en-US" sz="1000" dirty="0">
                      <a:solidFill>
                        <a:srgbClr val="333639"/>
                      </a:solidFill>
                    </a:rPr>
                  </a:br>
                  <a:endParaRPr lang="zh-CN" altLang="en-US" sz="1000" dirty="0">
                    <a:solidFill>
                      <a:srgbClr val="333639"/>
                    </a:solidFill>
                  </a:endParaRPr>
                </a:p>
              </p:txBody>
            </p:sp>
            <p:sp>
              <p:nvSpPr>
                <p:cNvPr id="110" name="ïṩ1iḋe"/>
                <p:cNvSpPr/>
                <p:nvPr/>
              </p:nvSpPr>
              <p:spPr>
                <a:xfrm>
                  <a:off x="507407" y="1872171"/>
                  <a:ext cx="3295169" cy="42282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3"/>
                </a:solidFill>
                <a:ln w="12700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 fontScale="85000" lnSpcReduction="20000"/>
                </a:bodyPr>
                <a:lstStyle/>
                <a:p>
                  <a:pPr algn="ctr"/>
                  <a:r>
                    <a:rPr lang="en-US" altLang="zh-CN" sz="1600" b="1" dirty="0">
                      <a:solidFill>
                        <a:schemeClr val="bg1"/>
                      </a:solidFill>
                    </a:rPr>
                    <a:t>Text here</a:t>
                  </a:r>
                  <a:r>
                    <a:rPr lang="zh-CN" altLang="en-US" sz="1600" b="1" dirty="0">
                      <a:solidFill>
                        <a:schemeClr val="bg1"/>
                      </a:solidFill>
                    </a:rPr>
                    <a:t> </a:t>
                  </a:r>
                  <a:endParaRPr lang="zh-CN" altLang="en-US" sz="16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08" name="ïśļïďe"/>
              <p:cNvSpPr/>
              <p:nvPr/>
            </p:nvSpPr>
            <p:spPr bwMode="auto">
              <a:xfrm>
                <a:off x="1892011" y="4474022"/>
                <a:ext cx="2632628" cy="790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3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900" dirty="0"/>
                  <a:t>Supporting text here.</a:t>
                </a:r>
                <a:endParaRPr lang="en-US" altLang="zh-CN" sz="900" dirty="0"/>
              </a:p>
              <a:p>
                <a:pPr marL="171450" indent="-171450">
                  <a:lnSpc>
                    <a:spcPct val="13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900" dirty="0"/>
                  <a:t>You can use the icon library in </a:t>
                </a:r>
                <a:r>
                  <a:rPr lang="en-US" altLang="zh-CN" sz="900" dirty="0" err="1"/>
                  <a:t>iSlide</a:t>
                </a:r>
                <a:r>
                  <a:rPr lang="en-US" altLang="zh-CN" sz="900" dirty="0"/>
                  <a:t>  (www.islide.cc) to filter and replace existing icon elements with one click.</a:t>
                </a:r>
                <a:endParaRPr lang="en-US" altLang="zh-CN" sz="900" dirty="0"/>
              </a:p>
            </p:txBody>
          </p:sp>
        </p:grpSp>
        <p:grpSp>
          <p:nvGrpSpPr>
            <p:cNvPr id="8" name="ïṩḻíďé"/>
            <p:cNvGrpSpPr/>
            <p:nvPr/>
          </p:nvGrpSpPr>
          <p:grpSpPr>
            <a:xfrm>
              <a:off x="7777901" y="2040717"/>
              <a:ext cx="3735787" cy="3390884"/>
              <a:chOff x="7704633" y="1991998"/>
              <a:chExt cx="3735787" cy="3390884"/>
            </a:xfrm>
          </p:grpSpPr>
          <p:sp>
            <p:nvSpPr>
              <p:cNvPr id="12" name="ïSḻîḍe"/>
              <p:cNvSpPr/>
              <p:nvPr/>
            </p:nvSpPr>
            <p:spPr>
              <a:xfrm>
                <a:off x="8317808" y="2344925"/>
                <a:ext cx="2843065" cy="2845549"/>
              </a:xfrm>
              <a:prstGeom prst="ellipse">
                <a:avLst/>
              </a:prstGeom>
              <a:solidFill>
                <a:schemeClr val="bg2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ïSḷïḍé"/>
              <p:cNvSpPr/>
              <p:nvPr/>
            </p:nvSpPr>
            <p:spPr bwMode="auto">
              <a:xfrm>
                <a:off x="10489270" y="2875902"/>
                <a:ext cx="398543" cy="973445"/>
              </a:xfrm>
              <a:custGeom>
                <a:avLst/>
                <a:gdLst>
                  <a:gd name="T0" fmla="*/ 7 w 287"/>
                  <a:gd name="T1" fmla="*/ 417 h 701"/>
                  <a:gd name="T2" fmla="*/ 230 w 287"/>
                  <a:gd name="T3" fmla="*/ 701 h 701"/>
                  <a:gd name="T4" fmla="*/ 287 w 287"/>
                  <a:gd name="T5" fmla="*/ 310 h 701"/>
                  <a:gd name="T6" fmla="*/ 0 w 287"/>
                  <a:gd name="T7" fmla="*/ 0 h 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7" h="701">
                    <a:moveTo>
                      <a:pt x="7" y="417"/>
                    </a:moveTo>
                    <a:lnTo>
                      <a:pt x="230" y="701"/>
                    </a:lnTo>
                    <a:lnTo>
                      <a:pt x="287" y="310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" name="ïṡ1îḍê"/>
              <p:cNvSpPr/>
              <p:nvPr/>
            </p:nvSpPr>
            <p:spPr bwMode="auto">
              <a:xfrm>
                <a:off x="9410287" y="2066318"/>
                <a:ext cx="1210905" cy="2830073"/>
              </a:xfrm>
              <a:custGeom>
                <a:avLst/>
                <a:gdLst>
                  <a:gd name="T0" fmla="*/ 853 w 872"/>
                  <a:gd name="T1" fmla="*/ 2038 h 2038"/>
                  <a:gd name="T2" fmla="*/ 500 w 872"/>
                  <a:gd name="T3" fmla="*/ 1597 h 2038"/>
                  <a:gd name="T4" fmla="*/ 265 w 872"/>
                  <a:gd name="T5" fmla="*/ 1723 h 2038"/>
                  <a:gd name="T6" fmla="*/ 225 w 872"/>
                  <a:gd name="T7" fmla="*/ 1758 h 2038"/>
                  <a:gd name="T8" fmla="*/ 242 w 872"/>
                  <a:gd name="T9" fmla="*/ 2023 h 2038"/>
                  <a:gd name="T10" fmla="*/ 872 w 872"/>
                  <a:gd name="T11" fmla="*/ 2023 h 2038"/>
                  <a:gd name="T12" fmla="*/ 493 w 872"/>
                  <a:gd name="T13" fmla="*/ 1173 h 2038"/>
                  <a:gd name="T14" fmla="*/ 749 w 872"/>
                  <a:gd name="T15" fmla="*/ 533 h 2038"/>
                  <a:gd name="T16" fmla="*/ 772 w 872"/>
                  <a:gd name="T17" fmla="*/ 986 h 2038"/>
                  <a:gd name="T18" fmla="*/ 498 w 872"/>
                  <a:gd name="T19" fmla="*/ 1133 h 2038"/>
                  <a:gd name="T20" fmla="*/ 443 w 872"/>
                  <a:gd name="T21" fmla="*/ 796 h 2038"/>
                  <a:gd name="T22" fmla="*/ 725 w 872"/>
                  <a:gd name="T23" fmla="*/ 536 h 2038"/>
                  <a:gd name="T24" fmla="*/ 0 w 872"/>
                  <a:gd name="T25" fmla="*/ 0 h 20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72" h="2038">
                    <a:moveTo>
                      <a:pt x="853" y="2038"/>
                    </a:moveTo>
                    <a:lnTo>
                      <a:pt x="500" y="1597"/>
                    </a:lnTo>
                    <a:lnTo>
                      <a:pt x="265" y="1723"/>
                    </a:lnTo>
                    <a:lnTo>
                      <a:pt x="225" y="1758"/>
                    </a:lnTo>
                    <a:lnTo>
                      <a:pt x="242" y="2023"/>
                    </a:lnTo>
                    <a:lnTo>
                      <a:pt x="872" y="2023"/>
                    </a:lnTo>
                    <a:lnTo>
                      <a:pt x="493" y="1173"/>
                    </a:lnTo>
                    <a:lnTo>
                      <a:pt x="749" y="533"/>
                    </a:lnTo>
                    <a:lnTo>
                      <a:pt x="772" y="986"/>
                    </a:lnTo>
                    <a:lnTo>
                      <a:pt x="498" y="1133"/>
                    </a:lnTo>
                    <a:lnTo>
                      <a:pt x="443" y="796"/>
                    </a:lnTo>
                    <a:lnTo>
                      <a:pt x="725" y="53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îslîḓé"/>
              <p:cNvSpPr/>
              <p:nvPr/>
            </p:nvSpPr>
            <p:spPr bwMode="auto">
              <a:xfrm flipH="1">
                <a:off x="8893708" y="2655107"/>
                <a:ext cx="852633" cy="588789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ïşḻiḓe"/>
              <p:cNvSpPr/>
              <p:nvPr/>
            </p:nvSpPr>
            <p:spPr bwMode="auto">
              <a:xfrm>
                <a:off x="8077180" y="2092702"/>
                <a:ext cx="3238339" cy="3164739"/>
              </a:xfrm>
              <a:custGeom>
                <a:avLst/>
                <a:gdLst>
                  <a:gd name="T0" fmla="*/ 974 w 2332"/>
                  <a:gd name="T1" fmla="*/ 0 h 2279"/>
                  <a:gd name="T2" fmla="*/ 1581 w 2332"/>
                  <a:gd name="T3" fmla="*/ 81 h 2279"/>
                  <a:gd name="T4" fmla="*/ 2059 w 2332"/>
                  <a:gd name="T5" fmla="*/ 360 h 2279"/>
                  <a:gd name="T6" fmla="*/ 2332 w 2332"/>
                  <a:gd name="T7" fmla="*/ 820 h 2279"/>
                  <a:gd name="T8" fmla="*/ 2249 w 2332"/>
                  <a:gd name="T9" fmla="*/ 1718 h 2279"/>
                  <a:gd name="T10" fmla="*/ 1652 w 2332"/>
                  <a:gd name="T11" fmla="*/ 2279 h 2279"/>
                  <a:gd name="T12" fmla="*/ 714 w 2332"/>
                  <a:gd name="T13" fmla="*/ 2279 h 2279"/>
                  <a:gd name="T14" fmla="*/ 57 w 2332"/>
                  <a:gd name="T15" fmla="*/ 1649 h 2279"/>
                  <a:gd name="T16" fmla="*/ 0 w 2332"/>
                  <a:gd name="T17" fmla="*/ 967 h 2279"/>
                  <a:gd name="T18" fmla="*/ 221 w 2332"/>
                  <a:gd name="T19" fmla="*/ 448 h 2279"/>
                  <a:gd name="T20" fmla="*/ 974 w 2332"/>
                  <a:gd name="T21" fmla="*/ 0 h 2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32" h="2279">
                    <a:moveTo>
                      <a:pt x="974" y="0"/>
                    </a:moveTo>
                    <a:lnTo>
                      <a:pt x="1581" y="81"/>
                    </a:lnTo>
                    <a:lnTo>
                      <a:pt x="2059" y="360"/>
                    </a:lnTo>
                    <a:lnTo>
                      <a:pt x="2332" y="820"/>
                    </a:lnTo>
                    <a:lnTo>
                      <a:pt x="2249" y="1718"/>
                    </a:lnTo>
                    <a:lnTo>
                      <a:pt x="1652" y="2279"/>
                    </a:lnTo>
                    <a:lnTo>
                      <a:pt x="714" y="2279"/>
                    </a:lnTo>
                    <a:lnTo>
                      <a:pt x="57" y="1649"/>
                    </a:lnTo>
                    <a:lnTo>
                      <a:pt x="0" y="967"/>
                    </a:lnTo>
                    <a:lnTo>
                      <a:pt x="221" y="448"/>
                    </a:lnTo>
                    <a:lnTo>
                      <a:pt x="974" y="0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íŝ1ïḋé"/>
              <p:cNvSpPr/>
              <p:nvPr/>
            </p:nvSpPr>
            <p:spPr bwMode="auto">
              <a:xfrm>
                <a:off x="8384072" y="2445420"/>
                <a:ext cx="2996713" cy="2812021"/>
              </a:xfrm>
              <a:custGeom>
                <a:avLst/>
                <a:gdLst>
                  <a:gd name="T0" fmla="*/ 0 w 2158"/>
                  <a:gd name="T1" fmla="*/ 194 h 2025"/>
                  <a:gd name="T2" fmla="*/ 651 w 2158"/>
                  <a:gd name="T3" fmla="*/ 0 h 2025"/>
                  <a:gd name="T4" fmla="*/ 981 w 2158"/>
                  <a:gd name="T5" fmla="*/ 151 h 2025"/>
                  <a:gd name="T6" fmla="*/ 1452 w 2158"/>
                  <a:gd name="T7" fmla="*/ 284 h 2025"/>
                  <a:gd name="T8" fmla="*/ 2158 w 2158"/>
                  <a:gd name="T9" fmla="*/ 578 h 2025"/>
                  <a:gd name="T10" fmla="*/ 1746 w 2158"/>
                  <a:gd name="T11" fmla="*/ 966 h 2025"/>
                  <a:gd name="T12" fmla="*/ 2059 w 2158"/>
                  <a:gd name="T13" fmla="*/ 1464 h 2025"/>
                  <a:gd name="T14" fmla="*/ 1618 w 2158"/>
                  <a:gd name="T15" fmla="*/ 1724 h 2025"/>
                  <a:gd name="T16" fmla="*/ 528 w 2158"/>
                  <a:gd name="T17" fmla="*/ 2025 h 20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58" h="2025">
                    <a:moveTo>
                      <a:pt x="0" y="194"/>
                    </a:moveTo>
                    <a:lnTo>
                      <a:pt x="651" y="0"/>
                    </a:lnTo>
                    <a:lnTo>
                      <a:pt x="981" y="151"/>
                    </a:lnTo>
                    <a:lnTo>
                      <a:pt x="1452" y="284"/>
                    </a:lnTo>
                    <a:lnTo>
                      <a:pt x="2158" y="578"/>
                    </a:lnTo>
                    <a:lnTo>
                      <a:pt x="1746" y="966"/>
                    </a:lnTo>
                    <a:lnTo>
                      <a:pt x="2059" y="1464"/>
                    </a:lnTo>
                    <a:lnTo>
                      <a:pt x="1618" y="1724"/>
                    </a:lnTo>
                    <a:lnTo>
                      <a:pt x="528" y="2025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îs1íḓe"/>
              <p:cNvSpPr/>
              <p:nvPr/>
            </p:nvSpPr>
            <p:spPr bwMode="auto">
              <a:xfrm>
                <a:off x="8384072" y="2096868"/>
                <a:ext cx="2424588" cy="3196678"/>
              </a:xfrm>
              <a:custGeom>
                <a:avLst/>
                <a:gdLst>
                  <a:gd name="T0" fmla="*/ 0 w 1746"/>
                  <a:gd name="T1" fmla="*/ 469 h 2302"/>
                  <a:gd name="T2" fmla="*/ 192 w 1746"/>
                  <a:gd name="T3" fmla="*/ 739 h 2302"/>
                  <a:gd name="T4" fmla="*/ 945 w 1746"/>
                  <a:gd name="T5" fmla="*/ 417 h 2302"/>
                  <a:gd name="T6" fmla="*/ 888 w 1746"/>
                  <a:gd name="T7" fmla="*/ 739 h 2302"/>
                  <a:gd name="T8" fmla="*/ 981 w 1746"/>
                  <a:gd name="T9" fmla="*/ 1729 h 2302"/>
                  <a:gd name="T10" fmla="*/ 1618 w 1746"/>
                  <a:gd name="T11" fmla="*/ 1975 h 2302"/>
                  <a:gd name="T12" fmla="*/ 1746 w 1746"/>
                  <a:gd name="T13" fmla="*/ 1236 h 2302"/>
                  <a:gd name="T14" fmla="*/ 1452 w 1746"/>
                  <a:gd name="T15" fmla="*/ 535 h 2302"/>
                  <a:gd name="T16" fmla="*/ 898 w 1746"/>
                  <a:gd name="T17" fmla="*/ 753 h 2302"/>
                  <a:gd name="T18" fmla="*/ 1220 w 1746"/>
                  <a:gd name="T19" fmla="*/ 1137 h 2302"/>
                  <a:gd name="T20" fmla="*/ 950 w 1746"/>
                  <a:gd name="T21" fmla="*/ 1717 h 2302"/>
                  <a:gd name="T22" fmla="*/ 945 w 1746"/>
                  <a:gd name="T23" fmla="*/ 1729 h 2302"/>
                  <a:gd name="T24" fmla="*/ 481 w 1746"/>
                  <a:gd name="T25" fmla="*/ 2302 h 2302"/>
                  <a:gd name="T26" fmla="*/ 239 w 1746"/>
                  <a:gd name="T27" fmla="*/ 1137 h 2302"/>
                  <a:gd name="T28" fmla="*/ 945 w 1746"/>
                  <a:gd name="T29" fmla="*/ 398 h 2302"/>
                  <a:gd name="T30" fmla="*/ 774 w 1746"/>
                  <a:gd name="T31" fmla="*/ 0 h 2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46" h="2302">
                    <a:moveTo>
                      <a:pt x="0" y="469"/>
                    </a:moveTo>
                    <a:lnTo>
                      <a:pt x="192" y="739"/>
                    </a:lnTo>
                    <a:lnTo>
                      <a:pt x="945" y="417"/>
                    </a:lnTo>
                    <a:lnTo>
                      <a:pt x="888" y="739"/>
                    </a:lnTo>
                    <a:lnTo>
                      <a:pt x="981" y="1729"/>
                    </a:lnTo>
                    <a:lnTo>
                      <a:pt x="1618" y="1975"/>
                    </a:lnTo>
                    <a:lnTo>
                      <a:pt x="1746" y="1236"/>
                    </a:lnTo>
                    <a:lnTo>
                      <a:pt x="1452" y="535"/>
                    </a:lnTo>
                    <a:lnTo>
                      <a:pt x="898" y="753"/>
                    </a:lnTo>
                    <a:lnTo>
                      <a:pt x="1220" y="1137"/>
                    </a:lnTo>
                    <a:lnTo>
                      <a:pt x="950" y="1717"/>
                    </a:lnTo>
                    <a:lnTo>
                      <a:pt x="945" y="1729"/>
                    </a:lnTo>
                    <a:lnTo>
                      <a:pt x="481" y="2302"/>
                    </a:lnTo>
                    <a:lnTo>
                      <a:pt x="239" y="1137"/>
                    </a:lnTo>
                    <a:lnTo>
                      <a:pt x="945" y="398"/>
                    </a:lnTo>
                    <a:lnTo>
                      <a:pt x="774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isḻíḋê"/>
              <p:cNvSpPr/>
              <p:nvPr/>
            </p:nvSpPr>
            <p:spPr bwMode="auto">
              <a:xfrm>
                <a:off x="8103564" y="3082812"/>
                <a:ext cx="566570" cy="592954"/>
              </a:xfrm>
              <a:custGeom>
                <a:avLst/>
                <a:gdLst>
                  <a:gd name="T0" fmla="*/ 375 w 408"/>
                  <a:gd name="T1" fmla="*/ 0 h 427"/>
                  <a:gd name="T2" fmla="*/ 408 w 408"/>
                  <a:gd name="T3" fmla="*/ 427 h 427"/>
                  <a:gd name="T4" fmla="*/ 0 w 408"/>
                  <a:gd name="T5" fmla="*/ 275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8" h="427">
                    <a:moveTo>
                      <a:pt x="375" y="0"/>
                    </a:moveTo>
                    <a:lnTo>
                      <a:pt x="408" y="427"/>
                    </a:lnTo>
                    <a:lnTo>
                      <a:pt x="0" y="275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isḻîḋê"/>
              <p:cNvSpPr/>
              <p:nvPr/>
            </p:nvSpPr>
            <p:spPr bwMode="auto">
              <a:xfrm>
                <a:off x="8670135" y="2092702"/>
                <a:ext cx="2217678" cy="990109"/>
              </a:xfrm>
              <a:custGeom>
                <a:avLst/>
                <a:gdLst>
                  <a:gd name="T0" fmla="*/ 0 w 1597"/>
                  <a:gd name="T1" fmla="*/ 713 h 713"/>
                  <a:gd name="T2" fmla="*/ 424 w 1597"/>
                  <a:gd name="T3" fmla="*/ 261 h 713"/>
                  <a:gd name="T4" fmla="*/ 547 w 1597"/>
                  <a:gd name="T5" fmla="*/ 0 h 713"/>
                  <a:gd name="T6" fmla="*/ 566 w 1597"/>
                  <a:gd name="T7" fmla="*/ 10 h 713"/>
                  <a:gd name="T8" fmla="*/ 1057 w 1597"/>
                  <a:gd name="T9" fmla="*/ 254 h 713"/>
                  <a:gd name="T10" fmla="*/ 1154 w 1597"/>
                  <a:gd name="T11" fmla="*/ 81 h 713"/>
                  <a:gd name="T12" fmla="*/ 1265 w 1597"/>
                  <a:gd name="T13" fmla="*/ 500 h 713"/>
                  <a:gd name="T14" fmla="*/ 1597 w 1597"/>
                  <a:gd name="T15" fmla="*/ 358 h 7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97" h="713">
                    <a:moveTo>
                      <a:pt x="0" y="713"/>
                    </a:moveTo>
                    <a:lnTo>
                      <a:pt x="424" y="261"/>
                    </a:lnTo>
                    <a:lnTo>
                      <a:pt x="547" y="0"/>
                    </a:lnTo>
                    <a:lnTo>
                      <a:pt x="566" y="10"/>
                    </a:lnTo>
                    <a:lnTo>
                      <a:pt x="1057" y="254"/>
                    </a:lnTo>
                    <a:lnTo>
                      <a:pt x="1154" y="81"/>
                    </a:lnTo>
                    <a:lnTo>
                      <a:pt x="1265" y="500"/>
                    </a:lnTo>
                    <a:lnTo>
                      <a:pt x="1597" y="358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ïsľíḓè"/>
              <p:cNvSpPr/>
              <p:nvPr/>
            </p:nvSpPr>
            <p:spPr bwMode="auto">
              <a:xfrm>
                <a:off x="8692354" y="3142523"/>
                <a:ext cx="1053987" cy="1365045"/>
              </a:xfrm>
              <a:custGeom>
                <a:avLst/>
                <a:gdLst>
                  <a:gd name="T0" fmla="*/ 0 w 759"/>
                  <a:gd name="T1" fmla="*/ 398 h 983"/>
                  <a:gd name="T2" fmla="*/ 759 w 759"/>
                  <a:gd name="T3" fmla="*/ 983 h 983"/>
                  <a:gd name="T4" fmla="*/ 552 w 759"/>
                  <a:gd name="T5" fmla="*/ 512 h 983"/>
                  <a:gd name="T6" fmla="*/ 759 w 759"/>
                  <a:gd name="T7" fmla="*/ 448 h 983"/>
                  <a:gd name="T8" fmla="*/ 652 w 759"/>
                  <a:gd name="T9" fmla="*/ 0 h 983"/>
                  <a:gd name="T10" fmla="*/ 34 w 759"/>
                  <a:gd name="T11" fmla="*/ 384 h 983"/>
                  <a:gd name="T12" fmla="*/ 541 w 759"/>
                  <a:gd name="T13" fmla="*/ 512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9" h="983">
                    <a:moveTo>
                      <a:pt x="0" y="398"/>
                    </a:moveTo>
                    <a:lnTo>
                      <a:pt x="759" y="983"/>
                    </a:lnTo>
                    <a:lnTo>
                      <a:pt x="552" y="512"/>
                    </a:lnTo>
                    <a:lnTo>
                      <a:pt x="759" y="448"/>
                    </a:lnTo>
                    <a:lnTo>
                      <a:pt x="652" y="0"/>
                    </a:lnTo>
                    <a:lnTo>
                      <a:pt x="34" y="384"/>
                    </a:lnTo>
                    <a:lnTo>
                      <a:pt x="541" y="51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íšlîḍé"/>
              <p:cNvSpPr/>
              <p:nvPr/>
            </p:nvSpPr>
            <p:spPr bwMode="auto">
              <a:xfrm>
                <a:off x="10140718" y="3695207"/>
                <a:ext cx="644335" cy="404097"/>
              </a:xfrm>
              <a:custGeom>
                <a:avLst/>
                <a:gdLst>
                  <a:gd name="T0" fmla="*/ 0 w 464"/>
                  <a:gd name="T1" fmla="*/ 0 h 291"/>
                  <a:gd name="T2" fmla="*/ 296 w 464"/>
                  <a:gd name="T3" fmla="*/ 291 h 291"/>
                  <a:gd name="T4" fmla="*/ 464 w 464"/>
                  <a:gd name="T5" fmla="*/ 95 h 291"/>
                  <a:gd name="T6" fmla="*/ 0 w 464"/>
                  <a:gd name="T7" fmla="*/ 0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4" h="291">
                    <a:moveTo>
                      <a:pt x="0" y="0"/>
                    </a:moveTo>
                    <a:lnTo>
                      <a:pt x="296" y="291"/>
                    </a:lnTo>
                    <a:lnTo>
                      <a:pt x="464" y="9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îs1ídè"/>
              <p:cNvSpPr/>
              <p:nvPr/>
            </p:nvSpPr>
            <p:spPr bwMode="auto">
              <a:xfrm>
                <a:off x="8192438" y="3728535"/>
                <a:ext cx="987332" cy="1591395"/>
              </a:xfrm>
              <a:custGeom>
                <a:avLst/>
                <a:gdLst>
                  <a:gd name="T0" fmla="*/ 711 w 711"/>
                  <a:gd name="T1" fmla="*/ 689 h 1146"/>
                  <a:gd name="T2" fmla="*/ 628 w 711"/>
                  <a:gd name="T3" fmla="*/ 1146 h 1146"/>
                  <a:gd name="T4" fmla="*/ 469 w 711"/>
                  <a:gd name="T5" fmla="*/ 533 h 1146"/>
                  <a:gd name="T6" fmla="*/ 280 w 711"/>
                  <a:gd name="T7" fmla="*/ 303 h 1146"/>
                  <a:gd name="T8" fmla="*/ 0 w 711"/>
                  <a:gd name="T9" fmla="*/ 452 h 1146"/>
                  <a:gd name="T10" fmla="*/ 344 w 711"/>
                  <a:gd name="T11" fmla="*/ 0 h 1146"/>
                  <a:gd name="T12" fmla="*/ 299 w 711"/>
                  <a:gd name="T13" fmla="*/ 291 h 1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11" h="1146">
                    <a:moveTo>
                      <a:pt x="711" y="689"/>
                    </a:moveTo>
                    <a:lnTo>
                      <a:pt x="628" y="1146"/>
                    </a:lnTo>
                    <a:lnTo>
                      <a:pt x="469" y="533"/>
                    </a:lnTo>
                    <a:lnTo>
                      <a:pt x="280" y="303"/>
                    </a:lnTo>
                    <a:lnTo>
                      <a:pt x="0" y="452"/>
                    </a:lnTo>
                    <a:lnTo>
                      <a:pt x="344" y="0"/>
                    </a:lnTo>
                    <a:lnTo>
                      <a:pt x="299" y="291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ṡľiḑé"/>
              <p:cNvSpPr/>
              <p:nvPr/>
            </p:nvSpPr>
            <p:spPr bwMode="auto">
              <a:xfrm flipH="1" flipV="1">
                <a:off x="8735402" y="3728535"/>
                <a:ext cx="1010939" cy="62489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îṣḷiďé"/>
              <p:cNvSpPr/>
              <p:nvPr/>
            </p:nvSpPr>
            <p:spPr bwMode="auto">
              <a:xfrm flipH="1">
                <a:off x="10851709" y="3243895"/>
                <a:ext cx="411041" cy="66655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íŝļíďe"/>
              <p:cNvSpPr/>
              <p:nvPr/>
            </p:nvSpPr>
            <p:spPr bwMode="auto">
              <a:xfrm>
                <a:off x="10647576" y="3849347"/>
                <a:ext cx="240237" cy="1047043"/>
              </a:xfrm>
              <a:custGeom>
                <a:avLst/>
                <a:gdLst>
                  <a:gd name="T0" fmla="*/ 0 w 173"/>
                  <a:gd name="T1" fmla="*/ 754 h 754"/>
                  <a:gd name="T2" fmla="*/ 173 w 173"/>
                  <a:gd name="T3" fmla="*/ 308 h 754"/>
                  <a:gd name="T4" fmla="*/ 116 w 173"/>
                  <a:gd name="T5" fmla="*/ 0 h 7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" h="754">
                    <a:moveTo>
                      <a:pt x="0" y="754"/>
                    </a:moveTo>
                    <a:lnTo>
                      <a:pt x="173" y="308"/>
                    </a:lnTo>
                    <a:lnTo>
                      <a:pt x="116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íṡľîdê"/>
              <p:cNvSpPr/>
              <p:nvPr/>
            </p:nvSpPr>
            <p:spPr bwMode="auto">
              <a:xfrm flipH="1" flipV="1">
                <a:off x="10887813" y="4277052"/>
                <a:ext cx="374937" cy="230516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ïṣļíḓe"/>
              <p:cNvSpPr/>
              <p:nvPr/>
            </p:nvSpPr>
            <p:spPr bwMode="auto">
              <a:xfrm>
                <a:off x="10561480" y="4122912"/>
                <a:ext cx="59712" cy="773479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îṣ1îḑê"/>
              <p:cNvSpPr/>
              <p:nvPr/>
            </p:nvSpPr>
            <p:spPr bwMode="auto">
              <a:xfrm flipH="1">
                <a:off x="9028407" y="4896391"/>
                <a:ext cx="697104" cy="423539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íŝļïḑe"/>
              <p:cNvSpPr/>
              <p:nvPr/>
            </p:nvSpPr>
            <p:spPr bwMode="auto">
              <a:xfrm flipH="1">
                <a:off x="9660244" y="3159187"/>
                <a:ext cx="377714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î$ḻîdê"/>
              <p:cNvSpPr/>
              <p:nvPr/>
            </p:nvSpPr>
            <p:spPr bwMode="auto">
              <a:xfrm flipH="1">
                <a:off x="9778279" y="3675766"/>
                <a:ext cx="259678" cy="81931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i$1idé"/>
              <p:cNvSpPr/>
              <p:nvPr/>
            </p:nvSpPr>
            <p:spPr bwMode="auto">
              <a:xfrm>
                <a:off x="10084177" y="2428110"/>
                <a:ext cx="112481" cy="112481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ïślíḋê"/>
              <p:cNvSpPr/>
              <p:nvPr/>
            </p:nvSpPr>
            <p:spPr bwMode="auto">
              <a:xfrm>
                <a:off x="10835438" y="3247415"/>
                <a:ext cx="111093" cy="112481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ïṡḻîḍè"/>
              <p:cNvSpPr/>
              <p:nvPr/>
            </p:nvSpPr>
            <p:spPr bwMode="auto">
              <a:xfrm>
                <a:off x="10436895" y="3396000"/>
                <a:ext cx="111093" cy="11109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îṧ1ïďe"/>
              <p:cNvSpPr/>
              <p:nvPr/>
            </p:nvSpPr>
            <p:spPr bwMode="auto">
              <a:xfrm>
                <a:off x="9985583" y="3119659"/>
                <a:ext cx="112481" cy="11109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îṥḷíďê"/>
              <p:cNvSpPr/>
              <p:nvPr/>
            </p:nvSpPr>
            <p:spPr bwMode="auto">
              <a:xfrm>
                <a:off x="9394016" y="3809819"/>
                <a:ext cx="111093" cy="112481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i$ļïdè"/>
              <p:cNvSpPr/>
              <p:nvPr/>
            </p:nvSpPr>
            <p:spPr bwMode="auto">
              <a:xfrm>
                <a:off x="8841333" y="3184925"/>
                <a:ext cx="111093" cy="112481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iŝļíḓè"/>
              <p:cNvSpPr/>
              <p:nvPr/>
            </p:nvSpPr>
            <p:spPr bwMode="auto">
              <a:xfrm>
                <a:off x="8548327" y="4095882"/>
                <a:ext cx="111093" cy="112481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íšļîďè"/>
              <p:cNvSpPr/>
              <p:nvPr/>
            </p:nvSpPr>
            <p:spPr bwMode="auto">
              <a:xfrm>
                <a:off x="9113509" y="4606905"/>
                <a:ext cx="112481" cy="11109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isḷîdè"/>
              <p:cNvSpPr/>
              <p:nvPr/>
            </p:nvSpPr>
            <p:spPr bwMode="auto">
              <a:xfrm>
                <a:off x="10041129" y="4225026"/>
                <a:ext cx="112481" cy="11109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îṡlïḍé"/>
              <p:cNvSpPr/>
              <p:nvPr/>
            </p:nvSpPr>
            <p:spPr bwMode="auto">
              <a:xfrm>
                <a:off x="10492441" y="4063943"/>
                <a:ext cx="112481" cy="11109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ïṩľíḍe"/>
              <p:cNvSpPr/>
              <p:nvPr/>
            </p:nvSpPr>
            <p:spPr bwMode="auto">
              <a:xfrm>
                <a:off x="10835438" y="4225026"/>
                <a:ext cx="111093" cy="111092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9525">
                <a:solidFill>
                  <a:schemeClr val="accent6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íşlíḑé"/>
              <p:cNvSpPr/>
              <p:nvPr/>
            </p:nvSpPr>
            <p:spPr bwMode="auto">
              <a:xfrm>
                <a:off x="9689405" y="4839456"/>
                <a:ext cx="112481" cy="112481"/>
              </a:xfrm>
              <a:prstGeom prst="ellipse">
                <a:avLst/>
              </a:prstGeom>
              <a:solidFill>
                <a:schemeClr val="accent2">
                  <a:lumMod val="100000"/>
                </a:schemeClr>
              </a:solidFill>
              <a:ln w="12700" cap="flat" cmpd="sng" algn="ctr">
                <a:solidFill>
                  <a:schemeClr val="bg1">
                    <a:lumMod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44" name="î$liḑê"/>
              <p:cNvGrpSpPr/>
              <p:nvPr/>
            </p:nvGrpSpPr>
            <p:grpSpPr>
              <a:xfrm>
                <a:off x="8577077" y="2557054"/>
                <a:ext cx="1992389" cy="2081876"/>
                <a:chOff x="4707152" y="2248023"/>
                <a:chExt cx="2414023" cy="2522443"/>
              </a:xfrm>
            </p:grpSpPr>
            <p:grpSp>
              <p:nvGrpSpPr>
                <p:cNvPr id="92" name="ïŝ1íďe"/>
                <p:cNvGrpSpPr/>
                <p:nvPr/>
              </p:nvGrpSpPr>
              <p:grpSpPr>
                <a:xfrm>
                  <a:off x="6792726" y="2408141"/>
                  <a:ext cx="328449" cy="330554"/>
                  <a:chOff x="4149281" y="1887719"/>
                  <a:chExt cx="224837" cy="226650"/>
                </a:xfrm>
              </p:grpSpPr>
              <p:sp>
                <p:nvSpPr>
                  <p:cNvPr id="105" name="ï$1ïḋe"/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6" name="îşļíḋê"/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93" name="íṩḻîḍe"/>
                <p:cNvGrpSpPr/>
                <p:nvPr/>
              </p:nvGrpSpPr>
              <p:grpSpPr>
                <a:xfrm>
                  <a:off x="5832354" y="2796766"/>
                  <a:ext cx="328449" cy="330554"/>
                  <a:chOff x="4149281" y="1887719"/>
                  <a:chExt cx="224837" cy="226650"/>
                </a:xfrm>
              </p:grpSpPr>
              <p:sp>
                <p:nvSpPr>
                  <p:cNvPr id="103" name="iṩ1iḋê"/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4" name="íSlïḍè"/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94" name="íṡľiḓê"/>
                <p:cNvGrpSpPr/>
                <p:nvPr/>
              </p:nvGrpSpPr>
              <p:grpSpPr>
                <a:xfrm>
                  <a:off x="4707152" y="3462362"/>
                  <a:ext cx="328449" cy="330554"/>
                  <a:chOff x="4149281" y="1887719"/>
                  <a:chExt cx="224837" cy="226650"/>
                </a:xfrm>
              </p:grpSpPr>
              <p:sp>
                <p:nvSpPr>
                  <p:cNvPr id="101" name="ïSľîḋê"/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2" name="iṧļiḓê"/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95" name="íśļíďê"/>
                <p:cNvGrpSpPr/>
                <p:nvPr/>
              </p:nvGrpSpPr>
              <p:grpSpPr>
                <a:xfrm>
                  <a:off x="5940643" y="4439912"/>
                  <a:ext cx="328449" cy="330554"/>
                  <a:chOff x="4149281" y="1887719"/>
                  <a:chExt cx="224837" cy="226650"/>
                </a:xfrm>
              </p:grpSpPr>
              <p:sp>
                <p:nvSpPr>
                  <p:cNvPr id="99" name="íṧ1iḋè"/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0" name="ïṥlîḍe"/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96" name="ï$ľíde"/>
                <p:cNvGrpSpPr/>
                <p:nvPr/>
              </p:nvGrpSpPr>
              <p:grpSpPr>
                <a:xfrm>
                  <a:off x="5995533" y="2248023"/>
                  <a:ext cx="206943" cy="208270"/>
                  <a:chOff x="4149281" y="1887719"/>
                  <a:chExt cx="224837" cy="226650"/>
                </a:xfrm>
              </p:grpSpPr>
              <p:sp>
                <p:nvSpPr>
                  <p:cNvPr id="97" name="ïśḷídé"/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 w="190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8" name="íṧḷïďè"/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</p:grpSp>
          </p:grpSp>
          <p:grpSp>
            <p:nvGrpSpPr>
              <p:cNvPr id="45" name="ï$ḷïḑe"/>
              <p:cNvGrpSpPr/>
              <p:nvPr/>
            </p:nvGrpSpPr>
            <p:grpSpPr>
              <a:xfrm>
                <a:off x="9960748" y="3515891"/>
                <a:ext cx="271082" cy="272819"/>
                <a:chOff x="4149281" y="1887719"/>
                <a:chExt cx="224837" cy="226650"/>
              </a:xfrm>
            </p:grpSpPr>
            <p:sp>
              <p:nvSpPr>
                <p:cNvPr id="90" name="îsḷîḍè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91" name="íşļiďè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46" name="ïṧľîḑè"/>
              <p:cNvGrpSpPr/>
              <p:nvPr/>
            </p:nvGrpSpPr>
            <p:grpSpPr>
              <a:xfrm>
                <a:off x="9630783" y="3693124"/>
                <a:ext cx="170798" cy="171893"/>
                <a:chOff x="4149281" y="1887719"/>
                <a:chExt cx="224837" cy="226650"/>
              </a:xfrm>
            </p:grpSpPr>
            <p:sp>
              <p:nvSpPr>
                <p:cNvPr id="88" name="îsḷïdê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9" name="ïṡļíḑê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47" name="îśḻïďé"/>
              <p:cNvGrpSpPr/>
              <p:nvPr/>
            </p:nvGrpSpPr>
            <p:grpSpPr>
              <a:xfrm>
                <a:off x="10720278" y="3714243"/>
                <a:ext cx="187879" cy="189083"/>
                <a:chOff x="4149281" y="1887719"/>
                <a:chExt cx="224837" cy="226650"/>
              </a:xfrm>
            </p:grpSpPr>
            <p:sp>
              <p:nvSpPr>
                <p:cNvPr id="86" name="íṥḷiḑê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7" name="iṥḻïḑe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48" name="íṣľîḓè"/>
              <p:cNvGrpSpPr/>
              <p:nvPr/>
            </p:nvGrpSpPr>
            <p:grpSpPr>
              <a:xfrm>
                <a:off x="8064407" y="4282751"/>
                <a:ext cx="206666" cy="207992"/>
                <a:chOff x="4149281" y="1887719"/>
                <a:chExt cx="224837" cy="226650"/>
              </a:xfrm>
            </p:grpSpPr>
            <p:sp>
              <p:nvSpPr>
                <p:cNvPr id="84" name="îś1ïḋè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5" name="íšľíḓê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49" name="íṥḻiḍê"/>
              <p:cNvGrpSpPr/>
              <p:nvPr/>
            </p:nvGrpSpPr>
            <p:grpSpPr>
              <a:xfrm>
                <a:off x="8955070" y="5174890"/>
                <a:ext cx="206666" cy="207992"/>
                <a:chOff x="4149281" y="1887719"/>
                <a:chExt cx="224837" cy="226650"/>
              </a:xfrm>
            </p:grpSpPr>
            <p:sp>
              <p:nvSpPr>
                <p:cNvPr id="82" name="îṣḷïḓé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3" name="î$ľïḍê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50" name="ïsľïďe"/>
              <p:cNvGrpSpPr/>
              <p:nvPr/>
            </p:nvGrpSpPr>
            <p:grpSpPr>
              <a:xfrm>
                <a:off x="10292880" y="5137384"/>
                <a:ext cx="206666" cy="207992"/>
                <a:chOff x="4149281" y="1887719"/>
                <a:chExt cx="224837" cy="226650"/>
              </a:xfrm>
            </p:grpSpPr>
            <p:sp>
              <p:nvSpPr>
                <p:cNvPr id="80" name="î$lîďè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1" name="îšļîdé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51" name="íṥḻíḋê"/>
              <p:cNvGrpSpPr/>
              <p:nvPr/>
            </p:nvGrpSpPr>
            <p:grpSpPr>
              <a:xfrm>
                <a:off x="11174118" y="4385234"/>
                <a:ext cx="206666" cy="207992"/>
                <a:chOff x="4149281" y="1887719"/>
                <a:chExt cx="224837" cy="226650"/>
              </a:xfrm>
            </p:grpSpPr>
            <p:sp>
              <p:nvSpPr>
                <p:cNvPr id="78" name="ïS1idé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9" name="îşḷîḋe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52" name="iṡḷíḋè"/>
              <p:cNvSpPr/>
              <p:nvPr/>
            </p:nvSpPr>
            <p:spPr>
              <a:xfrm>
                <a:off x="11213087" y="3145365"/>
                <a:ext cx="227333" cy="228790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53" name="íṣļíḓé"/>
              <p:cNvGrpSpPr/>
              <p:nvPr/>
            </p:nvGrpSpPr>
            <p:grpSpPr>
              <a:xfrm>
                <a:off x="10849339" y="2499297"/>
                <a:ext cx="170798" cy="171894"/>
                <a:chOff x="4149281" y="1887719"/>
                <a:chExt cx="224837" cy="226650"/>
              </a:xfrm>
            </p:grpSpPr>
            <p:sp>
              <p:nvSpPr>
                <p:cNvPr id="76" name="îšḻíḋe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7" name="iŝḻiḓê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54" name="ïslïďè"/>
              <p:cNvGrpSpPr/>
              <p:nvPr/>
            </p:nvGrpSpPr>
            <p:grpSpPr>
              <a:xfrm>
                <a:off x="10199623" y="2101555"/>
                <a:ext cx="170798" cy="171894"/>
                <a:chOff x="4149281" y="1887719"/>
                <a:chExt cx="224837" cy="226650"/>
              </a:xfrm>
            </p:grpSpPr>
            <p:sp>
              <p:nvSpPr>
                <p:cNvPr id="74" name="í$ļiďé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5" name="îṩlîḋè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55" name="îśľíḑê"/>
              <p:cNvGrpSpPr/>
              <p:nvPr/>
            </p:nvGrpSpPr>
            <p:grpSpPr>
              <a:xfrm>
                <a:off x="9344445" y="1991998"/>
                <a:ext cx="170798" cy="171894"/>
                <a:chOff x="4149281" y="1887719"/>
                <a:chExt cx="224837" cy="226650"/>
              </a:xfrm>
            </p:grpSpPr>
            <p:sp>
              <p:nvSpPr>
                <p:cNvPr id="72" name="işḻíḑé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3" name="îsḷíďe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56" name="iṣľîďé"/>
              <p:cNvGrpSpPr/>
              <p:nvPr/>
            </p:nvGrpSpPr>
            <p:grpSpPr>
              <a:xfrm>
                <a:off x="8284829" y="2625930"/>
                <a:ext cx="181307" cy="182470"/>
                <a:chOff x="4149281" y="1887719"/>
                <a:chExt cx="224837" cy="226650"/>
              </a:xfrm>
            </p:grpSpPr>
            <p:sp>
              <p:nvSpPr>
                <p:cNvPr id="70" name="ïṥḷïdè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1" name="ïṩlîḋe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57" name="íSľiďé"/>
              <p:cNvSpPr/>
              <p:nvPr/>
            </p:nvSpPr>
            <p:spPr>
              <a:xfrm>
                <a:off x="7704633" y="3049669"/>
                <a:ext cx="744042" cy="74881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rmAutofit/>
              </a:bodyPr>
              <a:lstStyle/>
              <a:p>
                <a:pPr algn="ctr"/>
                <a:r>
                  <a:rPr lang="en-US" sz="1200" b="1" dirty="0"/>
                  <a:t>T</a:t>
                </a:r>
                <a:r>
                  <a:rPr lang="en-US" altLang="zh-CN" sz="1200" b="1" dirty="0"/>
                  <a:t>ext here</a:t>
                </a:r>
                <a:endParaRPr sz="1200" b="1" dirty="0"/>
              </a:p>
            </p:txBody>
          </p:sp>
          <p:grpSp>
            <p:nvGrpSpPr>
              <p:cNvPr id="58" name="ïṧľîḑè"/>
              <p:cNvGrpSpPr/>
              <p:nvPr/>
            </p:nvGrpSpPr>
            <p:grpSpPr>
              <a:xfrm>
                <a:off x="8575520" y="3036395"/>
                <a:ext cx="164825" cy="165880"/>
                <a:chOff x="4149281" y="1887719"/>
                <a:chExt cx="224837" cy="226650"/>
              </a:xfrm>
            </p:grpSpPr>
            <p:sp>
              <p:nvSpPr>
                <p:cNvPr id="68" name="işļíḋè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9" name="iṧlíḑé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59" name="îSľîde"/>
              <p:cNvGrpSpPr/>
              <p:nvPr/>
            </p:nvGrpSpPr>
            <p:grpSpPr>
              <a:xfrm>
                <a:off x="8709469" y="4330439"/>
                <a:ext cx="271082" cy="272820"/>
                <a:chOff x="4149281" y="1887719"/>
                <a:chExt cx="224837" cy="226650"/>
              </a:xfrm>
            </p:grpSpPr>
            <p:sp>
              <p:nvSpPr>
                <p:cNvPr id="66" name="íSlíḋè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7" name="ïṣľïďê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60" name="îSḷíḋè"/>
              <p:cNvGrpSpPr/>
              <p:nvPr/>
            </p:nvGrpSpPr>
            <p:grpSpPr>
              <a:xfrm>
                <a:off x="9215633" y="2351279"/>
                <a:ext cx="170798" cy="171894"/>
                <a:chOff x="4149281" y="1887719"/>
                <a:chExt cx="224837" cy="226650"/>
              </a:xfrm>
            </p:grpSpPr>
            <p:sp>
              <p:nvSpPr>
                <p:cNvPr id="64" name="iṡḷïḓè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5" name="iṩlïḋê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61" name="îšlïdé"/>
              <p:cNvGrpSpPr/>
              <p:nvPr/>
            </p:nvGrpSpPr>
            <p:grpSpPr>
              <a:xfrm>
                <a:off x="10526093" y="4752957"/>
                <a:ext cx="206667" cy="207992"/>
                <a:chOff x="4149281" y="1887719"/>
                <a:chExt cx="224837" cy="226650"/>
              </a:xfrm>
            </p:grpSpPr>
            <p:sp>
              <p:nvSpPr>
                <p:cNvPr id="62" name="îṡlîḓè"/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3" name="iṡḻîḍè"/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</p:grpSp>
        <p:cxnSp>
          <p:nvCxnSpPr>
            <p:cNvPr id="9" name="肘形连接符 5"/>
            <p:cNvCxnSpPr>
              <a:stCxn id="113" idx="3"/>
              <a:endCxn id="57" idx="2"/>
            </p:cNvCxnSpPr>
            <p:nvPr/>
          </p:nvCxnSpPr>
          <p:spPr>
            <a:xfrm>
              <a:off x="7330028" y="2434213"/>
              <a:ext cx="447873" cy="1038580"/>
            </a:xfrm>
            <a:prstGeom prst="bentConnector3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肘形连接符 6"/>
            <p:cNvCxnSpPr>
              <a:stCxn id="57" idx="2"/>
              <a:endCxn id="109" idx="3"/>
            </p:cNvCxnSpPr>
            <p:nvPr/>
          </p:nvCxnSpPr>
          <p:spPr>
            <a:xfrm rot="10800000" flipV="1">
              <a:off x="7330029" y="3472793"/>
              <a:ext cx="447873" cy="1575232"/>
            </a:xfrm>
            <a:prstGeom prst="bentConnector3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ïsḻïde"/>
            <p:cNvSpPr txBox="1"/>
            <p:nvPr/>
          </p:nvSpPr>
          <p:spPr>
            <a:xfrm>
              <a:off x="721100" y="2351552"/>
              <a:ext cx="3458736" cy="2426116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>
                <a:lnSpc>
                  <a:spcPct val="150000"/>
                </a:lnSpc>
              </a:pPr>
              <a:r>
                <a:rPr lang="en-US" altLang="zh-CN" sz="1600" b="1" dirty="0"/>
                <a:t>Theme color makes PPT more convenient to change.</a:t>
              </a:r>
              <a:endParaRPr lang="en-US" altLang="zh-CN" sz="16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sz="1400" b="1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dd771d1b-085f-456b-ab12-70772b1b23a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125452"/>
            <a:ext cx="10848513" cy="5115010"/>
            <a:chOff x="669925" y="1125450"/>
            <a:chExt cx="10848513" cy="5115010"/>
          </a:xfrm>
        </p:grpSpPr>
        <p:sp>
          <p:nvSpPr>
            <p:cNvPr id="6" name="îśḻíḑê"/>
            <p:cNvSpPr/>
            <p:nvPr/>
          </p:nvSpPr>
          <p:spPr bwMode="auto">
            <a:xfrm>
              <a:off x="676506" y="1125450"/>
              <a:ext cx="3372475" cy="497567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sp>
          <p:nvSpPr>
            <p:cNvPr id="7" name="îš1îḍé"/>
            <p:cNvSpPr/>
            <p:nvPr/>
          </p:nvSpPr>
          <p:spPr bwMode="auto">
            <a:xfrm>
              <a:off x="4409284" y="1125450"/>
              <a:ext cx="3372475" cy="497567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none" lIns="91440" tIns="45720" rIns="91440" bIns="45720" anchor="ctr">
              <a:norm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sp>
          <p:nvSpPr>
            <p:cNvPr id="8" name="íśḷídê"/>
            <p:cNvSpPr/>
            <p:nvPr/>
          </p:nvSpPr>
          <p:spPr bwMode="auto">
            <a:xfrm>
              <a:off x="8142063" y="1125450"/>
              <a:ext cx="3372475" cy="497567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2"/>
              </a:solidFill>
              <a:round/>
            </a:ln>
          </p:spPr>
          <p:txBody>
            <a:bodyPr wrap="none" lIns="91440" tIns="45720" rIns="91440" bIns="45720" anchor="ctr">
              <a:norm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grpSp>
          <p:nvGrpSpPr>
            <p:cNvPr id="9" name="îśļiḓê"/>
            <p:cNvGrpSpPr/>
            <p:nvPr/>
          </p:nvGrpSpPr>
          <p:grpSpPr>
            <a:xfrm>
              <a:off x="669925" y="1804729"/>
              <a:ext cx="10848513" cy="4435731"/>
              <a:chOff x="669925" y="1804730"/>
              <a:chExt cx="10848513" cy="3225347"/>
            </a:xfrm>
          </p:grpSpPr>
          <p:sp>
            <p:nvSpPr>
              <p:cNvPr id="10" name="iṥḷiḓê"/>
              <p:cNvSpPr/>
              <p:nvPr/>
            </p:nvSpPr>
            <p:spPr>
              <a:xfrm>
                <a:off x="673825" y="1804730"/>
                <a:ext cx="10844613" cy="953973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endParaRPr lang="zh-CN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1" name="ísliḋé"/>
              <p:cNvSpPr/>
              <p:nvPr/>
            </p:nvSpPr>
            <p:spPr>
              <a:xfrm>
                <a:off x="673825" y="2940417"/>
                <a:ext cx="10844613" cy="9539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endParaRPr lang="zh-CN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2" name="í$ļíḑe"/>
              <p:cNvSpPr/>
              <p:nvPr/>
            </p:nvSpPr>
            <p:spPr>
              <a:xfrm>
                <a:off x="673825" y="4076104"/>
                <a:ext cx="10844613" cy="953973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endParaRPr lang="zh-CN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3" name="íṩļíḑe"/>
              <p:cNvSpPr txBox="1"/>
              <p:nvPr/>
            </p:nvSpPr>
            <p:spPr>
              <a:xfrm>
                <a:off x="4409284" y="1881176"/>
                <a:ext cx="3372474" cy="80108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000" dirty="0"/>
                  <a:t>Text </a:t>
                </a:r>
                <a:endParaRPr lang="en-US" sz="1000" dirty="0"/>
              </a:p>
            </p:txBody>
          </p:sp>
          <p:sp>
            <p:nvSpPr>
              <p:cNvPr id="14" name="iṣľídé"/>
              <p:cNvSpPr txBox="1"/>
              <p:nvPr/>
            </p:nvSpPr>
            <p:spPr>
              <a:xfrm>
                <a:off x="8142063" y="1881176"/>
                <a:ext cx="3372474" cy="80108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000" dirty="0"/>
                  <a:t>Text </a:t>
                </a:r>
                <a:endParaRPr lang="en-US" sz="1000" dirty="0"/>
              </a:p>
            </p:txBody>
          </p:sp>
          <p:sp>
            <p:nvSpPr>
              <p:cNvPr id="15" name="íš1íḑe"/>
              <p:cNvSpPr txBox="1"/>
              <p:nvPr/>
            </p:nvSpPr>
            <p:spPr>
              <a:xfrm>
                <a:off x="669925" y="1881176"/>
                <a:ext cx="3372474" cy="80108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000" dirty="0"/>
                  <a:t>Text </a:t>
                </a:r>
                <a:endParaRPr lang="en-US" sz="1000" dirty="0"/>
              </a:p>
            </p:txBody>
          </p:sp>
          <p:sp>
            <p:nvSpPr>
              <p:cNvPr id="16" name="ïṡļïďé"/>
              <p:cNvSpPr txBox="1"/>
              <p:nvPr/>
            </p:nvSpPr>
            <p:spPr>
              <a:xfrm>
                <a:off x="4409284" y="3016863"/>
                <a:ext cx="3372474" cy="80108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000" dirty="0"/>
                  <a:t>Text </a:t>
                </a:r>
                <a:endParaRPr lang="en-US" sz="1000" dirty="0"/>
              </a:p>
            </p:txBody>
          </p:sp>
          <p:sp>
            <p:nvSpPr>
              <p:cNvPr id="17" name="îŝļíḍè"/>
              <p:cNvSpPr txBox="1"/>
              <p:nvPr/>
            </p:nvSpPr>
            <p:spPr>
              <a:xfrm>
                <a:off x="8142063" y="3016863"/>
                <a:ext cx="3372474" cy="80108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000" dirty="0"/>
                  <a:t>Text </a:t>
                </a:r>
                <a:endParaRPr lang="en-US" sz="1000" dirty="0"/>
              </a:p>
            </p:txBody>
          </p:sp>
          <p:sp>
            <p:nvSpPr>
              <p:cNvPr id="18" name="ïşḷîḋé"/>
              <p:cNvSpPr txBox="1"/>
              <p:nvPr/>
            </p:nvSpPr>
            <p:spPr>
              <a:xfrm>
                <a:off x="669925" y="3016863"/>
                <a:ext cx="3372474" cy="80108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000" dirty="0"/>
                  <a:t>Text </a:t>
                </a:r>
                <a:endParaRPr lang="en-US" sz="1000" dirty="0"/>
              </a:p>
            </p:txBody>
          </p:sp>
          <p:sp>
            <p:nvSpPr>
              <p:cNvPr id="19" name="íŝḻîde"/>
              <p:cNvSpPr txBox="1"/>
              <p:nvPr/>
            </p:nvSpPr>
            <p:spPr>
              <a:xfrm>
                <a:off x="4409284" y="4152549"/>
                <a:ext cx="3372474" cy="80108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000" dirty="0"/>
                  <a:t>Text </a:t>
                </a:r>
                <a:endParaRPr lang="en-US" sz="1000" dirty="0"/>
              </a:p>
            </p:txBody>
          </p:sp>
          <p:sp>
            <p:nvSpPr>
              <p:cNvPr id="20" name="íSḻîḓè"/>
              <p:cNvSpPr txBox="1"/>
              <p:nvPr/>
            </p:nvSpPr>
            <p:spPr>
              <a:xfrm>
                <a:off x="8142063" y="4152549"/>
                <a:ext cx="3372474" cy="80108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000" dirty="0"/>
                  <a:t>Text </a:t>
                </a:r>
                <a:endParaRPr lang="en-US" sz="1000" dirty="0"/>
              </a:p>
            </p:txBody>
          </p:sp>
          <p:sp>
            <p:nvSpPr>
              <p:cNvPr id="21" name="îšļîḍe"/>
              <p:cNvSpPr txBox="1"/>
              <p:nvPr/>
            </p:nvSpPr>
            <p:spPr>
              <a:xfrm>
                <a:off x="669925" y="4152549"/>
                <a:ext cx="3372474" cy="80108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000" dirty="0"/>
                  <a:t>Text </a:t>
                </a:r>
                <a:endParaRPr lang="en-US" sz="1000" dirty="0"/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22" name="8b1aa1f4-7de8-40d4-8175-4ed9b01e6e25" descr="MSkAAB+LCAAAAAAABADtmV1v2jAUhv9Ltt1RlDgGCnfppm7V1rUaVddq6kWaGHCXD5SYqh/iv88OCdiJDaYS2xJQb1r72D7nvK/jR+qr8Z48T5ExMIahm5BP2B0nbnhGUGi0jDPfGESzIGgZJzjycTT+nMSzaWoMfr0ul/EzPzGZfIyDOGFrI0ywG1y7wYyGVeKLsMr8xWiEPXQ1QSEqYq5wRJzIH05cn0aYbZPmk+DxhEQoTfOBi/sH5BFu2cBmUbN0Qvd8d3ra6x7b/Q7bLDvGnM9Zij56or8Xg0ZxYJ4j64K0WDbB15oPX7q0dYigRFKvsGQV2GL1pog4nocikme+KCgbr9RZpL88lHZlir7T7Vimi3ZmQ8ZdpSx6LD1EGJzfzVtqLRfibNSyCDvHEQ5nYR6WpXvuPnFDlrkYxL4fID7sLKLNeFyeYLGxRSkkoQecxknoEnrgqzn/sDIN7LZNmYxFProyOv7DLCUh7c12Wq7W8YLm6YByP476ko6AntneTkwhWUHRxZYSPYt8r9DTlhWyFXxtMjnWZp8duUo+z0CWdp2NCDq8Ea03G/EyTgmOo+00yhfxMl2jhGDPDZwAj6PMKgMmHSLehM5+iRP8EkdEnP+GRkyarwhN8/YN8Qs9buQGKWpxXmQCF7VlAxZd9gMFLsGPQoQwZil9UgprCTuvrLPqTS1Mb+m5Xp130ZY3eaK0uPre3FyihL04J89C+3PHl2O4D9HgyGx3iohb1S7SGNUuN8KLd5v/VTHcME7u1/qN941KH2ETudGqja+JcPZ64fge/03duCsh143TRF+28h3TU23tI/PfkGtHIFcIel3HkZKr1UhyZRpXBT9xvd+WJtSqL+c/qxts9WI0ldh7Ng9KYM9ACeiAEtADJSC8X6C+oAQOoLQrUFL5jffNxhdXbbQDKO0IlFS6cZroy1a+Y00Cpa4ASlb3uO+YUlACjQQlwIPSUnAGSqDJoKRbXJ1BqdPnQcneM1CydUDJ1gMlW3i/7PqCkn0ApV2BkspvvG82vrhqox1AaUegpNKN00RftvIdaxIoHQug1LG6PQdKQcluJCjZPCgtBWegZDcZlHSLqzMoQeFfb3DPQAnqgBLUAyUovF+wvqAED6C0K1BS+Y33zebPMeQ/x/AASrsHJZVunAobQWn5fSjfsb0EJdhIUCrdTA6UYJNBSbe4O/rzB1gfNosxKQAA"/>
          <p:cNvGrpSpPr>
            <a:grpSpLocks noChangeAspect="1"/>
          </p:cNvGrpSpPr>
          <p:nvPr/>
        </p:nvGrpSpPr>
        <p:grpSpPr>
          <a:xfrm>
            <a:off x="1785356" y="2456611"/>
            <a:ext cx="8619697" cy="2355941"/>
            <a:chOff x="1786152" y="2251030"/>
            <a:chExt cx="8619697" cy="2355941"/>
          </a:xfrm>
        </p:grpSpPr>
        <p:sp>
          <p:nvSpPr>
            <p:cNvPr id="23" name="RelativeShape1"/>
            <p:cNvSpPr/>
            <p:nvPr/>
          </p:nvSpPr>
          <p:spPr>
            <a:xfrm>
              <a:off x="5256917" y="2608982"/>
              <a:ext cx="4233924" cy="3014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4" name="RelativeShape2"/>
            <p:cNvSpPr/>
            <p:nvPr/>
          </p:nvSpPr>
          <p:spPr>
            <a:xfrm>
              <a:off x="5256917" y="3081947"/>
              <a:ext cx="4233924" cy="3014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5" name="RelativeShape3"/>
            <p:cNvSpPr/>
            <p:nvPr/>
          </p:nvSpPr>
          <p:spPr>
            <a:xfrm>
              <a:off x="5256917" y="3554912"/>
              <a:ext cx="4233924" cy="3014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6" name="RelativeShape4"/>
            <p:cNvSpPr/>
            <p:nvPr/>
          </p:nvSpPr>
          <p:spPr>
            <a:xfrm>
              <a:off x="5256917" y="4027877"/>
              <a:ext cx="4233924" cy="3014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7" name="AreaShape"/>
            <p:cNvSpPr/>
            <p:nvPr/>
          </p:nvSpPr>
          <p:spPr>
            <a:xfrm>
              <a:off x="1842134" y="2251030"/>
              <a:ext cx="8563715" cy="22745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8" name="ValueShape1"/>
            <p:cNvSpPr/>
            <p:nvPr/>
          </p:nvSpPr>
          <p:spPr>
            <a:xfrm>
              <a:off x="5256917" y="2608982"/>
              <a:ext cx="1058481" cy="30144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9" name="SorbShape1"/>
            <p:cNvSpPr/>
            <p:nvPr/>
          </p:nvSpPr>
          <p:spPr>
            <a:xfrm>
              <a:off x="6164198" y="2608982"/>
              <a:ext cx="302400" cy="30144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0" name="ValueText1"/>
            <p:cNvSpPr txBox="1"/>
            <p:nvPr/>
          </p:nvSpPr>
          <p:spPr>
            <a:xfrm>
              <a:off x="6557318" y="2631543"/>
              <a:ext cx="523414" cy="256320"/>
            </a:xfrm>
            <a:prstGeom prst="rect">
              <a:avLst/>
            </a:prstGeom>
            <a:noFill/>
          </p:spPr>
          <p:txBody>
            <a:bodyPr wrap="none" anchor="ctr" anchorCtr="0">
              <a:prstTxWarp prst="textPlain">
                <a:avLst/>
              </a:prstTxWarp>
              <a:normAutofit fontScale="25000" lnSpcReduction="20000"/>
            </a:bodyPr>
            <a:lstStyle/>
            <a:p>
              <a:r>
                <a:rPr lang="en-US" sz="600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25%</a:t>
              </a:r>
              <a:endParaRPr lang="en-US" sz="600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1" name="ValueBack1"/>
            <p:cNvSpPr/>
            <p:nvPr/>
          </p:nvSpPr>
          <p:spPr>
            <a:xfrm>
              <a:off x="4177007" y="2608982"/>
              <a:ext cx="1002401" cy="30144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TEXT HERE</a:t>
              </a:r>
              <a:endParaRPr lang="en-US" altLang="zh-CN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ValueShape2"/>
            <p:cNvSpPr/>
            <p:nvPr/>
          </p:nvSpPr>
          <p:spPr>
            <a:xfrm>
              <a:off x="5256917" y="3081947"/>
              <a:ext cx="3090765" cy="301442"/>
            </a:xfrm>
            <a:prstGeom prst="rect">
              <a:avLst/>
            </a:prstGeom>
            <a:solidFill>
              <a:schemeClr val="accent2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3" name="SorbShape2"/>
            <p:cNvSpPr/>
            <p:nvPr/>
          </p:nvSpPr>
          <p:spPr>
            <a:xfrm>
              <a:off x="8196482" y="3081947"/>
              <a:ext cx="302400" cy="301442"/>
            </a:xfrm>
            <a:prstGeom prst="ellipse">
              <a:avLst/>
            </a:prstGeom>
            <a:solidFill>
              <a:schemeClr val="accent2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4" name="ValueText2"/>
            <p:cNvSpPr txBox="1"/>
            <p:nvPr/>
          </p:nvSpPr>
          <p:spPr>
            <a:xfrm>
              <a:off x="8589602" y="3104508"/>
              <a:ext cx="523414" cy="256320"/>
            </a:xfrm>
            <a:prstGeom prst="rect">
              <a:avLst/>
            </a:prstGeom>
            <a:noFill/>
          </p:spPr>
          <p:txBody>
            <a:bodyPr wrap="none" anchor="ctr" anchorCtr="0">
              <a:prstTxWarp prst="textPlain">
                <a:avLst/>
              </a:prstTxWarp>
              <a:normAutofit fontScale="25000" lnSpcReduction="20000"/>
            </a:bodyPr>
            <a:lstStyle/>
            <a:p>
              <a:r>
                <a:rPr lang="en-US" sz="6000">
                  <a:solidFill>
                    <a:schemeClr val="accent2">
                      <a:lumMod val="100000"/>
                    </a:schemeClr>
                  </a:solidFill>
                  <a:latin typeface="Impact" panose="020B0806030902050204" pitchFamily="34" charset="0"/>
                </a:rPr>
                <a:t>73%</a:t>
              </a:r>
              <a:endParaRPr lang="en-US" sz="6000">
                <a:solidFill>
                  <a:schemeClr val="accent2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5" name="ValueBack2"/>
            <p:cNvSpPr/>
            <p:nvPr/>
          </p:nvSpPr>
          <p:spPr>
            <a:xfrm>
              <a:off x="4177007" y="3081947"/>
              <a:ext cx="1002401" cy="301442"/>
            </a:xfrm>
            <a:prstGeom prst="rect">
              <a:avLst/>
            </a:prstGeom>
            <a:solidFill>
              <a:schemeClr val="accent2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TEXT HERE</a:t>
              </a:r>
              <a:endParaRPr lang="en-US" altLang="zh-CN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36" name="ValueShape3"/>
            <p:cNvSpPr/>
            <p:nvPr/>
          </p:nvSpPr>
          <p:spPr>
            <a:xfrm>
              <a:off x="5256917" y="3554912"/>
              <a:ext cx="2498015" cy="301442"/>
            </a:xfrm>
            <a:prstGeom prst="rect">
              <a:avLst/>
            </a:prstGeom>
            <a:solidFill>
              <a:schemeClr val="accent4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7" name="SorbShape3"/>
            <p:cNvSpPr/>
            <p:nvPr/>
          </p:nvSpPr>
          <p:spPr>
            <a:xfrm>
              <a:off x="7603732" y="3554912"/>
              <a:ext cx="302400" cy="301442"/>
            </a:xfrm>
            <a:prstGeom prst="ellipse">
              <a:avLst/>
            </a:prstGeom>
            <a:solidFill>
              <a:schemeClr val="accent4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8" name="ValueText3"/>
            <p:cNvSpPr txBox="1"/>
            <p:nvPr/>
          </p:nvSpPr>
          <p:spPr>
            <a:xfrm>
              <a:off x="7996852" y="3577473"/>
              <a:ext cx="523414" cy="25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anchorCtr="0">
              <a:prstTxWarp prst="textPlain">
                <a:avLst/>
              </a:prstTxWarp>
              <a:normAutofit fontScale="25000" lnSpcReduction="20000"/>
            </a:bodyPr>
            <a:lstStyle/>
            <a:p>
              <a:r>
                <a:rPr lang="en-US" sz="6000" dirty="0">
                  <a:solidFill>
                    <a:schemeClr val="accent4">
                      <a:lumMod val="100000"/>
                    </a:schemeClr>
                  </a:solidFill>
                  <a:latin typeface="Impact" panose="020B0806030902050204" pitchFamily="34" charset="0"/>
                </a:rPr>
                <a:t>59%</a:t>
              </a:r>
              <a:endParaRPr lang="en-US" sz="6000" dirty="0">
                <a:solidFill>
                  <a:schemeClr val="accent4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9" name="ValueBack3"/>
            <p:cNvSpPr/>
            <p:nvPr/>
          </p:nvSpPr>
          <p:spPr>
            <a:xfrm>
              <a:off x="4177007" y="3554912"/>
              <a:ext cx="1002401" cy="301442"/>
            </a:xfrm>
            <a:prstGeom prst="rect">
              <a:avLst/>
            </a:prstGeom>
            <a:solidFill>
              <a:schemeClr val="accent4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TEXT HERE</a:t>
              </a:r>
              <a:endParaRPr lang="en-US" altLang="zh-CN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ValueShape4"/>
            <p:cNvSpPr/>
            <p:nvPr/>
          </p:nvSpPr>
          <p:spPr>
            <a:xfrm>
              <a:off x="5256917" y="4027877"/>
              <a:ext cx="1905266" cy="301442"/>
            </a:xfrm>
            <a:prstGeom prst="rect">
              <a:avLst/>
            </a:prstGeom>
            <a:solidFill>
              <a:schemeClr val="accent4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1" name="SorbShape4"/>
            <p:cNvSpPr/>
            <p:nvPr/>
          </p:nvSpPr>
          <p:spPr>
            <a:xfrm>
              <a:off x="7010983" y="4027877"/>
              <a:ext cx="302400" cy="301442"/>
            </a:xfrm>
            <a:prstGeom prst="ellipse">
              <a:avLst/>
            </a:prstGeom>
            <a:solidFill>
              <a:schemeClr val="accent4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2" name="ValueText4"/>
            <p:cNvSpPr txBox="1"/>
            <p:nvPr/>
          </p:nvSpPr>
          <p:spPr>
            <a:xfrm>
              <a:off x="7404103" y="4050438"/>
              <a:ext cx="523414" cy="256320"/>
            </a:xfrm>
            <a:prstGeom prst="rect">
              <a:avLst/>
            </a:prstGeom>
            <a:noFill/>
          </p:spPr>
          <p:txBody>
            <a:bodyPr wrap="none" anchor="ctr" anchorCtr="0">
              <a:prstTxWarp prst="textPlain">
                <a:avLst/>
              </a:prstTxWarp>
              <a:normAutofit fontScale="25000" lnSpcReduction="20000"/>
            </a:bodyPr>
            <a:lstStyle/>
            <a:p>
              <a:r>
                <a:rPr lang="en-US" sz="6000">
                  <a:solidFill>
                    <a:schemeClr val="accent4">
                      <a:lumMod val="100000"/>
                    </a:schemeClr>
                  </a:solidFill>
                  <a:latin typeface="Impact" panose="020B0806030902050204" pitchFamily="34" charset="0"/>
                </a:rPr>
                <a:t>45%</a:t>
              </a:r>
              <a:endParaRPr lang="en-US" sz="6000">
                <a:solidFill>
                  <a:schemeClr val="accent4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3" name="ValueBack4"/>
            <p:cNvSpPr/>
            <p:nvPr/>
          </p:nvSpPr>
          <p:spPr>
            <a:xfrm>
              <a:off x="4177007" y="4027877"/>
              <a:ext cx="1002401" cy="301442"/>
            </a:xfrm>
            <a:prstGeom prst="rect">
              <a:avLst/>
            </a:prstGeom>
            <a:solidFill>
              <a:schemeClr val="accent4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TEXT HERE</a:t>
              </a:r>
              <a:endParaRPr lang="en-US" altLang="zh-CN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44" name="BackShape"/>
            <p:cNvSpPr/>
            <p:nvPr/>
          </p:nvSpPr>
          <p:spPr>
            <a:xfrm>
              <a:off x="2502014" y="2683375"/>
              <a:ext cx="1005702" cy="1005702"/>
            </a:xfrm>
            <a:prstGeom prst="donut">
              <a:avLst>
                <a:gd name="adj" fmla="val 895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5" name="ValueShape"/>
            <p:cNvSpPr/>
            <p:nvPr/>
          </p:nvSpPr>
          <p:spPr>
            <a:xfrm>
              <a:off x="2427622" y="2608983"/>
              <a:ext cx="1154486" cy="1154486"/>
            </a:xfrm>
            <a:prstGeom prst="blockArc">
              <a:avLst>
                <a:gd name="adj1" fmla="val 16200000"/>
                <a:gd name="adj2" fmla="val 4536000"/>
                <a:gd name="adj3" fmla="val 20408"/>
              </a:avLst>
            </a:prstGeom>
            <a:solidFill>
              <a:srgbClr val="178AA1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6" name="IconShape"/>
            <p:cNvSpPr/>
            <p:nvPr/>
          </p:nvSpPr>
          <p:spPr bwMode="auto">
            <a:xfrm>
              <a:off x="2708240" y="2981992"/>
              <a:ext cx="593249" cy="408468"/>
            </a:xfrm>
            <a:custGeom>
              <a:avLst/>
              <a:gdLst>
                <a:gd name="T0" fmla="*/ 660 w 660"/>
                <a:gd name="T1" fmla="*/ 146 h 452"/>
                <a:gd name="T2" fmla="*/ 555 w 660"/>
                <a:gd name="T3" fmla="*/ 163 h 452"/>
                <a:gd name="T4" fmla="*/ 520 w 660"/>
                <a:gd name="T5" fmla="*/ 210 h 452"/>
                <a:gd name="T6" fmla="*/ 298 w 660"/>
                <a:gd name="T7" fmla="*/ 74 h 452"/>
                <a:gd name="T8" fmla="*/ 303 w 660"/>
                <a:gd name="T9" fmla="*/ 16 h 452"/>
                <a:gd name="T10" fmla="*/ 156 w 660"/>
                <a:gd name="T11" fmla="*/ 75 h 452"/>
                <a:gd name="T12" fmla="*/ 0 w 660"/>
                <a:gd name="T13" fmla="*/ 266 h 452"/>
                <a:gd name="T14" fmla="*/ 214 w 660"/>
                <a:gd name="T15" fmla="*/ 412 h 452"/>
                <a:gd name="T16" fmla="*/ 341 w 660"/>
                <a:gd name="T17" fmla="*/ 442 h 452"/>
                <a:gd name="T18" fmla="*/ 335 w 660"/>
                <a:gd name="T19" fmla="*/ 394 h 452"/>
                <a:gd name="T20" fmla="*/ 505 w 660"/>
                <a:gd name="T21" fmla="*/ 290 h 452"/>
                <a:gd name="T22" fmla="*/ 525 w 660"/>
                <a:gd name="T23" fmla="*/ 317 h 452"/>
                <a:gd name="T24" fmla="*/ 621 w 660"/>
                <a:gd name="T25" fmla="*/ 368 h 452"/>
                <a:gd name="T26" fmla="*/ 561 w 660"/>
                <a:gd name="T27" fmla="*/ 256 h 452"/>
                <a:gd name="T28" fmla="*/ 660 w 660"/>
                <a:gd name="T29" fmla="*/ 146 h 452"/>
                <a:gd name="T30" fmla="*/ 146 w 660"/>
                <a:gd name="T31" fmla="*/ 181 h 452"/>
                <a:gd name="T32" fmla="*/ 130 w 660"/>
                <a:gd name="T33" fmla="*/ 198 h 452"/>
                <a:gd name="T34" fmla="*/ 105 w 660"/>
                <a:gd name="T35" fmla="*/ 170 h 452"/>
                <a:gd name="T36" fmla="*/ 118 w 660"/>
                <a:gd name="T37" fmla="*/ 156 h 452"/>
                <a:gd name="T38" fmla="*/ 146 w 660"/>
                <a:gd name="T39" fmla="*/ 18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60" h="452">
                  <a:moveTo>
                    <a:pt x="660" y="146"/>
                  </a:moveTo>
                  <a:cubicBezTo>
                    <a:pt x="660" y="146"/>
                    <a:pt x="587" y="133"/>
                    <a:pt x="555" y="163"/>
                  </a:cubicBezTo>
                  <a:cubicBezTo>
                    <a:pt x="542" y="176"/>
                    <a:pt x="530" y="193"/>
                    <a:pt x="520" y="210"/>
                  </a:cubicBezTo>
                  <a:cubicBezTo>
                    <a:pt x="473" y="168"/>
                    <a:pt x="390" y="102"/>
                    <a:pt x="298" y="74"/>
                  </a:cubicBezTo>
                  <a:cubicBezTo>
                    <a:pt x="303" y="16"/>
                    <a:pt x="303" y="16"/>
                    <a:pt x="303" y="16"/>
                  </a:cubicBezTo>
                  <a:cubicBezTo>
                    <a:pt x="229" y="0"/>
                    <a:pt x="193" y="39"/>
                    <a:pt x="156" y="75"/>
                  </a:cubicBezTo>
                  <a:cubicBezTo>
                    <a:pt x="49" y="121"/>
                    <a:pt x="0" y="266"/>
                    <a:pt x="0" y="266"/>
                  </a:cubicBezTo>
                  <a:cubicBezTo>
                    <a:pt x="0" y="266"/>
                    <a:pt x="114" y="386"/>
                    <a:pt x="214" y="412"/>
                  </a:cubicBezTo>
                  <a:cubicBezTo>
                    <a:pt x="245" y="434"/>
                    <a:pt x="280" y="452"/>
                    <a:pt x="341" y="442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95" y="367"/>
                    <a:pt x="461" y="323"/>
                    <a:pt x="505" y="290"/>
                  </a:cubicBezTo>
                  <a:cubicBezTo>
                    <a:pt x="510" y="298"/>
                    <a:pt x="516" y="307"/>
                    <a:pt x="525" y="317"/>
                  </a:cubicBezTo>
                  <a:cubicBezTo>
                    <a:pt x="558" y="352"/>
                    <a:pt x="621" y="368"/>
                    <a:pt x="621" y="368"/>
                  </a:cubicBezTo>
                  <a:cubicBezTo>
                    <a:pt x="561" y="256"/>
                    <a:pt x="561" y="256"/>
                    <a:pt x="561" y="256"/>
                  </a:cubicBezTo>
                  <a:lnTo>
                    <a:pt x="660" y="146"/>
                  </a:lnTo>
                  <a:close/>
                  <a:moveTo>
                    <a:pt x="146" y="181"/>
                  </a:moveTo>
                  <a:cubicBezTo>
                    <a:pt x="145" y="189"/>
                    <a:pt x="138" y="196"/>
                    <a:pt x="130" y="198"/>
                  </a:cubicBezTo>
                  <a:cubicBezTo>
                    <a:pt x="114" y="201"/>
                    <a:pt x="100" y="186"/>
                    <a:pt x="105" y="170"/>
                  </a:cubicBezTo>
                  <a:cubicBezTo>
                    <a:pt x="107" y="163"/>
                    <a:pt x="112" y="158"/>
                    <a:pt x="118" y="156"/>
                  </a:cubicBezTo>
                  <a:cubicBezTo>
                    <a:pt x="134" y="151"/>
                    <a:pt x="150" y="165"/>
                    <a:pt x="146" y="181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7" name="CustomText1"/>
            <p:cNvSpPr txBox="1"/>
            <p:nvPr/>
          </p:nvSpPr>
          <p:spPr>
            <a:xfrm>
              <a:off x="1786152" y="3628643"/>
              <a:ext cx="1650500" cy="487283"/>
            </a:xfrm>
            <a:prstGeom prst="rect">
              <a:avLst/>
            </a:prstGeom>
            <a:noFill/>
          </p:spPr>
          <p:txBody>
            <a:bodyPr wrap="none" tIns="46800" bIns="46800" anchor="b">
              <a:normAutofit/>
            </a:bodyPr>
            <a:lstStyle/>
            <a:p>
              <a:pPr algn="ctr"/>
              <a:r>
                <a:rPr lang="en-US" altLang="zh-CN" sz="1600" b="1" dirty="0"/>
                <a:t>Text here</a:t>
              </a:r>
              <a:endParaRPr lang="en-US" altLang="zh-CN" sz="1600" b="1" dirty="0"/>
            </a:p>
          </p:txBody>
        </p:sp>
        <p:sp>
          <p:nvSpPr>
            <p:cNvPr id="48" name="CustomText2"/>
            <p:cNvSpPr txBox="1"/>
            <p:nvPr/>
          </p:nvSpPr>
          <p:spPr>
            <a:xfrm>
              <a:off x="1786152" y="4119688"/>
              <a:ext cx="1650500" cy="487283"/>
            </a:xfrm>
            <a:prstGeom prst="rect">
              <a:avLst/>
            </a:prstGeom>
            <a:noFill/>
          </p:spPr>
          <p:txBody>
            <a:bodyPr wrap="none" tIns="46800" bIns="46800" anchor="t">
              <a:normAutofit/>
            </a:bodyPr>
            <a:lstStyle/>
            <a:p>
              <a:pPr lvl="0" algn="ctr">
                <a:defRPr/>
              </a:pPr>
              <a:r>
                <a:rPr lang="en-US" altLang="zh-CN" sz="1100" dirty="0">
                  <a:solidFill>
                    <a:srgbClr val="404040"/>
                  </a:solidFill>
                </a:rPr>
                <a:t>Supporting text here</a:t>
              </a:r>
              <a:endParaRPr lang="en-US" altLang="zh-CN" sz="1100" dirty="0">
                <a:solidFill>
                  <a:srgbClr val="404040"/>
                </a:solidFill>
              </a:endParaRPr>
            </a:p>
          </p:txBody>
        </p:sp>
        <p:cxnSp>
          <p:nvCxnSpPr>
            <p:cNvPr id="49" name="ExtraShape"/>
            <p:cNvCxnSpPr/>
            <p:nvPr/>
          </p:nvCxnSpPr>
          <p:spPr>
            <a:xfrm>
              <a:off x="2110780" y="4115926"/>
              <a:ext cx="100124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ValueText"/>
            <p:cNvSpPr txBox="1"/>
            <p:nvPr/>
          </p:nvSpPr>
          <p:spPr>
            <a:xfrm>
              <a:off x="3357328" y="3826116"/>
              <a:ext cx="618191" cy="463643"/>
            </a:xfrm>
            <a:prstGeom prst="rect">
              <a:avLst/>
            </a:prstGeom>
            <a:noFill/>
          </p:spPr>
          <p:txBody>
            <a:bodyPr wrap="none" anchor="ctr" anchorCtr="0">
              <a:prstTxWarp prst="textPlain">
                <a:avLst/>
              </a:prstTxWarp>
              <a:normAutofit fontScale="47500" lnSpcReduction="20000"/>
            </a:bodyPr>
            <a:lstStyle/>
            <a:p>
              <a:r>
                <a:rPr lang="en-US" sz="6000">
                  <a:solidFill>
                    <a:srgbClr val="404040"/>
                  </a:solidFill>
                  <a:latin typeface="Impact" panose="020B0806030902050204" pitchFamily="34" charset="0"/>
                </a:rPr>
                <a:t>46%</a:t>
              </a:r>
              <a:endParaRPr lang="en-US" sz="6000">
                <a:solidFill>
                  <a:srgbClr val="404040"/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51" name="ExtraShape"/>
            <p:cNvCxnSpPr/>
            <p:nvPr/>
          </p:nvCxnSpPr>
          <p:spPr>
            <a:xfrm>
              <a:off x="4049093" y="2608982"/>
              <a:ext cx="0" cy="1680777"/>
            </a:xfrm>
            <a:prstGeom prst="line">
              <a:avLst/>
            </a:prstGeom>
            <a:ln w="222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53604" y="1790699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/04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c99bb199-d781-4f46-8377-18a95437717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6650" y="1411451"/>
            <a:ext cx="10843838" cy="4105950"/>
            <a:chOff x="676650" y="1411451"/>
            <a:chExt cx="10843838" cy="4105950"/>
          </a:xfrm>
        </p:grpSpPr>
        <p:sp>
          <p:nvSpPr>
            <p:cNvPr id="6" name="íṣ1îḑe"/>
            <p:cNvSpPr txBox="1"/>
            <p:nvPr/>
          </p:nvSpPr>
          <p:spPr>
            <a:xfrm>
              <a:off x="2631000" y="1411451"/>
              <a:ext cx="6930000" cy="1224136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400"/>
                <a:t>Unified fonts make reading more fluent.</a:t>
              </a:r>
              <a:endParaRPr lang="en-US" altLang="zh-CN" sz="1400"/>
            </a:p>
            <a:p>
              <a:pPr algn="ctr">
                <a:lnSpc>
                  <a:spcPct val="150000"/>
                </a:lnSpc>
              </a:pPr>
              <a:r>
                <a:rPr lang="en-US" altLang="zh-CN" sz="1700" b="1"/>
                <a:t>Theme color makes PPT more convenient to change.</a:t>
              </a:r>
              <a:endParaRPr lang="en-US" altLang="zh-CN" sz="1700" b="1"/>
            </a:p>
            <a:p>
              <a:pPr algn="ctr">
                <a:lnSpc>
                  <a:spcPct val="150000"/>
                </a:lnSpc>
              </a:pPr>
              <a:r>
                <a:rPr lang="en-US" altLang="zh-CN" sz="1400"/>
                <a:t>Adjust the spacing to adapt to Chinese typesetting, use the reference line in PPT.</a:t>
              </a:r>
              <a:endParaRPr lang="en-US" altLang="zh-CN" sz="1600" b="1" dirty="0"/>
            </a:p>
          </p:txBody>
        </p:sp>
        <p:grpSp>
          <p:nvGrpSpPr>
            <p:cNvPr id="7" name="íśļiḋé"/>
            <p:cNvGrpSpPr/>
            <p:nvPr/>
          </p:nvGrpSpPr>
          <p:grpSpPr>
            <a:xfrm>
              <a:off x="676650" y="2864734"/>
              <a:ext cx="3484350" cy="2652667"/>
              <a:chOff x="676650" y="3386332"/>
              <a:chExt cx="3484350" cy="2652667"/>
            </a:xfrm>
          </p:grpSpPr>
          <p:sp>
            <p:nvSpPr>
              <p:cNvPr id="16" name="iś1îḑê"/>
              <p:cNvSpPr/>
              <p:nvPr/>
            </p:nvSpPr>
            <p:spPr>
              <a:xfrm>
                <a:off x="676652" y="3608092"/>
                <a:ext cx="3484348" cy="2430907"/>
              </a:xfrm>
              <a:prstGeom prst="roundRect">
                <a:avLst>
                  <a:gd name="adj" fmla="val 2415"/>
                </a:avLst>
              </a:prstGeom>
              <a:gradFill flip="none" rotWithShape="1">
                <a:gsLst>
                  <a:gs pos="0">
                    <a:schemeClr val="accent1">
                      <a:alpha val="2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8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anchor="ctr" anchorCtr="1">
                <a:normAutofit/>
              </a:bodyPr>
              <a:lstStyle/>
              <a:p>
                <a:pPr>
                  <a:lnSpc>
                    <a:spcPct val="130000"/>
                  </a:lnSpc>
                  <a:defRPr/>
                </a:pPr>
                <a:endParaRPr lang="zh-CN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7" name="îṣļïḍé"/>
              <p:cNvSpPr/>
              <p:nvPr/>
            </p:nvSpPr>
            <p:spPr>
              <a:xfrm>
                <a:off x="676650" y="3386332"/>
                <a:ext cx="3484350" cy="44352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sz="1400" b="1">
                    <a:solidFill>
                      <a:schemeClr val="bg1"/>
                    </a:solidFill>
                  </a:rPr>
                  <a:t>Key words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íṥļiḋé"/>
              <p:cNvSpPr/>
              <p:nvPr/>
            </p:nvSpPr>
            <p:spPr>
              <a:xfrm>
                <a:off x="676650" y="4058999"/>
                <a:ext cx="3484348" cy="1979999"/>
              </a:xfrm>
              <a:prstGeom prst="rect">
                <a:avLst/>
              </a:prstGeom>
            </p:spPr>
            <p:txBody>
              <a:bodyPr wrap="square">
                <a:normAutofit/>
              </a:bodyPr>
              <a:lstStyle/>
              <a:p>
                <a:pPr marL="171450" indent="-171450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05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Supporting text here.</a:t>
                </a:r>
                <a:endParaRPr lang="en-US" altLang="zh-CN" sz="105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171450" indent="-171450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altLang="zh-CN" sz="105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171450" indent="-171450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05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You can use the icon library in iSlide  (www.islide.cc) to filter and replace existing icon elements with one click.</a:t>
                </a:r>
                <a:endPara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8" name="íṡḻïḓe"/>
            <p:cNvGrpSpPr/>
            <p:nvPr/>
          </p:nvGrpSpPr>
          <p:grpSpPr>
            <a:xfrm>
              <a:off x="4356394" y="2864734"/>
              <a:ext cx="3484350" cy="2652667"/>
              <a:chOff x="676650" y="3386332"/>
              <a:chExt cx="3484350" cy="2652667"/>
            </a:xfrm>
          </p:grpSpPr>
          <p:sp>
            <p:nvSpPr>
              <p:cNvPr id="13" name="íŝḷïḓê"/>
              <p:cNvSpPr/>
              <p:nvPr/>
            </p:nvSpPr>
            <p:spPr>
              <a:xfrm>
                <a:off x="676652" y="3608092"/>
                <a:ext cx="3484348" cy="2430907"/>
              </a:xfrm>
              <a:prstGeom prst="roundRect">
                <a:avLst>
                  <a:gd name="adj" fmla="val 2415"/>
                </a:avLst>
              </a:prstGeom>
              <a:gradFill flip="none" rotWithShape="1">
                <a:gsLst>
                  <a:gs pos="0">
                    <a:schemeClr val="accent3">
                      <a:alpha val="23000"/>
                    </a:schemeClr>
                  </a:gs>
                  <a:gs pos="100000">
                    <a:schemeClr val="accent3">
                      <a:alpha val="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8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anchor="ctr" anchorCtr="1">
                <a:normAutofit/>
              </a:bodyPr>
              <a:lstStyle/>
              <a:p>
                <a:pPr marL="171450" indent="-171450" defTabSz="9144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zh-CN" altLang="en-US" sz="900" dirty="0">
                  <a:solidFill>
                    <a:schemeClr val="dk1">
                      <a:lumMod val="100000"/>
                    </a:schemeClr>
                  </a:solidFill>
                </a:endParaRPr>
              </a:p>
            </p:txBody>
          </p:sp>
          <p:sp>
            <p:nvSpPr>
              <p:cNvPr id="14" name="íşľíḓé"/>
              <p:cNvSpPr/>
              <p:nvPr/>
            </p:nvSpPr>
            <p:spPr>
              <a:xfrm>
                <a:off x="676650" y="3386332"/>
                <a:ext cx="3484350" cy="44352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sz="1400" b="1">
                    <a:solidFill>
                      <a:schemeClr val="bg1"/>
                    </a:solidFill>
                  </a:rPr>
                  <a:t>Key words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ï$lïḍé"/>
              <p:cNvSpPr/>
              <p:nvPr/>
            </p:nvSpPr>
            <p:spPr>
              <a:xfrm>
                <a:off x="676650" y="4058999"/>
                <a:ext cx="3484348" cy="1979999"/>
              </a:xfrm>
              <a:prstGeom prst="rect">
                <a:avLst/>
              </a:prstGeom>
            </p:spPr>
            <p:txBody>
              <a:bodyPr wrap="square">
                <a:normAutofit/>
              </a:bodyPr>
              <a:lstStyle/>
              <a:p>
                <a:pPr marL="171450" indent="-171450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05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Supporting text here.</a:t>
                </a:r>
                <a:endParaRPr lang="en-US" altLang="zh-CN" sz="105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171450" indent="-171450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altLang="zh-CN" sz="105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171450" indent="-171450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05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You can use the icon library in iSlide  (www.islide.cc) to filter and replace existing icon elements with one click.</a:t>
                </a:r>
                <a:endPara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9" name="íṩ1ïdè"/>
            <p:cNvGrpSpPr/>
            <p:nvPr/>
          </p:nvGrpSpPr>
          <p:grpSpPr>
            <a:xfrm>
              <a:off x="8036138" y="2864734"/>
              <a:ext cx="3484350" cy="2652667"/>
              <a:chOff x="676650" y="3386332"/>
              <a:chExt cx="3484350" cy="2652667"/>
            </a:xfrm>
          </p:grpSpPr>
          <p:sp>
            <p:nvSpPr>
              <p:cNvPr id="10" name="işḷiḑe"/>
              <p:cNvSpPr/>
              <p:nvPr/>
            </p:nvSpPr>
            <p:spPr>
              <a:xfrm>
                <a:off x="676652" y="3608092"/>
                <a:ext cx="3484348" cy="2430907"/>
              </a:xfrm>
              <a:prstGeom prst="roundRect">
                <a:avLst>
                  <a:gd name="adj" fmla="val 2415"/>
                </a:avLst>
              </a:prstGeom>
              <a:gradFill flip="none" rotWithShape="1">
                <a:gsLst>
                  <a:gs pos="0">
                    <a:schemeClr val="accent1">
                      <a:alpha val="2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ln w="3175">
                <a:solidFill>
                  <a:schemeClr val="bg1">
                    <a:lumMod val="8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anchor="ctr" anchorCtr="1">
                <a:normAutofit/>
              </a:bodyPr>
              <a:lstStyle/>
              <a:p>
                <a:pPr>
                  <a:lnSpc>
                    <a:spcPct val="130000"/>
                  </a:lnSpc>
                  <a:defRPr/>
                </a:pPr>
                <a:endParaRPr lang="zh-CN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1" name="ïślíďê"/>
              <p:cNvSpPr/>
              <p:nvPr/>
            </p:nvSpPr>
            <p:spPr>
              <a:xfrm>
                <a:off x="676650" y="3386332"/>
                <a:ext cx="3484350" cy="44352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sz="1400" b="1">
                    <a:solidFill>
                      <a:schemeClr val="bg1"/>
                    </a:solidFill>
                  </a:rPr>
                  <a:t>Key words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ï$ľíḍê"/>
              <p:cNvSpPr/>
              <p:nvPr/>
            </p:nvSpPr>
            <p:spPr>
              <a:xfrm>
                <a:off x="676650" y="4058999"/>
                <a:ext cx="3484348" cy="1979999"/>
              </a:xfrm>
              <a:prstGeom prst="rect">
                <a:avLst/>
              </a:prstGeom>
            </p:spPr>
            <p:txBody>
              <a:bodyPr wrap="square">
                <a:normAutofit/>
              </a:bodyPr>
              <a:lstStyle/>
              <a:p>
                <a:pPr marL="171450" indent="-171450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05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Supporting text here.</a:t>
                </a:r>
                <a:endParaRPr lang="en-US" altLang="zh-CN" sz="105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171450" indent="-171450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altLang="zh-CN" sz="105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171450" indent="-171450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05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You can use the icon library in iSlide  (www.islide.cc) to filter and replace existing icon elements with one click.</a:t>
                </a:r>
                <a:endPara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0e98d43a-3b24-4b77-a27d-57234d867fa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171577" y="2069688"/>
            <a:ext cx="9848848" cy="2718623"/>
            <a:chOff x="1564184" y="3002929"/>
            <a:chExt cx="9063634" cy="2501875"/>
          </a:xfrm>
        </p:grpSpPr>
        <p:sp>
          <p:nvSpPr>
            <p:cNvPr id="6" name="ï$1ídè"/>
            <p:cNvSpPr txBox="1"/>
            <p:nvPr/>
          </p:nvSpPr>
          <p:spPr>
            <a:xfrm>
              <a:off x="2011110" y="4001189"/>
              <a:ext cx="1602330" cy="3021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anchor="t" anchorCtr="0">
              <a:normAutofit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altLang="zh-CN" sz="1400" b="1" i="0" u="none" strike="noStrike" cap="none" baseline="0" dirty="0"/>
                <a:t>Text here</a:t>
              </a:r>
              <a:endParaRPr lang="zh-CN" altLang="en-US" sz="1400" b="1" i="0" u="none" strike="noStrike" cap="none" baseline="0" dirty="0"/>
            </a:p>
          </p:txBody>
        </p:sp>
        <p:sp>
          <p:nvSpPr>
            <p:cNvPr id="7" name="îşḻíḍé"/>
            <p:cNvSpPr txBox="1"/>
            <p:nvPr/>
          </p:nvSpPr>
          <p:spPr>
            <a:xfrm>
              <a:off x="2011110" y="4303323"/>
              <a:ext cx="1602330" cy="511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ctr" anchorCtr="1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dirty="0"/>
                <a:t>Copy paste fonts. Choose the only option to retain text.</a:t>
              </a:r>
              <a:endParaRPr lang="en-US" altLang="zh-CN" sz="900" dirty="0"/>
            </a:p>
          </p:txBody>
        </p:sp>
        <p:sp>
          <p:nvSpPr>
            <p:cNvPr id="8" name="iṥḻíḍe"/>
            <p:cNvSpPr txBox="1"/>
            <p:nvPr/>
          </p:nvSpPr>
          <p:spPr>
            <a:xfrm>
              <a:off x="4222686" y="4001189"/>
              <a:ext cx="1602330" cy="3021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anchor="t" anchorCtr="0">
              <a:normAutofit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altLang="zh-CN" sz="1400" b="1" i="0" u="none" strike="noStrike" cap="none" baseline="0" dirty="0"/>
                <a:t>Text here</a:t>
              </a:r>
              <a:endParaRPr lang="zh-CN" altLang="en-US" sz="1400" b="1" i="0" u="none" strike="noStrike" cap="none" baseline="0" dirty="0"/>
            </a:p>
          </p:txBody>
        </p:sp>
        <p:sp>
          <p:nvSpPr>
            <p:cNvPr id="9" name="işļiḑè"/>
            <p:cNvSpPr txBox="1"/>
            <p:nvPr/>
          </p:nvSpPr>
          <p:spPr>
            <a:xfrm>
              <a:off x="4222686" y="4303323"/>
              <a:ext cx="1602330" cy="511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ctr" anchorCtr="1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dirty="0"/>
                <a:t>Copy paste fonts. Choose the only option to retain text.</a:t>
              </a:r>
              <a:endParaRPr lang="en-US" altLang="zh-CN" sz="900" dirty="0"/>
            </a:p>
          </p:txBody>
        </p:sp>
        <p:sp>
          <p:nvSpPr>
            <p:cNvPr id="10" name="íšľidè"/>
            <p:cNvSpPr txBox="1"/>
            <p:nvPr/>
          </p:nvSpPr>
          <p:spPr>
            <a:xfrm>
              <a:off x="6425193" y="4001189"/>
              <a:ext cx="1602330" cy="3021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anchor="t" anchorCtr="0">
              <a:normAutofit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altLang="zh-CN" sz="1400" b="1" i="0" u="none" strike="noStrike" cap="none" baseline="0" dirty="0"/>
                <a:t>Text here</a:t>
              </a:r>
              <a:endParaRPr lang="zh-CN" altLang="en-US" sz="1400" b="1" i="0" u="none" strike="noStrike" cap="none" baseline="0" dirty="0"/>
            </a:p>
          </p:txBody>
        </p:sp>
        <p:sp>
          <p:nvSpPr>
            <p:cNvPr id="11" name="ïşliḑe"/>
            <p:cNvSpPr txBox="1"/>
            <p:nvPr/>
          </p:nvSpPr>
          <p:spPr>
            <a:xfrm>
              <a:off x="6425193" y="4303323"/>
              <a:ext cx="1602330" cy="511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ctr" anchorCtr="1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dirty="0"/>
                <a:t>Copy paste fonts. Choose the only option to retain text.</a:t>
              </a:r>
              <a:endParaRPr lang="en-US" altLang="zh-CN" sz="900" dirty="0"/>
            </a:p>
          </p:txBody>
        </p:sp>
        <p:sp>
          <p:nvSpPr>
            <p:cNvPr id="12" name="ïşliḍè"/>
            <p:cNvSpPr txBox="1"/>
            <p:nvPr/>
          </p:nvSpPr>
          <p:spPr>
            <a:xfrm>
              <a:off x="8589514" y="4001189"/>
              <a:ext cx="1602330" cy="3021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anchor="t" anchorCtr="0">
              <a:normAutofit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altLang="zh-CN" sz="1400" b="1" i="0" u="none" strike="noStrike" cap="none" baseline="0" dirty="0"/>
                <a:t>Text here</a:t>
              </a:r>
              <a:endParaRPr lang="zh-CN" altLang="en-US" sz="1400" b="1" i="0" u="none" strike="noStrike" cap="none" baseline="0" dirty="0"/>
            </a:p>
          </p:txBody>
        </p:sp>
        <p:sp>
          <p:nvSpPr>
            <p:cNvPr id="13" name="îşḻíḓe"/>
            <p:cNvSpPr txBox="1"/>
            <p:nvPr/>
          </p:nvSpPr>
          <p:spPr>
            <a:xfrm>
              <a:off x="8589514" y="4303323"/>
              <a:ext cx="1602330" cy="511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ctr" anchorCtr="1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900" dirty="0"/>
                <a:t>Copy paste fonts. Choose the only option to retain text.</a:t>
              </a:r>
              <a:endParaRPr lang="en-US" altLang="zh-CN" sz="900" dirty="0"/>
            </a:p>
          </p:txBody>
        </p:sp>
        <p:sp>
          <p:nvSpPr>
            <p:cNvPr id="14" name="íš1ïďe"/>
            <p:cNvSpPr/>
            <p:nvPr/>
          </p:nvSpPr>
          <p:spPr>
            <a:xfrm>
              <a:off x="3752128" y="3002929"/>
              <a:ext cx="2505254" cy="125251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30583"/>
                  </a:moveTo>
                  <a:cubicBezTo>
                    <a:pt x="84688" y="30583"/>
                    <a:pt x="104705" y="70616"/>
                    <a:pt x="104705" y="120000"/>
                  </a:cubicBezTo>
                  <a:lnTo>
                    <a:pt x="120000" y="120000"/>
                  </a:lnTo>
                  <a:cubicBezTo>
                    <a:pt x="120000" y="53727"/>
                    <a:pt x="93138" y="0"/>
                    <a:pt x="60000" y="0"/>
                  </a:cubicBezTo>
                  <a:cubicBezTo>
                    <a:pt x="26861" y="0"/>
                    <a:pt x="0" y="53727"/>
                    <a:pt x="0" y="120000"/>
                  </a:cubicBezTo>
                  <a:lnTo>
                    <a:pt x="15294" y="120000"/>
                  </a:lnTo>
                  <a:cubicBezTo>
                    <a:pt x="15294" y="70616"/>
                    <a:pt x="35311" y="30583"/>
                    <a:pt x="60000" y="305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5" name="îšļïde"/>
            <p:cNvSpPr/>
            <p:nvPr/>
          </p:nvSpPr>
          <p:spPr>
            <a:xfrm>
              <a:off x="8122564" y="3002929"/>
              <a:ext cx="2505254" cy="125251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30583"/>
                  </a:moveTo>
                  <a:cubicBezTo>
                    <a:pt x="84688" y="30583"/>
                    <a:pt x="104705" y="70616"/>
                    <a:pt x="104705" y="120000"/>
                  </a:cubicBezTo>
                  <a:lnTo>
                    <a:pt x="120000" y="120000"/>
                  </a:lnTo>
                  <a:cubicBezTo>
                    <a:pt x="120000" y="53727"/>
                    <a:pt x="93138" y="0"/>
                    <a:pt x="60000" y="0"/>
                  </a:cubicBezTo>
                  <a:cubicBezTo>
                    <a:pt x="26861" y="0"/>
                    <a:pt x="0" y="53727"/>
                    <a:pt x="0" y="120000"/>
                  </a:cubicBezTo>
                  <a:lnTo>
                    <a:pt x="15294" y="120000"/>
                  </a:lnTo>
                  <a:cubicBezTo>
                    <a:pt x="15294" y="70616"/>
                    <a:pt x="35311" y="30583"/>
                    <a:pt x="60000" y="305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6" name="iṣḻîḑé"/>
            <p:cNvSpPr/>
            <p:nvPr/>
          </p:nvSpPr>
          <p:spPr>
            <a:xfrm>
              <a:off x="5940075" y="4252290"/>
              <a:ext cx="2505254" cy="125251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89416"/>
                  </a:moveTo>
                  <a:cubicBezTo>
                    <a:pt x="35311" y="89416"/>
                    <a:pt x="15294" y="49383"/>
                    <a:pt x="15294" y="0"/>
                  </a:cubicBezTo>
                  <a:lnTo>
                    <a:pt x="0" y="0"/>
                  </a:lnTo>
                  <a:cubicBezTo>
                    <a:pt x="0" y="66272"/>
                    <a:pt x="26861" y="120000"/>
                    <a:pt x="60000" y="120000"/>
                  </a:cubicBezTo>
                  <a:cubicBezTo>
                    <a:pt x="93138" y="120000"/>
                    <a:pt x="120000" y="66272"/>
                    <a:pt x="120000" y="0"/>
                  </a:cubicBezTo>
                  <a:lnTo>
                    <a:pt x="104705" y="0"/>
                  </a:lnTo>
                  <a:cubicBezTo>
                    <a:pt x="104705" y="49383"/>
                    <a:pt x="84688" y="89416"/>
                    <a:pt x="60000" y="894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íş1îḑè"/>
            <p:cNvSpPr/>
            <p:nvPr/>
          </p:nvSpPr>
          <p:spPr>
            <a:xfrm>
              <a:off x="1564184" y="4252290"/>
              <a:ext cx="2505254" cy="125251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89416"/>
                  </a:moveTo>
                  <a:cubicBezTo>
                    <a:pt x="35311" y="89416"/>
                    <a:pt x="15294" y="49383"/>
                    <a:pt x="15294" y="0"/>
                  </a:cubicBezTo>
                  <a:lnTo>
                    <a:pt x="0" y="0"/>
                  </a:lnTo>
                  <a:cubicBezTo>
                    <a:pt x="0" y="66272"/>
                    <a:pt x="26861" y="120000"/>
                    <a:pt x="60000" y="120000"/>
                  </a:cubicBezTo>
                  <a:cubicBezTo>
                    <a:pt x="93138" y="120000"/>
                    <a:pt x="120000" y="66272"/>
                    <a:pt x="120000" y="0"/>
                  </a:cubicBezTo>
                  <a:lnTo>
                    <a:pt x="104705" y="0"/>
                  </a:lnTo>
                  <a:cubicBezTo>
                    <a:pt x="104705" y="49383"/>
                    <a:pt x="84688" y="89416"/>
                    <a:pt x="60000" y="894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8" name="ïşľíḋé"/>
            <p:cNvSpPr/>
            <p:nvPr/>
          </p:nvSpPr>
          <p:spPr>
            <a:xfrm>
              <a:off x="1564184" y="3002929"/>
              <a:ext cx="2505254" cy="125251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30583"/>
                  </a:moveTo>
                  <a:cubicBezTo>
                    <a:pt x="84688" y="30583"/>
                    <a:pt x="104705" y="70616"/>
                    <a:pt x="104705" y="120000"/>
                  </a:cubicBezTo>
                  <a:lnTo>
                    <a:pt x="120000" y="120000"/>
                  </a:lnTo>
                  <a:cubicBezTo>
                    <a:pt x="120000" y="53727"/>
                    <a:pt x="93138" y="0"/>
                    <a:pt x="60000" y="0"/>
                  </a:cubicBezTo>
                  <a:cubicBezTo>
                    <a:pt x="26861" y="0"/>
                    <a:pt x="0" y="53727"/>
                    <a:pt x="0" y="120000"/>
                  </a:cubicBezTo>
                  <a:lnTo>
                    <a:pt x="15294" y="120000"/>
                  </a:lnTo>
                  <a:cubicBezTo>
                    <a:pt x="15294" y="70616"/>
                    <a:pt x="35311" y="30583"/>
                    <a:pt x="60000" y="30583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9" name="íS1iḓe"/>
            <p:cNvSpPr/>
            <p:nvPr/>
          </p:nvSpPr>
          <p:spPr>
            <a:xfrm>
              <a:off x="5940075" y="3002929"/>
              <a:ext cx="2505254" cy="125251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30583"/>
                  </a:moveTo>
                  <a:cubicBezTo>
                    <a:pt x="84688" y="30583"/>
                    <a:pt x="104705" y="70616"/>
                    <a:pt x="104705" y="120000"/>
                  </a:cubicBezTo>
                  <a:lnTo>
                    <a:pt x="120000" y="120000"/>
                  </a:lnTo>
                  <a:cubicBezTo>
                    <a:pt x="120000" y="53727"/>
                    <a:pt x="93138" y="0"/>
                    <a:pt x="60000" y="0"/>
                  </a:cubicBezTo>
                  <a:cubicBezTo>
                    <a:pt x="26861" y="0"/>
                    <a:pt x="0" y="53727"/>
                    <a:pt x="0" y="120000"/>
                  </a:cubicBezTo>
                  <a:lnTo>
                    <a:pt x="15294" y="120000"/>
                  </a:lnTo>
                  <a:cubicBezTo>
                    <a:pt x="15294" y="70616"/>
                    <a:pt x="35311" y="30583"/>
                    <a:pt x="60000" y="30583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0" name="íş1iḑé"/>
            <p:cNvSpPr/>
            <p:nvPr/>
          </p:nvSpPr>
          <p:spPr>
            <a:xfrm>
              <a:off x="8122564" y="4252290"/>
              <a:ext cx="2505254" cy="125251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89416"/>
                  </a:moveTo>
                  <a:cubicBezTo>
                    <a:pt x="35311" y="89416"/>
                    <a:pt x="15294" y="49383"/>
                    <a:pt x="15294" y="0"/>
                  </a:cubicBezTo>
                  <a:lnTo>
                    <a:pt x="0" y="0"/>
                  </a:lnTo>
                  <a:cubicBezTo>
                    <a:pt x="0" y="66272"/>
                    <a:pt x="26861" y="120000"/>
                    <a:pt x="60000" y="120000"/>
                  </a:cubicBezTo>
                  <a:cubicBezTo>
                    <a:pt x="93138" y="120000"/>
                    <a:pt x="120000" y="66272"/>
                    <a:pt x="120000" y="0"/>
                  </a:cubicBezTo>
                  <a:lnTo>
                    <a:pt x="104705" y="0"/>
                  </a:lnTo>
                  <a:cubicBezTo>
                    <a:pt x="104705" y="49383"/>
                    <a:pt x="84688" y="89416"/>
                    <a:pt x="60000" y="89416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1" name="îšḻidê"/>
            <p:cNvSpPr/>
            <p:nvPr/>
          </p:nvSpPr>
          <p:spPr>
            <a:xfrm>
              <a:off x="3752128" y="4252290"/>
              <a:ext cx="2505254" cy="125251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00" y="89416"/>
                  </a:moveTo>
                  <a:cubicBezTo>
                    <a:pt x="35311" y="89416"/>
                    <a:pt x="15294" y="49383"/>
                    <a:pt x="15294" y="0"/>
                  </a:cubicBezTo>
                  <a:lnTo>
                    <a:pt x="0" y="0"/>
                  </a:lnTo>
                  <a:cubicBezTo>
                    <a:pt x="0" y="66272"/>
                    <a:pt x="26861" y="120000"/>
                    <a:pt x="60000" y="120000"/>
                  </a:cubicBezTo>
                  <a:cubicBezTo>
                    <a:pt x="93138" y="120000"/>
                    <a:pt x="120000" y="66272"/>
                    <a:pt x="120000" y="0"/>
                  </a:cubicBezTo>
                  <a:lnTo>
                    <a:pt x="104705" y="0"/>
                  </a:lnTo>
                  <a:cubicBezTo>
                    <a:pt x="104705" y="49383"/>
                    <a:pt x="84688" y="89416"/>
                    <a:pt x="60000" y="89416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2" name="î$ľídê"/>
            <p:cNvSpPr/>
            <p:nvPr/>
          </p:nvSpPr>
          <p:spPr>
            <a:xfrm>
              <a:off x="9201057" y="3576984"/>
              <a:ext cx="348269" cy="3482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7500" y="52500"/>
                  </a:moveTo>
                  <a:lnTo>
                    <a:pt x="116250" y="52500"/>
                  </a:lnTo>
                  <a:cubicBezTo>
                    <a:pt x="115783" y="39372"/>
                    <a:pt x="110861" y="28088"/>
                    <a:pt x="101483" y="18633"/>
                  </a:cubicBezTo>
                  <a:cubicBezTo>
                    <a:pt x="92111" y="9183"/>
                    <a:pt x="80777" y="4216"/>
                    <a:pt x="67500" y="3750"/>
                  </a:cubicBezTo>
                  <a:cubicBezTo>
                    <a:pt x="67500" y="3750"/>
                    <a:pt x="67500" y="52500"/>
                    <a:pt x="67500" y="52500"/>
                  </a:cubicBezTo>
                  <a:close/>
                  <a:moveTo>
                    <a:pt x="63750" y="54377"/>
                  </a:moveTo>
                  <a:lnTo>
                    <a:pt x="63750" y="1872"/>
                  </a:lnTo>
                  <a:cubicBezTo>
                    <a:pt x="63750" y="627"/>
                    <a:pt x="64372" y="0"/>
                    <a:pt x="65627" y="0"/>
                  </a:cubicBezTo>
                  <a:cubicBezTo>
                    <a:pt x="80627" y="0"/>
                    <a:pt x="93433" y="5311"/>
                    <a:pt x="104061" y="15938"/>
                  </a:cubicBezTo>
                  <a:cubicBezTo>
                    <a:pt x="114688" y="26566"/>
                    <a:pt x="120000" y="39372"/>
                    <a:pt x="120000" y="54377"/>
                  </a:cubicBezTo>
                  <a:cubicBezTo>
                    <a:pt x="120000" y="55783"/>
                    <a:pt x="119372" y="56405"/>
                    <a:pt x="118122" y="56250"/>
                  </a:cubicBezTo>
                  <a:lnTo>
                    <a:pt x="65627" y="56250"/>
                  </a:lnTo>
                  <a:cubicBezTo>
                    <a:pt x="64372" y="56405"/>
                    <a:pt x="63750" y="55783"/>
                    <a:pt x="63750" y="54377"/>
                  </a:cubicBezTo>
                  <a:close/>
                  <a:moveTo>
                    <a:pt x="18283" y="101716"/>
                  </a:moveTo>
                  <a:cubicBezTo>
                    <a:pt x="27966" y="111411"/>
                    <a:pt x="40000" y="116250"/>
                    <a:pt x="54372" y="116250"/>
                  </a:cubicBezTo>
                  <a:cubicBezTo>
                    <a:pt x="67500" y="116250"/>
                    <a:pt x="79061" y="111411"/>
                    <a:pt x="89061" y="101716"/>
                  </a:cubicBezTo>
                  <a:cubicBezTo>
                    <a:pt x="99061" y="92033"/>
                    <a:pt x="104372" y="80627"/>
                    <a:pt x="105000" y="67500"/>
                  </a:cubicBezTo>
                  <a:lnTo>
                    <a:pt x="54372" y="67500"/>
                  </a:lnTo>
                  <a:cubicBezTo>
                    <a:pt x="53122" y="67655"/>
                    <a:pt x="52500" y="67033"/>
                    <a:pt x="52500" y="65627"/>
                  </a:cubicBezTo>
                  <a:lnTo>
                    <a:pt x="52500" y="15000"/>
                  </a:lnTo>
                  <a:cubicBezTo>
                    <a:pt x="38905" y="15466"/>
                    <a:pt x="27383" y="20627"/>
                    <a:pt x="17927" y="30466"/>
                  </a:cubicBezTo>
                  <a:cubicBezTo>
                    <a:pt x="8472" y="40311"/>
                    <a:pt x="3750" y="52033"/>
                    <a:pt x="3750" y="65627"/>
                  </a:cubicBezTo>
                  <a:cubicBezTo>
                    <a:pt x="3750" y="80000"/>
                    <a:pt x="8588" y="92033"/>
                    <a:pt x="18283" y="101716"/>
                  </a:cubicBezTo>
                  <a:close/>
                  <a:moveTo>
                    <a:pt x="92461" y="103711"/>
                  </a:moveTo>
                  <a:cubicBezTo>
                    <a:pt x="81600" y="114566"/>
                    <a:pt x="68905" y="120000"/>
                    <a:pt x="54372" y="120000"/>
                  </a:cubicBezTo>
                  <a:cubicBezTo>
                    <a:pt x="38905" y="120000"/>
                    <a:pt x="25977" y="114805"/>
                    <a:pt x="15583" y="104416"/>
                  </a:cubicBezTo>
                  <a:cubicBezTo>
                    <a:pt x="5194" y="94022"/>
                    <a:pt x="0" y="81094"/>
                    <a:pt x="0" y="65627"/>
                  </a:cubicBezTo>
                  <a:cubicBezTo>
                    <a:pt x="0" y="50627"/>
                    <a:pt x="5311" y="37816"/>
                    <a:pt x="15938" y="27188"/>
                  </a:cubicBezTo>
                  <a:cubicBezTo>
                    <a:pt x="26561" y="16561"/>
                    <a:pt x="39372" y="11250"/>
                    <a:pt x="54372" y="11250"/>
                  </a:cubicBezTo>
                  <a:cubicBezTo>
                    <a:pt x="55622" y="11250"/>
                    <a:pt x="56250" y="11877"/>
                    <a:pt x="56250" y="13122"/>
                  </a:cubicBezTo>
                  <a:lnTo>
                    <a:pt x="56250" y="63750"/>
                  </a:lnTo>
                  <a:lnTo>
                    <a:pt x="106877" y="63750"/>
                  </a:lnTo>
                  <a:cubicBezTo>
                    <a:pt x="108122" y="63750"/>
                    <a:pt x="108750" y="64377"/>
                    <a:pt x="108750" y="65627"/>
                  </a:cubicBezTo>
                  <a:cubicBezTo>
                    <a:pt x="108750" y="80155"/>
                    <a:pt x="103316" y="92855"/>
                    <a:pt x="92461" y="10371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3" name="iṣlîdê"/>
            <p:cNvSpPr/>
            <p:nvPr/>
          </p:nvSpPr>
          <p:spPr>
            <a:xfrm>
              <a:off x="2562811" y="3566083"/>
              <a:ext cx="457104" cy="3482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7144" y="56250"/>
                  </a:moveTo>
                  <a:lnTo>
                    <a:pt x="42855" y="56250"/>
                  </a:lnTo>
                  <a:lnTo>
                    <a:pt x="42855" y="69377"/>
                  </a:lnTo>
                  <a:cubicBezTo>
                    <a:pt x="42855" y="70627"/>
                    <a:pt x="43333" y="71250"/>
                    <a:pt x="44283" y="71250"/>
                  </a:cubicBezTo>
                  <a:lnTo>
                    <a:pt x="75716" y="71250"/>
                  </a:lnTo>
                  <a:cubicBezTo>
                    <a:pt x="76666" y="71250"/>
                    <a:pt x="77144" y="70627"/>
                    <a:pt x="77144" y="69377"/>
                  </a:cubicBezTo>
                  <a:cubicBezTo>
                    <a:pt x="77144" y="69377"/>
                    <a:pt x="77144" y="56250"/>
                    <a:pt x="77144" y="56250"/>
                  </a:cubicBezTo>
                  <a:close/>
                  <a:moveTo>
                    <a:pt x="75716" y="0"/>
                  </a:moveTo>
                  <a:cubicBezTo>
                    <a:pt x="76905" y="0"/>
                    <a:pt x="77916" y="550"/>
                    <a:pt x="78750" y="1638"/>
                  </a:cubicBezTo>
                  <a:cubicBezTo>
                    <a:pt x="79583" y="2733"/>
                    <a:pt x="80000" y="4066"/>
                    <a:pt x="80000" y="5622"/>
                  </a:cubicBezTo>
                  <a:lnTo>
                    <a:pt x="80000" y="20627"/>
                  </a:lnTo>
                  <a:cubicBezTo>
                    <a:pt x="80000" y="21877"/>
                    <a:pt x="79522" y="22500"/>
                    <a:pt x="78572" y="22500"/>
                  </a:cubicBezTo>
                  <a:cubicBezTo>
                    <a:pt x="77616" y="22500"/>
                    <a:pt x="77144" y="21877"/>
                    <a:pt x="77144" y="20627"/>
                  </a:cubicBezTo>
                  <a:lnTo>
                    <a:pt x="77144" y="5622"/>
                  </a:lnTo>
                  <a:cubicBezTo>
                    <a:pt x="77144" y="4377"/>
                    <a:pt x="76666" y="3750"/>
                    <a:pt x="75716" y="3750"/>
                  </a:cubicBezTo>
                  <a:lnTo>
                    <a:pt x="44283" y="3750"/>
                  </a:lnTo>
                  <a:cubicBezTo>
                    <a:pt x="43333" y="3750"/>
                    <a:pt x="42855" y="4377"/>
                    <a:pt x="42855" y="5622"/>
                  </a:cubicBezTo>
                  <a:lnTo>
                    <a:pt x="42855" y="20627"/>
                  </a:lnTo>
                  <a:cubicBezTo>
                    <a:pt x="42855" y="21877"/>
                    <a:pt x="42377" y="22500"/>
                    <a:pt x="41427" y="22500"/>
                  </a:cubicBezTo>
                  <a:cubicBezTo>
                    <a:pt x="40472" y="22500"/>
                    <a:pt x="40000" y="21877"/>
                    <a:pt x="40000" y="20627"/>
                  </a:cubicBezTo>
                  <a:lnTo>
                    <a:pt x="40000" y="5622"/>
                  </a:lnTo>
                  <a:cubicBezTo>
                    <a:pt x="40000" y="4066"/>
                    <a:pt x="40416" y="2733"/>
                    <a:pt x="41250" y="1638"/>
                  </a:cubicBezTo>
                  <a:cubicBezTo>
                    <a:pt x="42083" y="550"/>
                    <a:pt x="43094" y="0"/>
                    <a:pt x="44283" y="0"/>
                  </a:cubicBezTo>
                  <a:cubicBezTo>
                    <a:pt x="44283" y="0"/>
                    <a:pt x="75716" y="0"/>
                    <a:pt x="75716" y="0"/>
                  </a:cubicBezTo>
                  <a:close/>
                  <a:moveTo>
                    <a:pt x="117144" y="31872"/>
                  </a:moveTo>
                  <a:cubicBezTo>
                    <a:pt x="117144" y="30627"/>
                    <a:pt x="116666" y="30000"/>
                    <a:pt x="115716" y="30000"/>
                  </a:cubicBezTo>
                  <a:lnTo>
                    <a:pt x="4283" y="30000"/>
                  </a:lnTo>
                  <a:cubicBezTo>
                    <a:pt x="3333" y="30000"/>
                    <a:pt x="2855" y="30627"/>
                    <a:pt x="2855" y="31872"/>
                  </a:cubicBezTo>
                  <a:lnTo>
                    <a:pt x="2855" y="52500"/>
                  </a:lnTo>
                  <a:lnTo>
                    <a:pt x="117144" y="52500"/>
                  </a:lnTo>
                  <a:cubicBezTo>
                    <a:pt x="117144" y="52500"/>
                    <a:pt x="117144" y="31872"/>
                    <a:pt x="117144" y="31872"/>
                  </a:cubicBezTo>
                  <a:close/>
                  <a:moveTo>
                    <a:pt x="120000" y="65627"/>
                  </a:moveTo>
                  <a:lnTo>
                    <a:pt x="120000" y="114377"/>
                  </a:lnTo>
                  <a:cubicBezTo>
                    <a:pt x="120000" y="115933"/>
                    <a:pt x="119583" y="117266"/>
                    <a:pt x="118750" y="118361"/>
                  </a:cubicBezTo>
                  <a:cubicBezTo>
                    <a:pt x="117916" y="119450"/>
                    <a:pt x="116905" y="120000"/>
                    <a:pt x="115716" y="120000"/>
                  </a:cubicBezTo>
                  <a:lnTo>
                    <a:pt x="4283" y="120000"/>
                  </a:lnTo>
                  <a:cubicBezTo>
                    <a:pt x="3094" y="120000"/>
                    <a:pt x="2083" y="119450"/>
                    <a:pt x="1250" y="118361"/>
                  </a:cubicBezTo>
                  <a:cubicBezTo>
                    <a:pt x="416" y="117266"/>
                    <a:pt x="0" y="115933"/>
                    <a:pt x="0" y="114377"/>
                  </a:cubicBezTo>
                  <a:lnTo>
                    <a:pt x="0" y="65627"/>
                  </a:lnTo>
                  <a:cubicBezTo>
                    <a:pt x="0" y="64377"/>
                    <a:pt x="472" y="63750"/>
                    <a:pt x="1427" y="63750"/>
                  </a:cubicBezTo>
                  <a:cubicBezTo>
                    <a:pt x="2377" y="63750"/>
                    <a:pt x="2855" y="64377"/>
                    <a:pt x="2855" y="65627"/>
                  </a:cubicBezTo>
                  <a:lnTo>
                    <a:pt x="2855" y="114377"/>
                  </a:lnTo>
                  <a:cubicBezTo>
                    <a:pt x="2855" y="115622"/>
                    <a:pt x="3333" y="116250"/>
                    <a:pt x="4283" y="116250"/>
                  </a:cubicBezTo>
                  <a:lnTo>
                    <a:pt x="115716" y="116250"/>
                  </a:lnTo>
                  <a:cubicBezTo>
                    <a:pt x="116666" y="116250"/>
                    <a:pt x="117144" y="115622"/>
                    <a:pt x="117144" y="114377"/>
                  </a:cubicBezTo>
                  <a:lnTo>
                    <a:pt x="117144" y="65627"/>
                  </a:lnTo>
                  <a:cubicBezTo>
                    <a:pt x="117144" y="64377"/>
                    <a:pt x="117616" y="63750"/>
                    <a:pt x="118572" y="63750"/>
                  </a:cubicBezTo>
                  <a:cubicBezTo>
                    <a:pt x="119522" y="63750"/>
                    <a:pt x="120000" y="64377"/>
                    <a:pt x="120000" y="65627"/>
                  </a:cubicBezTo>
                  <a:close/>
                  <a:moveTo>
                    <a:pt x="118750" y="27888"/>
                  </a:moveTo>
                  <a:cubicBezTo>
                    <a:pt x="119583" y="28983"/>
                    <a:pt x="120000" y="30316"/>
                    <a:pt x="120000" y="31872"/>
                  </a:cubicBezTo>
                  <a:lnTo>
                    <a:pt x="120000" y="54377"/>
                  </a:lnTo>
                  <a:cubicBezTo>
                    <a:pt x="120000" y="55627"/>
                    <a:pt x="119522" y="56250"/>
                    <a:pt x="118572" y="56250"/>
                  </a:cubicBezTo>
                  <a:lnTo>
                    <a:pt x="80000" y="56250"/>
                  </a:lnTo>
                  <a:lnTo>
                    <a:pt x="80000" y="69377"/>
                  </a:lnTo>
                  <a:cubicBezTo>
                    <a:pt x="80000" y="70938"/>
                    <a:pt x="79583" y="72266"/>
                    <a:pt x="78750" y="73361"/>
                  </a:cubicBezTo>
                  <a:cubicBezTo>
                    <a:pt x="77916" y="74455"/>
                    <a:pt x="76905" y="75000"/>
                    <a:pt x="75716" y="75000"/>
                  </a:cubicBezTo>
                  <a:lnTo>
                    <a:pt x="44283" y="75000"/>
                  </a:lnTo>
                  <a:cubicBezTo>
                    <a:pt x="43094" y="75000"/>
                    <a:pt x="42083" y="74455"/>
                    <a:pt x="41250" y="73361"/>
                  </a:cubicBezTo>
                  <a:cubicBezTo>
                    <a:pt x="40416" y="72266"/>
                    <a:pt x="40000" y="70938"/>
                    <a:pt x="40000" y="69377"/>
                  </a:cubicBezTo>
                  <a:lnTo>
                    <a:pt x="40000" y="56250"/>
                  </a:lnTo>
                  <a:lnTo>
                    <a:pt x="1427" y="56250"/>
                  </a:lnTo>
                  <a:cubicBezTo>
                    <a:pt x="472" y="56250"/>
                    <a:pt x="0" y="55627"/>
                    <a:pt x="0" y="54377"/>
                  </a:cubicBezTo>
                  <a:lnTo>
                    <a:pt x="0" y="31872"/>
                  </a:lnTo>
                  <a:cubicBezTo>
                    <a:pt x="0" y="30316"/>
                    <a:pt x="416" y="28983"/>
                    <a:pt x="1250" y="27888"/>
                  </a:cubicBezTo>
                  <a:cubicBezTo>
                    <a:pt x="2083" y="26800"/>
                    <a:pt x="3094" y="26250"/>
                    <a:pt x="4283" y="26250"/>
                  </a:cubicBezTo>
                  <a:lnTo>
                    <a:pt x="115716" y="26250"/>
                  </a:lnTo>
                  <a:cubicBezTo>
                    <a:pt x="116905" y="26250"/>
                    <a:pt x="117916" y="26800"/>
                    <a:pt x="118750" y="2788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îśļiḍe"/>
            <p:cNvSpPr/>
            <p:nvPr/>
          </p:nvSpPr>
          <p:spPr>
            <a:xfrm>
              <a:off x="4820671" y="3579180"/>
              <a:ext cx="350900" cy="35208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5023" y="109016"/>
                  </a:moveTo>
                  <a:cubicBezTo>
                    <a:pt x="116112" y="108079"/>
                    <a:pt x="116112" y="107148"/>
                    <a:pt x="115023" y="106211"/>
                  </a:cubicBezTo>
                  <a:lnTo>
                    <a:pt x="77499" y="68823"/>
                  </a:lnTo>
                  <a:cubicBezTo>
                    <a:pt x="76717" y="67886"/>
                    <a:pt x="76756" y="66988"/>
                    <a:pt x="77616" y="66135"/>
                  </a:cubicBezTo>
                  <a:cubicBezTo>
                    <a:pt x="78477" y="65277"/>
                    <a:pt x="79376" y="65238"/>
                    <a:pt x="80314" y="66018"/>
                  </a:cubicBezTo>
                  <a:lnTo>
                    <a:pt x="117838" y="103407"/>
                  </a:lnTo>
                  <a:cubicBezTo>
                    <a:pt x="118927" y="104656"/>
                    <a:pt x="119480" y="106055"/>
                    <a:pt x="119480" y="107616"/>
                  </a:cubicBezTo>
                  <a:cubicBezTo>
                    <a:pt x="119480" y="109172"/>
                    <a:pt x="118927" y="110577"/>
                    <a:pt x="117838" y="111820"/>
                  </a:cubicBezTo>
                  <a:lnTo>
                    <a:pt x="112442" y="117429"/>
                  </a:lnTo>
                  <a:cubicBezTo>
                    <a:pt x="111191" y="118516"/>
                    <a:pt x="109744" y="119063"/>
                    <a:pt x="108102" y="119063"/>
                  </a:cubicBezTo>
                  <a:cubicBezTo>
                    <a:pt x="106460" y="119063"/>
                    <a:pt x="105092" y="118516"/>
                    <a:pt x="104002" y="117429"/>
                  </a:cubicBezTo>
                  <a:lnTo>
                    <a:pt x="66244" y="80040"/>
                  </a:lnTo>
                  <a:cubicBezTo>
                    <a:pt x="65462" y="79104"/>
                    <a:pt x="65501" y="78206"/>
                    <a:pt x="66361" y="77347"/>
                  </a:cubicBezTo>
                  <a:cubicBezTo>
                    <a:pt x="67222" y="76494"/>
                    <a:pt x="68121" y="76455"/>
                    <a:pt x="69059" y="77236"/>
                  </a:cubicBezTo>
                  <a:lnTo>
                    <a:pt x="106577" y="114625"/>
                  </a:lnTo>
                  <a:cubicBezTo>
                    <a:pt x="107672" y="115712"/>
                    <a:pt x="108689" y="115712"/>
                    <a:pt x="109627" y="114625"/>
                  </a:cubicBezTo>
                  <a:cubicBezTo>
                    <a:pt x="109627" y="114625"/>
                    <a:pt x="115023" y="109016"/>
                    <a:pt x="115023" y="109016"/>
                  </a:cubicBezTo>
                  <a:close/>
                  <a:moveTo>
                    <a:pt x="18175" y="13202"/>
                  </a:moveTo>
                  <a:lnTo>
                    <a:pt x="9495" y="4555"/>
                  </a:lnTo>
                  <a:lnTo>
                    <a:pt x="4568" y="9461"/>
                  </a:lnTo>
                  <a:lnTo>
                    <a:pt x="13248" y="18108"/>
                  </a:lnTo>
                  <a:cubicBezTo>
                    <a:pt x="13248" y="18108"/>
                    <a:pt x="18175" y="13202"/>
                    <a:pt x="18175" y="13202"/>
                  </a:cubicBezTo>
                  <a:close/>
                  <a:moveTo>
                    <a:pt x="88994" y="19742"/>
                  </a:moveTo>
                  <a:cubicBezTo>
                    <a:pt x="88994" y="18187"/>
                    <a:pt x="89536" y="16787"/>
                    <a:pt x="90636" y="15538"/>
                  </a:cubicBezTo>
                  <a:lnTo>
                    <a:pt x="101891" y="4555"/>
                  </a:lnTo>
                  <a:cubicBezTo>
                    <a:pt x="94697" y="2375"/>
                    <a:pt x="88441" y="3936"/>
                    <a:pt x="83129" y="9227"/>
                  </a:cubicBezTo>
                  <a:cubicBezTo>
                    <a:pt x="80314" y="12031"/>
                    <a:pt x="78516" y="15499"/>
                    <a:pt x="77734" y="19625"/>
                  </a:cubicBezTo>
                  <a:cubicBezTo>
                    <a:pt x="76952" y="23756"/>
                    <a:pt x="77264" y="27615"/>
                    <a:pt x="78672" y="31194"/>
                  </a:cubicBezTo>
                  <a:cubicBezTo>
                    <a:pt x="78985" y="31975"/>
                    <a:pt x="78907" y="32677"/>
                    <a:pt x="78437" y="33302"/>
                  </a:cubicBezTo>
                  <a:lnTo>
                    <a:pt x="33412" y="78167"/>
                  </a:lnTo>
                  <a:cubicBezTo>
                    <a:pt x="32787" y="78791"/>
                    <a:pt x="32083" y="78870"/>
                    <a:pt x="31307" y="78401"/>
                  </a:cubicBezTo>
                  <a:cubicBezTo>
                    <a:pt x="29111" y="77465"/>
                    <a:pt x="26693" y="77002"/>
                    <a:pt x="24034" y="77002"/>
                  </a:cubicBezTo>
                  <a:cubicBezTo>
                    <a:pt x="18404" y="77002"/>
                    <a:pt x="13634" y="79026"/>
                    <a:pt x="9730" y="83073"/>
                  </a:cubicBezTo>
                  <a:cubicBezTo>
                    <a:pt x="4412" y="88220"/>
                    <a:pt x="2697" y="94291"/>
                    <a:pt x="4568" y="101305"/>
                  </a:cubicBezTo>
                  <a:lnTo>
                    <a:pt x="15594" y="90321"/>
                  </a:lnTo>
                  <a:cubicBezTo>
                    <a:pt x="16684" y="89234"/>
                    <a:pt x="18091" y="88649"/>
                    <a:pt x="19811" y="88565"/>
                  </a:cubicBezTo>
                  <a:cubicBezTo>
                    <a:pt x="21532" y="88493"/>
                    <a:pt x="22939" y="89000"/>
                    <a:pt x="24034" y="90087"/>
                  </a:cubicBezTo>
                  <a:lnTo>
                    <a:pt x="29664" y="95930"/>
                  </a:lnTo>
                  <a:cubicBezTo>
                    <a:pt x="30754" y="97179"/>
                    <a:pt x="31307" y="98579"/>
                    <a:pt x="31307" y="100134"/>
                  </a:cubicBezTo>
                  <a:cubicBezTo>
                    <a:pt x="31307" y="101695"/>
                    <a:pt x="30675" y="103095"/>
                    <a:pt x="29430" y="104344"/>
                  </a:cubicBezTo>
                  <a:lnTo>
                    <a:pt x="18404" y="115327"/>
                  </a:lnTo>
                  <a:cubicBezTo>
                    <a:pt x="21688" y="116414"/>
                    <a:pt x="25012" y="116532"/>
                    <a:pt x="28374" y="115679"/>
                  </a:cubicBezTo>
                  <a:cubicBezTo>
                    <a:pt x="31731" y="114820"/>
                    <a:pt x="34663" y="113142"/>
                    <a:pt x="37166" y="110650"/>
                  </a:cubicBezTo>
                  <a:cubicBezTo>
                    <a:pt x="39981" y="107845"/>
                    <a:pt x="41774" y="104383"/>
                    <a:pt x="42561" y="100251"/>
                  </a:cubicBezTo>
                  <a:cubicBezTo>
                    <a:pt x="43343" y="96126"/>
                    <a:pt x="43031" y="92273"/>
                    <a:pt x="41623" y="88682"/>
                  </a:cubicBezTo>
                  <a:cubicBezTo>
                    <a:pt x="41305" y="87907"/>
                    <a:pt x="41388" y="87205"/>
                    <a:pt x="41858" y="86580"/>
                  </a:cubicBezTo>
                  <a:lnTo>
                    <a:pt x="86883" y="41709"/>
                  </a:lnTo>
                  <a:cubicBezTo>
                    <a:pt x="87503" y="41247"/>
                    <a:pt x="88207" y="41168"/>
                    <a:pt x="88994" y="41481"/>
                  </a:cubicBezTo>
                  <a:cubicBezTo>
                    <a:pt x="91178" y="42412"/>
                    <a:pt x="93602" y="42880"/>
                    <a:pt x="96261" y="42880"/>
                  </a:cubicBezTo>
                  <a:cubicBezTo>
                    <a:pt x="101891" y="42880"/>
                    <a:pt x="106734" y="40934"/>
                    <a:pt x="110800" y="37037"/>
                  </a:cubicBezTo>
                  <a:cubicBezTo>
                    <a:pt x="115961" y="31746"/>
                    <a:pt x="117603" y="25585"/>
                    <a:pt x="115727" y="18577"/>
                  </a:cubicBezTo>
                  <a:lnTo>
                    <a:pt x="104706" y="29560"/>
                  </a:lnTo>
                  <a:cubicBezTo>
                    <a:pt x="103606" y="30653"/>
                    <a:pt x="102243" y="31194"/>
                    <a:pt x="100601" y="31194"/>
                  </a:cubicBezTo>
                  <a:cubicBezTo>
                    <a:pt x="98959" y="31194"/>
                    <a:pt x="97512" y="30653"/>
                    <a:pt x="96261" y="29560"/>
                  </a:cubicBezTo>
                  <a:lnTo>
                    <a:pt x="90636" y="23952"/>
                  </a:lnTo>
                  <a:cubicBezTo>
                    <a:pt x="89536" y="22708"/>
                    <a:pt x="88994" y="21303"/>
                    <a:pt x="88994" y="19742"/>
                  </a:cubicBezTo>
                  <a:close/>
                  <a:moveTo>
                    <a:pt x="93446" y="18343"/>
                  </a:moveTo>
                  <a:cubicBezTo>
                    <a:pt x="92351" y="19279"/>
                    <a:pt x="92351" y="20210"/>
                    <a:pt x="93446" y="21147"/>
                  </a:cubicBezTo>
                  <a:lnTo>
                    <a:pt x="99076" y="26756"/>
                  </a:lnTo>
                  <a:cubicBezTo>
                    <a:pt x="100014" y="27849"/>
                    <a:pt x="100953" y="27849"/>
                    <a:pt x="101891" y="26756"/>
                  </a:cubicBezTo>
                  <a:lnTo>
                    <a:pt x="115023" y="13670"/>
                  </a:lnTo>
                  <a:cubicBezTo>
                    <a:pt x="115492" y="13202"/>
                    <a:pt x="116078" y="13046"/>
                    <a:pt x="116782" y="13202"/>
                  </a:cubicBezTo>
                  <a:cubicBezTo>
                    <a:pt x="117486" y="13358"/>
                    <a:pt x="117911" y="13749"/>
                    <a:pt x="118072" y="14367"/>
                  </a:cubicBezTo>
                  <a:cubicBezTo>
                    <a:pt x="119944" y="18577"/>
                    <a:pt x="120452" y="22981"/>
                    <a:pt x="119597" y="27576"/>
                  </a:cubicBezTo>
                  <a:cubicBezTo>
                    <a:pt x="118732" y="32170"/>
                    <a:pt x="116665" y="36184"/>
                    <a:pt x="113381" y="39607"/>
                  </a:cubicBezTo>
                  <a:cubicBezTo>
                    <a:pt x="108689" y="44285"/>
                    <a:pt x="102980" y="46621"/>
                    <a:pt x="96261" y="46621"/>
                  </a:cubicBezTo>
                  <a:cubicBezTo>
                    <a:pt x="93602" y="46621"/>
                    <a:pt x="91100" y="46153"/>
                    <a:pt x="88760" y="45216"/>
                  </a:cubicBezTo>
                  <a:lnTo>
                    <a:pt x="45377" y="88448"/>
                  </a:lnTo>
                  <a:cubicBezTo>
                    <a:pt x="46935" y="92658"/>
                    <a:pt x="47209" y="97062"/>
                    <a:pt x="46198" y="101656"/>
                  </a:cubicBezTo>
                  <a:cubicBezTo>
                    <a:pt x="45175" y="106250"/>
                    <a:pt x="43031" y="110109"/>
                    <a:pt x="39746" y="113220"/>
                  </a:cubicBezTo>
                  <a:cubicBezTo>
                    <a:pt x="35367" y="117741"/>
                    <a:pt x="30134" y="120000"/>
                    <a:pt x="24034" y="120000"/>
                  </a:cubicBezTo>
                  <a:cubicBezTo>
                    <a:pt x="20750" y="120000"/>
                    <a:pt x="17544" y="119219"/>
                    <a:pt x="14421" y="117663"/>
                  </a:cubicBezTo>
                  <a:cubicBezTo>
                    <a:pt x="13796" y="117351"/>
                    <a:pt x="13399" y="116883"/>
                    <a:pt x="13248" y="116258"/>
                  </a:cubicBezTo>
                  <a:cubicBezTo>
                    <a:pt x="13092" y="115634"/>
                    <a:pt x="13248" y="115093"/>
                    <a:pt x="13718" y="114625"/>
                  </a:cubicBezTo>
                  <a:lnTo>
                    <a:pt x="26849" y="101539"/>
                  </a:lnTo>
                  <a:cubicBezTo>
                    <a:pt x="27788" y="100603"/>
                    <a:pt x="27788" y="99666"/>
                    <a:pt x="26849" y="98735"/>
                  </a:cubicBezTo>
                  <a:lnTo>
                    <a:pt x="21219" y="92658"/>
                  </a:lnTo>
                  <a:cubicBezTo>
                    <a:pt x="20281" y="91877"/>
                    <a:pt x="19342" y="91955"/>
                    <a:pt x="18404" y="92892"/>
                  </a:cubicBezTo>
                  <a:lnTo>
                    <a:pt x="5272" y="106211"/>
                  </a:lnTo>
                  <a:cubicBezTo>
                    <a:pt x="4803" y="106680"/>
                    <a:pt x="4217" y="106836"/>
                    <a:pt x="3518" y="106680"/>
                  </a:cubicBezTo>
                  <a:cubicBezTo>
                    <a:pt x="2815" y="106524"/>
                    <a:pt x="2379" y="106133"/>
                    <a:pt x="2228" y="105509"/>
                  </a:cubicBezTo>
                  <a:cubicBezTo>
                    <a:pt x="351" y="101305"/>
                    <a:pt x="-156" y="96906"/>
                    <a:pt x="703" y="92306"/>
                  </a:cubicBezTo>
                  <a:cubicBezTo>
                    <a:pt x="1558" y="87712"/>
                    <a:pt x="3636" y="83698"/>
                    <a:pt x="6914" y="80269"/>
                  </a:cubicBezTo>
                  <a:cubicBezTo>
                    <a:pt x="11606" y="75597"/>
                    <a:pt x="17309" y="73261"/>
                    <a:pt x="24034" y="73261"/>
                  </a:cubicBezTo>
                  <a:cubicBezTo>
                    <a:pt x="26693" y="73261"/>
                    <a:pt x="29195" y="73729"/>
                    <a:pt x="31541" y="74660"/>
                  </a:cubicBezTo>
                  <a:lnTo>
                    <a:pt x="74924" y="31428"/>
                  </a:lnTo>
                  <a:cubicBezTo>
                    <a:pt x="73355" y="27224"/>
                    <a:pt x="73081" y="22825"/>
                    <a:pt x="74103" y="18226"/>
                  </a:cubicBezTo>
                  <a:cubicBezTo>
                    <a:pt x="75114" y="13631"/>
                    <a:pt x="77264" y="9779"/>
                    <a:pt x="80549" y="6657"/>
                  </a:cubicBezTo>
                  <a:cubicBezTo>
                    <a:pt x="83833" y="3233"/>
                    <a:pt x="87821" y="1131"/>
                    <a:pt x="92507" y="351"/>
                  </a:cubicBezTo>
                  <a:cubicBezTo>
                    <a:pt x="97199" y="-429"/>
                    <a:pt x="101657" y="195"/>
                    <a:pt x="105874" y="2219"/>
                  </a:cubicBezTo>
                  <a:cubicBezTo>
                    <a:pt x="106499" y="2531"/>
                    <a:pt x="106890" y="2999"/>
                    <a:pt x="107047" y="3618"/>
                  </a:cubicBezTo>
                  <a:cubicBezTo>
                    <a:pt x="107203" y="4242"/>
                    <a:pt x="107047" y="4789"/>
                    <a:pt x="106577" y="5257"/>
                  </a:cubicBezTo>
                  <a:cubicBezTo>
                    <a:pt x="106577" y="5257"/>
                    <a:pt x="93446" y="18343"/>
                    <a:pt x="93446" y="18343"/>
                  </a:cubicBezTo>
                  <a:close/>
                  <a:moveTo>
                    <a:pt x="22157" y="14602"/>
                  </a:moveTo>
                  <a:lnTo>
                    <a:pt x="19577" y="16938"/>
                  </a:lnTo>
                  <a:lnTo>
                    <a:pt x="48421" y="45450"/>
                  </a:lnTo>
                  <a:cubicBezTo>
                    <a:pt x="49203" y="46387"/>
                    <a:pt x="49203" y="47318"/>
                    <a:pt x="48421" y="48255"/>
                  </a:cubicBezTo>
                  <a:cubicBezTo>
                    <a:pt x="47951" y="48567"/>
                    <a:pt x="47482" y="48723"/>
                    <a:pt x="47019" y="48723"/>
                  </a:cubicBezTo>
                  <a:cubicBezTo>
                    <a:pt x="46549" y="48723"/>
                    <a:pt x="46080" y="48567"/>
                    <a:pt x="45611" y="48255"/>
                  </a:cubicBezTo>
                  <a:lnTo>
                    <a:pt x="17002" y="19514"/>
                  </a:lnTo>
                  <a:lnTo>
                    <a:pt x="14656" y="22084"/>
                  </a:lnTo>
                  <a:cubicBezTo>
                    <a:pt x="14187" y="22396"/>
                    <a:pt x="13718" y="22547"/>
                    <a:pt x="13248" y="22547"/>
                  </a:cubicBezTo>
                  <a:cubicBezTo>
                    <a:pt x="12779" y="22547"/>
                    <a:pt x="12310" y="22396"/>
                    <a:pt x="11841" y="22084"/>
                  </a:cubicBezTo>
                  <a:lnTo>
                    <a:pt x="586" y="10866"/>
                  </a:lnTo>
                  <a:cubicBezTo>
                    <a:pt x="-195" y="9929"/>
                    <a:pt x="-195" y="8993"/>
                    <a:pt x="586" y="8062"/>
                  </a:cubicBezTo>
                  <a:lnTo>
                    <a:pt x="8087" y="579"/>
                  </a:lnTo>
                  <a:cubicBezTo>
                    <a:pt x="9026" y="-195"/>
                    <a:pt x="9964" y="-195"/>
                    <a:pt x="10902" y="579"/>
                  </a:cubicBezTo>
                  <a:lnTo>
                    <a:pt x="22157" y="11797"/>
                  </a:lnTo>
                  <a:cubicBezTo>
                    <a:pt x="22939" y="12734"/>
                    <a:pt x="22939" y="13670"/>
                    <a:pt x="22157" y="14602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iṧḷîḋé"/>
            <p:cNvSpPr/>
            <p:nvPr/>
          </p:nvSpPr>
          <p:spPr>
            <a:xfrm>
              <a:off x="7036372" y="3576936"/>
              <a:ext cx="307205" cy="35105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4283" y="88122"/>
                  </a:moveTo>
                  <a:cubicBezTo>
                    <a:pt x="34283" y="86877"/>
                    <a:pt x="34994" y="86250"/>
                    <a:pt x="36427" y="86250"/>
                  </a:cubicBezTo>
                  <a:lnTo>
                    <a:pt x="83572" y="86250"/>
                  </a:lnTo>
                  <a:cubicBezTo>
                    <a:pt x="85000" y="86250"/>
                    <a:pt x="85716" y="86877"/>
                    <a:pt x="85716" y="88122"/>
                  </a:cubicBezTo>
                  <a:cubicBezTo>
                    <a:pt x="85716" y="89377"/>
                    <a:pt x="85000" y="90000"/>
                    <a:pt x="83572" y="90000"/>
                  </a:cubicBezTo>
                  <a:lnTo>
                    <a:pt x="36427" y="90000"/>
                  </a:lnTo>
                  <a:cubicBezTo>
                    <a:pt x="34994" y="90000"/>
                    <a:pt x="34283" y="89377"/>
                    <a:pt x="34283" y="88122"/>
                  </a:cubicBezTo>
                  <a:close/>
                  <a:moveTo>
                    <a:pt x="34283" y="73127"/>
                  </a:moveTo>
                  <a:cubicBezTo>
                    <a:pt x="34283" y="71877"/>
                    <a:pt x="34994" y="71250"/>
                    <a:pt x="36427" y="71250"/>
                  </a:cubicBezTo>
                  <a:lnTo>
                    <a:pt x="83572" y="71250"/>
                  </a:lnTo>
                  <a:cubicBezTo>
                    <a:pt x="85000" y="71250"/>
                    <a:pt x="85716" y="71877"/>
                    <a:pt x="85716" y="73127"/>
                  </a:cubicBezTo>
                  <a:cubicBezTo>
                    <a:pt x="85716" y="74377"/>
                    <a:pt x="85000" y="75000"/>
                    <a:pt x="83572" y="75000"/>
                  </a:cubicBezTo>
                  <a:lnTo>
                    <a:pt x="36427" y="75000"/>
                  </a:lnTo>
                  <a:cubicBezTo>
                    <a:pt x="34994" y="75000"/>
                    <a:pt x="34283" y="74377"/>
                    <a:pt x="34283" y="73127"/>
                  </a:cubicBezTo>
                  <a:close/>
                  <a:moveTo>
                    <a:pt x="34283" y="58127"/>
                  </a:moveTo>
                  <a:cubicBezTo>
                    <a:pt x="34283" y="56877"/>
                    <a:pt x="34994" y="56250"/>
                    <a:pt x="36427" y="56250"/>
                  </a:cubicBezTo>
                  <a:lnTo>
                    <a:pt x="83572" y="56250"/>
                  </a:lnTo>
                  <a:cubicBezTo>
                    <a:pt x="85000" y="56250"/>
                    <a:pt x="85716" y="56877"/>
                    <a:pt x="85716" y="58127"/>
                  </a:cubicBezTo>
                  <a:cubicBezTo>
                    <a:pt x="85716" y="59377"/>
                    <a:pt x="85000" y="60000"/>
                    <a:pt x="83572" y="60000"/>
                  </a:cubicBezTo>
                  <a:lnTo>
                    <a:pt x="36427" y="60000"/>
                  </a:lnTo>
                  <a:cubicBezTo>
                    <a:pt x="34994" y="60000"/>
                    <a:pt x="34283" y="59377"/>
                    <a:pt x="34283" y="58127"/>
                  </a:cubicBezTo>
                  <a:close/>
                  <a:moveTo>
                    <a:pt x="34283" y="43127"/>
                  </a:moveTo>
                  <a:cubicBezTo>
                    <a:pt x="34283" y="41877"/>
                    <a:pt x="34994" y="41250"/>
                    <a:pt x="36427" y="41250"/>
                  </a:cubicBezTo>
                  <a:lnTo>
                    <a:pt x="83572" y="41250"/>
                  </a:lnTo>
                  <a:cubicBezTo>
                    <a:pt x="85000" y="41250"/>
                    <a:pt x="85716" y="41877"/>
                    <a:pt x="85716" y="43127"/>
                  </a:cubicBezTo>
                  <a:cubicBezTo>
                    <a:pt x="85716" y="44377"/>
                    <a:pt x="85000" y="45000"/>
                    <a:pt x="83572" y="45000"/>
                  </a:cubicBezTo>
                  <a:lnTo>
                    <a:pt x="36427" y="45000"/>
                  </a:lnTo>
                  <a:cubicBezTo>
                    <a:pt x="34994" y="45000"/>
                    <a:pt x="34283" y="44377"/>
                    <a:pt x="34283" y="43127"/>
                  </a:cubicBezTo>
                  <a:close/>
                  <a:moveTo>
                    <a:pt x="34283" y="18750"/>
                  </a:moveTo>
                  <a:cubicBezTo>
                    <a:pt x="34283" y="21250"/>
                    <a:pt x="35711" y="22500"/>
                    <a:pt x="38572" y="22500"/>
                  </a:cubicBezTo>
                  <a:lnTo>
                    <a:pt x="81427" y="22500"/>
                  </a:lnTo>
                  <a:cubicBezTo>
                    <a:pt x="84283" y="22500"/>
                    <a:pt x="85716" y="21250"/>
                    <a:pt x="85716" y="18750"/>
                  </a:cubicBezTo>
                  <a:lnTo>
                    <a:pt x="85716" y="3750"/>
                  </a:lnTo>
                  <a:lnTo>
                    <a:pt x="34283" y="3750"/>
                  </a:lnTo>
                  <a:cubicBezTo>
                    <a:pt x="34283" y="3750"/>
                    <a:pt x="34283" y="18750"/>
                    <a:pt x="34283" y="18750"/>
                  </a:cubicBezTo>
                  <a:close/>
                  <a:moveTo>
                    <a:pt x="32277" y="24255"/>
                  </a:moveTo>
                  <a:cubicBezTo>
                    <a:pt x="30755" y="22933"/>
                    <a:pt x="30000" y="21094"/>
                    <a:pt x="30000" y="18750"/>
                  </a:cubicBezTo>
                  <a:lnTo>
                    <a:pt x="30000" y="1872"/>
                  </a:lnTo>
                  <a:cubicBezTo>
                    <a:pt x="30000" y="627"/>
                    <a:pt x="30711" y="0"/>
                    <a:pt x="32144" y="0"/>
                  </a:cubicBezTo>
                  <a:lnTo>
                    <a:pt x="87855" y="0"/>
                  </a:lnTo>
                  <a:cubicBezTo>
                    <a:pt x="89283" y="0"/>
                    <a:pt x="90000" y="627"/>
                    <a:pt x="90000" y="1872"/>
                  </a:cubicBezTo>
                  <a:lnTo>
                    <a:pt x="90000" y="18750"/>
                  </a:lnTo>
                  <a:cubicBezTo>
                    <a:pt x="90000" y="21094"/>
                    <a:pt x="89238" y="22933"/>
                    <a:pt x="87722" y="24255"/>
                  </a:cubicBezTo>
                  <a:cubicBezTo>
                    <a:pt x="86205" y="25588"/>
                    <a:pt x="84105" y="26250"/>
                    <a:pt x="81427" y="26250"/>
                  </a:cubicBezTo>
                  <a:lnTo>
                    <a:pt x="38572" y="26250"/>
                  </a:lnTo>
                  <a:cubicBezTo>
                    <a:pt x="35894" y="26250"/>
                    <a:pt x="33794" y="25588"/>
                    <a:pt x="32277" y="24255"/>
                  </a:cubicBezTo>
                  <a:close/>
                  <a:moveTo>
                    <a:pt x="17144" y="18750"/>
                  </a:moveTo>
                  <a:lnTo>
                    <a:pt x="17144" y="105000"/>
                  </a:lnTo>
                  <a:lnTo>
                    <a:pt x="102855" y="105000"/>
                  </a:lnTo>
                  <a:lnTo>
                    <a:pt x="102855" y="18750"/>
                  </a:lnTo>
                  <a:lnTo>
                    <a:pt x="96427" y="18750"/>
                  </a:lnTo>
                  <a:cubicBezTo>
                    <a:pt x="95000" y="18750"/>
                    <a:pt x="94283" y="18127"/>
                    <a:pt x="94283" y="16872"/>
                  </a:cubicBezTo>
                  <a:cubicBezTo>
                    <a:pt x="94283" y="15627"/>
                    <a:pt x="95000" y="15000"/>
                    <a:pt x="96427" y="15000"/>
                  </a:cubicBezTo>
                  <a:lnTo>
                    <a:pt x="105000" y="15000"/>
                  </a:lnTo>
                  <a:cubicBezTo>
                    <a:pt x="106427" y="15000"/>
                    <a:pt x="107144" y="15627"/>
                    <a:pt x="107144" y="16872"/>
                  </a:cubicBezTo>
                  <a:lnTo>
                    <a:pt x="107144" y="106872"/>
                  </a:lnTo>
                  <a:cubicBezTo>
                    <a:pt x="107144" y="108127"/>
                    <a:pt x="106427" y="108750"/>
                    <a:pt x="105000" y="108750"/>
                  </a:cubicBezTo>
                  <a:lnTo>
                    <a:pt x="15000" y="108750"/>
                  </a:lnTo>
                  <a:cubicBezTo>
                    <a:pt x="13566" y="108750"/>
                    <a:pt x="12855" y="108127"/>
                    <a:pt x="12855" y="106872"/>
                  </a:cubicBezTo>
                  <a:lnTo>
                    <a:pt x="12855" y="16872"/>
                  </a:lnTo>
                  <a:cubicBezTo>
                    <a:pt x="12855" y="15627"/>
                    <a:pt x="13566" y="15000"/>
                    <a:pt x="15000" y="15000"/>
                  </a:cubicBezTo>
                  <a:lnTo>
                    <a:pt x="23572" y="15000"/>
                  </a:lnTo>
                  <a:cubicBezTo>
                    <a:pt x="25000" y="15000"/>
                    <a:pt x="25716" y="15627"/>
                    <a:pt x="25716" y="16872"/>
                  </a:cubicBezTo>
                  <a:cubicBezTo>
                    <a:pt x="25716" y="18127"/>
                    <a:pt x="25000" y="18750"/>
                    <a:pt x="23572" y="18750"/>
                  </a:cubicBezTo>
                  <a:cubicBezTo>
                    <a:pt x="23572" y="18750"/>
                    <a:pt x="17144" y="18750"/>
                    <a:pt x="17144" y="18750"/>
                  </a:cubicBezTo>
                  <a:close/>
                  <a:moveTo>
                    <a:pt x="1872" y="118361"/>
                  </a:moveTo>
                  <a:cubicBezTo>
                    <a:pt x="622" y="117266"/>
                    <a:pt x="0" y="115933"/>
                    <a:pt x="0" y="114377"/>
                  </a:cubicBezTo>
                  <a:lnTo>
                    <a:pt x="0" y="9372"/>
                  </a:lnTo>
                  <a:cubicBezTo>
                    <a:pt x="0" y="7816"/>
                    <a:pt x="622" y="6483"/>
                    <a:pt x="1872" y="5388"/>
                  </a:cubicBezTo>
                  <a:cubicBezTo>
                    <a:pt x="3122" y="4300"/>
                    <a:pt x="4638" y="3750"/>
                    <a:pt x="6427" y="3750"/>
                  </a:cubicBezTo>
                  <a:lnTo>
                    <a:pt x="23572" y="3750"/>
                  </a:lnTo>
                  <a:cubicBezTo>
                    <a:pt x="25000" y="3750"/>
                    <a:pt x="25716" y="4377"/>
                    <a:pt x="25716" y="5622"/>
                  </a:cubicBezTo>
                  <a:cubicBezTo>
                    <a:pt x="25716" y="6877"/>
                    <a:pt x="25000" y="7500"/>
                    <a:pt x="23572" y="7500"/>
                  </a:cubicBezTo>
                  <a:lnTo>
                    <a:pt x="6427" y="7500"/>
                  </a:lnTo>
                  <a:cubicBezTo>
                    <a:pt x="4994" y="7500"/>
                    <a:pt x="4283" y="8127"/>
                    <a:pt x="4283" y="9372"/>
                  </a:cubicBezTo>
                  <a:lnTo>
                    <a:pt x="4283" y="114377"/>
                  </a:lnTo>
                  <a:cubicBezTo>
                    <a:pt x="4283" y="115622"/>
                    <a:pt x="4994" y="116250"/>
                    <a:pt x="6427" y="116250"/>
                  </a:cubicBezTo>
                  <a:lnTo>
                    <a:pt x="113572" y="116250"/>
                  </a:lnTo>
                  <a:cubicBezTo>
                    <a:pt x="115000" y="116250"/>
                    <a:pt x="115716" y="115622"/>
                    <a:pt x="115716" y="114377"/>
                  </a:cubicBezTo>
                  <a:lnTo>
                    <a:pt x="115716" y="9372"/>
                  </a:lnTo>
                  <a:cubicBezTo>
                    <a:pt x="115716" y="8127"/>
                    <a:pt x="115000" y="7500"/>
                    <a:pt x="113572" y="7500"/>
                  </a:cubicBezTo>
                  <a:lnTo>
                    <a:pt x="96427" y="7500"/>
                  </a:lnTo>
                  <a:cubicBezTo>
                    <a:pt x="95000" y="7500"/>
                    <a:pt x="94283" y="6877"/>
                    <a:pt x="94283" y="5622"/>
                  </a:cubicBezTo>
                  <a:cubicBezTo>
                    <a:pt x="94283" y="4377"/>
                    <a:pt x="95000" y="3750"/>
                    <a:pt x="96427" y="3750"/>
                  </a:cubicBezTo>
                  <a:lnTo>
                    <a:pt x="113572" y="3750"/>
                  </a:lnTo>
                  <a:cubicBezTo>
                    <a:pt x="115355" y="3750"/>
                    <a:pt x="116872" y="4300"/>
                    <a:pt x="118127" y="5388"/>
                  </a:cubicBezTo>
                  <a:cubicBezTo>
                    <a:pt x="119372" y="6483"/>
                    <a:pt x="120000" y="7816"/>
                    <a:pt x="120000" y="9372"/>
                  </a:cubicBezTo>
                  <a:lnTo>
                    <a:pt x="120000" y="114377"/>
                  </a:lnTo>
                  <a:cubicBezTo>
                    <a:pt x="120000" y="115933"/>
                    <a:pt x="119372" y="117266"/>
                    <a:pt x="118127" y="118361"/>
                  </a:cubicBezTo>
                  <a:cubicBezTo>
                    <a:pt x="116872" y="119450"/>
                    <a:pt x="115355" y="120000"/>
                    <a:pt x="113572" y="120000"/>
                  </a:cubicBezTo>
                  <a:lnTo>
                    <a:pt x="6427" y="120000"/>
                  </a:lnTo>
                  <a:cubicBezTo>
                    <a:pt x="4638" y="120000"/>
                    <a:pt x="3122" y="119450"/>
                    <a:pt x="1872" y="11836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ec2bb9f1-0f13-4eb3-b978-bda6cec0ff0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08250" y="1241814"/>
            <a:ext cx="10812238" cy="4820623"/>
            <a:chOff x="708250" y="1241814"/>
            <a:chExt cx="10812238" cy="4820623"/>
          </a:xfrm>
        </p:grpSpPr>
        <p:sp>
          <p:nvSpPr>
            <p:cNvPr id="6" name="î$ľídé" title="LjXxPfK7a53MF99"/>
            <p:cNvSpPr/>
            <p:nvPr/>
          </p:nvSpPr>
          <p:spPr bwMode="auto">
            <a:xfrm>
              <a:off x="708250" y="4147670"/>
              <a:ext cx="773420" cy="527768"/>
            </a:xfrm>
            <a:custGeom>
              <a:avLst/>
              <a:gdLst>
                <a:gd name="connsiteX0" fmla="*/ 20293 w 607639"/>
                <a:gd name="connsiteY0" fmla="*/ 364067 h 414642"/>
                <a:gd name="connsiteX1" fmla="*/ 20293 w 607639"/>
                <a:gd name="connsiteY1" fmla="*/ 384244 h 414642"/>
                <a:gd name="connsiteX2" fmla="*/ 30351 w 607639"/>
                <a:gd name="connsiteY2" fmla="*/ 394377 h 414642"/>
                <a:gd name="connsiteX3" fmla="*/ 577199 w 607639"/>
                <a:gd name="connsiteY3" fmla="*/ 394377 h 414642"/>
                <a:gd name="connsiteX4" fmla="*/ 587346 w 607639"/>
                <a:gd name="connsiteY4" fmla="*/ 384244 h 414642"/>
                <a:gd name="connsiteX5" fmla="*/ 587346 w 607639"/>
                <a:gd name="connsiteY5" fmla="*/ 364067 h 414642"/>
                <a:gd name="connsiteX6" fmla="*/ 556995 w 607639"/>
                <a:gd name="connsiteY6" fmla="*/ 364067 h 414642"/>
                <a:gd name="connsiteX7" fmla="*/ 394916 w 607639"/>
                <a:gd name="connsiteY7" fmla="*/ 364067 h 414642"/>
                <a:gd name="connsiteX8" fmla="*/ 394916 w 607639"/>
                <a:gd name="connsiteY8" fmla="*/ 374200 h 414642"/>
                <a:gd name="connsiteX9" fmla="*/ 384859 w 607639"/>
                <a:gd name="connsiteY9" fmla="*/ 384244 h 414642"/>
                <a:gd name="connsiteX10" fmla="*/ 222780 w 607639"/>
                <a:gd name="connsiteY10" fmla="*/ 384244 h 414642"/>
                <a:gd name="connsiteX11" fmla="*/ 212634 w 607639"/>
                <a:gd name="connsiteY11" fmla="*/ 374200 h 414642"/>
                <a:gd name="connsiteX12" fmla="*/ 212634 w 607639"/>
                <a:gd name="connsiteY12" fmla="*/ 364067 h 414642"/>
                <a:gd name="connsiteX13" fmla="*/ 50644 w 607639"/>
                <a:gd name="connsiteY13" fmla="*/ 364067 h 414642"/>
                <a:gd name="connsiteX14" fmla="*/ 141754 w 607639"/>
                <a:gd name="connsiteY14" fmla="*/ 232583 h 414642"/>
                <a:gd name="connsiteX15" fmla="*/ 161961 w 607639"/>
                <a:gd name="connsiteY15" fmla="*/ 232583 h 414642"/>
                <a:gd name="connsiteX16" fmla="*/ 172110 w 607639"/>
                <a:gd name="connsiteY16" fmla="*/ 242719 h 414642"/>
                <a:gd name="connsiteX17" fmla="*/ 161961 w 607639"/>
                <a:gd name="connsiteY17" fmla="*/ 252765 h 414642"/>
                <a:gd name="connsiteX18" fmla="*/ 141754 w 607639"/>
                <a:gd name="connsiteY18" fmla="*/ 252765 h 414642"/>
                <a:gd name="connsiteX19" fmla="*/ 131605 w 607639"/>
                <a:gd name="connsiteY19" fmla="*/ 242719 h 414642"/>
                <a:gd name="connsiteX20" fmla="*/ 141754 w 607639"/>
                <a:gd name="connsiteY20" fmla="*/ 232583 h 414642"/>
                <a:gd name="connsiteX21" fmla="*/ 141758 w 607639"/>
                <a:gd name="connsiteY21" fmla="*/ 192149 h 414642"/>
                <a:gd name="connsiteX22" fmla="*/ 182279 w 607639"/>
                <a:gd name="connsiteY22" fmla="*/ 192149 h 414642"/>
                <a:gd name="connsiteX23" fmla="*/ 192432 w 607639"/>
                <a:gd name="connsiteY23" fmla="*/ 202196 h 414642"/>
                <a:gd name="connsiteX24" fmla="*/ 182279 w 607639"/>
                <a:gd name="connsiteY24" fmla="*/ 212331 h 414642"/>
                <a:gd name="connsiteX25" fmla="*/ 141758 w 607639"/>
                <a:gd name="connsiteY25" fmla="*/ 212331 h 414642"/>
                <a:gd name="connsiteX26" fmla="*/ 131605 w 607639"/>
                <a:gd name="connsiteY26" fmla="*/ 202196 h 414642"/>
                <a:gd name="connsiteX27" fmla="*/ 141758 w 607639"/>
                <a:gd name="connsiteY27" fmla="*/ 192149 h 414642"/>
                <a:gd name="connsiteX28" fmla="*/ 141754 w 607639"/>
                <a:gd name="connsiteY28" fmla="*/ 151716 h 414642"/>
                <a:gd name="connsiteX29" fmla="*/ 161961 w 607639"/>
                <a:gd name="connsiteY29" fmla="*/ 151716 h 414642"/>
                <a:gd name="connsiteX30" fmla="*/ 172110 w 607639"/>
                <a:gd name="connsiteY30" fmla="*/ 161763 h 414642"/>
                <a:gd name="connsiteX31" fmla="*/ 161961 w 607639"/>
                <a:gd name="connsiteY31" fmla="*/ 171898 h 414642"/>
                <a:gd name="connsiteX32" fmla="*/ 141754 w 607639"/>
                <a:gd name="connsiteY32" fmla="*/ 171898 h 414642"/>
                <a:gd name="connsiteX33" fmla="*/ 131605 w 607639"/>
                <a:gd name="connsiteY33" fmla="*/ 161763 h 414642"/>
                <a:gd name="connsiteX34" fmla="*/ 141754 w 607639"/>
                <a:gd name="connsiteY34" fmla="*/ 151716 h 414642"/>
                <a:gd name="connsiteX35" fmla="*/ 141758 w 607639"/>
                <a:gd name="connsiteY35" fmla="*/ 111211 h 414642"/>
                <a:gd name="connsiteX36" fmla="*/ 182279 w 607639"/>
                <a:gd name="connsiteY36" fmla="*/ 111211 h 414642"/>
                <a:gd name="connsiteX37" fmla="*/ 192432 w 607639"/>
                <a:gd name="connsiteY37" fmla="*/ 121337 h 414642"/>
                <a:gd name="connsiteX38" fmla="*/ 182279 w 607639"/>
                <a:gd name="connsiteY38" fmla="*/ 131463 h 414642"/>
                <a:gd name="connsiteX39" fmla="*/ 141758 w 607639"/>
                <a:gd name="connsiteY39" fmla="*/ 131463 h 414642"/>
                <a:gd name="connsiteX40" fmla="*/ 131605 w 607639"/>
                <a:gd name="connsiteY40" fmla="*/ 121337 h 414642"/>
                <a:gd name="connsiteX41" fmla="*/ 141758 w 607639"/>
                <a:gd name="connsiteY41" fmla="*/ 111211 h 414642"/>
                <a:gd name="connsiteX42" fmla="*/ 425367 w 607639"/>
                <a:gd name="connsiteY42" fmla="*/ 101191 h 414642"/>
                <a:gd name="connsiteX43" fmla="*/ 496228 w 607639"/>
                <a:gd name="connsiteY43" fmla="*/ 101191 h 414642"/>
                <a:gd name="connsiteX44" fmla="*/ 506377 w 607639"/>
                <a:gd name="connsiteY44" fmla="*/ 111231 h 414642"/>
                <a:gd name="connsiteX45" fmla="*/ 506377 w 607639"/>
                <a:gd name="connsiteY45" fmla="*/ 182042 h 414642"/>
                <a:gd name="connsiteX46" fmla="*/ 496228 w 607639"/>
                <a:gd name="connsiteY46" fmla="*/ 192171 h 414642"/>
                <a:gd name="connsiteX47" fmla="*/ 486080 w 607639"/>
                <a:gd name="connsiteY47" fmla="*/ 182042 h 414642"/>
                <a:gd name="connsiteX48" fmla="*/ 486080 w 607639"/>
                <a:gd name="connsiteY48" fmla="*/ 135575 h 414642"/>
                <a:gd name="connsiteX49" fmla="*/ 402043 w 607639"/>
                <a:gd name="connsiteY49" fmla="*/ 219447 h 414642"/>
                <a:gd name="connsiteX50" fmla="*/ 394921 w 607639"/>
                <a:gd name="connsiteY50" fmla="*/ 222468 h 414642"/>
                <a:gd name="connsiteX51" fmla="*/ 387889 w 607639"/>
                <a:gd name="connsiteY51" fmla="*/ 219447 h 414642"/>
                <a:gd name="connsiteX52" fmla="*/ 344268 w 607639"/>
                <a:gd name="connsiteY52" fmla="*/ 176001 h 414642"/>
                <a:gd name="connsiteX53" fmla="*/ 270380 w 607639"/>
                <a:gd name="connsiteY53" fmla="*/ 249744 h 414642"/>
                <a:gd name="connsiteX54" fmla="*/ 263258 w 607639"/>
                <a:gd name="connsiteY54" fmla="*/ 252765 h 414642"/>
                <a:gd name="connsiteX55" fmla="*/ 256225 w 607639"/>
                <a:gd name="connsiteY55" fmla="*/ 249744 h 414642"/>
                <a:gd name="connsiteX56" fmla="*/ 256225 w 607639"/>
                <a:gd name="connsiteY56" fmla="*/ 235617 h 414642"/>
                <a:gd name="connsiteX57" fmla="*/ 337235 w 607639"/>
                <a:gd name="connsiteY57" fmla="*/ 154766 h 414642"/>
                <a:gd name="connsiteX58" fmla="*/ 338837 w 607639"/>
                <a:gd name="connsiteY58" fmla="*/ 153433 h 414642"/>
                <a:gd name="connsiteX59" fmla="*/ 340618 w 607639"/>
                <a:gd name="connsiteY59" fmla="*/ 152456 h 414642"/>
                <a:gd name="connsiteX60" fmla="*/ 341508 w 607639"/>
                <a:gd name="connsiteY60" fmla="*/ 152101 h 414642"/>
                <a:gd name="connsiteX61" fmla="*/ 343378 w 607639"/>
                <a:gd name="connsiteY61" fmla="*/ 151745 h 414642"/>
                <a:gd name="connsiteX62" fmla="*/ 344268 w 607639"/>
                <a:gd name="connsiteY62" fmla="*/ 151745 h 414642"/>
                <a:gd name="connsiteX63" fmla="*/ 346226 w 607639"/>
                <a:gd name="connsiteY63" fmla="*/ 151923 h 414642"/>
                <a:gd name="connsiteX64" fmla="*/ 351390 w 607639"/>
                <a:gd name="connsiteY64" fmla="*/ 154766 h 414642"/>
                <a:gd name="connsiteX65" fmla="*/ 394921 w 607639"/>
                <a:gd name="connsiteY65" fmla="*/ 198213 h 414642"/>
                <a:gd name="connsiteX66" fmla="*/ 471925 w 607639"/>
                <a:gd name="connsiteY66" fmla="*/ 121359 h 414642"/>
                <a:gd name="connsiteX67" fmla="*/ 425367 w 607639"/>
                <a:gd name="connsiteY67" fmla="*/ 121359 h 414642"/>
                <a:gd name="connsiteX68" fmla="*/ 415218 w 607639"/>
                <a:gd name="connsiteY68" fmla="*/ 111231 h 414642"/>
                <a:gd name="connsiteX69" fmla="*/ 425367 w 607639"/>
                <a:gd name="connsiteY69" fmla="*/ 101191 h 414642"/>
                <a:gd name="connsiteX70" fmla="*/ 101297 w 607639"/>
                <a:gd name="connsiteY70" fmla="*/ 91029 h 414642"/>
                <a:gd name="connsiteX71" fmla="*/ 111423 w 607639"/>
                <a:gd name="connsiteY71" fmla="*/ 101159 h 414642"/>
                <a:gd name="connsiteX72" fmla="*/ 111423 w 607639"/>
                <a:gd name="connsiteY72" fmla="*/ 262887 h 414642"/>
                <a:gd name="connsiteX73" fmla="*/ 101297 w 607639"/>
                <a:gd name="connsiteY73" fmla="*/ 273017 h 414642"/>
                <a:gd name="connsiteX74" fmla="*/ 91171 w 607639"/>
                <a:gd name="connsiteY74" fmla="*/ 262887 h 414642"/>
                <a:gd name="connsiteX75" fmla="*/ 91171 w 607639"/>
                <a:gd name="connsiteY75" fmla="*/ 101159 h 414642"/>
                <a:gd name="connsiteX76" fmla="*/ 101297 w 607639"/>
                <a:gd name="connsiteY76" fmla="*/ 91029 h 414642"/>
                <a:gd name="connsiteX77" fmla="*/ 70848 w 607639"/>
                <a:gd name="connsiteY77" fmla="*/ 20177 h 414642"/>
                <a:gd name="connsiteX78" fmla="*/ 60791 w 607639"/>
                <a:gd name="connsiteY78" fmla="*/ 30309 h 414642"/>
                <a:gd name="connsiteX79" fmla="*/ 60791 w 607639"/>
                <a:gd name="connsiteY79" fmla="*/ 343802 h 414642"/>
                <a:gd name="connsiteX80" fmla="*/ 222780 w 607639"/>
                <a:gd name="connsiteY80" fmla="*/ 343802 h 414642"/>
                <a:gd name="connsiteX81" fmla="*/ 232927 w 607639"/>
                <a:gd name="connsiteY81" fmla="*/ 353935 h 414642"/>
                <a:gd name="connsiteX82" fmla="*/ 232927 w 607639"/>
                <a:gd name="connsiteY82" fmla="*/ 364067 h 414642"/>
                <a:gd name="connsiteX83" fmla="*/ 374712 w 607639"/>
                <a:gd name="connsiteY83" fmla="*/ 364067 h 414642"/>
                <a:gd name="connsiteX84" fmla="*/ 374712 w 607639"/>
                <a:gd name="connsiteY84" fmla="*/ 353935 h 414642"/>
                <a:gd name="connsiteX85" fmla="*/ 384859 w 607639"/>
                <a:gd name="connsiteY85" fmla="*/ 343802 h 414642"/>
                <a:gd name="connsiteX86" fmla="*/ 546848 w 607639"/>
                <a:gd name="connsiteY86" fmla="*/ 343802 h 414642"/>
                <a:gd name="connsiteX87" fmla="*/ 546848 w 607639"/>
                <a:gd name="connsiteY87" fmla="*/ 30309 h 414642"/>
                <a:gd name="connsiteX88" fmla="*/ 536702 w 607639"/>
                <a:gd name="connsiteY88" fmla="*/ 20177 h 414642"/>
                <a:gd name="connsiteX89" fmla="*/ 70848 w 607639"/>
                <a:gd name="connsiteY89" fmla="*/ 0 h 414642"/>
                <a:gd name="connsiteX90" fmla="*/ 536702 w 607639"/>
                <a:gd name="connsiteY90" fmla="*/ 0 h 414642"/>
                <a:gd name="connsiteX91" fmla="*/ 567142 w 607639"/>
                <a:gd name="connsiteY91" fmla="*/ 30309 h 414642"/>
                <a:gd name="connsiteX92" fmla="*/ 567142 w 607639"/>
                <a:gd name="connsiteY92" fmla="*/ 343802 h 414642"/>
                <a:gd name="connsiteX93" fmla="*/ 597492 w 607639"/>
                <a:gd name="connsiteY93" fmla="*/ 343802 h 414642"/>
                <a:gd name="connsiteX94" fmla="*/ 607639 w 607639"/>
                <a:gd name="connsiteY94" fmla="*/ 353935 h 414642"/>
                <a:gd name="connsiteX95" fmla="*/ 607639 w 607639"/>
                <a:gd name="connsiteY95" fmla="*/ 384244 h 414642"/>
                <a:gd name="connsiteX96" fmla="*/ 577199 w 607639"/>
                <a:gd name="connsiteY96" fmla="*/ 414642 h 414642"/>
                <a:gd name="connsiteX97" fmla="*/ 30351 w 607639"/>
                <a:gd name="connsiteY97" fmla="*/ 414642 h 414642"/>
                <a:gd name="connsiteX98" fmla="*/ 0 w 607639"/>
                <a:gd name="connsiteY98" fmla="*/ 384244 h 414642"/>
                <a:gd name="connsiteX99" fmla="*/ 0 w 607639"/>
                <a:gd name="connsiteY99" fmla="*/ 353935 h 414642"/>
                <a:gd name="connsiteX100" fmla="*/ 10147 w 607639"/>
                <a:gd name="connsiteY100" fmla="*/ 343802 h 414642"/>
                <a:gd name="connsiteX101" fmla="*/ 40497 w 607639"/>
                <a:gd name="connsiteY101" fmla="*/ 343802 h 414642"/>
                <a:gd name="connsiteX102" fmla="*/ 40497 w 607639"/>
                <a:gd name="connsiteY102" fmla="*/ 30309 h 414642"/>
                <a:gd name="connsiteX103" fmla="*/ 70848 w 607639"/>
                <a:gd name="connsiteY103" fmla="*/ 0 h 41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607639" h="414642">
                  <a:moveTo>
                    <a:pt x="20293" y="364067"/>
                  </a:moveTo>
                  <a:lnTo>
                    <a:pt x="20293" y="384244"/>
                  </a:lnTo>
                  <a:cubicBezTo>
                    <a:pt x="20293" y="390377"/>
                    <a:pt x="24298" y="394377"/>
                    <a:pt x="30351" y="394377"/>
                  </a:cubicBezTo>
                  <a:lnTo>
                    <a:pt x="577199" y="394377"/>
                  </a:lnTo>
                  <a:cubicBezTo>
                    <a:pt x="583341" y="394377"/>
                    <a:pt x="587346" y="390377"/>
                    <a:pt x="587346" y="384244"/>
                  </a:cubicBezTo>
                  <a:lnTo>
                    <a:pt x="587346" y="364067"/>
                  </a:lnTo>
                  <a:lnTo>
                    <a:pt x="556995" y="364067"/>
                  </a:lnTo>
                  <a:lnTo>
                    <a:pt x="394916" y="364067"/>
                  </a:lnTo>
                  <a:lnTo>
                    <a:pt x="394916" y="374200"/>
                  </a:lnTo>
                  <a:cubicBezTo>
                    <a:pt x="394916" y="380244"/>
                    <a:pt x="390911" y="384244"/>
                    <a:pt x="384859" y="384244"/>
                  </a:cubicBezTo>
                  <a:lnTo>
                    <a:pt x="222780" y="384244"/>
                  </a:lnTo>
                  <a:cubicBezTo>
                    <a:pt x="216728" y="384244"/>
                    <a:pt x="212634" y="380244"/>
                    <a:pt x="212634" y="374200"/>
                  </a:cubicBezTo>
                  <a:lnTo>
                    <a:pt x="212634" y="364067"/>
                  </a:lnTo>
                  <a:lnTo>
                    <a:pt x="50644" y="364067"/>
                  </a:lnTo>
                  <a:close/>
                  <a:moveTo>
                    <a:pt x="141754" y="232583"/>
                  </a:moveTo>
                  <a:lnTo>
                    <a:pt x="161961" y="232583"/>
                  </a:lnTo>
                  <a:cubicBezTo>
                    <a:pt x="168104" y="232583"/>
                    <a:pt x="172110" y="236584"/>
                    <a:pt x="172110" y="242719"/>
                  </a:cubicBezTo>
                  <a:cubicBezTo>
                    <a:pt x="172110" y="248764"/>
                    <a:pt x="168104" y="252765"/>
                    <a:pt x="161961" y="252765"/>
                  </a:cubicBezTo>
                  <a:lnTo>
                    <a:pt x="141754" y="252765"/>
                  </a:lnTo>
                  <a:cubicBezTo>
                    <a:pt x="135700" y="252765"/>
                    <a:pt x="131605" y="248764"/>
                    <a:pt x="131605" y="242719"/>
                  </a:cubicBezTo>
                  <a:cubicBezTo>
                    <a:pt x="131605" y="236584"/>
                    <a:pt x="135700" y="232583"/>
                    <a:pt x="141754" y="232583"/>
                  </a:cubicBezTo>
                  <a:close/>
                  <a:moveTo>
                    <a:pt x="141758" y="192149"/>
                  </a:moveTo>
                  <a:lnTo>
                    <a:pt x="182279" y="192149"/>
                  </a:lnTo>
                  <a:cubicBezTo>
                    <a:pt x="188335" y="192149"/>
                    <a:pt x="192432" y="196150"/>
                    <a:pt x="192432" y="202196"/>
                  </a:cubicBezTo>
                  <a:cubicBezTo>
                    <a:pt x="192432" y="208330"/>
                    <a:pt x="188335" y="212331"/>
                    <a:pt x="182279" y="212331"/>
                  </a:cubicBezTo>
                  <a:lnTo>
                    <a:pt x="141758" y="212331"/>
                  </a:lnTo>
                  <a:cubicBezTo>
                    <a:pt x="135702" y="212331"/>
                    <a:pt x="131605" y="208330"/>
                    <a:pt x="131605" y="202196"/>
                  </a:cubicBezTo>
                  <a:cubicBezTo>
                    <a:pt x="131605" y="196150"/>
                    <a:pt x="135702" y="192149"/>
                    <a:pt x="141758" y="192149"/>
                  </a:cubicBezTo>
                  <a:close/>
                  <a:moveTo>
                    <a:pt x="141754" y="151716"/>
                  </a:moveTo>
                  <a:lnTo>
                    <a:pt x="161961" y="151716"/>
                  </a:lnTo>
                  <a:cubicBezTo>
                    <a:pt x="168104" y="151716"/>
                    <a:pt x="172110" y="155717"/>
                    <a:pt x="172110" y="161763"/>
                  </a:cubicBezTo>
                  <a:cubicBezTo>
                    <a:pt x="172110" y="167897"/>
                    <a:pt x="168104" y="171898"/>
                    <a:pt x="161961" y="171898"/>
                  </a:cubicBezTo>
                  <a:lnTo>
                    <a:pt x="141754" y="171898"/>
                  </a:lnTo>
                  <a:cubicBezTo>
                    <a:pt x="135700" y="171898"/>
                    <a:pt x="131605" y="167897"/>
                    <a:pt x="131605" y="161763"/>
                  </a:cubicBezTo>
                  <a:cubicBezTo>
                    <a:pt x="131605" y="155717"/>
                    <a:pt x="135700" y="151716"/>
                    <a:pt x="141754" y="151716"/>
                  </a:cubicBezTo>
                  <a:close/>
                  <a:moveTo>
                    <a:pt x="141758" y="111211"/>
                  </a:moveTo>
                  <a:lnTo>
                    <a:pt x="182279" y="111211"/>
                  </a:lnTo>
                  <a:cubicBezTo>
                    <a:pt x="188335" y="111211"/>
                    <a:pt x="192432" y="115297"/>
                    <a:pt x="192432" y="121337"/>
                  </a:cubicBezTo>
                  <a:cubicBezTo>
                    <a:pt x="192432" y="127377"/>
                    <a:pt x="188335" y="131463"/>
                    <a:pt x="182279" y="131463"/>
                  </a:cubicBezTo>
                  <a:lnTo>
                    <a:pt x="141758" y="131463"/>
                  </a:lnTo>
                  <a:cubicBezTo>
                    <a:pt x="135702" y="131463"/>
                    <a:pt x="131605" y="127377"/>
                    <a:pt x="131605" y="121337"/>
                  </a:cubicBezTo>
                  <a:cubicBezTo>
                    <a:pt x="131605" y="115297"/>
                    <a:pt x="135702" y="111211"/>
                    <a:pt x="141758" y="111211"/>
                  </a:cubicBezTo>
                  <a:close/>
                  <a:moveTo>
                    <a:pt x="425367" y="101191"/>
                  </a:moveTo>
                  <a:lnTo>
                    <a:pt x="496228" y="101191"/>
                  </a:lnTo>
                  <a:cubicBezTo>
                    <a:pt x="502282" y="101191"/>
                    <a:pt x="506377" y="105189"/>
                    <a:pt x="506377" y="111231"/>
                  </a:cubicBezTo>
                  <a:lnTo>
                    <a:pt x="506377" y="182042"/>
                  </a:lnTo>
                  <a:cubicBezTo>
                    <a:pt x="506377" y="188084"/>
                    <a:pt x="502282" y="192171"/>
                    <a:pt x="496228" y="192171"/>
                  </a:cubicBezTo>
                  <a:cubicBezTo>
                    <a:pt x="490175" y="192171"/>
                    <a:pt x="486080" y="188084"/>
                    <a:pt x="486080" y="182042"/>
                  </a:cubicBezTo>
                  <a:lnTo>
                    <a:pt x="486080" y="135575"/>
                  </a:lnTo>
                  <a:lnTo>
                    <a:pt x="402043" y="219447"/>
                  </a:lnTo>
                  <a:cubicBezTo>
                    <a:pt x="399996" y="221491"/>
                    <a:pt x="397948" y="222468"/>
                    <a:pt x="394921" y="222468"/>
                  </a:cubicBezTo>
                  <a:cubicBezTo>
                    <a:pt x="391895" y="222468"/>
                    <a:pt x="389847" y="221491"/>
                    <a:pt x="387889" y="219447"/>
                  </a:cubicBezTo>
                  <a:lnTo>
                    <a:pt x="344268" y="176001"/>
                  </a:lnTo>
                  <a:lnTo>
                    <a:pt x="270380" y="249744"/>
                  </a:lnTo>
                  <a:cubicBezTo>
                    <a:pt x="268332" y="251788"/>
                    <a:pt x="266285" y="252765"/>
                    <a:pt x="263258" y="252765"/>
                  </a:cubicBezTo>
                  <a:cubicBezTo>
                    <a:pt x="260231" y="252765"/>
                    <a:pt x="258184" y="251788"/>
                    <a:pt x="256225" y="249744"/>
                  </a:cubicBezTo>
                  <a:cubicBezTo>
                    <a:pt x="252130" y="245746"/>
                    <a:pt x="252130" y="239616"/>
                    <a:pt x="256225" y="235617"/>
                  </a:cubicBezTo>
                  <a:lnTo>
                    <a:pt x="337235" y="154766"/>
                  </a:lnTo>
                  <a:cubicBezTo>
                    <a:pt x="337769" y="154233"/>
                    <a:pt x="338303" y="153789"/>
                    <a:pt x="338837" y="153433"/>
                  </a:cubicBezTo>
                  <a:cubicBezTo>
                    <a:pt x="339372" y="152989"/>
                    <a:pt x="339995" y="152723"/>
                    <a:pt x="340618" y="152456"/>
                  </a:cubicBezTo>
                  <a:cubicBezTo>
                    <a:pt x="340885" y="152367"/>
                    <a:pt x="341152" y="152190"/>
                    <a:pt x="341508" y="152101"/>
                  </a:cubicBezTo>
                  <a:cubicBezTo>
                    <a:pt x="342131" y="151923"/>
                    <a:pt x="342754" y="151834"/>
                    <a:pt x="343378" y="151745"/>
                  </a:cubicBezTo>
                  <a:cubicBezTo>
                    <a:pt x="343645" y="151745"/>
                    <a:pt x="344001" y="151745"/>
                    <a:pt x="344268" y="151745"/>
                  </a:cubicBezTo>
                  <a:cubicBezTo>
                    <a:pt x="344980" y="151745"/>
                    <a:pt x="345603" y="151745"/>
                    <a:pt x="346226" y="151923"/>
                  </a:cubicBezTo>
                  <a:cubicBezTo>
                    <a:pt x="348096" y="152278"/>
                    <a:pt x="349876" y="153256"/>
                    <a:pt x="351390" y="154766"/>
                  </a:cubicBezTo>
                  <a:lnTo>
                    <a:pt x="394921" y="198213"/>
                  </a:lnTo>
                  <a:lnTo>
                    <a:pt x="471925" y="121359"/>
                  </a:lnTo>
                  <a:lnTo>
                    <a:pt x="425367" y="121359"/>
                  </a:lnTo>
                  <a:cubicBezTo>
                    <a:pt x="419224" y="121359"/>
                    <a:pt x="415218" y="117361"/>
                    <a:pt x="415218" y="111231"/>
                  </a:cubicBezTo>
                  <a:cubicBezTo>
                    <a:pt x="415218" y="105189"/>
                    <a:pt x="419224" y="101191"/>
                    <a:pt x="425367" y="101191"/>
                  </a:cubicBezTo>
                  <a:close/>
                  <a:moveTo>
                    <a:pt x="101297" y="91029"/>
                  </a:moveTo>
                  <a:cubicBezTo>
                    <a:pt x="107337" y="91029"/>
                    <a:pt x="111423" y="95028"/>
                    <a:pt x="111423" y="101159"/>
                  </a:cubicBezTo>
                  <a:lnTo>
                    <a:pt x="111423" y="262887"/>
                  </a:lnTo>
                  <a:cubicBezTo>
                    <a:pt x="111423" y="268929"/>
                    <a:pt x="107337" y="273017"/>
                    <a:pt x="101297" y="273017"/>
                  </a:cubicBezTo>
                  <a:cubicBezTo>
                    <a:pt x="95257" y="273017"/>
                    <a:pt x="91171" y="268929"/>
                    <a:pt x="91171" y="262887"/>
                  </a:cubicBezTo>
                  <a:lnTo>
                    <a:pt x="91171" y="101159"/>
                  </a:lnTo>
                  <a:cubicBezTo>
                    <a:pt x="91171" y="95028"/>
                    <a:pt x="95257" y="91029"/>
                    <a:pt x="101297" y="91029"/>
                  </a:cubicBezTo>
                  <a:close/>
                  <a:moveTo>
                    <a:pt x="70848" y="20177"/>
                  </a:moveTo>
                  <a:cubicBezTo>
                    <a:pt x="64796" y="20177"/>
                    <a:pt x="60791" y="24265"/>
                    <a:pt x="60791" y="30309"/>
                  </a:cubicBezTo>
                  <a:lnTo>
                    <a:pt x="60791" y="343802"/>
                  </a:lnTo>
                  <a:lnTo>
                    <a:pt x="222780" y="343802"/>
                  </a:lnTo>
                  <a:cubicBezTo>
                    <a:pt x="228833" y="343802"/>
                    <a:pt x="232927" y="347890"/>
                    <a:pt x="232927" y="353935"/>
                  </a:cubicBezTo>
                  <a:lnTo>
                    <a:pt x="232927" y="364067"/>
                  </a:lnTo>
                  <a:lnTo>
                    <a:pt x="374712" y="364067"/>
                  </a:lnTo>
                  <a:lnTo>
                    <a:pt x="374712" y="353935"/>
                  </a:lnTo>
                  <a:cubicBezTo>
                    <a:pt x="374712" y="347890"/>
                    <a:pt x="378717" y="343802"/>
                    <a:pt x="384859" y="343802"/>
                  </a:cubicBezTo>
                  <a:lnTo>
                    <a:pt x="546848" y="343802"/>
                  </a:lnTo>
                  <a:lnTo>
                    <a:pt x="546848" y="30309"/>
                  </a:lnTo>
                  <a:cubicBezTo>
                    <a:pt x="546848" y="24265"/>
                    <a:pt x="542754" y="20177"/>
                    <a:pt x="536702" y="20177"/>
                  </a:cubicBezTo>
                  <a:close/>
                  <a:moveTo>
                    <a:pt x="70848" y="0"/>
                  </a:moveTo>
                  <a:lnTo>
                    <a:pt x="536702" y="0"/>
                  </a:lnTo>
                  <a:cubicBezTo>
                    <a:pt x="553969" y="0"/>
                    <a:pt x="567142" y="13155"/>
                    <a:pt x="567142" y="30309"/>
                  </a:cubicBezTo>
                  <a:lnTo>
                    <a:pt x="567142" y="343802"/>
                  </a:lnTo>
                  <a:lnTo>
                    <a:pt x="597492" y="343802"/>
                  </a:lnTo>
                  <a:cubicBezTo>
                    <a:pt x="603545" y="343802"/>
                    <a:pt x="607639" y="347890"/>
                    <a:pt x="607639" y="353935"/>
                  </a:cubicBezTo>
                  <a:lnTo>
                    <a:pt x="607639" y="384244"/>
                  </a:lnTo>
                  <a:cubicBezTo>
                    <a:pt x="607639" y="401487"/>
                    <a:pt x="594466" y="414642"/>
                    <a:pt x="577199" y="414642"/>
                  </a:cubicBezTo>
                  <a:lnTo>
                    <a:pt x="30351" y="414642"/>
                  </a:lnTo>
                  <a:cubicBezTo>
                    <a:pt x="13173" y="414642"/>
                    <a:pt x="0" y="401487"/>
                    <a:pt x="0" y="384244"/>
                  </a:cubicBezTo>
                  <a:lnTo>
                    <a:pt x="0" y="353935"/>
                  </a:lnTo>
                  <a:cubicBezTo>
                    <a:pt x="0" y="347890"/>
                    <a:pt x="4094" y="343802"/>
                    <a:pt x="10147" y="343802"/>
                  </a:cubicBezTo>
                  <a:lnTo>
                    <a:pt x="40497" y="343802"/>
                  </a:lnTo>
                  <a:lnTo>
                    <a:pt x="40497" y="30309"/>
                  </a:lnTo>
                  <a:cubicBezTo>
                    <a:pt x="40497" y="13155"/>
                    <a:pt x="53670" y="0"/>
                    <a:pt x="708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7" name="îšḻîḓe"/>
            <p:cNvSpPr/>
            <p:nvPr/>
          </p:nvSpPr>
          <p:spPr>
            <a:xfrm>
              <a:off x="6839968" y="5169934"/>
              <a:ext cx="4680520" cy="892503"/>
            </a:xfrm>
            <a:prstGeom prst="wedgeRectCallout">
              <a:avLst>
                <a:gd name="adj1" fmla="val -55809"/>
                <a:gd name="adj2" fmla="val -51955"/>
              </a:avLst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endParaRPr lang="zh-CN" altLang="en-US" sz="2000" b="1" dirty="0"/>
            </a:p>
          </p:txBody>
        </p:sp>
        <p:grpSp>
          <p:nvGrpSpPr>
            <p:cNvPr id="8" name="î$ļîdè"/>
            <p:cNvGrpSpPr/>
            <p:nvPr/>
          </p:nvGrpSpPr>
          <p:grpSpPr>
            <a:xfrm>
              <a:off x="7106400" y="4966980"/>
              <a:ext cx="3691440" cy="973662"/>
              <a:chOff x="4282358" y="4917293"/>
              <a:chExt cx="3691440" cy="973662"/>
            </a:xfrm>
          </p:grpSpPr>
          <p:sp>
            <p:nvSpPr>
              <p:cNvPr id="21" name="iSḻide"/>
              <p:cNvSpPr/>
              <p:nvPr/>
            </p:nvSpPr>
            <p:spPr bwMode="auto">
              <a:xfrm>
                <a:off x="4282358" y="5283769"/>
                <a:ext cx="3691440" cy="6071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Supporting text here. </a:t>
                </a:r>
                <a:endParaRPr lang="en-US" altLang="zh-CN" sz="9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When you copy &amp; paste, choose "keep text only" option.</a:t>
                </a:r>
                <a:endParaRPr lang="zh-CN" altLang="en-US" sz="900" dirty="0"/>
              </a:p>
            </p:txBody>
          </p:sp>
          <p:sp>
            <p:nvSpPr>
              <p:cNvPr id="22" name="ïŝḻiḍè"/>
              <p:cNvSpPr txBox="1"/>
              <p:nvPr/>
            </p:nvSpPr>
            <p:spPr bwMode="auto">
              <a:xfrm>
                <a:off x="4282358" y="4917293"/>
                <a:ext cx="1190560" cy="3693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800" b="1" dirty="0">
                    <a:solidFill>
                      <a:schemeClr val="accent3"/>
                    </a:solidFill>
                  </a:rPr>
                  <a:t>Text here</a:t>
                </a:r>
                <a:endParaRPr lang="en-US" altLang="zh-CN" sz="1800" b="1" dirty="0">
                  <a:solidFill>
                    <a:schemeClr val="accent3"/>
                  </a:solidFill>
                </a:endParaRPr>
              </a:p>
            </p:txBody>
          </p:sp>
        </p:grpSp>
        <p:sp>
          <p:nvSpPr>
            <p:cNvPr id="9" name="iṥľïďè"/>
            <p:cNvSpPr/>
            <p:nvPr/>
          </p:nvSpPr>
          <p:spPr>
            <a:xfrm>
              <a:off x="6839968" y="1444768"/>
              <a:ext cx="4680520" cy="892503"/>
            </a:xfrm>
            <a:prstGeom prst="wedgeRectCallout">
              <a:avLst>
                <a:gd name="adj1" fmla="val -62201"/>
                <a:gd name="adj2" fmla="val 75341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endParaRPr lang="zh-CN" altLang="en-US" sz="2000" b="1" dirty="0"/>
            </a:p>
          </p:txBody>
        </p:sp>
        <p:grpSp>
          <p:nvGrpSpPr>
            <p:cNvPr id="10" name="îṧḷïḓê"/>
            <p:cNvGrpSpPr/>
            <p:nvPr/>
          </p:nvGrpSpPr>
          <p:grpSpPr>
            <a:xfrm>
              <a:off x="7106400" y="1241814"/>
              <a:ext cx="3691440" cy="973662"/>
              <a:chOff x="4282358" y="4917293"/>
              <a:chExt cx="3691440" cy="973662"/>
            </a:xfrm>
          </p:grpSpPr>
          <p:sp>
            <p:nvSpPr>
              <p:cNvPr id="19" name="iṧḻîḓê"/>
              <p:cNvSpPr/>
              <p:nvPr/>
            </p:nvSpPr>
            <p:spPr bwMode="auto">
              <a:xfrm>
                <a:off x="4282358" y="5283769"/>
                <a:ext cx="3691440" cy="6071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Supporting text here. </a:t>
                </a:r>
                <a:endParaRPr lang="en-US" altLang="zh-CN" sz="9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When you copy &amp; paste, choose "keep text only" option.</a:t>
                </a:r>
                <a:endParaRPr lang="zh-CN" altLang="en-US" sz="900" dirty="0"/>
              </a:p>
            </p:txBody>
          </p:sp>
          <p:sp>
            <p:nvSpPr>
              <p:cNvPr id="20" name="íšļîde"/>
              <p:cNvSpPr txBox="1"/>
              <p:nvPr/>
            </p:nvSpPr>
            <p:spPr bwMode="auto">
              <a:xfrm>
                <a:off x="4282358" y="4917293"/>
                <a:ext cx="1190560" cy="3693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800" b="1" dirty="0">
                    <a:solidFill>
                      <a:schemeClr val="accent1"/>
                    </a:solidFill>
                  </a:rPr>
                  <a:t>Text here</a:t>
                </a:r>
                <a:endParaRPr lang="en-US" altLang="zh-CN" sz="1800" b="1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11" name="iSļíḓè" title="LjXxPfK7a53MF99"/>
            <p:cNvSpPr/>
            <p:nvPr/>
          </p:nvSpPr>
          <p:spPr bwMode="auto">
            <a:xfrm>
              <a:off x="708250" y="2032009"/>
              <a:ext cx="773420" cy="543486"/>
            </a:xfrm>
            <a:custGeom>
              <a:avLst/>
              <a:gdLst>
                <a:gd name="connsiteX0" fmla="*/ 450100 w 607639"/>
                <a:gd name="connsiteY0" fmla="*/ 313203 h 426991"/>
                <a:gd name="connsiteX1" fmla="*/ 450100 w 607639"/>
                <a:gd name="connsiteY1" fmla="*/ 403167 h 426991"/>
                <a:gd name="connsiteX2" fmla="*/ 585744 w 607639"/>
                <a:gd name="connsiteY2" fmla="*/ 403167 h 426991"/>
                <a:gd name="connsiteX3" fmla="*/ 586100 w 607639"/>
                <a:gd name="connsiteY3" fmla="*/ 313203 h 426991"/>
                <a:gd name="connsiteX4" fmla="*/ 530294 w 607639"/>
                <a:gd name="connsiteY4" fmla="*/ 313203 h 426991"/>
                <a:gd name="connsiteX5" fmla="*/ 530116 w 607639"/>
                <a:gd name="connsiteY5" fmla="*/ 313203 h 426991"/>
                <a:gd name="connsiteX6" fmla="*/ 529760 w 607639"/>
                <a:gd name="connsiteY6" fmla="*/ 313203 h 426991"/>
                <a:gd name="connsiteX7" fmla="*/ 450901 w 607639"/>
                <a:gd name="connsiteY7" fmla="*/ 313203 h 426991"/>
                <a:gd name="connsiteX8" fmla="*/ 236309 w 607639"/>
                <a:gd name="connsiteY8" fmla="*/ 313203 h 426991"/>
                <a:gd name="connsiteX9" fmla="*/ 236309 w 607639"/>
                <a:gd name="connsiteY9" fmla="*/ 403167 h 426991"/>
                <a:gd name="connsiteX10" fmla="*/ 371953 w 607639"/>
                <a:gd name="connsiteY10" fmla="*/ 403167 h 426991"/>
                <a:gd name="connsiteX11" fmla="*/ 372754 w 607639"/>
                <a:gd name="connsiteY11" fmla="*/ 313203 h 426991"/>
                <a:gd name="connsiteX12" fmla="*/ 237110 w 607639"/>
                <a:gd name="connsiteY12" fmla="*/ 313203 h 426991"/>
                <a:gd name="connsiteX13" fmla="*/ 22519 w 607639"/>
                <a:gd name="connsiteY13" fmla="*/ 313203 h 426991"/>
                <a:gd name="connsiteX14" fmla="*/ 22519 w 607639"/>
                <a:gd name="connsiteY14" fmla="*/ 403167 h 426991"/>
                <a:gd name="connsiteX15" fmla="*/ 158163 w 607639"/>
                <a:gd name="connsiteY15" fmla="*/ 403167 h 426991"/>
                <a:gd name="connsiteX16" fmla="*/ 158964 w 607639"/>
                <a:gd name="connsiteY16" fmla="*/ 313203 h 426991"/>
                <a:gd name="connsiteX17" fmla="*/ 91498 w 607639"/>
                <a:gd name="connsiteY17" fmla="*/ 313203 h 426991"/>
                <a:gd name="connsiteX18" fmla="*/ 91231 w 607639"/>
                <a:gd name="connsiteY18" fmla="*/ 313203 h 426991"/>
                <a:gd name="connsiteX19" fmla="*/ 90964 w 607639"/>
                <a:gd name="connsiteY19" fmla="*/ 313203 h 426991"/>
                <a:gd name="connsiteX20" fmla="*/ 23320 w 607639"/>
                <a:gd name="connsiteY20" fmla="*/ 313203 h 426991"/>
                <a:gd name="connsiteX21" fmla="*/ 91409 w 607639"/>
                <a:gd name="connsiteY21" fmla="*/ 224751 h 426991"/>
                <a:gd name="connsiteX22" fmla="*/ 530294 w 607639"/>
                <a:gd name="connsiteY22" fmla="*/ 224751 h 426991"/>
                <a:gd name="connsiteX23" fmla="*/ 540084 w 607639"/>
                <a:gd name="connsiteY23" fmla="*/ 234530 h 426991"/>
                <a:gd name="connsiteX24" fmla="*/ 540084 w 607639"/>
                <a:gd name="connsiteY24" fmla="*/ 292135 h 426991"/>
                <a:gd name="connsiteX25" fmla="*/ 586456 w 607639"/>
                <a:gd name="connsiteY25" fmla="*/ 292135 h 426991"/>
                <a:gd name="connsiteX26" fmla="*/ 607639 w 607639"/>
                <a:gd name="connsiteY26" fmla="*/ 313203 h 426991"/>
                <a:gd name="connsiteX27" fmla="*/ 607639 w 607639"/>
                <a:gd name="connsiteY27" fmla="*/ 403167 h 426991"/>
                <a:gd name="connsiteX28" fmla="*/ 586456 w 607639"/>
                <a:gd name="connsiteY28" fmla="*/ 426991 h 426991"/>
                <a:gd name="connsiteX29" fmla="*/ 451524 w 607639"/>
                <a:gd name="connsiteY29" fmla="*/ 426991 h 426991"/>
                <a:gd name="connsiteX30" fmla="*/ 427582 w 607639"/>
                <a:gd name="connsiteY30" fmla="*/ 403167 h 426991"/>
                <a:gd name="connsiteX31" fmla="*/ 427582 w 607639"/>
                <a:gd name="connsiteY31" fmla="*/ 313203 h 426991"/>
                <a:gd name="connsiteX32" fmla="*/ 451524 w 607639"/>
                <a:gd name="connsiteY32" fmla="*/ 292135 h 426991"/>
                <a:gd name="connsiteX33" fmla="*/ 517566 w 607639"/>
                <a:gd name="connsiteY33" fmla="*/ 292135 h 426991"/>
                <a:gd name="connsiteX34" fmla="*/ 517566 w 607639"/>
                <a:gd name="connsiteY34" fmla="*/ 247242 h 426991"/>
                <a:gd name="connsiteX35" fmla="*/ 315079 w 607639"/>
                <a:gd name="connsiteY35" fmla="*/ 247242 h 426991"/>
                <a:gd name="connsiteX36" fmla="*/ 315079 w 607639"/>
                <a:gd name="connsiteY36" fmla="*/ 292135 h 426991"/>
                <a:gd name="connsiteX37" fmla="*/ 372665 w 607639"/>
                <a:gd name="connsiteY37" fmla="*/ 292135 h 426991"/>
                <a:gd name="connsiteX38" fmla="*/ 393849 w 607639"/>
                <a:gd name="connsiteY38" fmla="*/ 313203 h 426991"/>
                <a:gd name="connsiteX39" fmla="*/ 393849 w 607639"/>
                <a:gd name="connsiteY39" fmla="*/ 403167 h 426991"/>
                <a:gd name="connsiteX40" fmla="*/ 372665 w 607639"/>
                <a:gd name="connsiteY40" fmla="*/ 426991 h 426991"/>
                <a:gd name="connsiteX41" fmla="*/ 237733 w 607639"/>
                <a:gd name="connsiteY41" fmla="*/ 426991 h 426991"/>
                <a:gd name="connsiteX42" fmla="*/ 213791 w 607639"/>
                <a:gd name="connsiteY42" fmla="*/ 403167 h 426991"/>
                <a:gd name="connsiteX43" fmla="*/ 213791 w 607639"/>
                <a:gd name="connsiteY43" fmla="*/ 313203 h 426991"/>
                <a:gd name="connsiteX44" fmla="*/ 237733 w 607639"/>
                <a:gd name="connsiteY44" fmla="*/ 292135 h 426991"/>
                <a:gd name="connsiteX45" fmla="*/ 292561 w 607639"/>
                <a:gd name="connsiteY45" fmla="*/ 292135 h 426991"/>
                <a:gd name="connsiteX46" fmla="*/ 292561 w 607639"/>
                <a:gd name="connsiteY46" fmla="*/ 247242 h 426991"/>
                <a:gd name="connsiteX47" fmla="*/ 101288 w 607639"/>
                <a:gd name="connsiteY47" fmla="*/ 247242 h 426991"/>
                <a:gd name="connsiteX48" fmla="*/ 101288 w 607639"/>
                <a:gd name="connsiteY48" fmla="*/ 292135 h 426991"/>
                <a:gd name="connsiteX49" fmla="*/ 158875 w 607639"/>
                <a:gd name="connsiteY49" fmla="*/ 292135 h 426991"/>
                <a:gd name="connsiteX50" fmla="*/ 180058 w 607639"/>
                <a:gd name="connsiteY50" fmla="*/ 313203 h 426991"/>
                <a:gd name="connsiteX51" fmla="*/ 180058 w 607639"/>
                <a:gd name="connsiteY51" fmla="*/ 403167 h 426991"/>
                <a:gd name="connsiteX52" fmla="*/ 158875 w 607639"/>
                <a:gd name="connsiteY52" fmla="*/ 426991 h 426991"/>
                <a:gd name="connsiteX53" fmla="*/ 24032 w 607639"/>
                <a:gd name="connsiteY53" fmla="*/ 426991 h 426991"/>
                <a:gd name="connsiteX54" fmla="*/ 0 w 607639"/>
                <a:gd name="connsiteY54" fmla="*/ 403167 h 426991"/>
                <a:gd name="connsiteX55" fmla="*/ 0 w 607639"/>
                <a:gd name="connsiteY55" fmla="*/ 313203 h 426991"/>
                <a:gd name="connsiteX56" fmla="*/ 24032 w 607639"/>
                <a:gd name="connsiteY56" fmla="*/ 292135 h 426991"/>
                <a:gd name="connsiteX57" fmla="*/ 78770 w 607639"/>
                <a:gd name="connsiteY57" fmla="*/ 292135 h 426991"/>
                <a:gd name="connsiteX58" fmla="*/ 78770 w 607639"/>
                <a:gd name="connsiteY58" fmla="*/ 234530 h 426991"/>
                <a:gd name="connsiteX59" fmla="*/ 91409 w 607639"/>
                <a:gd name="connsiteY59" fmla="*/ 224751 h 426991"/>
                <a:gd name="connsiteX60" fmla="*/ 236326 w 607639"/>
                <a:gd name="connsiteY60" fmla="*/ 21066 h 426991"/>
                <a:gd name="connsiteX61" fmla="*/ 236326 w 607639"/>
                <a:gd name="connsiteY61" fmla="*/ 111021 h 426991"/>
                <a:gd name="connsiteX62" fmla="*/ 371758 w 607639"/>
                <a:gd name="connsiteY62" fmla="*/ 111021 h 426991"/>
                <a:gd name="connsiteX63" fmla="*/ 372380 w 607639"/>
                <a:gd name="connsiteY63" fmla="*/ 21066 h 426991"/>
                <a:gd name="connsiteX64" fmla="*/ 237127 w 607639"/>
                <a:gd name="connsiteY64" fmla="*/ 21066 h 426991"/>
                <a:gd name="connsiteX65" fmla="*/ 237750 w 607639"/>
                <a:gd name="connsiteY65" fmla="*/ 0 h 426991"/>
                <a:gd name="connsiteX66" fmla="*/ 372647 w 607639"/>
                <a:gd name="connsiteY66" fmla="*/ 0 h 426991"/>
                <a:gd name="connsiteX67" fmla="*/ 393825 w 607639"/>
                <a:gd name="connsiteY67" fmla="*/ 21066 h 426991"/>
                <a:gd name="connsiteX68" fmla="*/ 393825 w 607639"/>
                <a:gd name="connsiteY68" fmla="*/ 111021 h 426991"/>
                <a:gd name="connsiteX69" fmla="*/ 372647 w 607639"/>
                <a:gd name="connsiteY69" fmla="*/ 134843 h 426991"/>
                <a:gd name="connsiteX70" fmla="*/ 315076 w 607639"/>
                <a:gd name="connsiteY70" fmla="*/ 134843 h 426991"/>
                <a:gd name="connsiteX71" fmla="*/ 315076 w 607639"/>
                <a:gd name="connsiteY71" fmla="*/ 191020 h 426991"/>
                <a:gd name="connsiteX72" fmla="*/ 292563 w 607639"/>
                <a:gd name="connsiteY72" fmla="*/ 191020 h 426991"/>
                <a:gd name="connsiteX73" fmla="*/ 292563 w 607639"/>
                <a:gd name="connsiteY73" fmla="*/ 134843 h 426991"/>
                <a:gd name="connsiteX74" fmla="*/ 237750 w 607639"/>
                <a:gd name="connsiteY74" fmla="*/ 134843 h 426991"/>
                <a:gd name="connsiteX75" fmla="*/ 213813 w 607639"/>
                <a:gd name="connsiteY75" fmla="*/ 111021 h 426991"/>
                <a:gd name="connsiteX76" fmla="*/ 213813 w 607639"/>
                <a:gd name="connsiteY76" fmla="*/ 21066 h 426991"/>
                <a:gd name="connsiteX77" fmla="*/ 237750 w 607639"/>
                <a:gd name="connsiteY77" fmla="*/ 0 h 42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07639" h="426991">
                  <a:moveTo>
                    <a:pt x="450100" y="313203"/>
                  </a:moveTo>
                  <a:lnTo>
                    <a:pt x="450100" y="403167"/>
                  </a:lnTo>
                  <a:lnTo>
                    <a:pt x="585744" y="403167"/>
                  </a:lnTo>
                  <a:lnTo>
                    <a:pt x="586100" y="313203"/>
                  </a:lnTo>
                  <a:lnTo>
                    <a:pt x="530294" y="313203"/>
                  </a:lnTo>
                  <a:cubicBezTo>
                    <a:pt x="530294" y="313203"/>
                    <a:pt x="530116" y="313203"/>
                    <a:pt x="530116" y="313203"/>
                  </a:cubicBezTo>
                  <a:cubicBezTo>
                    <a:pt x="530027" y="313203"/>
                    <a:pt x="529849" y="313203"/>
                    <a:pt x="529760" y="313203"/>
                  </a:cubicBezTo>
                  <a:lnTo>
                    <a:pt x="450901" y="313203"/>
                  </a:lnTo>
                  <a:close/>
                  <a:moveTo>
                    <a:pt x="236309" y="313203"/>
                  </a:moveTo>
                  <a:lnTo>
                    <a:pt x="236309" y="403167"/>
                  </a:lnTo>
                  <a:lnTo>
                    <a:pt x="371953" y="403167"/>
                  </a:lnTo>
                  <a:lnTo>
                    <a:pt x="372754" y="313203"/>
                  </a:lnTo>
                  <a:lnTo>
                    <a:pt x="237110" y="313203"/>
                  </a:lnTo>
                  <a:close/>
                  <a:moveTo>
                    <a:pt x="22519" y="313203"/>
                  </a:moveTo>
                  <a:lnTo>
                    <a:pt x="22519" y="403167"/>
                  </a:lnTo>
                  <a:lnTo>
                    <a:pt x="158163" y="403167"/>
                  </a:lnTo>
                  <a:lnTo>
                    <a:pt x="158964" y="313203"/>
                  </a:lnTo>
                  <a:lnTo>
                    <a:pt x="91498" y="313203"/>
                  </a:lnTo>
                  <a:cubicBezTo>
                    <a:pt x="91409" y="313203"/>
                    <a:pt x="91320" y="313203"/>
                    <a:pt x="91231" y="313203"/>
                  </a:cubicBezTo>
                  <a:cubicBezTo>
                    <a:pt x="91231" y="313203"/>
                    <a:pt x="90964" y="313203"/>
                    <a:pt x="90964" y="313203"/>
                  </a:cubicBezTo>
                  <a:lnTo>
                    <a:pt x="23320" y="313203"/>
                  </a:lnTo>
                  <a:close/>
                  <a:moveTo>
                    <a:pt x="91409" y="224751"/>
                  </a:moveTo>
                  <a:lnTo>
                    <a:pt x="530294" y="224751"/>
                  </a:lnTo>
                  <a:cubicBezTo>
                    <a:pt x="536435" y="224751"/>
                    <a:pt x="540084" y="228396"/>
                    <a:pt x="540084" y="234530"/>
                  </a:cubicBezTo>
                  <a:lnTo>
                    <a:pt x="540084" y="292135"/>
                  </a:lnTo>
                  <a:lnTo>
                    <a:pt x="586456" y="292135"/>
                  </a:lnTo>
                  <a:cubicBezTo>
                    <a:pt x="598917" y="292135"/>
                    <a:pt x="607639" y="300847"/>
                    <a:pt x="607639" y="313203"/>
                  </a:cubicBezTo>
                  <a:lnTo>
                    <a:pt x="607639" y="403167"/>
                  </a:lnTo>
                  <a:cubicBezTo>
                    <a:pt x="607639" y="415524"/>
                    <a:pt x="598917" y="426991"/>
                    <a:pt x="586456" y="426991"/>
                  </a:cubicBezTo>
                  <a:lnTo>
                    <a:pt x="451524" y="426991"/>
                  </a:lnTo>
                  <a:cubicBezTo>
                    <a:pt x="439152" y="426991"/>
                    <a:pt x="427582" y="415524"/>
                    <a:pt x="427582" y="403167"/>
                  </a:cubicBezTo>
                  <a:lnTo>
                    <a:pt x="427582" y="313203"/>
                  </a:lnTo>
                  <a:cubicBezTo>
                    <a:pt x="427582" y="300847"/>
                    <a:pt x="439152" y="292135"/>
                    <a:pt x="451524" y="292135"/>
                  </a:cubicBezTo>
                  <a:lnTo>
                    <a:pt x="517566" y="292135"/>
                  </a:lnTo>
                  <a:lnTo>
                    <a:pt x="517566" y="247242"/>
                  </a:lnTo>
                  <a:lnTo>
                    <a:pt x="315079" y="247242"/>
                  </a:lnTo>
                  <a:lnTo>
                    <a:pt x="315079" y="292135"/>
                  </a:lnTo>
                  <a:lnTo>
                    <a:pt x="372665" y="292135"/>
                  </a:lnTo>
                  <a:cubicBezTo>
                    <a:pt x="385126" y="292135"/>
                    <a:pt x="393849" y="300847"/>
                    <a:pt x="393849" y="313203"/>
                  </a:cubicBezTo>
                  <a:lnTo>
                    <a:pt x="393849" y="403167"/>
                  </a:lnTo>
                  <a:cubicBezTo>
                    <a:pt x="393849" y="415524"/>
                    <a:pt x="385126" y="426991"/>
                    <a:pt x="372665" y="426991"/>
                  </a:cubicBezTo>
                  <a:lnTo>
                    <a:pt x="237733" y="426991"/>
                  </a:lnTo>
                  <a:cubicBezTo>
                    <a:pt x="225362" y="426991"/>
                    <a:pt x="213791" y="415524"/>
                    <a:pt x="213791" y="403167"/>
                  </a:cubicBezTo>
                  <a:lnTo>
                    <a:pt x="213791" y="313203"/>
                  </a:lnTo>
                  <a:cubicBezTo>
                    <a:pt x="213791" y="300847"/>
                    <a:pt x="225362" y="292135"/>
                    <a:pt x="237733" y="292135"/>
                  </a:cubicBezTo>
                  <a:lnTo>
                    <a:pt x="292561" y="292135"/>
                  </a:lnTo>
                  <a:lnTo>
                    <a:pt x="292561" y="247242"/>
                  </a:lnTo>
                  <a:lnTo>
                    <a:pt x="101288" y="247242"/>
                  </a:lnTo>
                  <a:lnTo>
                    <a:pt x="101288" y="292135"/>
                  </a:lnTo>
                  <a:lnTo>
                    <a:pt x="158875" y="292135"/>
                  </a:lnTo>
                  <a:cubicBezTo>
                    <a:pt x="171335" y="292135"/>
                    <a:pt x="180058" y="300847"/>
                    <a:pt x="180058" y="313203"/>
                  </a:cubicBezTo>
                  <a:lnTo>
                    <a:pt x="180058" y="403167"/>
                  </a:lnTo>
                  <a:cubicBezTo>
                    <a:pt x="180058" y="415524"/>
                    <a:pt x="171335" y="426991"/>
                    <a:pt x="158875" y="426991"/>
                  </a:cubicBezTo>
                  <a:lnTo>
                    <a:pt x="24032" y="426991"/>
                  </a:lnTo>
                  <a:cubicBezTo>
                    <a:pt x="11571" y="426991"/>
                    <a:pt x="0" y="415524"/>
                    <a:pt x="0" y="403167"/>
                  </a:cubicBezTo>
                  <a:lnTo>
                    <a:pt x="0" y="313203"/>
                  </a:lnTo>
                  <a:cubicBezTo>
                    <a:pt x="0" y="300847"/>
                    <a:pt x="11571" y="292135"/>
                    <a:pt x="24032" y="292135"/>
                  </a:cubicBezTo>
                  <a:lnTo>
                    <a:pt x="78770" y="292135"/>
                  </a:lnTo>
                  <a:lnTo>
                    <a:pt x="78770" y="234530"/>
                  </a:lnTo>
                  <a:cubicBezTo>
                    <a:pt x="78770" y="228396"/>
                    <a:pt x="85178" y="224751"/>
                    <a:pt x="91409" y="224751"/>
                  </a:cubicBezTo>
                  <a:close/>
                  <a:moveTo>
                    <a:pt x="236326" y="21066"/>
                  </a:moveTo>
                  <a:lnTo>
                    <a:pt x="236326" y="111021"/>
                  </a:lnTo>
                  <a:lnTo>
                    <a:pt x="371758" y="111021"/>
                  </a:lnTo>
                  <a:lnTo>
                    <a:pt x="372380" y="21066"/>
                  </a:lnTo>
                  <a:lnTo>
                    <a:pt x="237127" y="21066"/>
                  </a:lnTo>
                  <a:close/>
                  <a:moveTo>
                    <a:pt x="237750" y="0"/>
                  </a:moveTo>
                  <a:lnTo>
                    <a:pt x="372647" y="0"/>
                  </a:lnTo>
                  <a:cubicBezTo>
                    <a:pt x="385105" y="0"/>
                    <a:pt x="393825" y="8711"/>
                    <a:pt x="393825" y="21066"/>
                  </a:cubicBezTo>
                  <a:lnTo>
                    <a:pt x="393825" y="111021"/>
                  </a:lnTo>
                  <a:cubicBezTo>
                    <a:pt x="393825" y="123376"/>
                    <a:pt x="385105" y="134843"/>
                    <a:pt x="372647" y="134843"/>
                  </a:cubicBezTo>
                  <a:lnTo>
                    <a:pt x="315076" y="134843"/>
                  </a:lnTo>
                  <a:lnTo>
                    <a:pt x="315076" y="191020"/>
                  </a:lnTo>
                  <a:lnTo>
                    <a:pt x="292563" y="191020"/>
                  </a:lnTo>
                  <a:lnTo>
                    <a:pt x="292563" y="134843"/>
                  </a:lnTo>
                  <a:lnTo>
                    <a:pt x="237750" y="134843"/>
                  </a:lnTo>
                  <a:cubicBezTo>
                    <a:pt x="225381" y="134843"/>
                    <a:pt x="213813" y="123376"/>
                    <a:pt x="213813" y="111021"/>
                  </a:cubicBezTo>
                  <a:lnTo>
                    <a:pt x="213813" y="21066"/>
                  </a:lnTo>
                  <a:cubicBezTo>
                    <a:pt x="213813" y="8711"/>
                    <a:pt x="225381" y="0"/>
                    <a:pt x="2377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708250" y="3474720"/>
              <a:ext cx="6018164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íṡ1îḓè"/>
            <p:cNvGrpSpPr/>
            <p:nvPr/>
          </p:nvGrpSpPr>
          <p:grpSpPr>
            <a:xfrm>
              <a:off x="1523036" y="1698639"/>
              <a:ext cx="5583364" cy="1575000"/>
              <a:chOff x="687278" y="2398652"/>
              <a:chExt cx="3524773" cy="1575000"/>
            </a:xfrm>
          </p:grpSpPr>
          <p:sp>
            <p:nvSpPr>
              <p:cNvPr id="17" name="işḷîḓè"/>
              <p:cNvSpPr/>
              <p:nvPr/>
            </p:nvSpPr>
            <p:spPr>
              <a:xfrm>
                <a:off x="687278" y="2840457"/>
                <a:ext cx="3524773" cy="113319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18" name="ïṩḷiḋé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14" name="iśḷïḍé"/>
            <p:cNvGrpSpPr/>
            <p:nvPr/>
          </p:nvGrpSpPr>
          <p:grpSpPr>
            <a:xfrm>
              <a:off x="1523036" y="3758456"/>
              <a:ext cx="5583364" cy="1575000"/>
              <a:chOff x="687278" y="2398652"/>
              <a:chExt cx="3524773" cy="1575000"/>
            </a:xfrm>
          </p:grpSpPr>
          <p:sp>
            <p:nvSpPr>
              <p:cNvPr id="15" name="íṣ1îḑê"/>
              <p:cNvSpPr/>
              <p:nvPr/>
            </p:nvSpPr>
            <p:spPr>
              <a:xfrm>
                <a:off x="687278" y="2840457"/>
                <a:ext cx="3524773" cy="113319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16" name="iṥliḓe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4f9b76c4-aece-4de7-a5b9-9199462f377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62181" y="1179000"/>
            <a:ext cx="10667638" cy="4799593"/>
            <a:chOff x="762181" y="1179000"/>
            <a:chExt cx="10667638" cy="4799593"/>
          </a:xfrm>
        </p:grpSpPr>
        <p:sp>
          <p:nvSpPr>
            <p:cNvPr id="6" name="iṩľîḋe"/>
            <p:cNvSpPr/>
            <p:nvPr/>
          </p:nvSpPr>
          <p:spPr>
            <a:xfrm rot="19200000">
              <a:off x="6739587" y="3019660"/>
              <a:ext cx="1686644" cy="1674450"/>
            </a:xfrm>
            <a:custGeom>
              <a:avLst/>
              <a:gdLst>
                <a:gd name="connsiteX0" fmla="*/ 2094610 w 2932774"/>
                <a:gd name="connsiteY0" fmla="*/ 749566 h 2911576"/>
                <a:gd name="connsiteX1" fmla="*/ 725074 w 2932774"/>
                <a:gd name="connsiteY1" fmla="*/ 869385 h 2911576"/>
                <a:gd name="connsiteX2" fmla="*/ 844892 w 2932774"/>
                <a:gd name="connsiteY2" fmla="*/ 2238922 h 2911576"/>
                <a:gd name="connsiteX3" fmla="*/ 2214429 w 2932774"/>
                <a:gd name="connsiteY3" fmla="*/ 2119103 h 2911576"/>
                <a:gd name="connsiteX4" fmla="*/ 2094610 w 2932774"/>
                <a:gd name="connsiteY4" fmla="*/ 749566 h 2911576"/>
                <a:gd name="connsiteX5" fmla="*/ 2334142 w 2932774"/>
                <a:gd name="connsiteY5" fmla="*/ 298936 h 2911576"/>
                <a:gd name="connsiteX6" fmla="*/ 2489223 w 2932774"/>
                <a:gd name="connsiteY6" fmla="*/ 429064 h 2911576"/>
                <a:gd name="connsiteX7" fmla="*/ 2320667 w 2932774"/>
                <a:gd name="connsiteY7" fmla="*/ 742363 h 2911576"/>
                <a:gd name="connsiteX8" fmla="*/ 2354461 w 2932774"/>
                <a:gd name="connsiteY8" fmla="*/ 777201 h 2911576"/>
                <a:gd name="connsiteX9" fmla="*/ 2535311 w 2932774"/>
                <a:gd name="connsiteY9" fmla="*/ 1114855 h 2911576"/>
                <a:gd name="connsiteX10" fmla="*/ 2536967 w 2932774"/>
                <a:gd name="connsiteY10" fmla="*/ 1121826 h 2911576"/>
                <a:gd name="connsiteX11" fmla="*/ 2897593 w 2932774"/>
                <a:gd name="connsiteY11" fmla="*/ 1132603 h 2911576"/>
                <a:gd name="connsiteX12" fmla="*/ 2932774 w 2932774"/>
                <a:gd name="connsiteY12" fmla="*/ 1331966 h 2911576"/>
                <a:gd name="connsiteX13" fmla="*/ 2590256 w 2932774"/>
                <a:gd name="connsiteY13" fmla="*/ 1468461 h 2911576"/>
                <a:gd name="connsiteX14" fmla="*/ 2591629 w 2932774"/>
                <a:gd name="connsiteY14" fmla="*/ 1489431 h 2911576"/>
                <a:gd name="connsiteX15" fmla="*/ 2520747 w 2932774"/>
                <a:gd name="connsiteY15" fmla="*/ 1866501 h 2911576"/>
                <a:gd name="connsiteX16" fmla="*/ 2514437 w 2932774"/>
                <a:gd name="connsiteY16" fmla="*/ 1879930 h 2911576"/>
                <a:gd name="connsiteX17" fmla="*/ 2803260 w 2932774"/>
                <a:gd name="connsiteY17" fmla="*/ 2137440 h 2911576"/>
                <a:gd name="connsiteX18" fmla="*/ 2702039 w 2932774"/>
                <a:gd name="connsiteY18" fmla="*/ 2312761 h 2911576"/>
                <a:gd name="connsiteX19" fmla="*/ 2334283 w 2932774"/>
                <a:gd name="connsiteY19" fmla="*/ 2191277 h 2911576"/>
                <a:gd name="connsiteX20" fmla="*/ 2319995 w 2932774"/>
                <a:gd name="connsiteY20" fmla="*/ 2211637 h 2911576"/>
                <a:gd name="connsiteX21" fmla="*/ 2062648 w 2932774"/>
                <a:gd name="connsiteY21" fmla="*/ 2439877 h 2911576"/>
                <a:gd name="connsiteX22" fmla="*/ 2003075 w 2932774"/>
                <a:gd name="connsiteY22" fmla="*/ 2474637 h 2911576"/>
                <a:gd name="connsiteX23" fmla="*/ 2056587 w 2932774"/>
                <a:gd name="connsiteY23" fmla="*/ 2842337 h 2911576"/>
                <a:gd name="connsiteX24" fmla="*/ 1866354 w 2932774"/>
                <a:gd name="connsiteY24" fmla="*/ 2911576 h 2911576"/>
                <a:gd name="connsiteX25" fmla="*/ 1671448 w 2932774"/>
                <a:gd name="connsiteY25" fmla="*/ 2596242 h 2911576"/>
                <a:gd name="connsiteX26" fmla="*/ 1548242 w 2932774"/>
                <a:gd name="connsiteY26" fmla="*/ 2620265 h 2911576"/>
                <a:gd name="connsiteX27" fmla="*/ 1331260 w 2932774"/>
                <a:gd name="connsiteY27" fmla="*/ 2620591 h 2911576"/>
                <a:gd name="connsiteX28" fmla="*/ 1231810 w 2932774"/>
                <a:gd name="connsiteY28" fmla="*/ 2601211 h 2911576"/>
                <a:gd name="connsiteX29" fmla="*/ 1049067 w 2932774"/>
                <a:gd name="connsiteY29" fmla="*/ 2896869 h 2911576"/>
                <a:gd name="connsiteX30" fmla="*/ 858832 w 2932774"/>
                <a:gd name="connsiteY30" fmla="*/ 2827631 h 2911576"/>
                <a:gd name="connsiteX31" fmla="*/ 907780 w 2932774"/>
                <a:gd name="connsiteY31" fmla="*/ 2491308 h 2911576"/>
                <a:gd name="connsiteX32" fmla="*/ 816874 w 2932774"/>
                <a:gd name="connsiteY32" fmla="*/ 2436359 h 2911576"/>
                <a:gd name="connsiteX33" fmla="*/ 725221 w 2932774"/>
                <a:gd name="connsiteY33" fmla="*/ 2367165 h 2911576"/>
                <a:gd name="connsiteX34" fmla="*/ 641163 w 2932774"/>
                <a:gd name="connsiteY34" fmla="*/ 2288921 h 2911576"/>
                <a:gd name="connsiteX35" fmla="*/ 574277 w 2932774"/>
                <a:gd name="connsiteY35" fmla="*/ 2212385 h 2911576"/>
                <a:gd name="connsiteX36" fmla="*/ 268562 w 2932774"/>
                <a:gd name="connsiteY36" fmla="*/ 2313374 h 2911576"/>
                <a:gd name="connsiteX37" fmla="*/ 167340 w 2932774"/>
                <a:gd name="connsiteY37" fmla="*/ 2138053 h 2911576"/>
                <a:gd name="connsiteX38" fmla="*/ 411251 w 2932774"/>
                <a:gd name="connsiteY38" fmla="*/ 1920587 h 2911576"/>
                <a:gd name="connsiteX39" fmla="*/ 370408 w 2932774"/>
                <a:gd name="connsiteY39" fmla="*/ 1814340 h 2911576"/>
                <a:gd name="connsiteX40" fmla="*/ 330144 w 2932774"/>
                <a:gd name="connsiteY40" fmla="*/ 1546283 h 2911576"/>
                <a:gd name="connsiteX41" fmla="*/ 333010 w 2932774"/>
                <a:gd name="connsiteY41" fmla="*/ 1450313 h 2911576"/>
                <a:gd name="connsiteX42" fmla="*/ 0 w 2932774"/>
                <a:gd name="connsiteY42" fmla="*/ 1317659 h 2911576"/>
                <a:gd name="connsiteX43" fmla="*/ 35154 w 2932774"/>
                <a:gd name="connsiteY43" fmla="*/ 1118292 h 2911576"/>
                <a:gd name="connsiteX44" fmla="*/ 405289 w 2932774"/>
                <a:gd name="connsiteY44" fmla="*/ 1107180 h 2911576"/>
                <a:gd name="connsiteX45" fmla="*/ 444695 w 2932774"/>
                <a:gd name="connsiteY45" fmla="*/ 1011372 h 2911576"/>
                <a:gd name="connsiteX46" fmla="*/ 601458 w 2932774"/>
                <a:gd name="connsiteY46" fmla="*/ 769611 h 2911576"/>
                <a:gd name="connsiteX47" fmla="*/ 622589 w 2932774"/>
                <a:gd name="connsiteY47" fmla="*/ 747913 h 2911576"/>
                <a:gd name="connsiteX48" fmla="*/ 446039 w 2932774"/>
                <a:gd name="connsiteY48" fmla="*/ 419756 h 2911576"/>
                <a:gd name="connsiteX49" fmla="*/ 601120 w 2932774"/>
                <a:gd name="connsiteY49" fmla="*/ 289627 h 2911576"/>
                <a:gd name="connsiteX50" fmla="*/ 894887 w 2932774"/>
                <a:gd name="connsiteY50" fmla="*/ 521468 h 2911576"/>
                <a:gd name="connsiteX51" fmla="*/ 1005061 w 2932774"/>
                <a:gd name="connsiteY51" fmla="*/ 460695 h 2911576"/>
                <a:gd name="connsiteX52" fmla="*/ 1159434 w 2932774"/>
                <a:gd name="connsiteY52" fmla="*/ 402668 h 2911576"/>
                <a:gd name="connsiteX53" fmla="*/ 1288857 w 2932774"/>
                <a:gd name="connsiteY53" fmla="*/ 377431 h 2911576"/>
                <a:gd name="connsiteX54" fmla="*/ 1367154 w 2932774"/>
                <a:gd name="connsiteY54" fmla="*/ 0 h 2911576"/>
                <a:gd name="connsiteX55" fmla="*/ 1569597 w 2932774"/>
                <a:gd name="connsiteY55" fmla="*/ 0 h 2911576"/>
                <a:gd name="connsiteX56" fmla="*/ 1646698 w 2932774"/>
                <a:gd name="connsiteY56" fmla="*/ 371669 h 2911576"/>
                <a:gd name="connsiteX57" fmla="*/ 1803965 w 2932774"/>
                <a:gd name="connsiteY57" fmla="*/ 402316 h 2911576"/>
                <a:gd name="connsiteX58" fmla="*/ 2008116 w 2932774"/>
                <a:gd name="connsiteY58" fmla="*/ 486582 h 2911576"/>
                <a:gd name="connsiteX59" fmla="*/ 2055596 w 2932774"/>
                <a:gd name="connsiteY59" fmla="*/ 518765 h 2911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32774" h="2911576">
                  <a:moveTo>
                    <a:pt x="2094610" y="749566"/>
                  </a:moveTo>
                  <a:cubicBezTo>
                    <a:pt x="1683337" y="404466"/>
                    <a:pt x="1070173" y="458111"/>
                    <a:pt x="725074" y="869385"/>
                  </a:cubicBezTo>
                  <a:cubicBezTo>
                    <a:pt x="379974" y="1280659"/>
                    <a:pt x="433619" y="1893822"/>
                    <a:pt x="844892" y="2238922"/>
                  </a:cubicBezTo>
                  <a:cubicBezTo>
                    <a:pt x="1256166" y="2584021"/>
                    <a:pt x="1869330" y="2530377"/>
                    <a:pt x="2214429" y="2119103"/>
                  </a:cubicBezTo>
                  <a:cubicBezTo>
                    <a:pt x="2559529" y="1707829"/>
                    <a:pt x="2505884" y="1094665"/>
                    <a:pt x="2094610" y="749566"/>
                  </a:cubicBezTo>
                  <a:close/>
                  <a:moveTo>
                    <a:pt x="2334142" y="298936"/>
                  </a:moveTo>
                  <a:lnTo>
                    <a:pt x="2489223" y="429064"/>
                  </a:lnTo>
                  <a:lnTo>
                    <a:pt x="2320667" y="742363"/>
                  </a:lnTo>
                  <a:lnTo>
                    <a:pt x="2354461" y="777201"/>
                  </a:lnTo>
                  <a:cubicBezTo>
                    <a:pt x="2435203" y="879773"/>
                    <a:pt x="2495636" y="994236"/>
                    <a:pt x="2535311" y="1114855"/>
                  </a:cubicBezTo>
                  <a:lnTo>
                    <a:pt x="2536967" y="1121826"/>
                  </a:lnTo>
                  <a:lnTo>
                    <a:pt x="2897593" y="1132603"/>
                  </a:lnTo>
                  <a:lnTo>
                    <a:pt x="2932774" y="1331966"/>
                  </a:lnTo>
                  <a:lnTo>
                    <a:pt x="2590256" y="1468461"/>
                  </a:lnTo>
                  <a:lnTo>
                    <a:pt x="2591629" y="1489431"/>
                  </a:lnTo>
                  <a:cubicBezTo>
                    <a:pt x="2589349" y="1616619"/>
                    <a:pt x="2565870" y="1744223"/>
                    <a:pt x="2520747" y="1866501"/>
                  </a:cubicBezTo>
                  <a:lnTo>
                    <a:pt x="2514437" y="1879930"/>
                  </a:lnTo>
                  <a:lnTo>
                    <a:pt x="2803260" y="2137440"/>
                  </a:lnTo>
                  <a:lnTo>
                    <a:pt x="2702039" y="2312761"/>
                  </a:lnTo>
                  <a:lnTo>
                    <a:pt x="2334283" y="2191277"/>
                  </a:lnTo>
                  <a:lnTo>
                    <a:pt x="2319995" y="2211637"/>
                  </a:lnTo>
                  <a:cubicBezTo>
                    <a:pt x="2243832" y="2302406"/>
                    <a:pt x="2156847" y="2378603"/>
                    <a:pt x="2062648" y="2439877"/>
                  </a:cubicBezTo>
                  <a:lnTo>
                    <a:pt x="2003075" y="2474637"/>
                  </a:lnTo>
                  <a:lnTo>
                    <a:pt x="2056587" y="2842337"/>
                  </a:lnTo>
                  <a:lnTo>
                    <a:pt x="1866354" y="2911576"/>
                  </a:lnTo>
                  <a:lnTo>
                    <a:pt x="1671448" y="2596242"/>
                  </a:lnTo>
                  <a:lnTo>
                    <a:pt x="1548242" y="2620265"/>
                  </a:lnTo>
                  <a:cubicBezTo>
                    <a:pt x="1476091" y="2627302"/>
                    <a:pt x="1403408" y="2627445"/>
                    <a:pt x="1331260" y="2620591"/>
                  </a:cubicBezTo>
                  <a:lnTo>
                    <a:pt x="1231810" y="2601211"/>
                  </a:lnTo>
                  <a:lnTo>
                    <a:pt x="1049067" y="2896869"/>
                  </a:lnTo>
                  <a:lnTo>
                    <a:pt x="858832" y="2827631"/>
                  </a:lnTo>
                  <a:lnTo>
                    <a:pt x="907780" y="2491308"/>
                  </a:lnTo>
                  <a:lnTo>
                    <a:pt x="816874" y="2436359"/>
                  </a:lnTo>
                  <a:cubicBezTo>
                    <a:pt x="785477" y="2415113"/>
                    <a:pt x="754881" y="2392053"/>
                    <a:pt x="725221" y="2367165"/>
                  </a:cubicBezTo>
                  <a:cubicBezTo>
                    <a:pt x="695562" y="2342277"/>
                    <a:pt x="667538" y="2316150"/>
                    <a:pt x="641163" y="2288921"/>
                  </a:cubicBezTo>
                  <a:lnTo>
                    <a:pt x="574277" y="2212385"/>
                  </a:lnTo>
                  <a:lnTo>
                    <a:pt x="268562" y="2313374"/>
                  </a:lnTo>
                  <a:lnTo>
                    <a:pt x="167340" y="2138053"/>
                  </a:lnTo>
                  <a:lnTo>
                    <a:pt x="411251" y="1920587"/>
                  </a:lnTo>
                  <a:lnTo>
                    <a:pt x="370408" y="1814340"/>
                  </a:lnTo>
                  <a:cubicBezTo>
                    <a:pt x="346310" y="1727013"/>
                    <a:pt x="332834" y="1636964"/>
                    <a:pt x="330144" y="1546283"/>
                  </a:cubicBezTo>
                  <a:lnTo>
                    <a:pt x="333010" y="1450313"/>
                  </a:lnTo>
                  <a:lnTo>
                    <a:pt x="0" y="1317659"/>
                  </a:lnTo>
                  <a:lnTo>
                    <a:pt x="35154" y="1118292"/>
                  </a:lnTo>
                  <a:lnTo>
                    <a:pt x="405289" y="1107180"/>
                  </a:lnTo>
                  <a:lnTo>
                    <a:pt x="444695" y="1011372"/>
                  </a:lnTo>
                  <a:cubicBezTo>
                    <a:pt x="485787" y="926536"/>
                    <a:pt x="537987" y="845252"/>
                    <a:pt x="601458" y="769611"/>
                  </a:cubicBezTo>
                  <a:lnTo>
                    <a:pt x="622589" y="747913"/>
                  </a:lnTo>
                  <a:lnTo>
                    <a:pt x="446039" y="419756"/>
                  </a:lnTo>
                  <a:lnTo>
                    <a:pt x="601120" y="289627"/>
                  </a:lnTo>
                  <a:lnTo>
                    <a:pt x="894887" y="521468"/>
                  </a:lnTo>
                  <a:lnTo>
                    <a:pt x="1005061" y="460695"/>
                  </a:lnTo>
                  <a:cubicBezTo>
                    <a:pt x="1055317" y="437563"/>
                    <a:pt x="1106924" y="418206"/>
                    <a:pt x="1159434" y="402668"/>
                  </a:cubicBezTo>
                  <a:lnTo>
                    <a:pt x="1288857" y="377431"/>
                  </a:lnTo>
                  <a:lnTo>
                    <a:pt x="1367154" y="0"/>
                  </a:lnTo>
                  <a:lnTo>
                    <a:pt x="1569597" y="0"/>
                  </a:lnTo>
                  <a:lnTo>
                    <a:pt x="1646698" y="371669"/>
                  </a:lnTo>
                  <a:lnTo>
                    <a:pt x="1803965" y="402316"/>
                  </a:lnTo>
                  <a:cubicBezTo>
                    <a:pt x="1873976" y="423270"/>
                    <a:pt x="1942381" y="451323"/>
                    <a:pt x="2008116" y="486582"/>
                  </a:cubicBezTo>
                  <a:lnTo>
                    <a:pt x="2055596" y="5187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8580" tIns="34290" rIns="68580" bIns="34290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iş1îdé"/>
            <p:cNvSpPr/>
            <p:nvPr/>
          </p:nvSpPr>
          <p:spPr>
            <a:xfrm rot="19200000">
              <a:off x="7859983" y="2034000"/>
              <a:ext cx="1354287" cy="1344498"/>
            </a:xfrm>
            <a:custGeom>
              <a:avLst/>
              <a:gdLst>
                <a:gd name="connsiteX0" fmla="*/ 2094610 w 2932774"/>
                <a:gd name="connsiteY0" fmla="*/ 749566 h 2911576"/>
                <a:gd name="connsiteX1" fmla="*/ 725074 w 2932774"/>
                <a:gd name="connsiteY1" fmla="*/ 869385 h 2911576"/>
                <a:gd name="connsiteX2" fmla="*/ 844892 w 2932774"/>
                <a:gd name="connsiteY2" fmla="*/ 2238922 h 2911576"/>
                <a:gd name="connsiteX3" fmla="*/ 2214429 w 2932774"/>
                <a:gd name="connsiteY3" fmla="*/ 2119103 h 2911576"/>
                <a:gd name="connsiteX4" fmla="*/ 2094610 w 2932774"/>
                <a:gd name="connsiteY4" fmla="*/ 749566 h 2911576"/>
                <a:gd name="connsiteX5" fmla="*/ 2334142 w 2932774"/>
                <a:gd name="connsiteY5" fmla="*/ 298936 h 2911576"/>
                <a:gd name="connsiteX6" fmla="*/ 2489223 w 2932774"/>
                <a:gd name="connsiteY6" fmla="*/ 429064 h 2911576"/>
                <a:gd name="connsiteX7" fmla="*/ 2320667 w 2932774"/>
                <a:gd name="connsiteY7" fmla="*/ 742363 h 2911576"/>
                <a:gd name="connsiteX8" fmla="*/ 2354461 w 2932774"/>
                <a:gd name="connsiteY8" fmla="*/ 777201 h 2911576"/>
                <a:gd name="connsiteX9" fmla="*/ 2535311 w 2932774"/>
                <a:gd name="connsiteY9" fmla="*/ 1114855 h 2911576"/>
                <a:gd name="connsiteX10" fmla="*/ 2536967 w 2932774"/>
                <a:gd name="connsiteY10" fmla="*/ 1121826 h 2911576"/>
                <a:gd name="connsiteX11" fmla="*/ 2897593 w 2932774"/>
                <a:gd name="connsiteY11" fmla="*/ 1132603 h 2911576"/>
                <a:gd name="connsiteX12" fmla="*/ 2932774 w 2932774"/>
                <a:gd name="connsiteY12" fmla="*/ 1331966 h 2911576"/>
                <a:gd name="connsiteX13" fmla="*/ 2590256 w 2932774"/>
                <a:gd name="connsiteY13" fmla="*/ 1468461 h 2911576"/>
                <a:gd name="connsiteX14" fmla="*/ 2591629 w 2932774"/>
                <a:gd name="connsiteY14" fmla="*/ 1489431 h 2911576"/>
                <a:gd name="connsiteX15" fmla="*/ 2520747 w 2932774"/>
                <a:gd name="connsiteY15" fmla="*/ 1866501 h 2911576"/>
                <a:gd name="connsiteX16" fmla="*/ 2514437 w 2932774"/>
                <a:gd name="connsiteY16" fmla="*/ 1879930 h 2911576"/>
                <a:gd name="connsiteX17" fmla="*/ 2803260 w 2932774"/>
                <a:gd name="connsiteY17" fmla="*/ 2137440 h 2911576"/>
                <a:gd name="connsiteX18" fmla="*/ 2702039 w 2932774"/>
                <a:gd name="connsiteY18" fmla="*/ 2312761 h 2911576"/>
                <a:gd name="connsiteX19" fmla="*/ 2334283 w 2932774"/>
                <a:gd name="connsiteY19" fmla="*/ 2191277 h 2911576"/>
                <a:gd name="connsiteX20" fmla="*/ 2319995 w 2932774"/>
                <a:gd name="connsiteY20" fmla="*/ 2211637 h 2911576"/>
                <a:gd name="connsiteX21" fmla="*/ 2062648 w 2932774"/>
                <a:gd name="connsiteY21" fmla="*/ 2439877 h 2911576"/>
                <a:gd name="connsiteX22" fmla="*/ 2003075 w 2932774"/>
                <a:gd name="connsiteY22" fmla="*/ 2474637 h 2911576"/>
                <a:gd name="connsiteX23" fmla="*/ 2056587 w 2932774"/>
                <a:gd name="connsiteY23" fmla="*/ 2842337 h 2911576"/>
                <a:gd name="connsiteX24" fmla="*/ 1866354 w 2932774"/>
                <a:gd name="connsiteY24" fmla="*/ 2911576 h 2911576"/>
                <a:gd name="connsiteX25" fmla="*/ 1671448 w 2932774"/>
                <a:gd name="connsiteY25" fmla="*/ 2596242 h 2911576"/>
                <a:gd name="connsiteX26" fmla="*/ 1548242 w 2932774"/>
                <a:gd name="connsiteY26" fmla="*/ 2620265 h 2911576"/>
                <a:gd name="connsiteX27" fmla="*/ 1331260 w 2932774"/>
                <a:gd name="connsiteY27" fmla="*/ 2620591 h 2911576"/>
                <a:gd name="connsiteX28" fmla="*/ 1231810 w 2932774"/>
                <a:gd name="connsiteY28" fmla="*/ 2601211 h 2911576"/>
                <a:gd name="connsiteX29" fmla="*/ 1049067 w 2932774"/>
                <a:gd name="connsiteY29" fmla="*/ 2896869 h 2911576"/>
                <a:gd name="connsiteX30" fmla="*/ 858832 w 2932774"/>
                <a:gd name="connsiteY30" fmla="*/ 2827631 h 2911576"/>
                <a:gd name="connsiteX31" fmla="*/ 907780 w 2932774"/>
                <a:gd name="connsiteY31" fmla="*/ 2491308 h 2911576"/>
                <a:gd name="connsiteX32" fmla="*/ 816874 w 2932774"/>
                <a:gd name="connsiteY32" fmla="*/ 2436359 h 2911576"/>
                <a:gd name="connsiteX33" fmla="*/ 725221 w 2932774"/>
                <a:gd name="connsiteY33" fmla="*/ 2367165 h 2911576"/>
                <a:gd name="connsiteX34" fmla="*/ 641163 w 2932774"/>
                <a:gd name="connsiteY34" fmla="*/ 2288921 h 2911576"/>
                <a:gd name="connsiteX35" fmla="*/ 574277 w 2932774"/>
                <a:gd name="connsiteY35" fmla="*/ 2212385 h 2911576"/>
                <a:gd name="connsiteX36" fmla="*/ 268562 w 2932774"/>
                <a:gd name="connsiteY36" fmla="*/ 2313374 h 2911576"/>
                <a:gd name="connsiteX37" fmla="*/ 167340 w 2932774"/>
                <a:gd name="connsiteY37" fmla="*/ 2138053 h 2911576"/>
                <a:gd name="connsiteX38" fmla="*/ 411251 w 2932774"/>
                <a:gd name="connsiteY38" fmla="*/ 1920587 h 2911576"/>
                <a:gd name="connsiteX39" fmla="*/ 370408 w 2932774"/>
                <a:gd name="connsiteY39" fmla="*/ 1814340 h 2911576"/>
                <a:gd name="connsiteX40" fmla="*/ 330144 w 2932774"/>
                <a:gd name="connsiteY40" fmla="*/ 1546283 h 2911576"/>
                <a:gd name="connsiteX41" fmla="*/ 333010 w 2932774"/>
                <a:gd name="connsiteY41" fmla="*/ 1450313 h 2911576"/>
                <a:gd name="connsiteX42" fmla="*/ 0 w 2932774"/>
                <a:gd name="connsiteY42" fmla="*/ 1317659 h 2911576"/>
                <a:gd name="connsiteX43" fmla="*/ 35154 w 2932774"/>
                <a:gd name="connsiteY43" fmla="*/ 1118292 h 2911576"/>
                <a:gd name="connsiteX44" fmla="*/ 405289 w 2932774"/>
                <a:gd name="connsiteY44" fmla="*/ 1107180 h 2911576"/>
                <a:gd name="connsiteX45" fmla="*/ 444695 w 2932774"/>
                <a:gd name="connsiteY45" fmla="*/ 1011372 h 2911576"/>
                <a:gd name="connsiteX46" fmla="*/ 601458 w 2932774"/>
                <a:gd name="connsiteY46" fmla="*/ 769611 h 2911576"/>
                <a:gd name="connsiteX47" fmla="*/ 622589 w 2932774"/>
                <a:gd name="connsiteY47" fmla="*/ 747913 h 2911576"/>
                <a:gd name="connsiteX48" fmla="*/ 446039 w 2932774"/>
                <a:gd name="connsiteY48" fmla="*/ 419756 h 2911576"/>
                <a:gd name="connsiteX49" fmla="*/ 601120 w 2932774"/>
                <a:gd name="connsiteY49" fmla="*/ 289627 h 2911576"/>
                <a:gd name="connsiteX50" fmla="*/ 894887 w 2932774"/>
                <a:gd name="connsiteY50" fmla="*/ 521468 h 2911576"/>
                <a:gd name="connsiteX51" fmla="*/ 1005061 w 2932774"/>
                <a:gd name="connsiteY51" fmla="*/ 460695 h 2911576"/>
                <a:gd name="connsiteX52" fmla="*/ 1159434 w 2932774"/>
                <a:gd name="connsiteY52" fmla="*/ 402668 h 2911576"/>
                <a:gd name="connsiteX53" fmla="*/ 1288857 w 2932774"/>
                <a:gd name="connsiteY53" fmla="*/ 377431 h 2911576"/>
                <a:gd name="connsiteX54" fmla="*/ 1367154 w 2932774"/>
                <a:gd name="connsiteY54" fmla="*/ 0 h 2911576"/>
                <a:gd name="connsiteX55" fmla="*/ 1569597 w 2932774"/>
                <a:gd name="connsiteY55" fmla="*/ 0 h 2911576"/>
                <a:gd name="connsiteX56" fmla="*/ 1646698 w 2932774"/>
                <a:gd name="connsiteY56" fmla="*/ 371669 h 2911576"/>
                <a:gd name="connsiteX57" fmla="*/ 1803965 w 2932774"/>
                <a:gd name="connsiteY57" fmla="*/ 402316 h 2911576"/>
                <a:gd name="connsiteX58" fmla="*/ 2008116 w 2932774"/>
                <a:gd name="connsiteY58" fmla="*/ 486582 h 2911576"/>
                <a:gd name="connsiteX59" fmla="*/ 2055596 w 2932774"/>
                <a:gd name="connsiteY59" fmla="*/ 518765 h 2911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32774" h="2911576">
                  <a:moveTo>
                    <a:pt x="2094610" y="749566"/>
                  </a:moveTo>
                  <a:cubicBezTo>
                    <a:pt x="1683337" y="404466"/>
                    <a:pt x="1070173" y="458111"/>
                    <a:pt x="725074" y="869385"/>
                  </a:cubicBezTo>
                  <a:cubicBezTo>
                    <a:pt x="379974" y="1280659"/>
                    <a:pt x="433619" y="1893822"/>
                    <a:pt x="844892" y="2238922"/>
                  </a:cubicBezTo>
                  <a:cubicBezTo>
                    <a:pt x="1256166" y="2584021"/>
                    <a:pt x="1869330" y="2530377"/>
                    <a:pt x="2214429" y="2119103"/>
                  </a:cubicBezTo>
                  <a:cubicBezTo>
                    <a:pt x="2559529" y="1707829"/>
                    <a:pt x="2505884" y="1094665"/>
                    <a:pt x="2094610" y="749566"/>
                  </a:cubicBezTo>
                  <a:close/>
                  <a:moveTo>
                    <a:pt x="2334142" y="298936"/>
                  </a:moveTo>
                  <a:lnTo>
                    <a:pt x="2489223" y="429064"/>
                  </a:lnTo>
                  <a:lnTo>
                    <a:pt x="2320667" y="742363"/>
                  </a:lnTo>
                  <a:lnTo>
                    <a:pt x="2354461" y="777201"/>
                  </a:lnTo>
                  <a:cubicBezTo>
                    <a:pt x="2435203" y="879773"/>
                    <a:pt x="2495636" y="994236"/>
                    <a:pt x="2535311" y="1114855"/>
                  </a:cubicBezTo>
                  <a:lnTo>
                    <a:pt x="2536967" y="1121826"/>
                  </a:lnTo>
                  <a:lnTo>
                    <a:pt x="2897593" y="1132603"/>
                  </a:lnTo>
                  <a:lnTo>
                    <a:pt x="2932774" y="1331966"/>
                  </a:lnTo>
                  <a:lnTo>
                    <a:pt x="2590256" y="1468461"/>
                  </a:lnTo>
                  <a:lnTo>
                    <a:pt x="2591629" y="1489431"/>
                  </a:lnTo>
                  <a:cubicBezTo>
                    <a:pt x="2589349" y="1616619"/>
                    <a:pt x="2565870" y="1744223"/>
                    <a:pt x="2520747" y="1866501"/>
                  </a:cubicBezTo>
                  <a:lnTo>
                    <a:pt x="2514437" y="1879930"/>
                  </a:lnTo>
                  <a:lnTo>
                    <a:pt x="2803260" y="2137440"/>
                  </a:lnTo>
                  <a:lnTo>
                    <a:pt x="2702039" y="2312761"/>
                  </a:lnTo>
                  <a:lnTo>
                    <a:pt x="2334283" y="2191277"/>
                  </a:lnTo>
                  <a:lnTo>
                    <a:pt x="2319995" y="2211637"/>
                  </a:lnTo>
                  <a:cubicBezTo>
                    <a:pt x="2243832" y="2302406"/>
                    <a:pt x="2156847" y="2378603"/>
                    <a:pt x="2062648" y="2439877"/>
                  </a:cubicBezTo>
                  <a:lnTo>
                    <a:pt x="2003075" y="2474637"/>
                  </a:lnTo>
                  <a:lnTo>
                    <a:pt x="2056587" y="2842337"/>
                  </a:lnTo>
                  <a:lnTo>
                    <a:pt x="1866354" y="2911576"/>
                  </a:lnTo>
                  <a:lnTo>
                    <a:pt x="1671448" y="2596242"/>
                  </a:lnTo>
                  <a:lnTo>
                    <a:pt x="1548242" y="2620265"/>
                  </a:lnTo>
                  <a:cubicBezTo>
                    <a:pt x="1476091" y="2627302"/>
                    <a:pt x="1403408" y="2627445"/>
                    <a:pt x="1331260" y="2620591"/>
                  </a:cubicBezTo>
                  <a:lnTo>
                    <a:pt x="1231810" y="2601211"/>
                  </a:lnTo>
                  <a:lnTo>
                    <a:pt x="1049067" y="2896869"/>
                  </a:lnTo>
                  <a:lnTo>
                    <a:pt x="858832" y="2827631"/>
                  </a:lnTo>
                  <a:lnTo>
                    <a:pt x="907780" y="2491308"/>
                  </a:lnTo>
                  <a:lnTo>
                    <a:pt x="816874" y="2436359"/>
                  </a:lnTo>
                  <a:cubicBezTo>
                    <a:pt x="785477" y="2415113"/>
                    <a:pt x="754881" y="2392053"/>
                    <a:pt x="725221" y="2367165"/>
                  </a:cubicBezTo>
                  <a:cubicBezTo>
                    <a:pt x="695562" y="2342277"/>
                    <a:pt x="667538" y="2316150"/>
                    <a:pt x="641163" y="2288921"/>
                  </a:cubicBezTo>
                  <a:lnTo>
                    <a:pt x="574277" y="2212385"/>
                  </a:lnTo>
                  <a:lnTo>
                    <a:pt x="268562" y="2313374"/>
                  </a:lnTo>
                  <a:lnTo>
                    <a:pt x="167340" y="2138053"/>
                  </a:lnTo>
                  <a:lnTo>
                    <a:pt x="411251" y="1920587"/>
                  </a:lnTo>
                  <a:lnTo>
                    <a:pt x="370408" y="1814340"/>
                  </a:lnTo>
                  <a:cubicBezTo>
                    <a:pt x="346310" y="1727013"/>
                    <a:pt x="332834" y="1636964"/>
                    <a:pt x="330144" y="1546283"/>
                  </a:cubicBezTo>
                  <a:lnTo>
                    <a:pt x="333010" y="1450313"/>
                  </a:lnTo>
                  <a:lnTo>
                    <a:pt x="0" y="1317659"/>
                  </a:lnTo>
                  <a:lnTo>
                    <a:pt x="35154" y="1118292"/>
                  </a:lnTo>
                  <a:lnTo>
                    <a:pt x="405289" y="1107180"/>
                  </a:lnTo>
                  <a:lnTo>
                    <a:pt x="444695" y="1011372"/>
                  </a:lnTo>
                  <a:cubicBezTo>
                    <a:pt x="485787" y="926536"/>
                    <a:pt x="537987" y="845252"/>
                    <a:pt x="601458" y="769611"/>
                  </a:cubicBezTo>
                  <a:lnTo>
                    <a:pt x="622589" y="747913"/>
                  </a:lnTo>
                  <a:lnTo>
                    <a:pt x="446039" y="419756"/>
                  </a:lnTo>
                  <a:lnTo>
                    <a:pt x="601120" y="289627"/>
                  </a:lnTo>
                  <a:lnTo>
                    <a:pt x="894887" y="521468"/>
                  </a:lnTo>
                  <a:lnTo>
                    <a:pt x="1005061" y="460695"/>
                  </a:lnTo>
                  <a:cubicBezTo>
                    <a:pt x="1055317" y="437563"/>
                    <a:pt x="1106924" y="418206"/>
                    <a:pt x="1159434" y="402668"/>
                  </a:cubicBezTo>
                  <a:lnTo>
                    <a:pt x="1288857" y="377431"/>
                  </a:lnTo>
                  <a:lnTo>
                    <a:pt x="1367154" y="0"/>
                  </a:lnTo>
                  <a:lnTo>
                    <a:pt x="1569597" y="0"/>
                  </a:lnTo>
                  <a:lnTo>
                    <a:pt x="1646698" y="371669"/>
                  </a:lnTo>
                  <a:lnTo>
                    <a:pt x="1803965" y="402316"/>
                  </a:lnTo>
                  <a:cubicBezTo>
                    <a:pt x="1873976" y="423270"/>
                    <a:pt x="1942381" y="451323"/>
                    <a:pt x="2008116" y="486582"/>
                  </a:cubicBezTo>
                  <a:lnTo>
                    <a:pt x="2055596" y="51876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8580" tIns="34290" rIns="68580" bIns="34290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ï$ľíḍè"/>
            <p:cNvSpPr/>
            <p:nvPr/>
          </p:nvSpPr>
          <p:spPr>
            <a:xfrm rot="19200000">
              <a:off x="5666640" y="4255724"/>
              <a:ext cx="1752062" cy="1722869"/>
            </a:xfrm>
            <a:custGeom>
              <a:avLst/>
              <a:gdLst>
                <a:gd name="connsiteX0" fmla="*/ 2094610 w 2932774"/>
                <a:gd name="connsiteY0" fmla="*/ 749566 h 2911576"/>
                <a:gd name="connsiteX1" fmla="*/ 725074 w 2932774"/>
                <a:gd name="connsiteY1" fmla="*/ 869385 h 2911576"/>
                <a:gd name="connsiteX2" fmla="*/ 844892 w 2932774"/>
                <a:gd name="connsiteY2" fmla="*/ 2238922 h 2911576"/>
                <a:gd name="connsiteX3" fmla="*/ 2214429 w 2932774"/>
                <a:gd name="connsiteY3" fmla="*/ 2119103 h 2911576"/>
                <a:gd name="connsiteX4" fmla="*/ 2094610 w 2932774"/>
                <a:gd name="connsiteY4" fmla="*/ 749566 h 2911576"/>
                <a:gd name="connsiteX5" fmla="*/ 2334142 w 2932774"/>
                <a:gd name="connsiteY5" fmla="*/ 298936 h 2911576"/>
                <a:gd name="connsiteX6" fmla="*/ 2489223 w 2932774"/>
                <a:gd name="connsiteY6" fmla="*/ 429064 h 2911576"/>
                <a:gd name="connsiteX7" fmla="*/ 2320667 w 2932774"/>
                <a:gd name="connsiteY7" fmla="*/ 742363 h 2911576"/>
                <a:gd name="connsiteX8" fmla="*/ 2354461 w 2932774"/>
                <a:gd name="connsiteY8" fmla="*/ 777201 h 2911576"/>
                <a:gd name="connsiteX9" fmla="*/ 2535311 w 2932774"/>
                <a:gd name="connsiteY9" fmla="*/ 1114855 h 2911576"/>
                <a:gd name="connsiteX10" fmla="*/ 2536967 w 2932774"/>
                <a:gd name="connsiteY10" fmla="*/ 1121826 h 2911576"/>
                <a:gd name="connsiteX11" fmla="*/ 2897593 w 2932774"/>
                <a:gd name="connsiteY11" fmla="*/ 1132603 h 2911576"/>
                <a:gd name="connsiteX12" fmla="*/ 2932774 w 2932774"/>
                <a:gd name="connsiteY12" fmla="*/ 1331966 h 2911576"/>
                <a:gd name="connsiteX13" fmla="*/ 2590256 w 2932774"/>
                <a:gd name="connsiteY13" fmla="*/ 1468461 h 2911576"/>
                <a:gd name="connsiteX14" fmla="*/ 2591629 w 2932774"/>
                <a:gd name="connsiteY14" fmla="*/ 1489431 h 2911576"/>
                <a:gd name="connsiteX15" fmla="*/ 2520747 w 2932774"/>
                <a:gd name="connsiteY15" fmla="*/ 1866501 h 2911576"/>
                <a:gd name="connsiteX16" fmla="*/ 2514437 w 2932774"/>
                <a:gd name="connsiteY16" fmla="*/ 1879930 h 2911576"/>
                <a:gd name="connsiteX17" fmla="*/ 2803260 w 2932774"/>
                <a:gd name="connsiteY17" fmla="*/ 2137440 h 2911576"/>
                <a:gd name="connsiteX18" fmla="*/ 2702039 w 2932774"/>
                <a:gd name="connsiteY18" fmla="*/ 2312761 h 2911576"/>
                <a:gd name="connsiteX19" fmla="*/ 2334283 w 2932774"/>
                <a:gd name="connsiteY19" fmla="*/ 2191277 h 2911576"/>
                <a:gd name="connsiteX20" fmla="*/ 2319995 w 2932774"/>
                <a:gd name="connsiteY20" fmla="*/ 2211637 h 2911576"/>
                <a:gd name="connsiteX21" fmla="*/ 2062648 w 2932774"/>
                <a:gd name="connsiteY21" fmla="*/ 2439877 h 2911576"/>
                <a:gd name="connsiteX22" fmla="*/ 2003075 w 2932774"/>
                <a:gd name="connsiteY22" fmla="*/ 2474637 h 2911576"/>
                <a:gd name="connsiteX23" fmla="*/ 2056587 w 2932774"/>
                <a:gd name="connsiteY23" fmla="*/ 2842337 h 2911576"/>
                <a:gd name="connsiteX24" fmla="*/ 1866354 w 2932774"/>
                <a:gd name="connsiteY24" fmla="*/ 2911576 h 2911576"/>
                <a:gd name="connsiteX25" fmla="*/ 1671448 w 2932774"/>
                <a:gd name="connsiteY25" fmla="*/ 2596242 h 2911576"/>
                <a:gd name="connsiteX26" fmla="*/ 1548242 w 2932774"/>
                <a:gd name="connsiteY26" fmla="*/ 2620265 h 2911576"/>
                <a:gd name="connsiteX27" fmla="*/ 1331260 w 2932774"/>
                <a:gd name="connsiteY27" fmla="*/ 2620591 h 2911576"/>
                <a:gd name="connsiteX28" fmla="*/ 1231810 w 2932774"/>
                <a:gd name="connsiteY28" fmla="*/ 2601211 h 2911576"/>
                <a:gd name="connsiteX29" fmla="*/ 1049067 w 2932774"/>
                <a:gd name="connsiteY29" fmla="*/ 2896869 h 2911576"/>
                <a:gd name="connsiteX30" fmla="*/ 858832 w 2932774"/>
                <a:gd name="connsiteY30" fmla="*/ 2827631 h 2911576"/>
                <a:gd name="connsiteX31" fmla="*/ 907780 w 2932774"/>
                <a:gd name="connsiteY31" fmla="*/ 2491308 h 2911576"/>
                <a:gd name="connsiteX32" fmla="*/ 816874 w 2932774"/>
                <a:gd name="connsiteY32" fmla="*/ 2436359 h 2911576"/>
                <a:gd name="connsiteX33" fmla="*/ 725221 w 2932774"/>
                <a:gd name="connsiteY33" fmla="*/ 2367165 h 2911576"/>
                <a:gd name="connsiteX34" fmla="*/ 641163 w 2932774"/>
                <a:gd name="connsiteY34" fmla="*/ 2288921 h 2911576"/>
                <a:gd name="connsiteX35" fmla="*/ 574277 w 2932774"/>
                <a:gd name="connsiteY35" fmla="*/ 2212385 h 2911576"/>
                <a:gd name="connsiteX36" fmla="*/ 268562 w 2932774"/>
                <a:gd name="connsiteY36" fmla="*/ 2313374 h 2911576"/>
                <a:gd name="connsiteX37" fmla="*/ 167340 w 2932774"/>
                <a:gd name="connsiteY37" fmla="*/ 2138053 h 2911576"/>
                <a:gd name="connsiteX38" fmla="*/ 411251 w 2932774"/>
                <a:gd name="connsiteY38" fmla="*/ 1920587 h 2911576"/>
                <a:gd name="connsiteX39" fmla="*/ 370408 w 2932774"/>
                <a:gd name="connsiteY39" fmla="*/ 1814340 h 2911576"/>
                <a:gd name="connsiteX40" fmla="*/ 330144 w 2932774"/>
                <a:gd name="connsiteY40" fmla="*/ 1546283 h 2911576"/>
                <a:gd name="connsiteX41" fmla="*/ 333010 w 2932774"/>
                <a:gd name="connsiteY41" fmla="*/ 1450313 h 2911576"/>
                <a:gd name="connsiteX42" fmla="*/ 0 w 2932774"/>
                <a:gd name="connsiteY42" fmla="*/ 1317659 h 2911576"/>
                <a:gd name="connsiteX43" fmla="*/ 35154 w 2932774"/>
                <a:gd name="connsiteY43" fmla="*/ 1118292 h 2911576"/>
                <a:gd name="connsiteX44" fmla="*/ 405289 w 2932774"/>
                <a:gd name="connsiteY44" fmla="*/ 1107180 h 2911576"/>
                <a:gd name="connsiteX45" fmla="*/ 444695 w 2932774"/>
                <a:gd name="connsiteY45" fmla="*/ 1011372 h 2911576"/>
                <a:gd name="connsiteX46" fmla="*/ 601458 w 2932774"/>
                <a:gd name="connsiteY46" fmla="*/ 769611 h 2911576"/>
                <a:gd name="connsiteX47" fmla="*/ 622589 w 2932774"/>
                <a:gd name="connsiteY47" fmla="*/ 747913 h 2911576"/>
                <a:gd name="connsiteX48" fmla="*/ 446039 w 2932774"/>
                <a:gd name="connsiteY48" fmla="*/ 419756 h 2911576"/>
                <a:gd name="connsiteX49" fmla="*/ 601120 w 2932774"/>
                <a:gd name="connsiteY49" fmla="*/ 289627 h 2911576"/>
                <a:gd name="connsiteX50" fmla="*/ 894887 w 2932774"/>
                <a:gd name="connsiteY50" fmla="*/ 521468 h 2911576"/>
                <a:gd name="connsiteX51" fmla="*/ 1005061 w 2932774"/>
                <a:gd name="connsiteY51" fmla="*/ 460695 h 2911576"/>
                <a:gd name="connsiteX52" fmla="*/ 1159434 w 2932774"/>
                <a:gd name="connsiteY52" fmla="*/ 402668 h 2911576"/>
                <a:gd name="connsiteX53" fmla="*/ 1288857 w 2932774"/>
                <a:gd name="connsiteY53" fmla="*/ 377431 h 2911576"/>
                <a:gd name="connsiteX54" fmla="*/ 1367154 w 2932774"/>
                <a:gd name="connsiteY54" fmla="*/ 0 h 2911576"/>
                <a:gd name="connsiteX55" fmla="*/ 1569597 w 2932774"/>
                <a:gd name="connsiteY55" fmla="*/ 0 h 2911576"/>
                <a:gd name="connsiteX56" fmla="*/ 1646698 w 2932774"/>
                <a:gd name="connsiteY56" fmla="*/ 371669 h 2911576"/>
                <a:gd name="connsiteX57" fmla="*/ 1803965 w 2932774"/>
                <a:gd name="connsiteY57" fmla="*/ 402316 h 2911576"/>
                <a:gd name="connsiteX58" fmla="*/ 2008116 w 2932774"/>
                <a:gd name="connsiteY58" fmla="*/ 486582 h 2911576"/>
                <a:gd name="connsiteX59" fmla="*/ 2055596 w 2932774"/>
                <a:gd name="connsiteY59" fmla="*/ 518765 h 2911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32774" h="2911576">
                  <a:moveTo>
                    <a:pt x="2094610" y="749566"/>
                  </a:moveTo>
                  <a:cubicBezTo>
                    <a:pt x="1683337" y="404466"/>
                    <a:pt x="1070173" y="458111"/>
                    <a:pt x="725074" y="869385"/>
                  </a:cubicBezTo>
                  <a:cubicBezTo>
                    <a:pt x="379974" y="1280659"/>
                    <a:pt x="433619" y="1893822"/>
                    <a:pt x="844892" y="2238922"/>
                  </a:cubicBezTo>
                  <a:cubicBezTo>
                    <a:pt x="1256166" y="2584021"/>
                    <a:pt x="1869330" y="2530377"/>
                    <a:pt x="2214429" y="2119103"/>
                  </a:cubicBezTo>
                  <a:cubicBezTo>
                    <a:pt x="2559529" y="1707829"/>
                    <a:pt x="2505884" y="1094665"/>
                    <a:pt x="2094610" y="749566"/>
                  </a:cubicBezTo>
                  <a:close/>
                  <a:moveTo>
                    <a:pt x="2334142" y="298936"/>
                  </a:moveTo>
                  <a:lnTo>
                    <a:pt x="2489223" y="429064"/>
                  </a:lnTo>
                  <a:lnTo>
                    <a:pt x="2320667" y="742363"/>
                  </a:lnTo>
                  <a:lnTo>
                    <a:pt x="2354461" y="777201"/>
                  </a:lnTo>
                  <a:cubicBezTo>
                    <a:pt x="2435203" y="879773"/>
                    <a:pt x="2495636" y="994236"/>
                    <a:pt x="2535311" y="1114855"/>
                  </a:cubicBezTo>
                  <a:lnTo>
                    <a:pt x="2536967" y="1121826"/>
                  </a:lnTo>
                  <a:lnTo>
                    <a:pt x="2897593" y="1132603"/>
                  </a:lnTo>
                  <a:lnTo>
                    <a:pt x="2932774" y="1331966"/>
                  </a:lnTo>
                  <a:lnTo>
                    <a:pt x="2590256" y="1468461"/>
                  </a:lnTo>
                  <a:lnTo>
                    <a:pt x="2591629" y="1489431"/>
                  </a:lnTo>
                  <a:cubicBezTo>
                    <a:pt x="2589349" y="1616619"/>
                    <a:pt x="2565870" y="1744223"/>
                    <a:pt x="2520747" y="1866501"/>
                  </a:cubicBezTo>
                  <a:lnTo>
                    <a:pt x="2514437" y="1879930"/>
                  </a:lnTo>
                  <a:lnTo>
                    <a:pt x="2803260" y="2137440"/>
                  </a:lnTo>
                  <a:lnTo>
                    <a:pt x="2702039" y="2312761"/>
                  </a:lnTo>
                  <a:lnTo>
                    <a:pt x="2334283" y="2191277"/>
                  </a:lnTo>
                  <a:lnTo>
                    <a:pt x="2319995" y="2211637"/>
                  </a:lnTo>
                  <a:cubicBezTo>
                    <a:pt x="2243832" y="2302406"/>
                    <a:pt x="2156847" y="2378603"/>
                    <a:pt x="2062648" y="2439877"/>
                  </a:cubicBezTo>
                  <a:lnTo>
                    <a:pt x="2003075" y="2474637"/>
                  </a:lnTo>
                  <a:lnTo>
                    <a:pt x="2056587" y="2842337"/>
                  </a:lnTo>
                  <a:lnTo>
                    <a:pt x="1866354" y="2911576"/>
                  </a:lnTo>
                  <a:lnTo>
                    <a:pt x="1671448" y="2596242"/>
                  </a:lnTo>
                  <a:lnTo>
                    <a:pt x="1548242" y="2620265"/>
                  </a:lnTo>
                  <a:cubicBezTo>
                    <a:pt x="1476091" y="2627302"/>
                    <a:pt x="1403408" y="2627445"/>
                    <a:pt x="1331260" y="2620591"/>
                  </a:cubicBezTo>
                  <a:lnTo>
                    <a:pt x="1231810" y="2601211"/>
                  </a:lnTo>
                  <a:lnTo>
                    <a:pt x="1049067" y="2896869"/>
                  </a:lnTo>
                  <a:lnTo>
                    <a:pt x="858832" y="2827631"/>
                  </a:lnTo>
                  <a:lnTo>
                    <a:pt x="907780" y="2491308"/>
                  </a:lnTo>
                  <a:lnTo>
                    <a:pt x="816874" y="2436359"/>
                  </a:lnTo>
                  <a:cubicBezTo>
                    <a:pt x="785477" y="2415113"/>
                    <a:pt x="754881" y="2392053"/>
                    <a:pt x="725221" y="2367165"/>
                  </a:cubicBezTo>
                  <a:cubicBezTo>
                    <a:pt x="695562" y="2342277"/>
                    <a:pt x="667538" y="2316150"/>
                    <a:pt x="641163" y="2288921"/>
                  </a:cubicBezTo>
                  <a:lnTo>
                    <a:pt x="574277" y="2212385"/>
                  </a:lnTo>
                  <a:lnTo>
                    <a:pt x="268562" y="2313374"/>
                  </a:lnTo>
                  <a:lnTo>
                    <a:pt x="167340" y="2138053"/>
                  </a:lnTo>
                  <a:lnTo>
                    <a:pt x="411251" y="1920587"/>
                  </a:lnTo>
                  <a:lnTo>
                    <a:pt x="370408" y="1814340"/>
                  </a:lnTo>
                  <a:cubicBezTo>
                    <a:pt x="346310" y="1727013"/>
                    <a:pt x="332834" y="1636964"/>
                    <a:pt x="330144" y="1546283"/>
                  </a:cubicBezTo>
                  <a:lnTo>
                    <a:pt x="333010" y="1450313"/>
                  </a:lnTo>
                  <a:lnTo>
                    <a:pt x="0" y="1317659"/>
                  </a:lnTo>
                  <a:lnTo>
                    <a:pt x="35154" y="1118292"/>
                  </a:lnTo>
                  <a:lnTo>
                    <a:pt x="405289" y="1107180"/>
                  </a:lnTo>
                  <a:lnTo>
                    <a:pt x="444695" y="1011372"/>
                  </a:lnTo>
                  <a:cubicBezTo>
                    <a:pt x="485787" y="926536"/>
                    <a:pt x="537987" y="845252"/>
                    <a:pt x="601458" y="769611"/>
                  </a:cubicBezTo>
                  <a:lnTo>
                    <a:pt x="622589" y="747913"/>
                  </a:lnTo>
                  <a:lnTo>
                    <a:pt x="446039" y="419756"/>
                  </a:lnTo>
                  <a:lnTo>
                    <a:pt x="601120" y="289627"/>
                  </a:lnTo>
                  <a:lnTo>
                    <a:pt x="894887" y="521468"/>
                  </a:lnTo>
                  <a:lnTo>
                    <a:pt x="1005061" y="460695"/>
                  </a:lnTo>
                  <a:cubicBezTo>
                    <a:pt x="1055317" y="437563"/>
                    <a:pt x="1106924" y="418206"/>
                    <a:pt x="1159434" y="402668"/>
                  </a:cubicBezTo>
                  <a:lnTo>
                    <a:pt x="1288857" y="377431"/>
                  </a:lnTo>
                  <a:lnTo>
                    <a:pt x="1367154" y="0"/>
                  </a:lnTo>
                  <a:lnTo>
                    <a:pt x="1569597" y="0"/>
                  </a:lnTo>
                  <a:lnTo>
                    <a:pt x="1646698" y="371669"/>
                  </a:lnTo>
                  <a:lnTo>
                    <a:pt x="1803965" y="402316"/>
                  </a:lnTo>
                  <a:cubicBezTo>
                    <a:pt x="1873976" y="423270"/>
                    <a:pt x="1942381" y="451323"/>
                    <a:pt x="2008116" y="486582"/>
                  </a:cubicBezTo>
                  <a:lnTo>
                    <a:pt x="2055596" y="51876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8580" tIns="34290" rIns="68580" bIns="34290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ïśḷide"/>
            <p:cNvSpPr/>
            <p:nvPr/>
          </p:nvSpPr>
          <p:spPr>
            <a:xfrm rot="19200000">
              <a:off x="4629272" y="2930911"/>
              <a:ext cx="1796938" cy="1783948"/>
            </a:xfrm>
            <a:custGeom>
              <a:avLst/>
              <a:gdLst>
                <a:gd name="connsiteX0" fmla="*/ 2094610 w 2932774"/>
                <a:gd name="connsiteY0" fmla="*/ 749566 h 2911576"/>
                <a:gd name="connsiteX1" fmla="*/ 725074 w 2932774"/>
                <a:gd name="connsiteY1" fmla="*/ 869385 h 2911576"/>
                <a:gd name="connsiteX2" fmla="*/ 844892 w 2932774"/>
                <a:gd name="connsiteY2" fmla="*/ 2238922 h 2911576"/>
                <a:gd name="connsiteX3" fmla="*/ 2214429 w 2932774"/>
                <a:gd name="connsiteY3" fmla="*/ 2119103 h 2911576"/>
                <a:gd name="connsiteX4" fmla="*/ 2094610 w 2932774"/>
                <a:gd name="connsiteY4" fmla="*/ 749566 h 2911576"/>
                <a:gd name="connsiteX5" fmla="*/ 2334142 w 2932774"/>
                <a:gd name="connsiteY5" fmla="*/ 298936 h 2911576"/>
                <a:gd name="connsiteX6" fmla="*/ 2489223 w 2932774"/>
                <a:gd name="connsiteY6" fmla="*/ 429064 h 2911576"/>
                <a:gd name="connsiteX7" fmla="*/ 2320667 w 2932774"/>
                <a:gd name="connsiteY7" fmla="*/ 742363 h 2911576"/>
                <a:gd name="connsiteX8" fmla="*/ 2354461 w 2932774"/>
                <a:gd name="connsiteY8" fmla="*/ 777201 h 2911576"/>
                <a:gd name="connsiteX9" fmla="*/ 2535311 w 2932774"/>
                <a:gd name="connsiteY9" fmla="*/ 1114855 h 2911576"/>
                <a:gd name="connsiteX10" fmla="*/ 2536967 w 2932774"/>
                <a:gd name="connsiteY10" fmla="*/ 1121826 h 2911576"/>
                <a:gd name="connsiteX11" fmla="*/ 2897593 w 2932774"/>
                <a:gd name="connsiteY11" fmla="*/ 1132603 h 2911576"/>
                <a:gd name="connsiteX12" fmla="*/ 2932774 w 2932774"/>
                <a:gd name="connsiteY12" fmla="*/ 1331966 h 2911576"/>
                <a:gd name="connsiteX13" fmla="*/ 2590256 w 2932774"/>
                <a:gd name="connsiteY13" fmla="*/ 1468461 h 2911576"/>
                <a:gd name="connsiteX14" fmla="*/ 2591629 w 2932774"/>
                <a:gd name="connsiteY14" fmla="*/ 1489431 h 2911576"/>
                <a:gd name="connsiteX15" fmla="*/ 2520747 w 2932774"/>
                <a:gd name="connsiteY15" fmla="*/ 1866501 h 2911576"/>
                <a:gd name="connsiteX16" fmla="*/ 2514437 w 2932774"/>
                <a:gd name="connsiteY16" fmla="*/ 1879930 h 2911576"/>
                <a:gd name="connsiteX17" fmla="*/ 2803260 w 2932774"/>
                <a:gd name="connsiteY17" fmla="*/ 2137440 h 2911576"/>
                <a:gd name="connsiteX18" fmla="*/ 2702039 w 2932774"/>
                <a:gd name="connsiteY18" fmla="*/ 2312761 h 2911576"/>
                <a:gd name="connsiteX19" fmla="*/ 2334283 w 2932774"/>
                <a:gd name="connsiteY19" fmla="*/ 2191277 h 2911576"/>
                <a:gd name="connsiteX20" fmla="*/ 2319995 w 2932774"/>
                <a:gd name="connsiteY20" fmla="*/ 2211637 h 2911576"/>
                <a:gd name="connsiteX21" fmla="*/ 2062648 w 2932774"/>
                <a:gd name="connsiteY21" fmla="*/ 2439877 h 2911576"/>
                <a:gd name="connsiteX22" fmla="*/ 2003075 w 2932774"/>
                <a:gd name="connsiteY22" fmla="*/ 2474637 h 2911576"/>
                <a:gd name="connsiteX23" fmla="*/ 2056587 w 2932774"/>
                <a:gd name="connsiteY23" fmla="*/ 2842337 h 2911576"/>
                <a:gd name="connsiteX24" fmla="*/ 1866354 w 2932774"/>
                <a:gd name="connsiteY24" fmla="*/ 2911576 h 2911576"/>
                <a:gd name="connsiteX25" fmla="*/ 1671448 w 2932774"/>
                <a:gd name="connsiteY25" fmla="*/ 2596242 h 2911576"/>
                <a:gd name="connsiteX26" fmla="*/ 1548242 w 2932774"/>
                <a:gd name="connsiteY26" fmla="*/ 2620265 h 2911576"/>
                <a:gd name="connsiteX27" fmla="*/ 1331260 w 2932774"/>
                <a:gd name="connsiteY27" fmla="*/ 2620591 h 2911576"/>
                <a:gd name="connsiteX28" fmla="*/ 1231810 w 2932774"/>
                <a:gd name="connsiteY28" fmla="*/ 2601211 h 2911576"/>
                <a:gd name="connsiteX29" fmla="*/ 1049067 w 2932774"/>
                <a:gd name="connsiteY29" fmla="*/ 2896869 h 2911576"/>
                <a:gd name="connsiteX30" fmla="*/ 858832 w 2932774"/>
                <a:gd name="connsiteY30" fmla="*/ 2827631 h 2911576"/>
                <a:gd name="connsiteX31" fmla="*/ 907780 w 2932774"/>
                <a:gd name="connsiteY31" fmla="*/ 2491308 h 2911576"/>
                <a:gd name="connsiteX32" fmla="*/ 816874 w 2932774"/>
                <a:gd name="connsiteY32" fmla="*/ 2436359 h 2911576"/>
                <a:gd name="connsiteX33" fmla="*/ 725221 w 2932774"/>
                <a:gd name="connsiteY33" fmla="*/ 2367165 h 2911576"/>
                <a:gd name="connsiteX34" fmla="*/ 641163 w 2932774"/>
                <a:gd name="connsiteY34" fmla="*/ 2288921 h 2911576"/>
                <a:gd name="connsiteX35" fmla="*/ 574277 w 2932774"/>
                <a:gd name="connsiteY35" fmla="*/ 2212385 h 2911576"/>
                <a:gd name="connsiteX36" fmla="*/ 268562 w 2932774"/>
                <a:gd name="connsiteY36" fmla="*/ 2313374 h 2911576"/>
                <a:gd name="connsiteX37" fmla="*/ 167340 w 2932774"/>
                <a:gd name="connsiteY37" fmla="*/ 2138053 h 2911576"/>
                <a:gd name="connsiteX38" fmla="*/ 411251 w 2932774"/>
                <a:gd name="connsiteY38" fmla="*/ 1920587 h 2911576"/>
                <a:gd name="connsiteX39" fmla="*/ 370408 w 2932774"/>
                <a:gd name="connsiteY39" fmla="*/ 1814340 h 2911576"/>
                <a:gd name="connsiteX40" fmla="*/ 330144 w 2932774"/>
                <a:gd name="connsiteY40" fmla="*/ 1546283 h 2911576"/>
                <a:gd name="connsiteX41" fmla="*/ 333010 w 2932774"/>
                <a:gd name="connsiteY41" fmla="*/ 1450313 h 2911576"/>
                <a:gd name="connsiteX42" fmla="*/ 0 w 2932774"/>
                <a:gd name="connsiteY42" fmla="*/ 1317659 h 2911576"/>
                <a:gd name="connsiteX43" fmla="*/ 35154 w 2932774"/>
                <a:gd name="connsiteY43" fmla="*/ 1118292 h 2911576"/>
                <a:gd name="connsiteX44" fmla="*/ 405289 w 2932774"/>
                <a:gd name="connsiteY44" fmla="*/ 1107180 h 2911576"/>
                <a:gd name="connsiteX45" fmla="*/ 444695 w 2932774"/>
                <a:gd name="connsiteY45" fmla="*/ 1011372 h 2911576"/>
                <a:gd name="connsiteX46" fmla="*/ 601458 w 2932774"/>
                <a:gd name="connsiteY46" fmla="*/ 769611 h 2911576"/>
                <a:gd name="connsiteX47" fmla="*/ 622589 w 2932774"/>
                <a:gd name="connsiteY47" fmla="*/ 747913 h 2911576"/>
                <a:gd name="connsiteX48" fmla="*/ 446039 w 2932774"/>
                <a:gd name="connsiteY48" fmla="*/ 419756 h 2911576"/>
                <a:gd name="connsiteX49" fmla="*/ 601120 w 2932774"/>
                <a:gd name="connsiteY49" fmla="*/ 289627 h 2911576"/>
                <a:gd name="connsiteX50" fmla="*/ 894887 w 2932774"/>
                <a:gd name="connsiteY50" fmla="*/ 521468 h 2911576"/>
                <a:gd name="connsiteX51" fmla="*/ 1005061 w 2932774"/>
                <a:gd name="connsiteY51" fmla="*/ 460695 h 2911576"/>
                <a:gd name="connsiteX52" fmla="*/ 1159434 w 2932774"/>
                <a:gd name="connsiteY52" fmla="*/ 402668 h 2911576"/>
                <a:gd name="connsiteX53" fmla="*/ 1288857 w 2932774"/>
                <a:gd name="connsiteY53" fmla="*/ 377431 h 2911576"/>
                <a:gd name="connsiteX54" fmla="*/ 1367154 w 2932774"/>
                <a:gd name="connsiteY54" fmla="*/ 0 h 2911576"/>
                <a:gd name="connsiteX55" fmla="*/ 1569597 w 2932774"/>
                <a:gd name="connsiteY55" fmla="*/ 0 h 2911576"/>
                <a:gd name="connsiteX56" fmla="*/ 1646698 w 2932774"/>
                <a:gd name="connsiteY56" fmla="*/ 371669 h 2911576"/>
                <a:gd name="connsiteX57" fmla="*/ 1803965 w 2932774"/>
                <a:gd name="connsiteY57" fmla="*/ 402316 h 2911576"/>
                <a:gd name="connsiteX58" fmla="*/ 2008116 w 2932774"/>
                <a:gd name="connsiteY58" fmla="*/ 486582 h 2911576"/>
                <a:gd name="connsiteX59" fmla="*/ 2055596 w 2932774"/>
                <a:gd name="connsiteY59" fmla="*/ 518765 h 2911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32774" h="2911576">
                  <a:moveTo>
                    <a:pt x="2094610" y="749566"/>
                  </a:moveTo>
                  <a:cubicBezTo>
                    <a:pt x="1683337" y="404466"/>
                    <a:pt x="1070173" y="458111"/>
                    <a:pt x="725074" y="869385"/>
                  </a:cubicBezTo>
                  <a:cubicBezTo>
                    <a:pt x="379974" y="1280659"/>
                    <a:pt x="433619" y="1893822"/>
                    <a:pt x="844892" y="2238922"/>
                  </a:cubicBezTo>
                  <a:cubicBezTo>
                    <a:pt x="1256166" y="2584021"/>
                    <a:pt x="1869330" y="2530377"/>
                    <a:pt x="2214429" y="2119103"/>
                  </a:cubicBezTo>
                  <a:cubicBezTo>
                    <a:pt x="2559529" y="1707829"/>
                    <a:pt x="2505884" y="1094665"/>
                    <a:pt x="2094610" y="749566"/>
                  </a:cubicBezTo>
                  <a:close/>
                  <a:moveTo>
                    <a:pt x="2334142" y="298936"/>
                  </a:moveTo>
                  <a:lnTo>
                    <a:pt x="2489223" y="429064"/>
                  </a:lnTo>
                  <a:lnTo>
                    <a:pt x="2320667" y="742363"/>
                  </a:lnTo>
                  <a:lnTo>
                    <a:pt x="2354461" y="777201"/>
                  </a:lnTo>
                  <a:cubicBezTo>
                    <a:pt x="2435203" y="879773"/>
                    <a:pt x="2495636" y="994236"/>
                    <a:pt x="2535311" y="1114855"/>
                  </a:cubicBezTo>
                  <a:lnTo>
                    <a:pt x="2536967" y="1121826"/>
                  </a:lnTo>
                  <a:lnTo>
                    <a:pt x="2897593" y="1132603"/>
                  </a:lnTo>
                  <a:lnTo>
                    <a:pt x="2932774" y="1331966"/>
                  </a:lnTo>
                  <a:lnTo>
                    <a:pt x="2590256" y="1468461"/>
                  </a:lnTo>
                  <a:lnTo>
                    <a:pt x="2591629" y="1489431"/>
                  </a:lnTo>
                  <a:cubicBezTo>
                    <a:pt x="2589349" y="1616619"/>
                    <a:pt x="2565870" y="1744223"/>
                    <a:pt x="2520747" y="1866501"/>
                  </a:cubicBezTo>
                  <a:lnTo>
                    <a:pt x="2514437" y="1879930"/>
                  </a:lnTo>
                  <a:lnTo>
                    <a:pt x="2803260" y="2137440"/>
                  </a:lnTo>
                  <a:lnTo>
                    <a:pt x="2702039" y="2312761"/>
                  </a:lnTo>
                  <a:lnTo>
                    <a:pt x="2334283" y="2191277"/>
                  </a:lnTo>
                  <a:lnTo>
                    <a:pt x="2319995" y="2211637"/>
                  </a:lnTo>
                  <a:cubicBezTo>
                    <a:pt x="2243832" y="2302406"/>
                    <a:pt x="2156847" y="2378603"/>
                    <a:pt x="2062648" y="2439877"/>
                  </a:cubicBezTo>
                  <a:lnTo>
                    <a:pt x="2003075" y="2474637"/>
                  </a:lnTo>
                  <a:lnTo>
                    <a:pt x="2056587" y="2842337"/>
                  </a:lnTo>
                  <a:lnTo>
                    <a:pt x="1866354" y="2911576"/>
                  </a:lnTo>
                  <a:lnTo>
                    <a:pt x="1671448" y="2596242"/>
                  </a:lnTo>
                  <a:lnTo>
                    <a:pt x="1548242" y="2620265"/>
                  </a:lnTo>
                  <a:cubicBezTo>
                    <a:pt x="1476091" y="2627302"/>
                    <a:pt x="1403408" y="2627445"/>
                    <a:pt x="1331260" y="2620591"/>
                  </a:cubicBezTo>
                  <a:lnTo>
                    <a:pt x="1231810" y="2601211"/>
                  </a:lnTo>
                  <a:lnTo>
                    <a:pt x="1049067" y="2896869"/>
                  </a:lnTo>
                  <a:lnTo>
                    <a:pt x="858832" y="2827631"/>
                  </a:lnTo>
                  <a:lnTo>
                    <a:pt x="907780" y="2491308"/>
                  </a:lnTo>
                  <a:lnTo>
                    <a:pt x="816874" y="2436359"/>
                  </a:lnTo>
                  <a:cubicBezTo>
                    <a:pt x="785477" y="2415113"/>
                    <a:pt x="754881" y="2392053"/>
                    <a:pt x="725221" y="2367165"/>
                  </a:cubicBezTo>
                  <a:cubicBezTo>
                    <a:pt x="695562" y="2342277"/>
                    <a:pt x="667538" y="2316150"/>
                    <a:pt x="641163" y="2288921"/>
                  </a:cubicBezTo>
                  <a:lnTo>
                    <a:pt x="574277" y="2212385"/>
                  </a:lnTo>
                  <a:lnTo>
                    <a:pt x="268562" y="2313374"/>
                  </a:lnTo>
                  <a:lnTo>
                    <a:pt x="167340" y="2138053"/>
                  </a:lnTo>
                  <a:lnTo>
                    <a:pt x="411251" y="1920587"/>
                  </a:lnTo>
                  <a:lnTo>
                    <a:pt x="370408" y="1814340"/>
                  </a:lnTo>
                  <a:cubicBezTo>
                    <a:pt x="346310" y="1727013"/>
                    <a:pt x="332834" y="1636964"/>
                    <a:pt x="330144" y="1546283"/>
                  </a:cubicBezTo>
                  <a:lnTo>
                    <a:pt x="333010" y="1450313"/>
                  </a:lnTo>
                  <a:lnTo>
                    <a:pt x="0" y="1317659"/>
                  </a:lnTo>
                  <a:lnTo>
                    <a:pt x="35154" y="1118292"/>
                  </a:lnTo>
                  <a:lnTo>
                    <a:pt x="405289" y="1107180"/>
                  </a:lnTo>
                  <a:lnTo>
                    <a:pt x="444695" y="1011372"/>
                  </a:lnTo>
                  <a:cubicBezTo>
                    <a:pt x="485787" y="926536"/>
                    <a:pt x="537987" y="845252"/>
                    <a:pt x="601458" y="769611"/>
                  </a:cubicBezTo>
                  <a:lnTo>
                    <a:pt x="622589" y="747913"/>
                  </a:lnTo>
                  <a:lnTo>
                    <a:pt x="446039" y="419756"/>
                  </a:lnTo>
                  <a:lnTo>
                    <a:pt x="601120" y="289627"/>
                  </a:lnTo>
                  <a:lnTo>
                    <a:pt x="894887" y="521468"/>
                  </a:lnTo>
                  <a:lnTo>
                    <a:pt x="1005061" y="460695"/>
                  </a:lnTo>
                  <a:cubicBezTo>
                    <a:pt x="1055317" y="437563"/>
                    <a:pt x="1106924" y="418206"/>
                    <a:pt x="1159434" y="402668"/>
                  </a:cubicBezTo>
                  <a:lnTo>
                    <a:pt x="1288857" y="377431"/>
                  </a:lnTo>
                  <a:lnTo>
                    <a:pt x="1367154" y="0"/>
                  </a:lnTo>
                  <a:lnTo>
                    <a:pt x="1569597" y="0"/>
                  </a:lnTo>
                  <a:lnTo>
                    <a:pt x="1646698" y="371669"/>
                  </a:lnTo>
                  <a:lnTo>
                    <a:pt x="1803965" y="402316"/>
                  </a:lnTo>
                  <a:cubicBezTo>
                    <a:pt x="1873976" y="423270"/>
                    <a:pt x="1942381" y="451323"/>
                    <a:pt x="2008116" y="486582"/>
                  </a:cubicBezTo>
                  <a:lnTo>
                    <a:pt x="2055596" y="51876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8580" tIns="34290" rIns="68580" bIns="34290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10" name="îsḻïḋe"/>
            <p:cNvGrpSpPr/>
            <p:nvPr/>
          </p:nvGrpSpPr>
          <p:grpSpPr>
            <a:xfrm>
              <a:off x="7064498" y="3559171"/>
              <a:ext cx="1036822" cy="595429"/>
              <a:chOff x="7168470" y="3251081"/>
              <a:chExt cx="1036822" cy="595429"/>
            </a:xfrm>
          </p:grpSpPr>
          <p:sp>
            <p:nvSpPr>
              <p:cNvPr id="30" name="ïṣḷïďé"/>
              <p:cNvSpPr/>
              <p:nvPr/>
            </p:nvSpPr>
            <p:spPr bwMode="auto">
              <a:xfrm>
                <a:off x="7526564" y="3251081"/>
                <a:ext cx="320634" cy="305785"/>
              </a:xfrm>
              <a:custGeom>
                <a:avLst/>
                <a:gdLst>
                  <a:gd name="connsiteX0" fmla="*/ 315778 w 607639"/>
                  <a:gd name="connsiteY0" fmla="*/ 173080 h 579502"/>
                  <a:gd name="connsiteX1" fmla="*/ 315778 w 607639"/>
                  <a:gd name="connsiteY1" fmla="*/ 266058 h 579502"/>
                  <a:gd name="connsiteX2" fmla="*/ 303493 w 607639"/>
                  <a:gd name="connsiteY2" fmla="*/ 278325 h 579502"/>
                  <a:gd name="connsiteX3" fmla="*/ 210375 w 607639"/>
                  <a:gd name="connsiteY3" fmla="*/ 278325 h 579502"/>
                  <a:gd name="connsiteX4" fmla="*/ 303493 w 607639"/>
                  <a:gd name="connsiteY4" fmla="*/ 359925 h 579502"/>
                  <a:gd name="connsiteX5" fmla="*/ 397500 w 607639"/>
                  <a:gd name="connsiteY5" fmla="*/ 266058 h 579502"/>
                  <a:gd name="connsiteX6" fmla="*/ 315778 w 607639"/>
                  <a:gd name="connsiteY6" fmla="*/ 173080 h 579502"/>
                  <a:gd name="connsiteX7" fmla="*/ 249814 w 607639"/>
                  <a:gd name="connsiteY7" fmla="*/ 160816 h 579502"/>
                  <a:gd name="connsiteX8" fmla="*/ 198110 w 607639"/>
                  <a:gd name="connsiteY8" fmla="*/ 212449 h 579502"/>
                  <a:gd name="connsiteX9" fmla="*/ 249814 w 607639"/>
                  <a:gd name="connsiteY9" fmla="*/ 212449 h 579502"/>
                  <a:gd name="connsiteX10" fmla="*/ 303493 w 607639"/>
                  <a:gd name="connsiteY10" fmla="*/ 147835 h 579502"/>
                  <a:gd name="connsiteX11" fmla="*/ 421981 w 607639"/>
                  <a:gd name="connsiteY11" fmla="*/ 266058 h 579502"/>
                  <a:gd name="connsiteX12" fmla="*/ 303493 w 607639"/>
                  <a:gd name="connsiteY12" fmla="*/ 384370 h 579502"/>
                  <a:gd name="connsiteX13" fmla="*/ 185093 w 607639"/>
                  <a:gd name="connsiteY13" fmla="*/ 266058 h 579502"/>
                  <a:gd name="connsiteX14" fmla="*/ 197289 w 607639"/>
                  <a:gd name="connsiteY14" fmla="*/ 253880 h 579502"/>
                  <a:gd name="connsiteX15" fmla="*/ 291297 w 607639"/>
                  <a:gd name="connsiteY15" fmla="*/ 253880 h 579502"/>
                  <a:gd name="connsiteX16" fmla="*/ 291297 w 607639"/>
                  <a:gd name="connsiteY16" fmla="*/ 160013 h 579502"/>
                  <a:gd name="connsiteX17" fmla="*/ 303493 w 607639"/>
                  <a:gd name="connsiteY17" fmla="*/ 147835 h 579502"/>
                  <a:gd name="connsiteX18" fmla="*/ 262095 w 607639"/>
                  <a:gd name="connsiteY18" fmla="*/ 135133 h 579502"/>
                  <a:gd name="connsiteX19" fmla="*/ 274287 w 607639"/>
                  <a:gd name="connsiteY19" fmla="*/ 147397 h 579502"/>
                  <a:gd name="connsiteX20" fmla="*/ 274287 w 607639"/>
                  <a:gd name="connsiteY20" fmla="*/ 224713 h 579502"/>
                  <a:gd name="connsiteX21" fmla="*/ 262095 w 607639"/>
                  <a:gd name="connsiteY21" fmla="*/ 236888 h 579502"/>
                  <a:gd name="connsiteX22" fmla="*/ 184672 w 607639"/>
                  <a:gd name="connsiteY22" fmla="*/ 236888 h 579502"/>
                  <a:gd name="connsiteX23" fmla="*/ 172391 w 607639"/>
                  <a:gd name="connsiteY23" fmla="*/ 224713 h 579502"/>
                  <a:gd name="connsiteX24" fmla="*/ 262095 w 607639"/>
                  <a:gd name="connsiteY24" fmla="*/ 135133 h 579502"/>
                  <a:gd name="connsiteX25" fmla="*/ 58120 w 607639"/>
                  <a:gd name="connsiteY25" fmla="*/ 108514 h 579502"/>
                  <a:gd name="connsiteX26" fmla="*/ 58120 w 607639"/>
                  <a:gd name="connsiteY26" fmla="*/ 413970 h 579502"/>
                  <a:gd name="connsiteX27" fmla="*/ 549430 w 607639"/>
                  <a:gd name="connsiteY27" fmla="*/ 413970 h 579502"/>
                  <a:gd name="connsiteX28" fmla="*/ 549430 w 607639"/>
                  <a:gd name="connsiteY28" fmla="*/ 108514 h 579502"/>
                  <a:gd name="connsiteX29" fmla="*/ 27236 w 607639"/>
                  <a:gd name="connsiteY29" fmla="*/ 56079 h 579502"/>
                  <a:gd name="connsiteX30" fmla="*/ 27236 w 607639"/>
                  <a:gd name="connsiteY30" fmla="*/ 81319 h 579502"/>
                  <a:gd name="connsiteX31" fmla="*/ 580403 w 607639"/>
                  <a:gd name="connsiteY31" fmla="*/ 81319 h 579502"/>
                  <a:gd name="connsiteX32" fmla="*/ 580403 w 607639"/>
                  <a:gd name="connsiteY32" fmla="*/ 56079 h 579502"/>
                  <a:gd name="connsiteX33" fmla="*/ 303775 w 607639"/>
                  <a:gd name="connsiteY33" fmla="*/ 0 h 579502"/>
                  <a:gd name="connsiteX34" fmla="*/ 317393 w 607639"/>
                  <a:gd name="connsiteY34" fmla="*/ 13597 h 579502"/>
                  <a:gd name="connsiteX35" fmla="*/ 317393 w 607639"/>
                  <a:gd name="connsiteY35" fmla="*/ 28884 h 579502"/>
                  <a:gd name="connsiteX36" fmla="*/ 580403 w 607639"/>
                  <a:gd name="connsiteY36" fmla="*/ 28884 h 579502"/>
                  <a:gd name="connsiteX37" fmla="*/ 607639 w 607639"/>
                  <a:gd name="connsiteY37" fmla="*/ 56079 h 579502"/>
                  <a:gd name="connsiteX38" fmla="*/ 607639 w 607639"/>
                  <a:gd name="connsiteY38" fmla="*/ 81319 h 579502"/>
                  <a:gd name="connsiteX39" fmla="*/ 580403 w 607639"/>
                  <a:gd name="connsiteY39" fmla="*/ 108514 h 579502"/>
                  <a:gd name="connsiteX40" fmla="*/ 576665 w 607639"/>
                  <a:gd name="connsiteY40" fmla="*/ 108514 h 579502"/>
                  <a:gd name="connsiteX41" fmla="*/ 576665 w 607639"/>
                  <a:gd name="connsiteY41" fmla="*/ 413970 h 579502"/>
                  <a:gd name="connsiteX42" fmla="*/ 549430 w 607639"/>
                  <a:gd name="connsiteY42" fmla="*/ 441165 h 579502"/>
                  <a:gd name="connsiteX43" fmla="*/ 317393 w 607639"/>
                  <a:gd name="connsiteY43" fmla="*/ 441165 h 579502"/>
                  <a:gd name="connsiteX44" fmla="*/ 317393 w 607639"/>
                  <a:gd name="connsiteY44" fmla="*/ 481069 h 579502"/>
                  <a:gd name="connsiteX45" fmla="*/ 418236 w 607639"/>
                  <a:gd name="connsiteY45" fmla="*/ 554923 h 579502"/>
                  <a:gd name="connsiteX46" fmla="*/ 421173 w 607639"/>
                  <a:gd name="connsiteY46" fmla="*/ 573942 h 579502"/>
                  <a:gd name="connsiteX47" fmla="*/ 410225 w 607639"/>
                  <a:gd name="connsiteY47" fmla="*/ 579452 h 579502"/>
                  <a:gd name="connsiteX48" fmla="*/ 402215 w 607639"/>
                  <a:gd name="connsiteY48" fmla="*/ 576874 h 579502"/>
                  <a:gd name="connsiteX49" fmla="*/ 317393 w 607639"/>
                  <a:gd name="connsiteY49" fmla="*/ 514752 h 579502"/>
                  <a:gd name="connsiteX50" fmla="*/ 317393 w 607639"/>
                  <a:gd name="connsiteY50" fmla="*/ 565854 h 579502"/>
                  <a:gd name="connsiteX51" fmla="*/ 303775 w 607639"/>
                  <a:gd name="connsiteY51" fmla="*/ 579452 h 579502"/>
                  <a:gd name="connsiteX52" fmla="*/ 290157 w 607639"/>
                  <a:gd name="connsiteY52" fmla="*/ 565854 h 579502"/>
                  <a:gd name="connsiteX53" fmla="*/ 290157 w 607639"/>
                  <a:gd name="connsiteY53" fmla="*/ 514752 h 579502"/>
                  <a:gd name="connsiteX54" fmla="*/ 205424 w 607639"/>
                  <a:gd name="connsiteY54" fmla="*/ 576874 h 579502"/>
                  <a:gd name="connsiteX55" fmla="*/ 186377 w 607639"/>
                  <a:gd name="connsiteY55" fmla="*/ 573942 h 579502"/>
                  <a:gd name="connsiteX56" fmla="*/ 189314 w 607639"/>
                  <a:gd name="connsiteY56" fmla="*/ 554923 h 579502"/>
                  <a:gd name="connsiteX57" fmla="*/ 290157 w 607639"/>
                  <a:gd name="connsiteY57" fmla="*/ 481069 h 579502"/>
                  <a:gd name="connsiteX58" fmla="*/ 290157 w 607639"/>
                  <a:gd name="connsiteY58" fmla="*/ 441165 h 579502"/>
                  <a:gd name="connsiteX59" fmla="*/ 58120 w 607639"/>
                  <a:gd name="connsiteY59" fmla="*/ 441165 h 579502"/>
                  <a:gd name="connsiteX60" fmla="*/ 30885 w 607639"/>
                  <a:gd name="connsiteY60" fmla="*/ 413970 h 579502"/>
                  <a:gd name="connsiteX61" fmla="*/ 30885 w 607639"/>
                  <a:gd name="connsiteY61" fmla="*/ 108514 h 579502"/>
                  <a:gd name="connsiteX62" fmla="*/ 27236 w 607639"/>
                  <a:gd name="connsiteY62" fmla="*/ 108514 h 579502"/>
                  <a:gd name="connsiteX63" fmla="*/ 0 w 607639"/>
                  <a:gd name="connsiteY63" fmla="*/ 81319 h 579502"/>
                  <a:gd name="connsiteX64" fmla="*/ 0 w 607639"/>
                  <a:gd name="connsiteY64" fmla="*/ 56079 h 579502"/>
                  <a:gd name="connsiteX65" fmla="*/ 27236 w 607639"/>
                  <a:gd name="connsiteY65" fmla="*/ 28884 h 579502"/>
                  <a:gd name="connsiteX66" fmla="*/ 290157 w 607639"/>
                  <a:gd name="connsiteY66" fmla="*/ 28884 h 579502"/>
                  <a:gd name="connsiteX67" fmla="*/ 290157 w 607639"/>
                  <a:gd name="connsiteY67" fmla="*/ 13597 h 579502"/>
                  <a:gd name="connsiteX68" fmla="*/ 303775 w 607639"/>
                  <a:gd name="connsiteY68" fmla="*/ 0 h 579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607639" h="579502">
                    <a:moveTo>
                      <a:pt x="315778" y="173080"/>
                    </a:moveTo>
                    <a:lnTo>
                      <a:pt x="315778" y="266058"/>
                    </a:lnTo>
                    <a:cubicBezTo>
                      <a:pt x="315778" y="272814"/>
                      <a:pt x="310258" y="278325"/>
                      <a:pt x="303493" y="278325"/>
                    </a:cubicBezTo>
                    <a:lnTo>
                      <a:pt x="210375" y="278325"/>
                    </a:lnTo>
                    <a:cubicBezTo>
                      <a:pt x="216429" y="324281"/>
                      <a:pt x="255866" y="359925"/>
                      <a:pt x="303493" y="359925"/>
                    </a:cubicBezTo>
                    <a:cubicBezTo>
                      <a:pt x="355303" y="359925"/>
                      <a:pt x="397500" y="317792"/>
                      <a:pt x="397500" y="266058"/>
                    </a:cubicBezTo>
                    <a:cubicBezTo>
                      <a:pt x="397500" y="218502"/>
                      <a:pt x="361802" y="179124"/>
                      <a:pt x="315778" y="173080"/>
                    </a:cubicBezTo>
                    <a:close/>
                    <a:moveTo>
                      <a:pt x="249814" y="160816"/>
                    </a:moveTo>
                    <a:cubicBezTo>
                      <a:pt x="223740" y="165793"/>
                      <a:pt x="203093" y="186410"/>
                      <a:pt x="198110" y="212449"/>
                    </a:cubicBezTo>
                    <a:lnTo>
                      <a:pt x="249814" y="212449"/>
                    </a:lnTo>
                    <a:close/>
                    <a:moveTo>
                      <a:pt x="303493" y="147835"/>
                    </a:moveTo>
                    <a:cubicBezTo>
                      <a:pt x="368835" y="147835"/>
                      <a:pt x="421981" y="200902"/>
                      <a:pt x="421981" y="266058"/>
                    </a:cubicBezTo>
                    <a:cubicBezTo>
                      <a:pt x="421981" y="331303"/>
                      <a:pt x="368835" y="384370"/>
                      <a:pt x="303493" y="384370"/>
                    </a:cubicBezTo>
                    <a:cubicBezTo>
                      <a:pt x="238239" y="384370"/>
                      <a:pt x="185093" y="331303"/>
                      <a:pt x="185093" y="266058"/>
                    </a:cubicBezTo>
                    <a:cubicBezTo>
                      <a:pt x="185093" y="259303"/>
                      <a:pt x="190523" y="253880"/>
                      <a:pt x="197289" y="253880"/>
                    </a:cubicBezTo>
                    <a:lnTo>
                      <a:pt x="291297" y="253880"/>
                    </a:lnTo>
                    <a:lnTo>
                      <a:pt x="291297" y="160013"/>
                    </a:lnTo>
                    <a:cubicBezTo>
                      <a:pt x="291297" y="153257"/>
                      <a:pt x="296727" y="147835"/>
                      <a:pt x="303493" y="147835"/>
                    </a:cubicBezTo>
                    <a:close/>
                    <a:moveTo>
                      <a:pt x="262095" y="135133"/>
                    </a:moveTo>
                    <a:cubicBezTo>
                      <a:pt x="268859" y="135133"/>
                      <a:pt x="274287" y="140643"/>
                      <a:pt x="274287" y="147397"/>
                    </a:cubicBezTo>
                    <a:lnTo>
                      <a:pt x="274287" y="224713"/>
                    </a:lnTo>
                    <a:cubicBezTo>
                      <a:pt x="274287" y="231467"/>
                      <a:pt x="268859" y="236888"/>
                      <a:pt x="262095" y="236888"/>
                    </a:cubicBezTo>
                    <a:lnTo>
                      <a:pt x="184672" y="236888"/>
                    </a:lnTo>
                    <a:cubicBezTo>
                      <a:pt x="177909" y="236888"/>
                      <a:pt x="172391" y="231467"/>
                      <a:pt x="172391" y="224713"/>
                    </a:cubicBezTo>
                    <a:cubicBezTo>
                      <a:pt x="172391" y="175302"/>
                      <a:pt x="212616" y="135133"/>
                      <a:pt x="262095" y="135133"/>
                    </a:cubicBezTo>
                    <a:close/>
                    <a:moveTo>
                      <a:pt x="58120" y="108514"/>
                    </a:moveTo>
                    <a:lnTo>
                      <a:pt x="58120" y="413970"/>
                    </a:lnTo>
                    <a:lnTo>
                      <a:pt x="549430" y="413970"/>
                    </a:lnTo>
                    <a:lnTo>
                      <a:pt x="549430" y="108514"/>
                    </a:lnTo>
                    <a:close/>
                    <a:moveTo>
                      <a:pt x="27236" y="56079"/>
                    </a:moveTo>
                    <a:lnTo>
                      <a:pt x="27236" y="81319"/>
                    </a:lnTo>
                    <a:lnTo>
                      <a:pt x="580403" y="81319"/>
                    </a:lnTo>
                    <a:lnTo>
                      <a:pt x="580403" y="56079"/>
                    </a:lnTo>
                    <a:close/>
                    <a:moveTo>
                      <a:pt x="303775" y="0"/>
                    </a:moveTo>
                    <a:cubicBezTo>
                      <a:pt x="311341" y="0"/>
                      <a:pt x="317393" y="6132"/>
                      <a:pt x="317393" y="13597"/>
                    </a:cubicBezTo>
                    <a:lnTo>
                      <a:pt x="317393" y="28884"/>
                    </a:lnTo>
                    <a:lnTo>
                      <a:pt x="580403" y="28884"/>
                    </a:lnTo>
                    <a:cubicBezTo>
                      <a:pt x="595356" y="28884"/>
                      <a:pt x="607639" y="41148"/>
                      <a:pt x="607639" y="56079"/>
                    </a:cubicBezTo>
                    <a:lnTo>
                      <a:pt x="607639" y="81319"/>
                    </a:lnTo>
                    <a:cubicBezTo>
                      <a:pt x="607639" y="96338"/>
                      <a:pt x="595356" y="108514"/>
                      <a:pt x="580403" y="108514"/>
                    </a:cubicBezTo>
                    <a:lnTo>
                      <a:pt x="576665" y="108514"/>
                    </a:lnTo>
                    <a:lnTo>
                      <a:pt x="576665" y="413970"/>
                    </a:lnTo>
                    <a:cubicBezTo>
                      <a:pt x="576665" y="428990"/>
                      <a:pt x="564472" y="441165"/>
                      <a:pt x="549430" y="441165"/>
                    </a:cubicBezTo>
                    <a:lnTo>
                      <a:pt x="317393" y="441165"/>
                    </a:lnTo>
                    <a:lnTo>
                      <a:pt x="317393" y="481069"/>
                    </a:lnTo>
                    <a:lnTo>
                      <a:pt x="418236" y="554923"/>
                    </a:lnTo>
                    <a:cubicBezTo>
                      <a:pt x="424377" y="559366"/>
                      <a:pt x="425623" y="567898"/>
                      <a:pt x="421173" y="573942"/>
                    </a:cubicBezTo>
                    <a:cubicBezTo>
                      <a:pt x="418503" y="577585"/>
                      <a:pt x="414409" y="579452"/>
                      <a:pt x="410225" y="579452"/>
                    </a:cubicBezTo>
                    <a:cubicBezTo>
                      <a:pt x="407466" y="579452"/>
                      <a:pt x="404618" y="578652"/>
                      <a:pt x="402215" y="576874"/>
                    </a:cubicBezTo>
                    <a:lnTo>
                      <a:pt x="317393" y="514752"/>
                    </a:lnTo>
                    <a:lnTo>
                      <a:pt x="317393" y="565854"/>
                    </a:lnTo>
                    <a:cubicBezTo>
                      <a:pt x="317393" y="573408"/>
                      <a:pt x="311341" y="579452"/>
                      <a:pt x="303775" y="579452"/>
                    </a:cubicBezTo>
                    <a:cubicBezTo>
                      <a:pt x="296299" y="579452"/>
                      <a:pt x="290157" y="573408"/>
                      <a:pt x="290157" y="565854"/>
                    </a:cubicBezTo>
                    <a:lnTo>
                      <a:pt x="290157" y="514752"/>
                    </a:lnTo>
                    <a:lnTo>
                      <a:pt x="205424" y="576874"/>
                    </a:lnTo>
                    <a:cubicBezTo>
                      <a:pt x="199372" y="581318"/>
                      <a:pt x="190827" y="579985"/>
                      <a:pt x="186377" y="573942"/>
                    </a:cubicBezTo>
                    <a:cubicBezTo>
                      <a:pt x="181927" y="567898"/>
                      <a:pt x="183262" y="559366"/>
                      <a:pt x="189314" y="554923"/>
                    </a:cubicBezTo>
                    <a:lnTo>
                      <a:pt x="290157" y="481069"/>
                    </a:lnTo>
                    <a:lnTo>
                      <a:pt x="290157" y="441165"/>
                    </a:lnTo>
                    <a:lnTo>
                      <a:pt x="58120" y="441165"/>
                    </a:lnTo>
                    <a:cubicBezTo>
                      <a:pt x="43167" y="441165"/>
                      <a:pt x="30885" y="428990"/>
                      <a:pt x="30885" y="413970"/>
                    </a:cubicBezTo>
                    <a:lnTo>
                      <a:pt x="30885" y="108514"/>
                    </a:lnTo>
                    <a:lnTo>
                      <a:pt x="27236" y="108514"/>
                    </a:lnTo>
                    <a:cubicBezTo>
                      <a:pt x="12194" y="108514"/>
                      <a:pt x="0" y="96338"/>
                      <a:pt x="0" y="81319"/>
                    </a:cubicBezTo>
                    <a:lnTo>
                      <a:pt x="0" y="56079"/>
                    </a:lnTo>
                    <a:cubicBezTo>
                      <a:pt x="0" y="41148"/>
                      <a:pt x="12194" y="28884"/>
                      <a:pt x="27236" y="28884"/>
                    </a:cubicBezTo>
                    <a:lnTo>
                      <a:pt x="290157" y="28884"/>
                    </a:lnTo>
                    <a:lnTo>
                      <a:pt x="290157" y="13597"/>
                    </a:lnTo>
                    <a:cubicBezTo>
                      <a:pt x="290157" y="6132"/>
                      <a:pt x="296299" y="0"/>
                      <a:pt x="3037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en-US" sz="7200" dirty="0"/>
              </a:p>
            </p:txBody>
          </p:sp>
          <p:sp>
            <p:nvSpPr>
              <p:cNvPr id="31" name="íṣḻiḑé"/>
              <p:cNvSpPr txBox="1"/>
              <p:nvPr/>
            </p:nvSpPr>
            <p:spPr>
              <a:xfrm>
                <a:off x="7168470" y="3556866"/>
                <a:ext cx="1036822" cy="289644"/>
              </a:xfrm>
              <a:prstGeom prst="rect">
                <a:avLst/>
              </a:prstGeom>
              <a:noFill/>
            </p:spPr>
            <p:txBody>
              <a:bodyPr wrap="none" rtlCol="0" anchor="b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 b="1" dirty="0"/>
                  <a:t>Keyword</a:t>
                </a:r>
                <a:endParaRPr lang="zh-CN" altLang="en-US" sz="1600" b="1" dirty="0"/>
              </a:p>
            </p:txBody>
          </p:sp>
        </p:grpSp>
        <p:grpSp>
          <p:nvGrpSpPr>
            <p:cNvPr id="11" name="iSḷîḍé"/>
            <p:cNvGrpSpPr/>
            <p:nvPr/>
          </p:nvGrpSpPr>
          <p:grpSpPr>
            <a:xfrm>
              <a:off x="5009330" y="3534330"/>
              <a:ext cx="1036823" cy="577111"/>
              <a:chOff x="5113302" y="3251081"/>
              <a:chExt cx="1036823" cy="577111"/>
            </a:xfrm>
          </p:grpSpPr>
          <p:sp>
            <p:nvSpPr>
              <p:cNvPr id="28" name="ï$ļîḓê"/>
              <p:cNvSpPr/>
              <p:nvPr/>
            </p:nvSpPr>
            <p:spPr bwMode="auto">
              <a:xfrm>
                <a:off x="5427169" y="3251081"/>
                <a:ext cx="409088" cy="287467"/>
              </a:xfrm>
              <a:custGeom>
                <a:avLst/>
                <a:gdLst>
                  <a:gd name="connsiteX0" fmla="*/ 450100 w 607639"/>
                  <a:gd name="connsiteY0" fmla="*/ 313203 h 426991"/>
                  <a:gd name="connsiteX1" fmla="*/ 450100 w 607639"/>
                  <a:gd name="connsiteY1" fmla="*/ 403167 h 426991"/>
                  <a:gd name="connsiteX2" fmla="*/ 585744 w 607639"/>
                  <a:gd name="connsiteY2" fmla="*/ 403167 h 426991"/>
                  <a:gd name="connsiteX3" fmla="*/ 586100 w 607639"/>
                  <a:gd name="connsiteY3" fmla="*/ 313203 h 426991"/>
                  <a:gd name="connsiteX4" fmla="*/ 530294 w 607639"/>
                  <a:gd name="connsiteY4" fmla="*/ 313203 h 426991"/>
                  <a:gd name="connsiteX5" fmla="*/ 530116 w 607639"/>
                  <a:gd name="connsiteY5" fmla="*/ 313203 h 426991"/>
                  <a:gd name="connsiteX6" fmla="*/ 529760 w 607639"/>
                  <a:gd name="connsiteY6" fmla="*/ 313203 h 426991"/>
                  <a:gd name="connsiteX7" fmla="*/ 450901 w 607639"/>
                  <a:gd name="connsiteY7" fmla="*/ 313203 h 426991"/>
                  <a:gd name="connsiteX8" fmla="*/ 236309 w 607639"/>
                  <a:gd name="connsiteY8" fmla="*/ 313203 h 426991"/>
                  <a:gd name="connsiteX9" fmla="*/ 236309 w 607639"/>
                  <a:gd name="connsiteY9" fmla="*/ 403167 h 426991"/>
                  <a:gd name="connsiteX10" fmla="*/ 371953 w 607639"/>
                  <a:gd name="connsiteY10" fmla="*/ 403167 h 426991"/>
                  <a:gd name="connsiteX11" fmla="*/ 372754 w 607639"/>
                  <a:gd name="connsiteY11" fmla="*/ 313203 h 426991"/>
                  <a:gd name="connsiteX12" fmla="*/ 237110 w 607639"/>
                  <a:gd name="connsiteY12" fmla="*/ 313203 h 426991"/>
                  <a:gd name="connsiteX13" fmla="*/ 22519 w 607639"/>
                  <a:gd name="connsiteY13" fmla="*/ 313203 h 426991"/>
                  <a:gd name="connsiteX14" fmla="*/ 22519 w 607639"/>
                  <a:gd name="connsiteY14" fmla="*/ 403167 h 426991"/>
                  <a:gd name="connsiteX15" fmla="*/ 158163 w 607639"/>
                  <a:gd name="connsiteY15" fmla="*/ 403167 h 426991"/>
                  <a:gd name="connsiteX16" fmla="*/ 158964 w 607639"/>
                  <a:gd name="connsiteY16" fmla="*/ 313203 h 426991"/>
                  <a:gd name="connsiteX17" fmla="*/ 91498 w 607639"/>
                  <a:gd name="connsiteY17" fmla="*/ 313203 h 426991"/>
                  <a:gd name="connsiteX18" fmla="*/ 91231 w 607639"/>
                  <a:gd name="connsiteY18" fmla="*/ 313203 h 426991"/>
                  <a:gd name="connsiteX19" fmla="*/ 90964 w 607639"/>
                  <a:gd name="connsiteY19" fmla="*/ 313203 h 426991"/>
                  <a:gd name="connsiteX20" fmla="*/ 23320 w 607639"/>
                  <a:gd name="connsiteY20" fmla="*/ 313203 h 426991"/>
                  <a:gd name="connsiteX21" fmla="*/ 91409 w 607639"/>
                  <a:gd name="connsiteY21" fmla="*/ 224751 h 426991"/>
                  <a:gd name="connsiteX22" fmla="*/ 530294 w 607639"/>
                  <a:gd name="connsiteY22" fmla="*/ 224751 h 426991"/>
                  <a:gd name="connsiteX23" fmla="*/ 540084 w 607639"/>
                  <a:gd name="connsiteY23" fmla="*/ 234530 h 426991"/>
                  <a:gd name="connsiteX24" fmla="*/ 540084 w 607639"/>
                  <a:gd name="connsiteY24" fmla="*/ 292135 h 426991"/>
                  <a:gd name="connsiteX25" fmla="*/ 586456 w 607639"/>
                  <a:gd name="connsiteY25" fmla="*/ 292135 h 426991"/>
                  <a:gd name="connsiteX26" fmla="*/ 607639 w 607639"/>
                  <a:gd name="connsiteY26" fmla="*/ 313203 h 426991"/>
                  <a:gd name="connsiteX27" fmla="*/ 607639 w 607639"/>
                  <a:gd name="connsiteY27" fmla="*/ 403167 h 426991"/>
                  <a:gd name="connsiteX28" fmla="*/ 586456 w 607639"/>
                  <a:gd name="connsiteY28" fmla="*/ 426991 h 426991"/>
                  <a:gd name="connsiteX29" fmla="*/ 451524 w 607639"/>
                  <a:gd name="connsiteY29" fmla="*/ 426991 h 426991"/>
                  <a:gd name="connsiteX30" fmla="*/ 427582 w 607639"/>
                  <a:gd name="connsiteY30" fmla="*/ 403167 h 426991"/>
                  <a:gd name="connsiteX31" fmla="*/ 427582 w 607639"/>
                  <a:gd name="connsiteY31" fmla="*/ 313203 h 426991"/>
                  <a:gd name="connsiteX32" fmla="*/ 451524 w 607639"/>
                  <a:gd name="connsiteY32" fmla="*/ 292135 h 426991"/>
                  <a:gd name="connsiteX33" fmla="*/ 517566 w 607639"/>
                  <a:gd name="connsiteY33" fmla="*/ 292135 h 426991"/>
                  <a:gd name="connsiteX34" fmla="*/ 517566 w 607639"/>
                  <a:gd name="connsiteY34" fmla="*/ 247242 h 426991"/>
                  <a:gd name="connsiteX35" fmla="*/ 315079 w 607639"/>
                  <a:gd name="connsiteY35" fmla="*/ 247242 h 426991"/>
                  <a:gd name="connsiteX36" fmla="*/ 315079 w 607639"/>
                  <a:gd name="connsiteY36" fmla="*/ 292135 h 426991"/>
                  <a:gd name="connsiteX37" fmla="*/ 372665 w 607639"/>
                  <a:gd name="connsiteY37" fmla="*/ 292135 h 426991"/>
                  <a:gd name="connsiteX38" fmla="*/ 393849 w 607639"/>
                  <a:gd name="connsiteY38" fmla="*/ 313203 h 426991"/>
                  <a:gd name="connsiteX39" fmla="*/ 393849 w 607639"/>
                  <a:gd name="connsiteY39" fmla="*/ 403167 h 426991"/>
                  <a:gd name="connsiteX40" fmla="*/ 372665 w 607639"/>
                  <a:gd name="connsiteY40" fmla="*/ 426991 h 426991"/>
                  <a:gd name="connsiteX41" fmla="*/ 237733 w 607639"/>
                  <a:gd name="connsiteY41" fmla="*/ 426991 h 426991"/>
                  <a:gd name="connsiteX42" fmla="*/ 213791 w 607639"/>
                  <a:gd name="connsiteY42" fmla="*/ 403167 h 426991"/>
                  <a:gd name="connsiteX43" fmla="*/ 213791 w 607639"/>
                  <a:gd name="connsiteY43" fmla="*/ 313203 h 426991"/>
                  <a:gd name="connsiteX44" fmla="*/ 237733 w 607639"/>
                  <a:gd name="connsiteY44" fmla="*/ 292135 h 426991"/>
                  <a:gd name="connsiteX45" fmla="*/ 292561 w 607639"/>
                  <a:gd name="connsiteY45" fmla="*/ 292135 h 426991"/>
                  <a:gd name="connsiteX46" fmla="*/ 292561 w 607639"/>
                  <a:gd name="connsiteY46" fmla="*/ 247242 h 426991"/>
                  <a:gd name="connsiteX47" fmla="*/ 101288 w 607639"/>
                  <a:gd name="connsiteY47" fmla="*/ 247242 h 426991"/>
                  <a:gd name="connsiteX48" fmla="*/ 101288 w 607639"/>
                  <a:gd name="connsiteY48" fmla="*/ 292135 h 426991"/>
                  <a:gd name="connsiteX49" fmla="*/ 158875 w 607639"/>
                  <a:gd name="connsiteY49" fmla="*/ 292135 h 426991"/>
                  <a:gd name="connsiteX50" fmla="*/ 180058 w 607639"/>
                  <a:gd name="connsiteY50" fmla="*/ 313203 h 426991"/>
                  <a:gd name="connsiteX51" fmla="*/ 180058 w 607639"/>
                  <a:gd name="connsiteY51" fmla="*/ 403167 h 426991"/>
                  <a:gd name="connsiteX52" fmla="*/ 158875 w 607639"/>
                  <a:gd name="connsiteY52" fmla="*/ 426991 h 426991"/>
                  <a:gd name="connsiteX53" fmla="*/ 24032 w 607639"/>
                  <a:gd name="connsiteY53" fmla="*/ 426991 h 426991"/>
                  <a:gd name="connsiteX54" fmla="*/ 0 w 607639"/>
                  <a:gd name="connsiteY54" fmla="*/ 403167 h 426991"/>
                  <a:gd name="connsiteX55" fmla="*/ 0 w 607639"/>
                  <a:gd name="connsiteY55" fmla="*/ 313203 h 426991"/>
                  <a:gd name="connsiteX56" fmla="*/ 24032 w 607639"/>
                  <a:gd name="connsiteY56" fmla="*/ 292135 h 426991"/>
                  <a:gd name="connsiteX57" fmla="*/ 78770 w 607639"/>
                  <a:gd name="connsiteY57" fmla="*/ 292135 h 426991"/>
                  <a:gd name="connsiteX58" fmla="*/ 78770 w 607639"/>
                  <a:gd name="connsiteY58" fmla="*/ 234530 h 426991"/>
                  <a:gd name="connsiteX59" fmla="*/ 91409 w 607639"/>
                  <a:gd name="connsiteY59" fmla="*/ 224751 h 426991"/>
                  <a:gd name="connsiteX60" fmla="*/ 236326 w 607639"/>
                  <a:gd name="connsiteY60" fmla="*/ 21066 h 426991"/>
                  <a:gd name="connsiteX61" fmla="*/ 236326 w 607639"/>
                  <a:gd name="connsiteY61" fmla="*/ 111021 h 426991"/>
                  <a:gd name="connsiteX62" fmla="*/ 371758 w 607639"/>
                  <a:gd name="connsiteY62" fmla="*/ 111021 h 426991"/>
                  <a:gd name="connsiteX63" fmla="*/ 372380 w 607639"/>
                  <a:gd name="connsiteY63" fmla="*/ 21066 h 426991"/>
                  <a:gd name="connsiteX64" fmla="*/ 237127 w 607639"/>
                  <a:gd name="connsiteY64" fmla="*/ 21066 h 426991"/>
                  <a:gd name="connsiteX65" fmla="*/ 237750 w 607639"/>
                  <a:gd name="connsiteY65" fmla="*/ 0 h 426991"/>
                  <a:gd name="connsiteX66" fmla="*/ 372647 w 607639"/>
                  <a:gd name="connsiteY66" fmla="*/ 0 h 426991"/>
                  <a:gd name="connsiteX67" fmla="*/ 393825 w 607639"/>
                  <a:gd name="connsiteY67" fmla="*/ 21066 h 426991"/>
                  <a:gd name="connsiteX68" fmla="*/ 393825 w 607639"/>
                  <a:gd name="connsiteY68" fmla="*/ 111021 h 426991"/>
                  <a:gd name="connsiteX69" fmla="*/ 372647 w 607639"/>
                  <a:gd name="connsiteY69" fmla="*/ 134843 h 426991"/>
                  <a:gd name="connsiteX70" fmla="*/ 315076 w 607639"/>
                  <a:gd name="connsiteY70" fmla="*/ 134843 h 426991"/>
                  <a:gd name="connsiteX71" fmla="*/ 315076 w 607639"/>
                  <a:gd name="connsiteY71" fmla="*/ 191020 h 426991"/>
                  <a:gd name="connsiteX72" fmla="*/ 292563 w 607639"/>
                  <a:gd name="connsiteY72" fmla="*/ 191020 h 426991"/>
                  <a:gd name="connsiteX73" fmla="*/ 292563 w 607639"/>
                  <a:gd name="connsiteY73" fmla="*/ 134843 h 426991"/>
                  <a:gd name="connsiteX74" fmla="*/ 237750 w 607639"/>
                  <a:gd name="connsiteY74" fmla="*/ 134843 h 426991"/>
                  <a:gd name="connsiteX75" fmla="*/ 213813 w 607639"/>
                  <a:gd name="connsiteY75" fmla="*/ 111021 h 426991"/>
                  <a:gd name="connsiteX76" fmla="*/ 213813 w 607639"/>
                  <a:gd name="connsiteY76" fmla="*/ 21066 h 426991"/>
                  <a:gd name="connsiteX77" fmla="*/ 237750 w 607639"/>
                  <a:gd name="connsiteY77" fmla="*/ 0 h 426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607639" h="426991">
                    <a:moveTo>
                      <a:pt x="450100" y="313203"/>
                    </a:moveTo>
                    <a:lnTo>
                      <a:pt x="450100" y="403167"/>
                    </a:lnTo>
                    <a:lnTo>
                      <a:pt x="585744" y="403167"/>
                    </a:lnTo>
                    <a:lnTo>
                      <a:pt x="586100" y="313203"/>
                    </a:lnTo>
                    <a:lnTo>
                      <a:pt x="530294" y="313203"/>
                    </a:lnTo>
                    <a:cubicBezTo>
                      <a:pt x="530294" y="313203"/>
                      <a:pt x="530116" y="313203"/>
                      <a:pt x="530116" y="313203"/>
                    </a:cubicBezTo>
                    <a:cubicBezTo>
                      <a:pt x="530027" y="313203"/>
                      <a:pt x="529849" y="313203"/>
                      <a:pt x="529760" y="313203"/>
                    </a:cubicBezTo>
                    <a:lnTo>
                      <a:pt x="450901" y="313203"/>
                    </a:lnTo>
                    <a:close/>
                    <a:moveTo>
                      <a:pt x="236309" y="313203"/>
                    </a:moveTo>
                    <a:lnTo>
                      <a:pt x="236309" y="403167"/>
                    </a:lnTo>
                    <a:lnTo>
                      <a:pt x="371953" y="403167"/>
                    </a:lnTo>
                    <a:lnTo>
                      <a:pt x="372754" y="313203"/>
                    </a:lnTo>
                    <a:lnTo>
                      <a:pt x="237110" y="313203"/>
                    </a:lnTo>
                    <a:close/>
                    <a:moveTo>
                      <a:pt x="22519" y="313203"/>
                    </a:moveTo>
                    <a:lnTo>
                      <a:pt x="22519" y="403167"/>
                    </a:lnTo>
                    <a:lnTo>
                      <a:pt x="158163" y="403167"/>
                    </a:lnTo>
                    <a:lnTo>
                      <a:pt x="158964" y="313203"/>
                    </a:lnTo>
                    <a:lnTo>
                      <a:pt x="91498" y="313203"/>
                    </a:lnTo>
                    <a:cubicBezTo>
                      <a:pt x="91409" y="313203"/>
                      <a:pt x="91320" y="313203"/>
                      <a:pt x="91231" y="313203"/>
                    </a:cubicBezTo>
                    <a:cubicBezTo>
                      <a:pt x="91231" y="313203"/>
                      <a:pt x="90964" y="313203"/>
                      <a:pt x="90964" y="313203"/>
                    </a:cubicBezTo>
                    <a:lnTo>
                      <a:pt x="23320" y="313203"/>
                    </a:lnTo>
                    <a:close/>
                    <a:moveTo>
                      <a:pt x="91409" y="224751"/>
                    </a:moveTo>
                    <a:lnTo>
                      <a:pt x="530294" y="224751"/>
                    </a:lnTo>
                    <a:cubicBezTo>
                      <a:pt x="536435" y="224751"/>
                      <a:pt x="540084" y="228396"/>
                      <a:pt x="540084" y="234530"/>
                    </a:cubicBezTo>
                    <a:lnTo>
                      <a:pt x="540084" y="292135"/>
                    </a:lnTo>
                    <a:lnTo>
                      <a:pt x="586456" y="292135"/>
                    </a:lnTo>
                    <a:cubicBezTo>
                      <a:pt x="598917" y="292135"/>
                      <a:pt x="607639" y="300847"/>
                      <a:pt x="607639" y="313203"/>
                    </a:cubicBezTo>
                    <a:lnTo>
                      <a:pt x="607639" y="403167"/>
                    </a:lnTo>
                    <a:cubicBezTo>
                      <a:pt x="607639" y="415524"/>
                      <a:pt x="598917" y="426991"/>
                      <a:pt x="586456" y="426991"/>
                    </a:cubicBezTo>
                    <a:lnTo>
                      <a:pt x="451524" y="426991"/>
                    </a:lnTo>
                    <a:cubicBezTo>
                      <a:pt x="439152" y="426991"/>
                      <a:pt x="427582" y="415524"/>
                      <a:pt x="427582" y="403167"/>
                    </a:cubicBezTo>
                    <a:lnTo>
                      <a:pt x="427582" y="313203"/>
                    </a:lnTo>
                    <a:cubicBezTo>
                      <a:pt x="427582" y="300847"/>
                      <a:pt x="439152" y="292135"/>
                      <a:pt x="451524" y="292135"/>
                    </a:cubicBezTo>
                    <a:lnTo>
                      <a:pt x="517566" y="292135"/>
                    </a:lnTo>
                    <a:lnTo>
                      <a:pt x="517566" y="247242"/>
                    </a:lnTo>
                    <a:lnTo>
                      <a:pt x="315079" y="247242"/>
                    </a:lnTo>
                    <a:lnTo>
                      <a:pt x="315079" y="292135"/>
                    </a:lnTo>
                    <a:lnTo>
                      <a:pt x="372665" y="292135"/>
                    </a:lnTo>
                    <a:cubicBezTo>
                      <a:pt x="385126" y="292135"/>
                      <a:pt x="393849" y="300847"/>
                      <a:pt x="393849" y="313203"/>
                    </a:cubicBezTo>
                    <a:lnTo>
                      <a:pt x="393849" y="403167"/>
                    </a:lnTo>
                    <a:cubicBezTo>
                      <a:pt x="393849" y="415524"/>
                      <a:pt x="385126" y="426991"/>
                      <a:pt x="372665" y="426991"/>
                    </a:cubicBezTo>
                    <a:lnTo>
                      <a:pt x="237733" y="426991"/>
                    </a:lnTo>
                    <a:cubicBezTo>
                      <a:pt x="225362" y="426991"/>
                      <a:pt x="213791" y="415524"/>
                      <a:pt x="213791" y="403167"/>
                    </a:cubicBezTo>
                    <a:lnTo>
                      <a:pt x="213791" y="313203"/>
                    </a:lnTo>
                    <a:cubicBezTo>
                      <a:pt x="213791" y="300847"/>
                      <a:pt x="225362" y="292135"/>
                      <a:pt x="237733" y="292135"/>
                    </a:cubicBezTo>
                    <a:lnTo>
                      <a:pt x="292561" y="292135"/>
                    </a:lnTo>
                    <a:lnTo>
                      <a:pt x="292561" y="247242"/>
                    </a:lnTo>
                    <a:lnTo>
                      <a:pt x="101288" y="247242"/>
                    </a:lnTo>
                    <a:lnTo>
                      <a:pt x="101288" y="292135"/>
                    </a:lnTo>
                    <a:lnTo>
                      <a:pt x="158875" y="292135"/>
                    </a:lnTo>
                    <a:cubicBezTo>
                      <a:pt x="171335" y="292135"/>
                      <a:pt x="180058" y="300847"/>
                      <a:pt x="180058" y="313203"/>
                    </a:cubicBezTo>
                    <a:lnTo>
                      <a:pt x="180058" y="403167"/>
                    </a:lnTo>
                    <a:cubicBezTo>
                      <a:pt x="180058" y="415524"/>
                      <a:pt x="171335" y="426991"/>
                      <a:pt x="158875" y="426991"/>
                    </a:cubicBezTo>
                    <a:lnTo>
                      <a:pt x="24032" y="426991"/>
                    </a:lnTo>
                    <a:cubicBezTo>
                      <a:pt x="11571" y="426991"/>
                      <a:pt x="0" y="415524"/>
                      <a:pt x="0" y="403167"/>
                    </a:cubicBezTo>
                    <a:lnTo>
                      <a:pt x="0" y="313203"/>
                    </a:lnTo>
                    <a:cubicBezTo>
                      <a:pt x="0" y="300847"/>
                      <a:pt x="11571" y="292135"/>
                      <a:pt x="24032" y="292135"/>
                    </a:cubicBezTo>
                    <a:lnTo>
                      <a:pt x="78770" y="292135"/>
                    </a:lnTo>
                    <a:lnTo>
                      <a:pt x="78770" y="234530"/>
                    </a:lnTo>
                    <a:cubicBezTo>
                      <a:pt x="78770" y="228396"/>
                      <a:pt x="85178" y="224751"/>
                      <a:pt x="91409" y="224751"/>
                    </a:cubicBezTo>
                    <a:close/>
                    <a:moveTo>
                      <a:pt x="236326" y="21066"/>
                    </a:moveTo>
                    <a:lnTo>
                      <a:pt x="236326" y="111021"/>
                    </a:lnTo>
                    <a:lnTo>
                      <a:pt x="371758" y="111021"/>
                    </a:lnTo>
                    <a:lnTo>
                      <a:pt x="372380" y="21066"/>
                    </a:lnTo>
                    <a:lnTo>
                      <a:pt x="237127" y="21066"/>
                    </a:lnTo>
                    <a:close/>
                    <a:moveTo>
                      <a:pt x="237750" y="0"/>
                    </a:moveTo>
                    <a:lnTo>
                      <a:pt x="372647" y="0"/>
                    </a:lnTo>
                    <a:cubicBezTo>
                      <a:pt x="385105" y="0"/>
                      <a:pt x="393825" y="8711"/>
                      <a:pt x="393825" y="21066"/>
                    </a:cubicBezTo>
                    <a:lnTo>
                      <a:pt x="393825" y="111021"/>
                    </a:lnTo>
                    <a:cubicBezTo>
                      <a:pt x="393825" y="123376"/>
                      <a:pt x="385105" y="134843"/>
                      <a:pt x="372647" y="134843"/>
                    </a:cubicBezTo>
                    <a:lnTo>
                      <a:pt x="315076" y="134843"/>
                    </a:lnTo>
                    <a:lnTo>
                      <a:pt x="315076" y="191020"/>
                    </a:lnTo>
                    <a:lnTo>
                      <a:pt x="292563" y="191020"/>
                    </a:lnTo>
                    <a:lnTo>
                      <a:pt x="292563" y="134843"/>
                    </a:lnTo>
                    <a:lnTo>
                      <a:pt x="237750" y="134843"/>
                    </a:lnTo>
                    <a:cubicBezTo>
                      <a:pt x="225381" y="134843"/>
                      <a:pt x="213813" y="123376"/>
                      <a:pt x="213813" y="111021"/>
                    </a:cubicBezTo>
                    <a:lnTo>
                      <a:pt x="213813" y="21066"/>
                    </a:lnTo>
                    <a:cubicBezTo>
                      <a:pt x="213813" y="8711"/>
                      <a:pt x="225381" y="0"/>
                      <a:pt x="2377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en-US" sz="7200" dirty="0"/>
              </a:p>
            </p:txBody>
          </p:sp>
          <p:sp>
            <p:nvSpPr>
              <p:cNvPr id="29" name="ïṧlíḓé"/>
              <p:cNvSpPr txBox="1"/>
              <p:nvPr/>
            </p:nvSpPr>
            <p:spPr>
              <a:xfrm>
                <a:off x="5113302" y="3538548"/>
                <a:ext cx="1036823" cy="289644"/>
              </a:xfrm>
              <a:prstGeom prst="rect">
                <a:avLst/>
              </a:prstGeom>
              <a:noFill/>
            </p:spPr>
            <p:txBody>
              <a:bodyPr wrap="none" rtlCol="0" anchor="b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 b="1" dirty="0"/>
                  <a:t>Keyword</a:t>
                </a:r>
                <a:endParaRPr lang="zh-CN" altLang="en-US" sz="1600" b="1" dirty="0"/>
              </a:p>
            </p:txBody>
          </p:sp>
        </p:grpSp>
        <p:grpSp>
          <p:nvGrpSpPr>
            <p:cNvPr id="12" name="ïSlîdê"/>
            <p:cNvGrpSpPr/>
            <p:nvPr/>
          </p:nvGrpSpPr>
          <p:grpSpPr>
            <a:xfrm>
              <a:off x="6024260" y="4823118"/>
              <a:ext cx="1036822" cy="588080"/>
              <a:chOff x="6128232" y="4471344"/>
              <a:chExt cx="1036822" cy="588080"/>
            </a:xfrm>
          </p:grpSpPr>
          <p:sp>
            <p:nvSpPr>
              <p:cNvPr id="26" name="ïŝḻíḋe"/>
              <p:cNvSpPr/>
              <p:nvPr/>
            </p:nvSpPr>
            <p:spPr bwMode="auto">
              <a:xfrm>
                <a:off x="6439865" y="4471344"/>
                <a:ext cx="413557" cy="298436"/>
              </a:xfrm>
              <a:custGeom>
                <a:avLst/>
                <a:gdLst>
                  <a:gd name="connsiteX0" fmla="*/ 91000 w 605879"/>
                  <a:gd name="connsiteY0" fmla="*/ 173662 h 437224"/>
                  <a:gd name="connsiteX1" fmla="*/ 331193 w 605879"/>
                  <a:gd name="connsiteY1" fmla="*/ 173662 h 437224"/>
                  <a:gd name="connsiteX2" fmla="*/ 342454 w 605879"/>
                  <a:gd name="connsiteY2" fmla="*/ 184882 h 437224"/>
                  <a:gd name="connsiteX3" fmla="*/ 331193 w 605879"/>
                  <a:gd name="connsiteY3" fmla="*/ 196102 h 437224"/>
                  <a:gd name="connsiteX4" fmla="*/ 91000 w 605879"/>
                  <a:gd name="connsiteY4" fmla="*/ 196102 h 437224"/>
                  <a:gd name="connsiteX5" fmla="*/ 79739 w 605879"/>
                  <a:gd name="connsiteY5" fmla="*/ 184882 h 437224"/>
                  <a:gd name="connsiteX6" fmla="*/ 91000 w 605879"/>
                  <a:gd name="connsiteY6" fmla="*/ 173662 h 437224"/>
                  <a:gd name="connsiteX7" fmla="*/ 421630 w 605879"/>
                  <a:gd name="connsiteY7" fmla="*/ 131441 h 437224"/>
                  <a:gd name="connsiteX8" fmla="*/ 423552 w 605879"/>
                  <a:gd name="connsiteY8" fmla="*/ 152274 h 437224"/>
                  <a:gd name="connsiteX9" fmla="*/ 275961 w 605879"/>
                  <a:gd name="connsiteY9" fmla="*/ 300986 h 437224"/>
                  <a:gd name="connsiteX10" fmla="*/ 408175 w 605879"/>
                  <a:gd name="connsiteY10" fmla="*/ 358277 h 437224"/>
                  <a:gd name="connsiteX11" fmla="*/ 418060 w 605879"/>
                  <a:gd name="connsiteY11" fmla="*/ 365267 h 437224"/>
                  <a:gd name="connsiteX12" fmla="*/ 488218 w 605879"/>
                  <a:gd name="connsiteY12" fmla="*/ 410360 h 437224"/>
                  <a:gd name="connsiteX13" fmla="*/ 474214 w 605879"/>
                  <a:gd name="connsiteY13" fmla="*/ 363348 h 437224"/>
                  <a:gd name="connsiteX14" fmla="*/ 482039 w 605879"/>
                  <a:gd name="connsiteY14" fmla="*/ 349916 h 437224"/>
                  <a:gd name="connsiteX15" fmla="*/ 583363 w 605879"/>
                  <a:gd name="connsiteY15" fmla="*/ 244928 h 437224"/>
                  <a:gd name="connsiteX16" fmla="*/ 421630 w 605879"/>
                  <a:gd name="connsiteY16" fmla="*/ 131441 h 437224"/>
                  <a:gd name="connsiteX17" fmla="*/ 75898 w 605879"/>
                  <a:gd name="connsiteY17" fmla="*/ 120173 h 437224"/>
                  <a:gd name="connsiteX18" fmla="*/ 340509 w 605879"/>
                  <a:gd name="connsiteY18" fmla="*/ 120173 h 437224"/>
                  <a:gd name="connsiteX19" fmla="*/ 351769 w 605879"/>
                  <a:gd name="connsiteY19" fmla="*/ 131428 h 437224"/>
                  <a:gd name="connsiteX20" fmla="*/ 340509 w 605879"/>
                  <a:gd name="connsiteY20" fmla="*/ 142683 h 437224"/>
                  <a:gd name="connsiteX21" fmla="*/ 75898 w 605879"/>
                  <a:gd name="connsiteY21" fmla="*/ 142683 h 437224"/>
                  <a:gd name="connsiteX22" fmla="*/ 64638 w 605879"/>
                  <a:gd name="connsiteY22" fmla="*/ 131428 h 437224"/>
                  <a:gd name="connsiteX23" fmla="*/ 75898 w 605879"/>
                  <a:gd name="connsiteY23" fmla="*/ 120173 h 437224"/>
                  <a:gd name="connsiteX24" fmla="*/ 210609 w 605879"/>
                  <a:gd name="connsiteY24" fmla="*/ 22478 h 437224"/>
                  <a:gd name="connsiteX25" fmla="*/ 22516 w 605879"/>
                  <a:gd name="connsiteY25" fmla="*/ 153508 h 437224"/>
                  <a:gd name="connsiteX26" fmla="*/ 139216 w 605879"/>
                  <a:gd name="connsiteY26" fmla="*/ 274807 h 437224"/>
                  <a:gd name="connsiteX27" fmla="*/ 147042 w 605879"/>
                  <a:gd name="connsiteY27" fmla="*/ 288102 h 437224"/>
                  <a:gd name="connsiteX28" fmla="*/ 130017 w 605879"/>
                  <a:gd name="connsiteY28" fmla="*/ 344297 h 437224"/>
                  <a:gd name="connsiteX29" fmla="*/ 214041 w 605879"/>
                  <a:gd name="connsiteY29" fmla="*/ 291254 h 437224"/>
                  <a:gd name="connsiteX30" fmla="*/ 223927 w 605879"/>
                  <a:gd name="connsiteY30" fmla="*/ 284264 h 437224"/>
                  <a:gd name="connsiteX31" fmla="*/ 398839 w 605879"/>
                  <a:gd name="connsiteY31" fmla="*/ 152960 h 437224"/>
                  <a:gd name="connsiteX32" fmla="*/ 369596 w 605879"/>
                  <a:gd name="connsiteY32" fmla="*/ 80592 h 437224"/>
                  <a:gd name="connsiteX33" fmla="*/ 210609 w 605879"/>
                  <a:gd name="connsiteY33" fmla="*/ 22478 h 437224"/>
                  <a:gd name="connsiteX34" fmla="*/ 210609 w 605879"/>
                  <a:gd name="connsiteY34" fmla="*/ 0 h 437224"/>
                  <a:gd name="connsiteX35" fmla="*/ 385796 w 605879"/>
                  <a:gd name="connsiteY35" fmla="*/ 64967 h 437224"/>
                  <a:gd name="connsiteX36" fmla="*/ 414079 w 605879"/>
                  <a:gd name="connsiteY36" fmla="*/ 109100 h 437224"/>
                  <a:gd name="connsiteX37" fmla="*/ 419845 w 605879"/>
                  <a:gd name="connsiteY37" fmla="*/ 108963 h 437224"/>
                  <a:gd name="connsiteX38" fmla="*/ 605879 w 605879"/>
                  <a:gd name="connsiteY38" fmla="*/ 244928 h 437224"/>
                  <a:gd name="connsiteX39" fmla="*/ 498515 w 605879"/>
                  <a:gd name="connsiteY39" fmla="*/ 368420 h 437224"/>
                  <a:gd name="connsiteX40" fmla="*/ 516088 w 605879"/>
                  <a:gd name="connsiteY40" fmla="*/ 414609 h 437224"/>
                  <a:gd name="connsiteX41" fmla="*/ 522953 w 605879"/>
                  <a:gd name="connsiteY41" fmla="*/ 428178 h 437224"/>
                  <a:gd name="connsiteX42" fmla="*/ 510185 w 605879"/>
                  <a:gd name="connsiteY42" fmla="*/ 437224 h 437224"/>
                  <a:gd name="connsiteX43" fmla="*/ 400487 w 605879"/>
                  <a:gd name="connsiteY43" fmla="*/ 380344 h 437224"/>
                  <a:gd name="connsiteX44" fmla="*/ 250836 w 605879"/>
                  <a:gd name="connsiteY44" fmla="*/ 304275 h 437224"/>
                  <a:gd name="connsiteX45" fmla="*/ 231752 w 605879"/>
                  <a:gd name="connsiteY45" fmla="*/ 306331 h 437224"/>
                  <a:gd name="connsiteX46" fmla="*/ 107639 w 605879"/>
                  <a:gd name="connsiteY46" fmla="*/ 371161 h 437224"/>
                  <a:gd name="connsiteX47" fmla="*/ 94596 w 605879"/>
                  <a:gd name="connsiteY47" fmla="*/ 361978 h 437224"/>
                  <a:gd name="connsiteX48" fmla="*/ 102009 w 605879"/>
                  <a:gd name="connsiteY48" fmla="*/ 348135 h 437224"/>
                  <a:gd name="connsiteX49" fmla="*/ 122741 w 605879"/>
                  <a:gd name="connsiteY49" fmla="*/ 293173 h 437224"/>
                  <a:gd name="connsiteX50" fmla="*/ 0 w 605879"/>
                  <a:gd name="connsiteY50" fmla="*/ 153508 h 437224"/>
                  <a:gd name="connsiteX51" fmla="*/ 210609 w 605879"/>
                  <a:gd name="connsiteY51" fmla="*/ 0 h 437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605879" h="437224">
                    <a:moveTo>
                      <a:pt x="91000" y="173662"/>
                    </a:moveTo>
                    <a:lnTo>
                      <a:pt x="331193" y="173662"/>
                    </a:lnTo>
                    <a:cubicBezTo>
                      <a:pt x="337373" y="173662"/>
                      <a:pt x="342454" y="178725"/>
                      <a:pt x="342454" y="184882"/>
                    </a:cubicBezTo>
                    <a:cubicBezTo>
                      <a:pt x="342454" y="191040"/>
                      <a:pt x="337373" y="196102"/>
                      <a:pt x="331193" y="196102"/>
                    </a:cubicBezTo>
                    <a:lnTo>
                      <a:pt x="91000" y="196102"/>
                    </a:lnTo>
                    <a:cubicBezTo>
                      <a:pt x="84683" y="196102"/>
                      <a:pt x="79739" y="191040"/>
                      <a:pt x="79739" y="184882"/>
                    </a:cubicBezTo>
                    <a:cubicBezTo>
                      <a:pt x="79739" y="178725"/>
                      <a:pt x="84683" y="173662"/>
                      <a:pt x="91000" y="173662"/>
                    </a:cubicBezTo>
                    <a:close/>
                    <a:moveTo>
                      <a:pt x="421630" y="131441"/>
                    </a:moveTo>
                    <a:cubicBezTo>
                      <a:pt x="423003" y="138294"/>
                      <a:pt x="423552" y="145284"/>
                      <a:pt x="423552" y="152274"/>
                    </a:cubicBezTo>
                    <a:cubicBezTo>
                      <a:pt x="423552" y="220668"/>
                      <a:pt x="362456" y="281249"/>
                      <a:pt x="275961" y="300986"/>
                    </a:cubicBezTo>
                    <a:cubicBezTo>
                      <a:pt x="302047" y="334017"/>
                      <a:pt x="350924" y="355536"/>
                      <a:pt x="408175" y="358277"/>
                    </a:cubicBezTo>
                    <a:cubicBezTo>
                      <a:pt x="412569" y="358551"/>
                      <a:pt x="416413" y="361293"/>
                      <a:pt x="418060" y="365267"/>
                    </a:cubicBezTo>
                    <a:cubicBezTo>
                      <a:pt x="427259" y="388019"/>
                      <a:pt x="463505" y="403370"/>
                      <a:pt x="488218" y="410360"/>
                    </a:cubicBezTo>
                    <a:cubicBezTo>
                      <a:pt x="483962" y="399944"/>
                      <a:pt x="479156" y="385004"/>
                      <a:pt x="474214" y="363348"/>
                    </a:cubicBezTo>
                    <a:cubicBezTo>
                      <a:pt x="472841" y="357455"/>
                      <a:pt x="476273" y="351698"/>
                      <a:pt x="482039" y="349916"/>
                    </a:cubicBezTo>
                    <a:cubicBezTo>
                      <a:pt x="543685" y="332236"/>
                      <a:pt x="583500" y="290980"/>
                      <a:pt x="583363" y="244928"/>
                    </a:cubicBezTo>
                    <a:cubicBezTo>
                      <a:pt x="583363" y="182839"/>
                      <a:pt x="511009" y="132126"/>
                      <a:pt x="421630" y="131441"/>
                    </a:cubicBezTo>
                    <a:close/>
                    <a:moveTo>
                      <a:pt x="75898" y="120173"/>
                    </a:moveTo>
                    <a:lnTo>
                      <a:pt x="340509" y="120173"/>
                    </a:lnTo>
                    <a:cubicBezTo>
                      <a:pt x="346826" y="120173"/>
                      <a:pt x="351769" y="125114"/>
                      <a:pt x="351769" y="131428"/>
                    </a:cubicBezTo>
                    <a:cubicBezTo>
                      <a:pt x="351769" y="137604"/>
                      <a:pt x="346826" y="142683"/>
                      <a:pt x="340509" y="142683"/>
                    </a:cubicBezTo>
                    <a:lnTo>
                      <a:pt x="75898" y="142683"/>
                    </a:lnTo>
                    <a:cubicBezTo>
                      <a:pt x="69719" y="142683"/>
                      <a:pt x="64638" y="137604"/>
                      <a:pt x="64638" y="131428"/>
                    </a:cubicBezTo>
                    <a:cubicBezTo>
                      <a:pt x="64638" y="125114"/>
                      <a:pt x="69719" y="120173"/>
                      <a:pt x="75898" y="120173"/>
                    </a:cubicBezTo>
                    <a:close/>
                    <a:moveTo>
                      <a:pt x="210609" y="22478"/>
                    </a:moveTo>
                    <a:cubicBezTo>
                      <a:pt x="106952" y="22478"/>
                      <a:pt x="22516" y="81277"/>
                      <a:pt x="22516" y="153508"/>
                    </a:cubicBezTo>
                    <a:cubicBezTo>
                      <a:pt x="22516" y="206688"/>
                      <a:pt x="68372" y="254385"/>
                      <a:pt x="139216" y="274807"/>
                    </a:cubicBezTo>
                    <a:cubicBezTo>
                      <a:pt x="144983" y="276452"/>
                      <a:pt x="148415" y="282208"/>
                      <a:pt x="147042" y="288102"/>
                    </a:cubicBezTo>
                    <a:cubicBezTo>
                      <a:pt x="140864" y="314966"/>
                      <a:pt x="135097" y="332647"/>
                      <a:pt x="130017" y="344297"/>
                    </a:cubicBezTo>
                    <a:cubicBezTo>
                      <a:pt x="158437" y="336622"/>
                      <a:pt x="203058" y="318667"/>
                      <a:pt x="214041" y="291254"/>
                    </a:cubicBezTo>
                    <a:cubicBezTo>
                      <a:pt x="215689" y="287280"/>
                      <a:pt x="219533" y="284538"/>
                      <a:pt x="223927" y="284264"/>
                    </a:cubicBezTo>
                    <a:cubicBezTo>
                      <a:pt x="320170" y="279604"/>
                      <a:pt x="395407" y="223135"/>
                      <a:pt x="398839" y="152960"/>
                    </a:cubicBezTo>
                    <a:cubicBezTo>
                      <a:pt x="400075" y="126918"/>
                      <a:pt x="389915" y="101836"/>
                      <a:pt x="369596" y="80592"/>
                    </a:cubicBezTo>
                    <a:cubicBezTo>
                      <a:pt x="334860" y="44133"/>
                      <a:pt x="275412" y="22478"/>
                      <a:pt x="210609" y="22478"/>
                    </a:cubicBezTo>
                    <a:close/>
                    <a:moveTo>
                      <a:pt x="210609" y="0"/>
                    </a:moveTo>
                    <a:cubicBezTo>
                      <a:pt x="281453" y="0"/>
                      <a:pt x="346942" y="24260"/>
                      <a:pt x="385796" y="64967"/>
                    </a:cubicBezTo>
                    <a:cubicBezTo>
                      <a:pt x="398702" y="78536"/>
                      <a:pt x="408175" y="93338"/>
                      <a:pt x="414079" y="109100"/>
                    </a:cubicBezTo>
                    <a:cubicBezTo>
                      <a:pt x="416001" y="108963"/>
                      <a:pt x="417923" y="108963"/>
                      <a:pt x="419845" y="108963"/>
                    </a:cubicBezTo>
                    <a:cubicBezTo>
                      <a:pt x="522404" y="108963"/>
                      <a:pt x="606016" y="169955"/>
                      <a:pt x="605879" y="244928"/>
                    </a:cubicBezTo>
                    <a:cubicBezTo>
                      <a:pt x="605879" y="298519"/>
                      <a:pt x="564141" y="346079"/>
                      <a:pt x="498515" y="368420"/>
                    </a:cubicBezTo>
                    <a:cubicBezTo>
                      <a:pt x="506066" y="398025"/>
                      <a:pt x="512931" y="412279"/>
                      <a:pt x="516088" y="414609"/>
                    </a:cubicBezTo>
                    <a:cubicBezTo>
                      <a:pt x="524601" y="418858"/>
                      <a:pt x="523228" y="426671"/>
                      <a:pt x="522953" y="428178"/>
                    </a:cubicBezTo>
                    <a:cubicBezTo>
                      <a:pt x="522541" y="429686"/>
                      <a:pt x="520207" y="437224"/>
                      <a:pt x="510185" y="437224"/>
                    </a:cubicBezTo>
                    <a:cubicBezTo>
                      <a:pt x="497828" y="437224"/>
                      <a:pt x="423689" y="421325"/>
                      <a:pt x="400487" y="380344"/>
                    </a:cubicBezTo>
                    <a:cubicBezTo>
                      <a:pt x="333899" y="375410"/>
                      <a:pt x="277746" y="346764"/>
                      <a:pt x="250836" y="304275"/>
                    </a:cubicBezTo>
                    <a:cubicBezTo>
                      <a:pt x="244521" y="305098"/>
                      <a:pt x="238205" y="305783"/>
                      <a:pt x="231752" y="306331"/>
                    </a:cubicBezTo>
                    <a:cubicBezTo>
                      <a:pt x="206216" y="353069"/>
                      <a:pt x="121643" y="371161"/>
                      <a:pt x="107639" y="371161"/>
                    </a:cubicBezTo>
                    <a:cubicBezTo>
                      <a:pt x="97616" y="371161"/>
                      <a:pt x="95145" y="364171"/>
                      <a:pt x="94596" y="361978"/>
                    </a:cubicBezTo>
                    <a:cubicBezTo>
                      <a:pt x="94184" y="360470"/>
                      <a:pt x="92948" y="352658"/>
                      <a:pt x="102009" y="348135"/>
                    </a:cubicBezTo>
                    <a:cubicBezTo>
                      <a:pt x="105030" y="345942"/>
                      <a:pt x="113130" y="331550"/>
                      <a:pt x="122741" y="293173"/>
                    </a:cubicBezTo>
                    <a:cubicBezTo>
                      <a:pt x="47778" y="268228"/>
                      <a:pt x="0" y="214226"/>
                      <a:pt x="0" y="153508"/>
                    </a:cubicBezTo>
                    <a:cubicBezTo>
                      <a:pt x="0" y="68804"/>
                      <a:pt x="94458" y="0"/>
                      <a:pt x="2106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en-US" sz="7200" dirty="0"/>
              </a:p>
            </p:txBody>
          </p:sp>
          <p:sp>
            <p:nvSpPr>
              <p:cNvPr id="27" name="îSľíḑé"/>
              <p:cNvSpPr txBox="1"/>
              <p:nvPr/>
            </p:nvSpPr>
            <p:spPr>
              <a:xfrm>
                <a:off x="6128232" y="4769780"/>
                <a:ext cx="1036822" cy="289644"/>
              </a:xfrm>
              <a:prstGeom prst="rect">
                <a:avLst/>
              </a:prstGeom>
              <a:noFill/>
            </p:spPr>
            <p:txBody>
              <a:bodyPr wrap="none" rtlCol="0" anchor="b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 b="1" dirty="0"/>
                  <a:t>Keyword</a:t>
                </a:r>
                <a:endParaRPr lang="zh-CN" altLang="en-US" sz="1600" b="1" dirty="0"/>
              </a:p>
            </p:txBody>
          </p:sp>
        </p:grpSp>
        <p:grpSp>
          <p:nvGrpSpPr>
            <p:cNvPr id="13" name="isľîďé"/>
            <p:cNvGrpSpPr/>
            <p:nvPr/>
          </p:nvGrpSpPr>
          <p:grpSpPr>
            <a:xfrm>
              <a:off x="8018715" y="2447505"/>
              <a:ext cx="1036823" cy="517488"/>
              <a:chOff x="8122687" y="2188935"/>
              <a:chExt cx="1036823" cy="517488"/>
            </a:xfrm>
          </p:grpSpPr>
          <p:sp>
            <p:nvSpPr>
              <p:cNvPr id="24" name="íṡḻîḋè"/>
              <p:cNvSpPr/>
              <p:nvPr/>
            </p:nvSpPr>
            <p:spPr bwMode="auto">
              <a:xfrm>
                <a:off x="8474150" y="2188935"/>
                <a:ext cx="333897" cy="227844"/>
              </a:xfrm>
              <a:custGeom>
                <a:avLst/>
                <a:gdLst>
                  <a:gd name="connsiteX0" fmla="*/ 20293 w 607639"/>
                  <a:gd name="connsiteY0" fmla="*/ 364067 h 414642"/>
                  <a:gd name="connsiteX1" fmla="*/ 20293 w 607639"/>
                  <a:gd name="connsiteY1" fmla="*/ 384244 h 414642"/>
                  <a:gd name="connsiteX2" fmla="*/ 30351 w 607639"/>
                  <a:gd name="connsiteY2" fmla="*/ 394377 h 414642"/>
                  <a:gd name="connsiteX3" fmla="*/ 577199 w 607639"/>
                  <a:gd name="connsiteY3" fmla="*/ 394377 h 414642"/>
                  <a:gd name="connsiteX4" fmla="*/ 587346 w 607639"/>
                  <a:gd name="connsiteY4" fmla="*/ 384244 h 414642"/>
                  <a:gd name="connsiteX5" fmla="*/ 587346 w 607639"/>
                  <a:gd name="connsiteY5" fmla="*/ 364067 h 414642"/>
                  <a:gd name="connsiteX6" fmla="*/ 556995 w 607639"/>
                  <a:gd name="connsiteY6" fmla="*/ 364067 h 414642"/>
                  <a:gd name="connsiteX7" fmla="*/ 394916 w 607639"/>
                  <a:gd name="connsiteY7" fmla="*/ 364067 h 414642"/>
                  <a:gd name="connsiteX8" fmla="*/ 394916 w 607639"/>
                  <a:gd name="connsiteY8" fmla="*/ 374200 h 414642"/>
                  <a:gd name="connsiteX9" fmla="*/ 384859 w 607639"/>
                  <a:gd name="connsiteY9" fmla="*/ 384244 h 414642"/>
                  <a:gd name="connsiteX10" fmla="*/ 222780 w 607639"/>
                  <a:gd name="connsiteY10" fmla="*/ 384244 h 414642"/>
                  <a:gd name="connsiteX11" fmla="*/ 212634 w 607639"/>
                  <a:gd name="connsiteY11" fmla="*/ 374200 h 414642"/>
                  <a:gd name="connsiteX12" fmla="*/ 212634 w 607639"/>
                  <a:gd name="connsiteY12" fmla="*/ 364067 h 414642"/>
                  <a:gd name="connsiteX13" fmla="*/ 50644 w 607639"/>
                  <a:gd name="connsiteY13" fmla="*/ 364067 h 414642"/>
                  <a:gd name="connsiteX14" fmla="*/ 182270 w 607639"/>
                  <a:gd name="connsiteY14" fmla="*/ 262926 h 414642"/>
                  <a:gd name="connsiteX15" fmla="*/ 192432 w 607639"/>
                  <a:gd name="connsiteY15" fmla="*/ 262926 h 414642"/>
                  <a:gd name="connsiteX16" fmla="*/ 202593 w 607639"/>
                  <a:gd name="connsiteY16" fmla="*/ 273052 h 414642"/>
                  <a:gd name="connsiteX17" fmla="*/ 192432 w 607639"/>
                  <a:gd name="connsiteY17" fmla="*/ 283178 h 414642"/>
                  <a:gd name="connsiteX18" fmla="*/ 182270 w 607639"/>
                  <a:gd name="connsiteY18" fmla="*/ 283178 h 414642"/>
                  <a:gd name="connsiteX19" fmla="*/ 172109 w 607639"/>
                  <a:gd name="connsiteY19" fmla="*/ 273052 h 414642"/>
                  <a:gd name="connsiteX20" fmla="*/ 182270 w 607639"/>
                  <a:gd name="connsiteY20" fmla="*/ 262926 h 414642"/>
                  <a:gd name="connsiteX21" fmla="*/ 91153 w 607639"/>
                  <a:gd name="connsiteY21" fmla="*/ 262926 h 414642"/>
                  <a:gd name="connsiteX22" fmla="*/ 141783 w 607639"/>
                  <a:gd name="connsiteY22" fmla="*/ 262926 h 414642"/>
                  <a:gd name="connsiteX23" fmla="*/ 151927 w 607639"/>
                  <a:gd name="connsiteY23" fmla="*/ 273052 h 414642"/>
                  <a:gd name="connsiteX24" fmla="*/ 141783 w 607639"/>
                  <a:gd name="connsiteY24" fmla="*/ 283178 h 414642"/>
                  <a:gd name="connsiteX25" fmla="*/ 91153 w 607639"/>
                  <a:gd name="connsiteY25" fmla="*/ 283178 h 414642"/>
                  <a:gd name="connsiteX26" fmla="*/ 81009 w 607639"/>
                  <a:gd name="connsiteY26" fmla="*/ 273052 h 414642"/>
                  <a:gd name="connsiteX27" fmla="*/ 91153 w 607639"/>
                  <a:gd name="connsiteY27" fmla="*/ 262926 h 414642"/>
                  <a:gd name="connsiteX28" fmla="*/ 161988 w 607639"/>
                  <a:gd name="connsiteY28" fmla="*/ 222493 h 414642"/>
                  <a:gd name="connsiteX29" fmla="*/ 232948 w 607639"/>
                  <a:gd name="connsiteY29" fmla="*/ 222493 h 414642"/>
                  <a:gd name="connsiteX30" fmla="*/ 243098 w 607639"/>
                  <a:gd name="connsiteY30" fmla="*/ 232619 h 414642"/>
                  <a:gd name="connsiteX31" fmla="*/ 232948 w 607639"/>
                  <a:gd name="connsiteY31" fmla="*/ 242745 h 414642"/>
                  <a:gd name="connsiteX32" fmla="*/ 161988 w 607639"/>
                  <a:gd name="connsiteY32" fmla="*/ 242745 h 414642"/>
                  <a:gd name="connsiteX33" fmla="*/ 151927 w 607639"/>
                  <a:gd name="connsiteY33" fmla="*/ 232619 h 414642"/>
                  <a:gd name="connsiteX34" fmla="*/ 161988 w 607639"/>
                  <a:gd name="connsiteY34" fmla="*/ 222493 h 414642"/>
                  <a:gd name="connsiteX35" fmla="*/ 91146 w 607639"/>
                  <a:gd name="connsiteY35" fmla="*/ 222493 h 414642"/>
                  <a:gd name="connsiteX36" fmla="*/ 121467 w 607639"/>
                  <a:gd name="connsiteY36" fmla="*/ 222493 h 414642"/>
                  <a:gd name="connsiteX37" fmla="*/ 131604 w 607639"/>
                  <a:gd name="connsiteY37" fmla="*/ 232619 h 414642"/>
                  <a:gd name="connsiteX38" fmla="*/ 121467 w 607639"/>
                  <a:gd name="connsiteY38" fmla="*/ 242745 h 414642"/>
                  <a:gd name="connsiteX39" fmla="*/ 91146 w 607639"/>
                  <a:gd name="connsiteY39" fmla="*/ 242745 h 414642"/>
                  <a:gd name="connsiteX40" fmla="*/ 81009 w 607639"/>
                  <a:gd name="connsiteY40" fmla="*/ 232619 h 414642"/>
                  <a:gd name="connsiteX41" fmla="*/ 91146 w 607639"/>
                  <a:gd name="connsiteY41" fmla="*/ 222493 h 414642"/>
                  <a:gd name="connsiteX42" fmla="*/ 182270 w 607639"/>
                  <a:gd name="connsiteY42" fmla="*/ 182059 h 414642"/>
                  <a:gd name="connsiteX43" fmla="*/ 192432 w 607639"/>
                  <a:gd name="connsiteY43" fmla="*/ 182059 h 414642"/>
                  <a:gd name="connsiteX44" fmla="*/ 202593 w 607639"/>
                  <a:gd name="connsiteY44" fmla="*/ 192195 h 414642"/>
                  <a:gd name="connsiteX45" fmla="*/ 192432 w 607639"/>
                  <a:gd name="connsiteY45" fmla="*/ 202241 h 414642"/>
                  <a:gd name="connsiteX46" fmla="*/ 182270 w 607639"/>
                  <a:gd name="connsiteY46" fmla="*/ 202241 h 414642"/>
                  <a:gd name="connsiteX47" fmla="*/ 172109 w 607639"/>
                  <a:gd name="connsiteY47" fmla="*/ 192195 h 414642"/>
                  <a:gd name="connsiteX48" fmla="*/ 182270 w 607639"/>
                  <a:gd name="connsiteY48" fmla="*/ 182059 h 414642"/>
                  <a:gd name="connsiteX49" fmla="*/ 91153 w 607639"/>
                  <a:gd name="connsiteY49" fmla="*/ 182059 h 414642"/>
                  <a:gd name="connsiteX50" fmla="*/ 141783 w 607639"/>
                  <a:gd name="connsiteY50" fmla="*/ 182059 h 414642"/>
                  <a:gd name="connsiteX51" fmla="*/ 151927 w 607639"/>
                  <a:gd name="connsiteY51" fmla="*/ 192195 h 414642"/>
                  <a:gd name="connsiteX52" fmla="*/ 141783 w 607639"/>
                  <a:gd name="connsiteY52" fmla="*/ 202241 h 414642"/>
                  <a:gd name="connsiteX53" fmla="*/ 91153 w 607639"/>
                  <a:gd name="connsiteY53" fmla="*/ 202241 h 414642"/>
                  <a:gd name="connsiteX54" fmla="*/ 81009 w 607639"/>
                  <a:gd name="connsiteY54" fmla="*/ 192195 h 414642"/>
                  <a:gd name="connsiteX55" fmla="*/ 91153 w 607639"/>
                  <a:gd name="connsiteY55" fmla="*/ 182059 h 414642"/>
                  <a:gd name="connsiteX56" fmla="*/ 161988 w 607639"/>
                  <a:gd name="connsiteY56" fmla="*/ 141625 h 414642"/>
                  <a:gd name="connsiteX57" fmla="*/ 232948 w 607639"/>
                  <a:gd name="connsiteY57" fmla="*/ 141625 h 414642"/>
                  <a:gd name="connsiteX58" fmla="*/ 243098 w 607639"/>
                  <a:gd name="connsiteY58" fmla="*/ 151761 h 414642"/>
                  <a:gd name="connsiteX59" fmla="*/ 232948 w 607639"/>
                  <a:gd name="connsiteY59" fmla="*/ 161807 h 414642"/>
                  <a:gd name="connsiteX60" fmla="*/ 161988 w 607639"/>
                  <a:gd name="connsiteY60" fmla="*/ 161807 h 414642"/>
                  <a:gd name="connsiteX61" fmla="*/ 151927 w 607639"/>
                  <a:gd name="connsiteY61" fmla="*/ 151761 h 414642"/>
                  <a:gd name="connsiteX62" fmla="*/ 161988 w 607639"/>
                  <a:gd name="connsiteY62" fmla="*/ 141625 h 414642"/>
                  <a:gd name="connsiteX63" fmla="*/ 91146 w 607639"/>
                  <a:gd name="connsiteY63" fmla="*/ 141625 h 414642"/>
                  <a:gd name="connsiteX64" fmla="*/ 121467 w 607639"/>
                  <a:gd name="connsiteY64" fmla="*/ 141625 h 414642"/>
                  <a:gd name="connsiteX65" fmla="*/ 131604 w 607639"/>
                  <a:gd name="connsiteY65" fmla="*/ 151761 h 414642"/>
                  <a:gd name="connsiteX66" fmla="*/ 121467 w 607639"/>
                  <a:gd name="connsiteY66" fmla="*/ 161807 h 414642"/>
                  <a:gd name="connsiteX67" fmla="*/ 91146 w 607639"/>
                  <a:gd name="connsiteY67" fmla="*/ 161807 h 414642"/>
                  <a:gd name="connsiteX68" fmla="*/ 81009 w 607639"/>
                  <a:gd name="connsiteY68" fmla="*/ 151761 h 414642"/>
                  <a:gd name="connsiteX69" fmla="*/ 91146 w 607639"/>
                  <a:gd name="connsiteY69" fmla="*/ 141625 h 414642"/>
                  <a:gd name="connsiteX70" fmla="*/ 364566 w 607639"/>
                  <a:gd name="connsiteY70" fmla="*/ 102176 h 414642"/>
                  <a:gd name="connsiteX71" fmla="*/ 283573 w 607639"/>
                  <a:gd name="connsiteY71" fmla="*/ 192194 h 414642"/>
                  <a:gd name="connsiteX72" fmla="*/ 374712 w 607639"/>
                  <a:gd name="connsiteY72" fmla="*/ 283188 h 414642"/>
                  <a:gd name="connsiteX73" fmla="*/ 464783 w 607639"/>
                  <a:gd name="connsiteY73" fmla="*/ 202235 h 414642"/>
                  <a:gd name="connsiteX74" fmla="*/ 374712 w 607639"/>
                  <a:gd name="connsiteY74" fmla="*/ 202235 h 414642"/>
                  <a:gd name="connsiteX75" fmla="*/ 364566 w 607639"/>
                  <a:gd name="connsiteY75" fmla="*/ 192194 h 414642"/>
                  <a:gd name="connsiteX76" fmla="*/ 182270 w 607639"/>
                  <a:gd name="connsiteY76" fmla="*/ 101191 h 414642"/>
                  <a:gd name="connsiteX77" fmla="*/ 192432 w 607639"/>
                  <a:gd name="connsiteY77" fmla="*/ 101191 h 414642"/>
                  <a:gd name="connsiteX78" fmla="*/ 202593 w 607639"/>
                  <a:gd name="connsiteY78" fmla="*/ 111238 h 414642"/>
                  <a:gd name="connsiteX79" fmla="*/ 192432 w 607639"/>
                  <a:gd name="connsiteY79" fmla="*/ 121373 h 414642"/>
                  <a:gd name="connsiteX80" fmla="*/ 182270 w 607639"/>
                  <a:gd name="connsiteY80" fmla="*/ 121373 h 414642"/>
                  <a:gd name="connsiteX81" fmla="*/ 172109 w 607639"/>
                  <a:gd name="connsiteY81" fmla="*/ 111238 h 414642"/>
                  <a:gd name="connsiteX82" fmla="*/ 182270 w 607639"/>
                  <a:gd name="connsiteY82" fmla="*/ 101191 h 414642"/>
                  <a:gd name="connsiteX83" fmla="*/ 91153 w 607639"/>
                  <a:gd name="connsiteY83" fmla="*/ 101191 h 414642"/>
                  <a:gd name="connsiteX84" fmla="*/ 141783 w 607639"/>
                  <a:gd name="connsiteY84" fmla="*/ 101191 h 414642"/>
                  <a:gd name="connsiteX85" fmla="*/ 151927 w 607639"/>
                  <a:gd name="connsiteY85" fmla="*/ 111238 h 414642"/>
                  <a:gd name="connsiteX86" fmla="*/ 141783 w 607639"/>
                  <a:gd name="connsiteY86" fmla="*/ 121373 h 414642"/>
                  <a:gd name="connsiteX87" fmla="*/ 91153 w 607639"/>
                  <a:gd name="connsiteY87" fmla="*/ 121373 h 414642"/>
                  <a:gd name="connsiteX88" fmla="*/ 81009 w 607639"/>
                  <a:gd name="connsiteY88" fmla="*/ 111238 h 414642"/>
                  <a:gd name="connsiteX89" fmla="*/ 91153 w 607639"/>
                  <a:gd name="connsiteY89" fmla="*/ 101191 h 414642"/>
                  <a:gd name="connsiteX90" fmla="*/ 374712 w 607639"/>
                  <a:gd name="connsiteY90" fmla="*/ 80938 h 414642"/>
                  <a:gd name="connsiteX91" fmla="*/ 384858 w 607639"/>
                  <a:gd name="connsiteY91" fmla="*/ 91068 h 414642"/>
                  <a:gd name="connsiteX92" fmla="*/ 384858 w 607639"/>
                  <a:gd name="connsiteY92" fmla="*/ 182063 h 414642"/>
                  <a:gd name="connsiteX93" fmla="*/ 475998 w 607639"/>
                  <a:gd name="connsiteY93" fmla="*/ 182063 h 414642"/>
                  <a:gd name="connsiteX94" fmla="*/ 486055 w 607639"/>
                  <a:gd name="connsiteY94" fmla="*/ 192194 h 414642"/>
                  <a:gd name="connsiteX95" fmla="*/ 374712 w 607639"/>
                  <a:gd name="connsiteY95" fmla="*/ 303360 h 414642"/>
                  <a:gd name="connsiteX96" fmla="*/ 263280 w 607639"/>
                  <a:gd name="connsiteY96" fmla="*/ 192194 h 414642"/>
                  <a:gd name="connsiteX97" fmla="*/ 374712 w 607639"/>
                  <a:gd name="connsiteY97" fmla="*/ 80938 h 414642"/>
                  <a:gd name="connsiteX98" fmla="*/ 425343 w 607639"/>
                  <a:gd name="connsiteY98" fmla="*/ 61744 h 414642"/>
                  <a:gd name="connsiteX99" fmla="*/ 425343 w 607639"/>
                  <a:gd name="connsiteY99" fmla="*/ 141635 h 414642"/>
                  <a:gd name="connsiteX100" fmla="*/ 505373 w 607639"/>
                  <a:gd name="connsiteY100" fmla="*/ 141635 h 414642"/>
                  <a:gd name="connsiteX101" fmla="*/ 425343 w 607639"/>
                  <a:gd name="connsiteY101" fmla="*/ 61744 h 414642"/>
                  <a:gd name="connsiteX102" fmla="*/ 161988 w 607639"/>
                  <a:gd name="connsiteY102" fmla="*/ 60757 h 414642"/>
                  <a:gd name="connsiteX103" fmla="*/ 232948 w 607639"/>
                  <a:gd name="connsiteY103" fmla="*/ 60757 h 414642"/>
                  <a:gd name="connsiteX104" fmla="*/ 243098 w 607639"/>
                  <a:gd name="connsiteY104" fmla="*/ 70804 h 414642"/>
                  <a:gd name="connsiteX105" fmla="*/ 232948 w 607639"/>
                  <a:gd name="connsiteY105" fmla="*/ 80939 h 414642"/>
                  <a:gd name="connsiteX106" fmla="*/ 161988 w 607639"/>
                  <a:gd name="connsiteY106" fmla="*/ 80939 h 414642"/>
                  <a:gd name="connsiteX107" fmla="*/ 151927 w 607639"/>
                  <a:gd name="connsiteY107" fmla="*/ 70804 h 414642"/>
                  <a:gd name="connsiteX108" fmla="*/ 161988 w 607639"/>
                  <a:gd name="connsiteY108" fmla="*/ 60757 h 414642"/>
                  <a:gd name="connsiteX109" fmla="*/ 91146 w 607639"/>
                  <a:gd name="connsiteY109" fmla="*/ 60757 h 414642"/>
                  <a:gd name="connsiteX110" fmla="*/ 121467 w 607639"/>
                  <a:gd name="connsiteY110" fmla="*/ 60757 h 414642"/>
                  <a:gd name="connsiteX111" fmla="*/ 131604 w 607639"/>
                  <a:gd name="connsiteY111" fmla="*/ 70804 h 414642"/>
                  <a:gd name="connsiteX112" fmla="*/ 121467 w 607639"/>
                  <a:gd name="connsiteY112" fmla="*/ 80939 h 414642"/>
                  <a:gd name="connsiteX113" fmla="*/ 91146 w 607639"/>
                  <a:gd name="connsiteY113" fmla="*/ 80939 h 414642"/>
                  <a:gd name="connsiteX114" fmla="*/ 81009 w 607639"/>
                  <a:gd name="connsiteY114" fmla="*/ 70804 h 414642"/>
                  <a:gd name="connsiteX115" fmla="*/ 91146 w 607639"/>
                  <a:gd name="connsiteY115" fmla="*/ 60757 h 414642"/>
                  <a:gd name="connsiteX116" fmla="*/ 415194 w 607639"/>
                  <a:gd name="connsiteY116" fmla="*/ 40505 h 414642"/>
                  <a:gd name="connsiteX117" fmla="*/ 526560 w 607639"/>
                  <a:gd name="connsiteY117" fmla="*/ 151765 h 414642"/>
                  <a:gd name="connsiteX118" fmla="*/ 516501 w 607639"/>
                  <a:gd name="connsiteY118" fmla="*/ 161807 h 414642"/>
                  <a:gd name="connsiteX119" fmla="*/ 415194 w 607639"/>
                  <a:gd name="connsiteY119" fmla="*/ 161807 h 414642"/>
                  <a:gd name="connsiteX120" fmla="*/ 405046 w 607639"/>
                  <a:gd name="connsiteY120" fmla="*/ 151765 h 414642"/>
                  <a:gd name="connsiteX121" fmla="*/ 405046 w 607639"/>
                  <a:gd name="connsiteY121" fmla="*/ 50636 h 414642"/>
                  <a:gd name="connsiteX122" fmla="*/ 415194 w 607639"/>
                  <a:gd name="connsiteY122" fmla="*/ 40505 h 414642"/>
                  <a:gd name="connsiteX123" fmla="*/ 70848 w 607639"/>
                  <a:gd name="connsiteY123" fmla="*/ 20177 h 414642"/>
                  <a:gd name="connsiteX124" fmla="*/ 60791 w 607639"/>
                  <a:gd name="connsiteY124" fmla="*/ 30309 h 414642"/>
                  <a:gd name="connsiteX125" fmla="*/ 60791 w 607639"/>
                  <a:gd name="connsiteY125" fmla="*/ 343802 h 414642"/>
                  <a:gd name="connsiteX126" fmla="*/ 222780 w 607639"/>
                  <a:gd name="connsiteY126" fmla="*/ 343802 h 414642"/>
                  <a:gd name="connsiteX127" fmla="*/ 232927 w 607639"/>
                  <a:gd name="connsiteY127" fmla="*/ 353935 h 414642"/>
                  <a:gd name="connsiteX128" fmla="*/ 232927 w 607639"/>
                  <a:gd name="connsiteY128" fmla="*/ 364067 h 414642"/>
                  <a:gd name="connsiteX129" fmla="*/ 374712 w 607639"/>
                  <a:gd name="connsiteY129" fmla="*/ 364067 h 414642"/>
                  <a:gd name="connsiteX130" fmla="*/ 374712 w 607639"/>
                  <a:gd name="connsiteY130" fmla="*/ 353935 h 414642"/>
                  <a:gd name="connsiteX131" fmla="*/ 384859 w 607639"/>
                  <a:gd name="connsiteY131" fmla="*/ 343802 h 414642"/>
                  <a:gd name="connsiteX132" fmla="*/ 546848 w 607639"/>
                  <a:gd name="connsiteY132" fmla="*/ 343802 h 414642"/>
                  <a:gd name="connsiteX133" fmla="*/ 546848 w 607639"/>
                  <a:gd name="connsiteY133" fmla="*/ 30309 h 414642"/>
                  <a:gd name="connsiteX134" fmla="*/ 536702 w 607639"/>
                  <a:gd name="connsiteY134" fmla="*/ 20177 h 414642"/>
                  <a:gd name="connsiteX135" fmla="*/ 70848 w 607639"/>
                  <a:gd name="connsiteY135" fmla="*/ 0 h 414642"/>
                  <a:gd name="connsiteX136" fmla="*/ 536702 w 607639"/>
                  <a:gd name="connsiteY136" fmla="*/ 0 h 414642"/>
                  <a:gd name="connsiteX137" fmla="*/ 567142 w 607639"/>
                  <a:gd name="connsiteY137" fmla="*/ 30309 h 414642"/>
                  <a:gd name="connsiteX138" fmla="*/ 567142 w 607639"/>
                  <a:gd name="connsiteY138" fmla="*/ 343802 h 414642"/>
                  <a:gd name="connsiteX139" fmla="*/ 597492 w 607639"/>
                  <a:gd name="connsiteY139" fmla="*/ 343802 h 414642"/>
                  <a:gd name="connsiteX140" fmla="*/ 607639 w 607639"/>
                  <a:gd name="connsiteY140" fmla="*/ 353935 h 414642"/>
                  <a:gd name="connsiteX141" fmla="*/ 607639 w 607639"/>
                  <a:gd name="connsiteY141" fmla="*/ 384244 h 414642"/>
                  <a:gd name="connsiteX142" fmla="*/ 577199 w 607639"/>
                  <a:gd name="connsiteY142" fmla="*/ 414642 h 414642"/>
                  <a:gd name="connsiteX143" fmla="*/ 30351 w 607639"/>
                  <a:gd name="connsiteY143" fmla="*/ 414642 h 414642"/>
                  <a:gd name="connsiteX144" fmla="*/ 0 w 607639"/>
                  <a:gd name="connsiteY144" fmla="*/ 384244 h 414642"/>
                  <a:gd name="connsiteX145" fmla="*/ 0 w 607639"/>
                  <a:gd name="connsiteY145" fmla="*/ 353935 h 414642"/>
                  <a:gd name="connsiteX146" fmla="*/ 10147 w 607639"/>
                  <a:gd name="connsiteY146" fmla="*/ 343802 h 414642"/>
                  <a:gd name="connsiteX147" fmla="*/ 40497 w 607639"/>
                  <a:gd name="connsiteY147" fmla="*/ 343802 h 414642"/>
                  <a:gd name="connsiteX148" fmla="*/ 40497 w 607639"/>
                  <a:gd name="connsiteY148" fmla="*/ 30309 h 414642"/>
                  <a:gd name="connsiteX149" fmla="*/ 70848 w 607639"/>
                  <a:gd name="connsiteY149" fmla="*/ 0 h 41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607639" h="414642">
                    <a:moveTo>
                      <a:pt x="20293" y="364067"/>
                    </a:moveTo>
                    <a:lnTo>
                      <a:pt x="20293" y="384244"/>
                    </a:lnTo>
                    <a:cubicBezTo>
                      <a:pt x="20293" y="390377"/>
                      <a:pt x="24299" y="394377"/>
                      <a:pt x="30351" y="394377"/>
                    </a:cubicBezTo>
                    <a:lnTo>
                      <a:pt x="577199" y="394377"/>
                    </a:lnTo>
                    <a:cubicBezTo>
                      <a:pt x="583341" y="394377"/>
                      <a:pt x="587346" y="390377"/>
                      <a:pt x="587346" y="384244"/>
                    </a:cubicBezTo>
                    <a:lnTo>
                      <a:pt x="587346" y="364067"/>
                    </a:lnTo>
                    <a:lnTo>
                      <a:pt x="556995" y="364067"/>
                    </a:lnTo>
                    <a:lnTo>
                      <a:pt x="394916" y="364067"/>
                    </a:lnTo>
                    <a:lnTo>
                      <a:pt x="394916" y="374200"/>
                    </a:lnTo>
                    <a:cubicBezTo>
                      <a:pt x="394916" y="380244"/>
                      <a:pt x="390911" y="384244"/>
                      <a:pt x="384859" y="384244"/>
                    </a:cubicBezTo>
                    <a:lnTo>
                      <a:pt x="222780" y="384244"/>
                    </a:lnTo>
                    <a:cubicBezTo>
                      <a:pt x="216728" y="384244"/>
                      <a:pt x="212634" y="380244"/>
                      <a:pt x="212634" y="374200"/>
                    </a:cubicBezTo>
                    <a:lnTo>
                      <a:pt x="212634" y="364067"/>
                    </a:lnTo>
                    <a:lnTo>
                      <a:pt x="50644" y="364067"/>
                    </a:lnTo>
                    <a:close/>
                    <a:moveTo>
                      <a:pt x="182270" y="262926"/>
                    </a:moveTo>
                    <a:lnTo>
                      <a:pt x="192432" y="262926"/>
                    </a:lnTo>
                    <a:cubicBezTo>
                      <a:pt x="198493" y="262926"/>
                      <a:pt x="202593" y="267012"/>
                      <a:pt x="202593" y="273052"/>
                    </a:cubicBezTo>
                    <a:cubicBezTo>
                      <a:pt x="202593" y="279092"/>
                      <a:pt x="198493" y="283178"/>
                      <a:pt x="192432" y="283178"/>
                    </a:cubicBezTo>
                    <a:lnTo>
                      <a:pt x="182270" y="283178"/>
                    </a:lnTo>
                    <a:cubicBezTo>
                      <a:pt x="176209" y="283178"/>
                      <a:pt x="172109" y="279092"/>
                      <a:pt x="172109" y="273052"/>
                    </a:cubicBezTo>
                    <a:cubicBezTo>
                      <a:pt x="172109" y="267012"/>
                      <a:pt x="176209" y="262926"/>
                      <a:pt x="182270" y="262926"/>
                    </a:cubicBezTo>
                    <a:close/>
                    <a:moveTo>
                      <a:pt x="91153" y="262926"/>
                    </a:moveTo>
                    <a:lnTo>
                      <a:pt x="141783" y="262926"/>
                    </a:lnTo>
                    <a:cubicBezTo>
                      <a:pt x="147834" y="262926"/>
                      <a:pt x="151927" y="267012"/>
                      <a:pt x="151927" y="273052"/>
                    </a:cubicBezTo>
                    <a:cubicBezTo>
                      <a:pt x="151927" y="279092"/>
                      <a:pt x="147834" y="283178"/>
                      <a:pt x="141783" y="283178"/>
                    </a:cubicBezTo>
                    <a:lnTo>
                      <a:pt x="91153" y="283178"/>
                    </a:lnTo>
                    <a:cubicBezTo>
                      <a:pt x="85102" y="283178"/>
                      <a:pt x="81009" y="279092"/>
                      <a:pt x="81009" y="273052"/>
                    </a:cubicBezTo>
                    <a:cubicBezTo>
                      <a:pt x="81009" y="267012"/>
                      <a:pt x="85102" y="262926"/>
                      <a:pt x="91153" y="262926"/>
                    </a:cubicBezTo>
                    <a:close/>
                    <a:moveTo>
                      <a:pt x="161988" y="222493"/>
                    </a:moveTo>
                    <a:lnTo>
                      <a:pt x="232948" y="222493"/>
                    </a:lnTo>
                    <a:cubicBezTo>
                      <a:pt x="239002" y="222493"/>
                      <a:pt x="243098" y="226579"/>
                      <a:pt x="243098" y="232619"/>
                    </a:cubicBezTo>
                    <a:cubicBezTo>
                      <a:pt x="243098" y="238659"/>
                      <a:pt x="239002" y="242745"/>
                      <a:pt x="232948" y="242745"/>
                    </a:cubicBezTo>
                    <a:lnTo>
                      <a:pt x="161988" y="242745"/>
                    </a:lnTo>
                    <a:cubicBezTo>
                      <a:pt x="155934" y="242745"/>
                      <a:pt x="151927" y="238659"/>
                      <a:pt x="151927" y="232619"/>
                    </a:cubicBezTo>
                    <a:cubicBezTo>
                      <a:pt x="151927" y="226579"/>
                      <a:pt x="155934" y="222493"/>
                      <a:pt x="161988" y="222493"/>
                    </a:cubicBezTo>
                    <a:close/>
                    <a:moveTo>
                      <a:pt x="91146" y="222493"/>
                    </a:moveTo>
                    <a:lnTo>
                      <a:pt x="121467" y="222493"/>
                    </a:lnTo>
                    <a:cubicBezTo>
                      <a:pt x="127603" y="222493"/>
                      <a:pt x="131604" y="226579"/>
                      <a:pt x="131604" y="232619"/>
                    </a:cubicBezTo>
                    <a:cubicBezTo>
                      <a:pt x="131604" y="238659"/>
                      <a:pt x="127603" y="242745"/>
                      <a:pt x="121467" y="242745"/>
                    </a:cubicBezTo>
                    <a:lnTo>
                      <a:pt x="91146" y="242745"/>
                    </a:lnTo>
                    <a:cubicBezTo>
                      <a:pt x="85099" y="242745"/>
                      <a:pt x="81009" y="238659"/>
                      <a:pt x="81009" y="232619"/>
                    </a:cubicBezTo>
                    <a:cubicBezTo>
                      <a:pt x="81009" y="226579"/>
                      <a:pt x="85099" y="222493"/>
                      <a:pt x="91146" y="222493"/>
                    </a:cubicBezTo>
                    <a:close/>
                    <a:moveTo>
                      <a:pt x="182270" y="182059"/>
                    </a:moveTo>
                    <a:lnTo>
                      <a:pt x="192432" y="182059"/>
                    </a:lnTo>
                    <a:cubicBezTo>
                      <a:pt x="198493" y="182059"/>
                      <a:pt x="202593" y="186060"/>
                      <a:pt x="202593" y="192195"/>
                    </a:cubicBezTo>
                    <a:cubicBezTo>
                      <a:pt x="202593" y="198240"/>
                      <a:pt x="198493" y="202241"/>
                      <a:pt x="192432" y="202241"/>
                    </a:cubicBezTo>
                    <a:lnTo>
                      <a:pt x="182270" y="202241"/>
                    </a:lnTo>
                    <a:cubicBezTo>
                      <a:pt x="176209" y="202241"/>
                      <a:pt x="172109" y="198240"/>
                      <a:pt x="172109" y="192195"/>
                    </a:cubicBezTo>
                    <a:cubicBezTo>
                      <a:pt x="172109" y="186060"/>
                      <a:pt x="176209" y="182059"/>
                      <a:pt x="182270" y="182059"/>
                    </a:cubicBezTo>
                    <a:close/>
                    <a:moveTo>
                      <a:pt x="91153" y="182059"/>
                    </a:moveTo>
                    <a:lnTo>
                      <a:pt x="141783" y="182059"/>
                    </a:lnTo>
                    <a:cubicBezTo>
                      <a:pt x="147834" y="182059"/>
                      <a:pt x="151927" y="186060"/>
                      <a:pt x="151927" y="192195"/>
                    </a:cubicBezTo>
                    <a:cubicBezTo>
                      <a:pt x="151927" y="198240"/>
                      <a:pt x="147834" y="202241"/>
                      <a:pt x="141783" y="202241"/>
                    </a:cubicBezTo>
                    <a:lnTo>
                      <a:pt x="91153" y="202241"/>
                    </a:lnTo>
                    <a:cubicBezTo>
                      <a:pt x="85102" y="202241"/>
                      <a:pt x="81009" y="198240"/>
                      <a:pt x="81009" y="192195"/>
                    </a:cubicBezTo>
                    <a:cubicBezTo>
                      <a:pt x="81009" y="186060"/>
                      <a:pt x="85102" y="182059"/>
                      <a:pt x="91153" y="182059"/>
                    </a:cubicBezTo>
                    <a:close/>
                    <a:moveTo>
                      <a:pt x="161988" y="141625"/>
                    </a:moveTo>
                    <a:lnTo>
                      <a:pt x="232948" y="141625"/>
                    </a:lnTo>
                    <a:cubicBezTo>
                      <a:pt x="239002" y="141625"/>
                      <a:pt x="243098" y="145626"/>
                      <a:pt x="243098" y="151761"/>
                    </a:cubicBezTo>
                    <a:cubicBezTo>
                      <a:pt x="243098" y="157806"/>
                      <a:pt x="239002" y="161807"/>
                      <a:pt x="232948" y="161807"/>
                    </a:cubicBezTo>
                    <a:lnTo>
                      <a:pt x="161988" y="161807"/>
                    </a:lnTo>
                    <a:cubicBezTo>
                      <a:pt x="155934" y="161807"/>
                      <a:pt x="151927" y="157806"/>
                      <a:pt x="151927" y="151761"/>
                    </a:cubicBezTo>
                    <a:cubicBezTo>
                      <a:pt x="151927" y="145626"/>
                      <a:pt x="155934" y="141625"/>
                      <a:pt x="161988" y="141625"/>
                    </a:cubicBezTo>
                    <a:close/>
                    <a:moveTo>
                      <a:pt x="91146" y="141625"/>
                    </a:moveTo>
                    <a:lnTo>
                      <a:pt x="121467" y="141625"/>
                    </a:lnTo>
                    <a:cubicBezTo>
                      <a:pt x="127603" y="141625"/>
                      <a:pt x="131604" y="145626"/>
                      <a:pt x="131604" y="151761"/>
                    </a:cubicBezTo>
                    <a:cubicBezTo>
                      <a:pt x="131604" y="157806"/>
                      <a:pt x="127603" y="161807"/>
                      <a:pt x="121467" y="161807"/>
                    </a:cubicBezTo>
                    <a:lnTo>
                      <a:pt x="91146" y="161807"/>
                    </a:lnTo>
                    <a:cubicBezTo>
                      <a:pt x="85099" y="161807"/>
                      <a:pt x="81009" y="157806"/>
                      <a:pt x="81009" y="151761"/>
                    </a:cubicBezTo>
                    <a:cubicBezTo>
                      <a:pt x="81009" y="145626"/>
                      <a:pt x="85099" y="141625"/>
                      <a:pt x="91146" y="141625"/>
                    </a:cubicBezTo>
                    <a:close/>
                    <a:moveTo>
                      <a:pt x="364566" y="102176"/>
                    </a:moveTo>
                    <a:cubicBezTo>
                      <a:pt x="318996" y="107241"/>
                      <a:pt x="283573" y="145630"/>
                      <a:pt x="283573" y="192194"/>
                    </a:cubicBezTo>
                    <a:cubicBezTo>
                      <a:pt x="283573" y="242756"/>
                      <a:pt x="324069" y="283188"/>
                      <a:pt x="374712" y="283188"/>
                    </a:cubicBezTo>
                    <a:cubicBezTo>
                      <a:pt x="421261" y="283188"/>
                      <a:pt x="459799" y="247732"/>
                      <a:pt x="464783" y="202235"/>
                    </a:cubicBezTo>
                    <a:lnTo>
                      <a:pt x="374712" y="202235"/>
                    </a:lnTo>
                    <a:cubicBezTo>
                      <a:pt x="368660" y="202235"/>
                      <a:pt x="364566" y="198236"/>
                      <a:pt x="364566" y="192194"/>
                    </a:cubicBezTo>
                    <a:close/>
                    <a:moveTo>
                      <a:pt x="182270" y="101191"/>
                    </a:moveTo>
                    <a:lnTo>
                      <a:pt x="192432" y="101191"/>
                    </a:lnTo>
                    <a:cubicBezTo>
                      <a:pt x="198493" y="101191"/>
                      <a:pt x="202593" y="105192"/>
                      <a:pt x="202593" y="111238"/>
                    </a:cubicBezTo>
                    <a:cubicBezTo>
                      <a:pt x="202593" y="117372"/>
                      <a:pt x="198493" y="121373"/>
                      <a:pt x="192432" y="121373"/>
                    </a:cubicBezTo>
                    <a:lnTo>
                      <a:pt x="182270" y="121373"/>
                    </a:lnTo>
                    <a:cubicBezTo>
                      <a:pt x="176209" y="121373"/>
                      <a:pt x="172109" y="117372"/>
                      <a:pt x="172109" y="111238"/>
                    </a:cubicBezTo>
                    <a:cubicBezTo>
                      <a:pt x="172109" y="105192"/>
                      <a:pt x="176209" y="101191"/>
                      <a:pt x="182270" y="101191"/>
                    </a:cubicBezTo>
                    <a:close/>
                    <a:moveTo>
                      <a:pt x="91153" y="101191"/>
                    </a:moveTo>
                    <a:lnTo>
                      <a:pt x="141783" y="101191"/>
                    </a:lnTo>
                    <a:cubicBezTo>
                      <a:pt x="147834" y="101191"/>
                      <a:pt x="151927" y="105192"/>
                      <a:pt x="151927" y="111238"/>
                    </a:cubicBezTo>
                    <a:cubicBezTo>
                      <a:pt x="151927" y="117372"/>
                      <a:pt x="147834" y="121373"/>
                      <a:pt x="141783" y="121373"/>
                    </a:cubicBezTo>
                    <a:lnTo>
                      <a:pt x="91153" y="121373"/>
                    </a:lnTo>
                    <a:cubicBezTo>
                      <a:pt x="85102" y="121373"/>
                      <a:pt x="81009" y="117372"/>
                      <a:pt x="81009" y="111238"/>
                    </a:cubicBezTo>
                    <a:cubicBezTo>
                      <a:pt x="81009" y="105192"/>
                      <a:pt x="85102" y="101191"/>
                      <a:pt x="91153" y="101191"/>
                    </a:cubicBezTo>
                    <a:close/>
                    <a:moveTo>
                      <a:pt x="374712" y="80938"/>
                    </a:moveTo>
                    <a:cubicBezTo>
                      <a:pt x="380764" y="80938"/>
                      <a:pt x="384858" y="85026"/>
                      <a:pt x="384858" y="91068"/>
                    </a:cubicBezTo>
                    <a:lnTo>
                      <a:pt x="384858" y="182063"/>
                    </a:lnTo>
                    <a:lnTo>
                      <a:pt x="475998" y="182063"/>
                    </a:lnTo>
                    <a:cubicBezTo>
                      <a:pt x="482050" y="182063"/>
                      <a:pt x="486055" y="186062"/>
                      <a:pt x="486055" y="192194"/>
                    </a:cubicBezTo>
                    <a:cubicBezTo>
                      <a:pt x="486055" y="253864"/>
                      <a:pt x="436480" y="303360"/>
                      <a:pt x="374712" y="303360"/>
                    </a:cubicBezTo>
                    <a:cubicBezTo>
                      <a:pt x="312944" y="303360"/>
                      <a:pt x="263280" y="253864"/>
                      <a:pt x="263280" y="192194"/>
                    </a:cubicBezTo>
                    <a:cubicBezTo>
                      <a:pt x="263280" y="130523"/>
                      <a:pt x="312944" y="80938"/>
                      <a:pt x="374712" y="80938"/>
                    </a:cubicBezTo>
                    <a:close/>
                    <a:moveTo>
                      <a:pt x="425343" y="61744"/>
                    </a:moveTo>
                    <a:lnTo>
                      <a:pt x="425343" y="141635"/>
                    </a:lnTo>
                    <a:lnTo>
                      <a:pt x="505373" y="141635"/>
                    </a:lnTo>
                    <a:cubicBezTo>
                      <a:pt x="500299" y="99157"/>
                      <a:pt x="466827" y="65743"/>
                      <a:pt x="425343" y="61744"/>
                    </a:cubicBezTo>
                    <a:close/>
                    <a:moveTo>
                      <a:pt x="161988" y="60757"/>
                    </a:moveTo>
                    <a:lnTo>
                      <a:pt x="232948" y="60757"/>
                    </a:lnTo>
                    <a:cubicBezTo>
                      <a:pt x="239002" y="60757"/>
                      <a:pt x="243098" y="64758"/>
                      <a:pt x="243098" y="70804"/>
                    </a:cubicBezTo>
                    <a:cubicBezTo>
                      <a:pt x="243098" y="76938"/>
                      <a:pt x="239002" y="80939"/>
                      <a:pt x="232948" y="80939"/>
                    </a:cubicBezTo>
                    <a:lnTo>
                      <a:pt x="161988" y="80939"/>
                    </a:lnTo>
                    <a:cubicBezTo>
                      <a:pt x="155934" y="80939"/>
                      <a:pt x="151927" y="76938"/>
                      <a:pt x="151927" y="70804"/>
                    </a:cubicBezTo>
                    <a:cubicBezTo>
                      <a:pt x="151927" y="64758"/>
                      <a:pt x="155934" y="60757"/>
                      <a:pt x="161988" y="60757"/>
                    </a:cubicBezTo>
                    <a:close/>
                    <a:moveTo>
                      <a:pt x="91146" y="60757"/>
                    </a:moveTo>
                    <a:lnTo>
                      <a:pt x="121467" y="60757"/>
                    </a:lnTo>
                    <a:cubicBezTo>
                      <a:pt x="127603" y="60757"/>
                      <a:pt x="131604" y="64758"/>
                      <a:pt x="131604" y="70804"/>
                    </a:cubicBezTo>
                    <a:cubicBezTo>
                      <a:pt x="131604" y="76938"/>
                      <a:pt x="127603" y="80939"/>
                      <a:pt x="121467" y="80939"/>
                    </a:cubicBezTo>
                    <a:lnTo>
                      <a:pt x="91146" y="80939"/>
                    </a:lnTo>
                    <a:cubicBezTo>
                      <a:pt x="85099" y="80939"/>
                      <a:pt x="81009" y="76938"/>
                      <a:pt x="81009" y="70804"/>
                    </a:cubicBezTo>
                    <a:cubicBezTo>
                      <a:pt x="81009" y="64758"/>
                      <a:pt x="85099" y="60757"/>
                      <a:pt x="91146" y="60757"/>
                    </a:cubicBezTo>
                    <a:close/>
                    <a:moveTo>
                      <a:pt x="415194" y="40505"/>
                    </a:moveTo>
                    <a:cubicBezTo>
                      <a:pt x="476975" y="40505"/>
                      <a:pt x="526560" y="90092"/>
                      <a:pt x="526560" y="151765"/>
                    </a:cubicBezTo>
                    <a:cubicBezTo>
                      <a:pt x="526560" y="157808"/>
                      <a:pt x="522554" y="161807"/>
                      <a:pt x="516501" y="161807"/>
                    </a:cubicBezTo>
                    <a:lnTo>
                      <a:pt x="415194" y="161807"/>
                    </a:lnTo>
                    <a:cubicBezTo>
                      <a:pt x="409141" y="161807"/>
                      <a:pt x="405046" y="157808"/>
                      <a:pt x="405046" y="151765"/>
                    </a:cubicBezTo>
                    <a:lnTo>
                      <a:pt x="405046" y="50636"/>
                    </a:lnTo>
                    <a:cubicBezTo>
                      <a:pt x="405046" y="44593"/>
                      <a:pt x="409141" y="40505"/>
                      <a:pt x="415194" y="40505"/>
                    </a:cubicBezTo>
                    <a:close/>
                    <a:moveTo>
                      <a:pt x="70848" y="20177"/>
                    </a:moveTo>
                    <a:cubicBezTo>
                      <a:pt x="64796" y="20177"/>
                      <a:pt x="60791" y="24265"/>
                      <a:pt x="60791" y="30309"/>
                    </a:cubicBezTo>
                    <a:lnTo>
                      <a:pt x="60791" y="343802"/>
                    </a:lnTo>
                    <a:lnTo>
                      <a:pt x="222780" y="343802"/>
                    </a:lnTo>
                    <a:cubicBezTo>
                      <a:pt x="228833" y="343802"/>
                      <a:pt x="232927" y="347891"/>
                      <a:pt x="232927" y="353935"/>
                    </a:cubicBezTo>
                    <a:lnTo>
                      <a:pt x="232927" y="364067"/>
                    </a:lnTo>
                    <a:lnTo>
                      <a:pt x="374712" y="364067"/>
                    </a:lnTo>
                    <a:lnTo>
                      <a:pt x="374712" y="353935"/>
                    </a:lnTo>
                    <a:cubicBezTo>
                      <a:pt x="374712" y="347891"/>
                      <a:pt x="378718" y="343802"/>
                      <a:pt x="384859" y="343802"/>
                    </a:cubicBezTo>
                    <a:lnTo>
                      <a:pt x="546848" y="343802"/>
                    </a:lnTo>
                    <a:lnTo>
                      <a:pt x="546848" y="30309"/>
                    </a:lnTo>
                    <a:cubicBezTo>
                      <a:pt x="546848" y="24265"/>
                      <a:pt x="542754" y="20177"/>
                      <a:pt x="536702" y="20177"/>
                    </a:cubicBezTo>
                    <a:close/>
                    <a:moveTo>
                      <a:pt x="70848" y="0"/>
                    </a:moveTo>
                    <a:lnTo>
                      <a:pt x="536702" y="0"/>
                    </a:lnTo>
                    <a:cubicBezTo>
                      <a:pt x="553969" y="0"/>
                      <a:pt x="567142" y="13155"/>
                      <a:pt x="567142" y="30309"/>
                    </a:cubicBezTo>
                    <a:lnTo>
                      <a:pt x="567142" y="343802"/>
                    </a:lnTo>
                    <a:lnTo>
                      <a:pt x="597492" y="343802"/>
                    </a:lnTo>
                    <a:cubicBezTo>
                      <a:pt x="603545" y="343802"/>
                      <a:pt x="607639" y="347891"/>
                      <a:pt x="607639" y="353935"/>
                    </a:cubicBezTo>
                    <a:lnTo>
                      <a:pt x="607639" y="384244"/>
                    </a:lnTo>
                    <a:cubicBezTo>
                      <a:pt x="607639" y="401487"/>
                      <a:pt x="594466" y="414642"/>
                      <a:pt x="577199" y="414642"/>
                    </a:cubicBezTo>
                    <a:lnTo>
                      <a:pt x="30351" y="414642"/>
                    </a:lnTo>
                    <a:cubicBezTo>
                      <a:pt x="13173" y="414642"/>
                      <a:pt x="0" y="401487"/>
                      <a:pt x="0" y="384244"/>
                    </a:cubicBezTo>
                    <a:lnTo>
                      <a:pt x="0" y="353935"/>
                    </a:lnTo>
                    <a:cubicBezTo>
                      <a:pt x="0" y="347891"/>
                      <a:pt x="4094" y="343802"/>
                      <a:pt x="10147" y="343802"/>
                    </a:cubicBezTo>
                    <a:lnTo>
                      <a:pt x="40497" y="343802"/>
                    </a:lnTo>
                    <a:lnTo>
                      <a:pt x="40497" y="30309"/>
                    </a:lnTo>
                    <a:cubicBezTo>
                      <a:pt x="40497" y="13155"/>
                      <a:pt x="53670" y="0"/>
                      <a:pt x="708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en-US" sz="7200" dirty="0"/>
              </a:p>
            </p:txBody>
          </p:sp>
          <p:sp>
            <p:nvSpPr>
              <p:cNvPr id="25" name="îŝḷïḍe"/>
              <p:cNvSpPr txBox="1"/>
              <p:nvPr/>
            </p:nvSpPr>
            <p:spPr>
              <a:xfrm>
                <a:off x="8122687" y="2416779"/>
                <a:ext cx="1036823" cy="289644"/>
              </a:xfrm>
              <a:prstGeom prst="rect">
                <a:avLst/>
              </a:prstGeom>
              <a:noFill/>
            </p:spPr>
            <p:txBody>
              <a:bodyPr wrap="none" rtlCol="0" anchor="b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 b="1" dirty="0"/>
                  <a:t>Keyword</a:t>
                </a:r>
                <a:endParaRPr lang="zh-CN" altLang="en-US" sz="1600" b="1" dirty="0"/>
              </a:p>
            </p:txBody>
          </p:sp>
        </p:grpSp>
        <p:sp>
          <p:nvSpPr>
            <p:cNvPr id="14" name="ï$ļïḍè"/>
            <p:cNvSpPr/>
            <p:nvPr/>
          </p:nvSpPr>
          <p:spPr bwMode="auto">
            <a:xfrm>
              <a:off x="9321756" y="2867966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5" name="ïṥḻidè"/>
            <p:cNvSpPr txBox="1"/>
            <p:nvPr/>
          </p:nvSpPr>
          <p:spPr bwMode="auto">
            <a:xfrm>
              <a:off x="9321756" y="2480368"/>
              <a:ext cx="2108063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6" name="î$ľïḍè"/>
            <p:cNvSpPr/>
            <p:nvPr/>
          </p:nvSpPr>
          <p:spPr bwMode="auto">
            <a:xfrm>
              <a:off x="8583960" y="4019173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7" name="iṣļïdè"/>
            <p:cNvSpPr txBox="1"/>
            <p:nvPr/>
          </p:nvSpPr>
          <p:spPr bwMode="auto">
            <a:xfrm>
              <a:off x="8583960" y="3631575"/>
              <a:ext cx="2108063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8" name="ï$ļïḓe"/>
            <p:cNvSpPr/>
            <p:nvPr/>
          </p:nvSpPr>
          <p:spPr bwMode="auto">
            <a:xfrm>
              <a:off x="7496562" y="5279176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9" name="ïşlîḍê"/>
            <p:cNvSpPr txBox="1"/>
            <p:nvPr/>
          </p:nvSpPr>
          <p:spPr bwMode="auto">
            <a:xfrm>
              <a:off x="7496562" y="4891578"/>
              <a:ext cx="2108063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20" name="íŝļiḋe"/>
            <p:cNvSpPr/>
            <p:nvPr/>
          </p:nvSpPr>
          <p:spPr bwMode="auto">
            <a:xfrm>
              <a:off x="2578858" y="4542198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1" name="ïśľîďe"/>
            <p:cNvSpPr txBox="1"/>
            <p:nvPr/>
          </p:nvSpPr>
          <p:spPr bwMode="auto">
            <a:xfrm>
              <a:off x="2578858" y="4154600"/>
              <a:ext cx="2108063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22" name="ïşliḓê"/>
            <p:cNvSpPr txBox="1"/>
            <p:nvPr/>
          </p:nvSpPr>
          <p:spPr>
            <a:xfrm>
              <a:off x="762181" y="1578979"/>
              <a:ext cx="5314438" cy="1468059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 fontScale="92500"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>
                <a:lnSpc>
                  <a:spcPct val="150000"/>
                </a:lnSpc>
              </a:pPr>
              <a:r>
                <a:rPr lang="en-US" altLang="zh-CN" sz="1700" b="1" dirty="0"/>
                <a:t>Theme color makes PPT more convenient to change.</a:t>
              </a:r>
              <a:endParaRPr lang="en-US" altLang="zh-CN" sz="17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îS1íde"/>
            <p:cNvSpPr txBox="1"/>
            <p:nvPr/>
          </p:nvSpPr>
          <p:spPr>
            <a:xfrm>
              <a:off x="762343" y="1179000"/>
              <a:ext cx="413883" cy="395777"/>
            </a:xfrm>
            <a:prstGeom prst="rect">
              <a:avLst/>
            </a:prstGeom>
            <a:noFill/>
          </p:spPr>
          <p:txBody>
            <a:bodyPr wrap="square" lIns="90000" tIns="46800" rIns="90000" bIns="46800" anchor="ctr">
              <a:prstTxWarp prst="textPlain">
                <a:avLst/>
              </a:prstTxWarp>
              <a:normAutofit fontScale="47500" lnSpcReduction="20000"/>
            </a:bodyPr>
            <a:lstStyle/>
            <a:p>
              <a:r>
                <a:rPr lang="en-US" sz="4800" dirty="0">
                  <a:solidFill>
                    <a:schemeClr val="bg1">
                      <a:lumMod val="85000"/>
                    </a:schemeClr>
                  </a:solidFill>
                </a:rPr>
                <a:t>“</a:t>
              </a:r>
              <a:endParaRPr lang="en-US" sz="48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35ab6040-c69a-4910-911b-d9b1a324964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396" y="1269000"/>
            <a:ext cx="10851092" cy="5598145"/>
            <a:chOff x="669396" y="1269000"/>
            <a:chExt cx="10851092" cy="5598145"/>
          </a:xfrm>
        </p:grpSpPr>
        <p:sp>
          <p:nvSpPr>
            <p:cNvPr id="6" name="iṡļïḑê"/>
            <p:cNvSpPr/>
            <p:nvPr/>
          </p:nvSpPr>
          <p:spPr>
            <a:xfrm>
              <a:off x="2887106" y="3155417"/>
              <a:ext cx="6378973" cy="3711728"/>
            </a:xfrm>
            <a:custGeom>
              <a:avLst/>
              <a:gdLst>
                <a:gd name="connsiteX0" fmla="*/ 3178495 w 6356990"/>
                <a:gd name="connsiteY0" fmla="*/ 0 h 3566404"/>
                <a:gd name="connsiteX1" fmla="*/ 6356990 w 6356990"/>
                <a:gd name="connsiteY1" fmla="*/ 3313967 h 3566404"/>
                <a:gd name="connsiteX2" fmla="*/ 6352854 w 6356990"/>
                <a:gd name="connsiteY2" fmla="*/ 3484503 h 3566404"/>
                <a:gd name="connsiteX3" fmla="*/ 6346881 w 6356990"/>
                <a:gd name="connsiteY3" fmla="*/ 3566404 h 3566404"/>
                <a:gd name="connsiteX4" fmla="*/ 10109 w 6356990"/>
                <a:gd name="connsiteY4" fmla="*/ 3566404 h 3566404"/>
                <a:gd name="connsiteX5" fmla="*/ 4136 w 6356990"/>
                <a:gd name="connsiteY5" fmla="*/ 3484503 h 3566404"/>
                <a:gd name="connsiteX6" fmla="*/ 0 w 6356990"/>
                <a:gd name="connsiteY6" fmla="*/ 3313967 h 3566404"/>
                <a:gd name="connsiteX7" fmla="*/ 3178495 w 6356990"/>
                <a:gd name="connsiteY7" fmla="*/ 0 h 356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56990" h="3566404">
                  <a:moveTo>
                    <a:pt x="3178495" y="0"/>
                  </a:moveTo>
                  <a:cubicBezTo>
                    <a:pt x="4933929" y="0"/>
                    <a:pt x="6356990" y="1483714"/>
                    <a:pt x="6356990" y="3313967"/>
                  </a:cubicBezTo>
                  <a:cubicBezTo>
                    <a:pt x="6356990" y="3371163"/>
                    <a:pt x="6355600" y="3428020"/>
                    <a:pt x="6352854" y="3484503"/>
                  </a:cubicBezTo>
                  <a:lnTo>
                    <a:pt x="6346881" y="3566404"/>
                  </a:lnTo>
                  <a:lnTo>
                    <a:pt x="10109" y="3566404"/>
                  </a:lnTo>
                  <a:lnTo>
                    <a:pt x="4136" y="3484503"/>
                  </a:lnTo>
                  <a:cubicBezTo>
                    <a:pt x="1390" y="3428020"/>
                    <a:pt x="0" y="3371163"/>
                    <a:pt x="0" y="3313967"/>
                  </a:cubicBezTo>
                  <a:cubicBezTo>
                    <a:pt x="0" y="1483714"/>
                    <a:pt x="1423061" y="0"/>
                    <a:pt x="3178495" y="0"/>
                  </a:cubicBezTo>
                  <a:close/>
                </a:path>
              </a:pathLst>
            </a:custGeom>
            <a:blipFill rotWithShape="1">
              <a:blip r:embed="rId2"/>
              <a:stretch>
                <a:fillRect t="-7290" b="-723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grpSp>
          <p:nvGrpSpPr>
            <p:cNvPr id="7" name="iṥlïḍe"/>
            <p:cNvGrpSpPr/>
            <p:nvPr/>
          </p:nvGrpSpPr>
          <p:grpSpPr>
            <a:xfrm>
              <a:off x="3147952" y="4135111"/>
              <a:ext cx="774824" cy="774830"/>
              <a:chOff x="7209746" y="4153276"/>
              <a:chExt cx="675000" cy="675005"/>
            </a:xfrm>
          </p:grpSpPr>
          <p:sp>
            <p:nvSpPr>
              <p:cNvPr id="24" name="îṩḷîdè"/>
              <p:cNvSpPr/>
              <p:nvPr/>
            </p:nvSpPr>
            <p:spPr>
              <a:xfrm>
                <a:off x="7209746" y="4153276"/>
                <a:ext cx="675000" cy="675005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25" name="í$ḷîdé"/>
              <p:cNvSpPr/>
              <p:nvPr/>
            </p:nvSpPr>
            <p:spPr bwMode="auto">
              <a:xfrm>
                <a:off x="7375153" y="4322040"/>
                <a:ext cx="344185" cy="33747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200" dirty="0"/>
              </a:p>
            </p:txBody>
          </p:sp>
        </p:grpSp>
        <p:grpSp>
          <p:nvGrpSpPr>
            <p:cNvPr id="8" name="išḻiḋê"/>
            <p:cNvGrpSpPr/>
            <p:nvPr/>
          </p:nvGrpSpPr>
          <p:grpSpPr>
            <a:xfrm>
              <a:off x="8158864" y="4135111"/>
              <a:ext cx="774824" cy="774830"/>
              <a:chOff x="7209746" y="4153276"/>
              <a:chExt cx="675000" cy="675005"/>
            </a:xfrm>
          </p:grpSpPr>
          <p:sp>
            <p:nvSpPr>
              <p:cNvPr id="22" name="ïṡļíḍe"/>
              <p:cNvSpPr/>
              <p:nvPr/>
            </p:nvSpPr>
            <p:spPr>
              <a:xfrm>
                <a:off x="7209746" y="4153276"/>
                <a:ext cx="675000" cy="675005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23" name="îṧ1iďe"/>
              <p:cNvSpPr/>
              <p:nvPr/>
            </p:nvSpPr>
            <p:spPr bwMode="auto">
              <a:xfrm>
                <a:off x="7375153" y="4322040"/>
                <a:ext cx="344185" cy="33747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200" dirty="0"/>
              </a:p>
            </p:txBody>
          </p:sp>
        </p:grpSp>
        <p:grpSp>
          <p:nvGrpSpPr>
            <p:cNvPr id="9" name="ïşḻîďe"/>
            <p:cNvGrpSpPr/>
            <p:nvPr/>
          </p:nvGrpSpPr>
          <p:grpSpPr>
            <a:xfrm>
              <a:off x="5708588" y="2822865"/>
              <a:ext cx="774824" cy="774830"/>
              <a:chOff x="7209746" y="4153276"/>
              <a:chExt cx="675000" cy="675005"/>
            </a:xfrm>
          </p:grpSpPr>
          <p:sp>
            <p:nvSpPr>
              <p:cNvPr id="20" name="îṣḻíḋe"/>
              <p:cNvSpPr/>
              <p:nvPr/>
            </p:nvSpPr>
            <p:spPr>
              <a:xfrm>
                <a:off x="7209746" y="4153276"/>
                <a:ext cx="675000" cy="675005"/>
              </a:xfrm>
              <a:prstGeom prst="ellipse">
                <a:avLst/>
              </a:prstGeom>
              <a:solidFill>
                <a:schemeClr val="accent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21" name="iṣļíḑê"/>
              <p:cNvSpPr/>
              <p:nvPr/>
            </p:nvSpPr>
            <p:spPr bwMode="auto">
              <a:xfrm>
                <a:off x="7375153" y="4322040"/>
                <a:ext cx="344185" cy="33747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200" dirty="0"/>
              </a:p>
            </p:txBody>
          </p:sp>
        </p:grpSp>
        <p:grpSp>
          <p:nvGrpSpPr>
            <p:cNvPr id="10" name="íṡ1íďè"/>
            <p:cNvGrpSpPr/>
            <p:nvPr/>
          </p:nvGrpSpPr>
          <p:grpSpPr>
            <a:xfrm>
              <a:off x="669396" y="3366510"/>
              <a:ext cx="2726604" cy="1537202"/>
              <a:chOff x="669396" y="2240010"/>
              <a:chExt cx="2726604" cy="1537202"/>
            </a:xfrm>
          </p:grpSpPr>
          <p:sp>
            <p:nvSpPr>
              <p:cNvPr id="17" name="íšľîdê"/>
              <p:cNvSpPr txBox="1"/>
              <p:nvPr/>
            </p:nvSpPr>
            <p:spPr>
              <a:xfrm>
                <a:off x="759322" y="3323787"/>
                <a:ext cx="1527537" cy="453425"/>
              </a:xfrm>
              <a:prstGeom prst="rect">
                <a:avLst/>
              </a:prstGeom>
              <a:noFill/>
            </p:spPr>
            <p:txBody>
              <a:bodyPr wrap="none" lIns="91422" tIns="45711" rIns="91422" bIns="45711">
                <a:prstTxWarp prst="textPlain">
                  <a:avLst/>
                </a:prstTxWarp>
                <a:normAutofit fontScale="47500" lnSpcReduction="20000"/>
              </a:bodyPr>
              <a:lstStyle/>
              <a:p>
                <a:r>
                  <a:rPr lang="en-US" sz="5400" dirty="0">
                    <a:solidFill>
                      <a:schemeClr val="accent1"/>
                    </a:solidFill>
                    <a:latin typeface="Impact" panose="020B0806030902050204" pitchFamily="34" charset="0"/>
                  </a:rPr>
                  <a:t>286,456K</a:t>
                </a:r>
                <a:endParaRPr lang="en-US" sz="5400" dirty="0">
                  <a:solidFill>
                    <a:schemeClr val="accent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8" name="îṣ1iḑè"/>
              <p:cNvSpPr txBox="1"/>
              <p:nvPr/>
            </p:nvSpPr>
            <p:spPr>
              <a:xfrm>
                <a:off x="669396" y="2612977"/>
                <a:ext cx="2726604" cy="723894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800" dirty="0"/>
                  <a:t>You can use the icon library in </a:t>
                </a:r>
                <a:r>
                  <a:rPr lang="en-US" altLang="zh-CN" sz="800" dirty="0" err="1"/>
                  <a:t>iSlide</a:t>
                </a:r>
                <a:r>
                  <a:rPr lang="en-US" altLang="zh-CN" sz="800" dirty="0"/>
                  <a:t>  (www.islide.cc) to filter and replace existing icon elements with one click.</a:t>
                </a:r>
                <a:endParaRPr lang="zh-CN" altLang="en-US" sz="800" dirty="0"/>
              </a:p>
            </p:txBody>
          </p:sp>
          <p:sp>
            <p:nvSpPr>
              <p:cNvPr id="19" name="íšḻîḋê"/>
              <p:cNvSpPr txBox="1"/>
              <p:nvPr/>
            </p:nvSpPr>
            <p:spPr>
              <a:xfrm>
                <a:off x="669396" y="2240010"/>
                <a:ext cx="2726604" cy="372966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 lvl="0" defTabSz="914400">
                  <a:spcBef>
                    <a:spcPct val="0"/>
                  </a:spcBef>
                  <a:defRPr/>
                </a:pPr>
                <a:r>
                  <a:rPr lang="en-US" altLang="zh-CN" b="1" dirty="0">
                    <a:solidFill>
                      <a:schemeClr val="accent1"/>
                    </a:solidFill>
                  </a:rPr>
                  <a:t>Text here</a:t>
                </a:r>
                <a:endParaRPr lang="zh-CN" altLang="en-US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1" name="iṣḻíḍè"/>
            <p:cNvGrpSpPr/>
            <p:nvPr/>
          </p:nvGrpSpPr>
          <p:grpSpPr>
            <a:xfrm>
              <a:off x="9079992" y="3366510"/>
              <a:ext cx="2440496" cy="1537202"/>
              <a:chOff x="9079992" y="3366510"/>
              <a:chExt cx="2440496" cy="1537202"/>
            </a:xfrm>
          </p:grpSpPr>
          <p:sp>
            <p:nvSpPr>
              <p:cNvPr id="14" name="ïṡļîdè"/>
              <p:cNvSpPr txBox="1"/>
              <p:nvPr/>
            </p:nvSpPr>
            <p:spPr>
              <a:xfrm>
                <a:off x="9169918" y="4450287"/>
                <a:ext cx="1527537" cy="453425"/>
              </a:xfrm>
              <a:prstGeom prst="rect">
                <a:avLst/>
              </a:prstGeom>
              <a:noFill/>
            </p:spPr>
            <p:txBody>
              <a:bodyPr wrap="none" lIns="91422" tIns="45711" rIns="91422" bIns="45711">
                <a:prstTxWarp prst="textPlain">
                  <a:avLst/>
                </a:prstTxWarp>
                <a:normAutofit fontScale="47500" lnSpcReduction="20000"/>
              </a:bodyPr>
              <a:lstStyle/>
              <a:p>
                <a:r>
                  <a:rPr lang="en-US" altLang="zh-CN" sz="5400" dirty="0">
                    <a:solidFill>
                      <a:schemeClr val="accent1"/>
                    </a:solidFill>
                    <a:latin typeface="Impact" panose="020B0806030902050204" pitchFamily="34" charset="0"/>
                  </a:rPr>
                  <a:t>236,835K</a:t>
                </a:r>
                <a:endParaRPr lang="en-US" altLang="zh-CN" sz="5400" dirty="0">
                  <a:solidFill>
                    <a:schemeClr val="accent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5" name="íSḻîḑè"/>
              <p:cNvSpPr txBox="1"/>
              <p:nvPr/>
            </p:nvSpPr>
            <p:spPr>
              <a:xfrm>
                <a:off x="9079992" y="3739477"/>
                <a:ext cx="2440496" cy="58935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800" dirty="0"/>
                  <a:t>When you copy &amp; paste, choose "keep text only" option.</a:t>
                </a:r>
                <a:endParaRPr lang="en-US" altLang="zh-CN" sz="800" dirty="0"/>
              </a:p>
            </p:txBody>
          </p:sp>
          <p:sp>
            <p:nvSpPr>
              <p:cNvPr id="16" name="iṩḷïďé"/>
              <p:cNvSpPr txBox="1"/>
              <p:nvPr/>
            </p:nvSpPr>
            <p:spPr>
              <a:xfrm>
                <a:off x="9079992" y="3366510"/>
                <a:ext cx="2440496" cy="372966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 lvl="0" defTabSz="914400">
                  <a:spcBef>
                    <a:spcPct val="0"/>
                  </a:spcBef>
                  <a:defRPr/>
                </a:pPr>
                <a:r>
                  <a:rPr lang="en-US" altLang="zh-CN" b="1" dirty="0">
                    <a:solidFill>
                      <a:schemeClr val="accent1"/>
                    </a:solidFill>
                  </a:rPr>
                  <a:t>Text here</a:t>
                </a:r>
                <a:endParaRPr lang="zh-CN" altLang="en-US" b="1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12" name="îšḷiḍè"/>
            <p:cNvSpPr txBox="1"/>
            <p:nvPr/>
          </p:nvSpPr>
          <p:spPr>
            <a:xfrm>
              <a:off x="5312823" y="1269000"/>
              <a:ext cx="1527537" cy="453425"/>
            </a:xfrm>
            <a:prstGeom prst="rect">
              <a:avLst/>
            </a:prstGeom>
            <a:noFill/>
          </p:spPr>
          <p:txBody>
            <a:bodyPr wrap="none" lIns="91422" tIns="45711" rIns="91422" bIns="45711">
              <a:prstTxWarp prst="textPlain">
                <a:avLst/>
              </a:prstTxWarp>
              <a:normAutofit fontScale="47500" lnSpcReduction="20000"/>
            </a:bodyPr>
            <a:lstStyle/>
            <a:p>
              <a:r>
                <a:rPr lang="en-US" altLang="zh-CN" sz="5400" dirty="0">
                  <a:solidFill>
                    <a:schemeClr val="accent3"/>
                  </a:solidFill>
                  <a:latin typeface="Impact" panose="020B0806030902050204" pitchFamily="34" charset="0"/>
                </a:rPr>
                <a:t>926,368K</a:t>
              </a:r>
              <a:endParaRPr lang="en-US" altLang="zh-CN" sz="5400" dirty="0">
                <a:solidFill>
                  <a:schemeClr val="accent3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3" name="iṥ1îdè"/>
            <p:cNvSpPr txBox="1"/>
            <p:nvPr/>
          </p:nvSpPr>
          <p:spPr>
            <a:xfrm>
              <a:off x="3666003" y="1774827"/>
              <a:ext cx="4859996" cy="986668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00" dirty="0"/>
                <a:t>Unified fonts make reading more fluent.</a:t>
              </a:r>
              <a:endParaRPr lang="en-US" altLang="zh-CN" sz="10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000" dirty="0"/>
                <a:t>Theme color makes PPT more convenient to change.</a:t>
              </a:r>
              <a:endParaRPr lang="en-US" altLang="zh-CN" sz="10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000" dirty="0"/>
                <a:t>Adjust the spacing to adapt to Chinese typesetting, use the reference line in PPT.</a:t>
              </a:r>
              <a:endParaRPr lang="en-US" altLang="zh-CN" sz="1000" dirty="0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Thanks.</a:t>
            </a:r>
            <a:br>
              <a:rPr lang="en-US" altLang="zh-CN" dirty="0"/>
            </a:br>
            <a:r>
              <a:rPr lang="en-US" altLang="zh-CN" sz="2400" b="0" dirty="0"/>
              <a:t>And Your Slogan Here.</a:t>
            </a:r>
            <a:endParaRPr lang="zh-CN" altLang="en-US" b="0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www.islide.cc</a:t>
            </a:r>
            <a:endParaRPr lang="en-US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Speaker name and title</a:t>
            </a:r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DIAGRAM" val="e294b2be-bedd-435f-8cfd-285d2911001e"/>
</p:tagLst>
</file>

<file path=ppt/tags/tag2.xml><?xml version="1.0" encoding="utf-8"?>
<p:tagLst xmlns:p="http://schemas.openxmlformats.org/presentationml/2006/main">
  <p:tag name="ISLIDE.DIAGRAM" val="f66dfd7e-daf7-4158-a6ac-93997a64ed51"/>
</p:tagLst>
</file>

<file path=ppt/tags/tag3.xml><?xml version="1.0" encoding="utf-8"?>
<p:tagLst xmlns:p="http://schemas.openxmlformats.org/presentationml/2006/main">
  <p:tag name="ISLIDE.DIAGRAM" val="997e0b69-8920-4265-9cf1-6dea7c5dd26b"/>
</p:tagLst>
</file>

<file path=ppt/tags/tag4.xml><?xml version="1.0" encoding="utf-8"?>
<p:tagLst xmlns:p="http://schemas.openxmlformats.org/presentationml/2006/main">
  <p:tag name="ISLIDE.DIAGRAM" val="0c8335c6-8e50-461d-beae-81e005ded852"/>
</p:tagLst>
</file>

<file path=ppt/tags/tag5.xml><?xml version="1.0" encoding="utf-8"?>
<p:tagLst xmlns:p="http://schemas.openxmlformats.org/presentationml/2006/main">
  <p:tag name="ISLIDE.DIAGRAM" val="ead22db3-dbfd-4536-8aa8-ca79463f591b"/>
</p:tagLst>
</file>

<file path=ppt/tags/tag6.xml><?xml version="1.0" encoding="utf-8"?>
<p:tagLst xmlns:p="http://schemas.openxmlformats.org/presentationml/2006/main">
  <p:tag name="ISLIDE.DIAGRAM" val="713767e3-dc35-40d0-8e00-b7b14660c07e"/>
</p:tagLst>
</file>

<file path=ppt/tags/tag7.xml><?xml version="1.0" encoding="utf-8"?>
<p:tagLst xmlns:p="http://schemas.openxmlformats.org/presentationml/2006/main">
  <p:tag name="ISLIDE.DIAGRAM" val="ea088165-c03c-41ca-90b6-909522d3c9e9"/>
</p:tagLst>
</file>

<file path=ppt/tags/tag8.xml><?xml version="1.0" encoding="utf-8"?>
<p:tagLst xmlns:p="http://schemas.openxmlformats.org/presentationml/2006/main">
  <p:tag name="ISLIDE.DIAGRAM" val="ea8196ce-cd1a-4fec-a71d-d24a165c23f2"/>
</p:tagLst>
</file>

<file path=ppt/tags/tag9.xml><?xml version="1.0" encoding="utf-8"?>
<p:tagLst xmlns:p="http://schemas.openxmlformats.org/presentationml/2006/main">
  <p:tag name="ISLIDE.DIAGRAM" val="6ceb79f8-eb92-404b-8100-9145e4f4c31b"/>
</p:tagLst>
</file>

<file path=ppt/tags/tag10.xml><?xml version="1.0" encoding="utf-8"?>
<p:tagLst xmlns:p="http://schemas.openxmlformats.org/presentationml/2006/main">
  <p:tag name="ISLIDE.DIAGRAM" val="73dd3c15-0711-4946-a04f-d2b41b2deb0c"/>
</p:tagLst>
</file>

<file path=ppt/tags/tag11.xml><?xml version="1.0" encoding="utf-8"?>
<p:tagLst xmlns:p="http://schemas.openxmlformats.org/presentationml/2006/main">
  <p:tag name="ISLIDE.DIAGRAM" val="b15d545d-6a15-46b3-895f-c24e208876c5"/>
</p:tagLst>
</file>

<file path=ppt/tags/tag12.xml><?xml version="1.0" encoding="utf-8"?>
<p:tagLst xmlns:p="http://schemas.openxmlformats.org/presentationml/2006/main">
  <p:tag name="ISLIDE.DIAGRAM" val="5421325e-66d4-4ffe-9309-b6aea6215e7c"/>
</p:tagLst>
</file>

<file path=ppt/tags/tag13.xml><?xml version="1.0" encoding="utf-8"?>
<p:tagLst xmlns:p="http://schemas.openxmlformats.org/presentationml/2006/main">
  <p:tag name="ISLIDE.DIAGRAM" val="2a9e616f-3786-465b-b886-329f67e3e516"/>
</p:tagLst>
</file>

<file path=ppt/tags/tag14.xml><?xml version="1.0" encoding="utf-8"?>
<p:tagLst xmlns:p="http://schemas.openxmlformats.org/presentationml/2006/main">
  <p:tag name="ISLIDE.DIAGRAM" val="0fd8bebb-7a96-4533-9b50-1fdcac53c870"/>
</p:tagLst>
</file>

<file path=ppt/tags/tag15.xml><?xml version="1.0" encoding="utf-8"?>
<p:tagLst xmlns:p="http://schemas.openxmlformats.org/presentationml/2006/main">
  <p:tag name="ISLIDE.DIAGRAM" val="6e5bcf16-fc78-4353-9209-4c3de6175177"/>
</p:tagLst>
</file>

<file path=ppt/tags/tag16.xml><?xml version="1.0" encoding="utf-8"?>
<p:tagLst xmlns:p="http://schemas.openxmlformats.org/presentationml/2006/main">
  <p:tag name="ISLIDE.DIAGRAM" val="f5a3406f-ac59-45ff-8c20-2f566312124a"/>
</p:tagLst>
</file>

<file path=ppt/tags/tag17.xml><?xml version="1.0" encoding="utf-8"?>
<p:tagLst xmlns:p="http://schemas.openxmlformats.org/presentationml/2006/main">
  <p:tag name="ISLIDE.DIAGRAM" val="dd771d1b-085f-456b-ab12-70772b1b23a4"/>
</p:tagLst>
</file>

<file path=ppt/tags/tag18.xml><?xml version="1.0" encoding="utf-8"?>
<p:tagLst xmlns:p="http://schemas.openxmlformats.org/presentationml/2006/main">
  <p:tag name="ISLIDE.DIAGRAM" val="c99bb199-d781-4f46-8377-18a954377178"/>
</p:tagLst>
</file>

<file path=ppt/tags/tag19.xml><?xml version="1.0" encoding="utf-8"?>
<p:tagLst xmlns:p="http://schemas.openxmlformats.org/presentationml/2006/main">
  <p:tag name="ISLIDE.DIAGRAM" val="0e98d43a-3b24-4b77-a27d-57234d867fa4"/>
</p:tagLst>
</file>

<file path=ppt/tags/tag20.xml><?xml version="1.0" encoding="utf-8"?>
<p:tagLst xmlns:p="http://schemas.openxmlformats.org/presentationml/2006/main">
  <p:tag name="ISLIDE.DIAGRAM" val="ec2bb9f1-0f13-4eb3-b978-bda6cec0ff09"/>
</p:tagLst>
</file>

<file path=ppt/tags/tag21.xml><?xml version="1.0" encoding="utf-8"?>
<p:tagLst xmlns:p="http://schemas.openxmlformats.org/presentationml/2006/main">
  <p:tag name="ISLIDE.DIAGRAM" val="4f9b76c4-aece-4de7-a5b9-9199462f377b"/>
</p:tagLst>
</file>

<file path=ppt/tags/tag22.xml><?xml version="1.0" encoding="utf-8"?>
<p:tagLst xmlns:p="http://schemas.openxmlformats.org/presentationml/2006/main">
  <p:tag name="ISLIDE.DIAGRAM" val="35ab6040-c69a-4910-911b-d9b1a324964e"/>
</p:tagLst>
</file>

<file path=ppt/tags/tag23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14212d54-241d-4d5c-9189-ff4208ac9992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2C2CB9"/>
      </a:accent1>
      <a:accent2>
        <a:srgbClr val="C68900"/>
      </a:accent2>
      <a:accent3>
        <a:srgbClr val="322C71"/>
      </a:accent3>
      <a:accent4>
        <a:srgbClr val="3A91A8"/>
      </a:accent4>
      <a:accent5>
        <a:srgbClr val="0F88E2"/>
      </a:accent5>
      <a:accent6>
        <a:srgbClr val="4938AA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2C2CB9"/>
    </a:accent1>
    <a:accent2>
      <a:srgbClr val="C68900"/>
    </a:accent2>
    <a:accent3>
      <a:srgbClr val="322C71"/>
    </a:accent3>
    <a:accent4>
      <a:srgbClr val="3A91A8"/>
    </a:accent4>
    <a:accent5>
      <a:srgbClr val="0F88E2"/>
    </a:accent5>
    <a:accent6>
      <a:srgbClr val="4938AA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2C2CB9"/>
    </a:accent1>
    <a:accent2>
      <a:srgbClr val="C68900"/>
    </a:accent2>
    <a:accent3>
      <a:srgbClr val="322C71"/>
    </a:accent3>
    <a:accent4>
      <a:srgbClr val="3A91A8"/>
    </a:accent4>
    <a:accent5>
      <a:srgbClr val="0F88E2"/>
    </a:accent5>
    <a:accent6>
      <a:srgbClr val="4938AA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2C2CB9"/>
    </a:accent1>
    <a:accent2>
      <a:srgbClr val="C68900"/>
    </a:accent2>
    <a:accent3>
      <a:srgbClr val="322C71"/>
    </a:accent3>
    <a:accent4>
      <a:srgbClr val="3A91A8"/>
    </a:accent4>
    <a:accent5>
      <a:srgbClr val="0F88E2"/>
    </a:accent5>
    <a:accent6>
      <a:srgbClr val="4938AA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10249</Words>
  <Application>WPS 演示</Application>
  <PresentationFormat>宽屏</PresentationFormat>
  <Paragraphs>737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Arial</vt:lpstr>
      <vt:lpstr>宋体</vt:lpstr>
      <vt:lpstr>Wingdings</vt:lpstr>
      <vt:lpstr>Impact</vt:lpstr>
      <vt:lpstr>微软雅黑</vt:lpstr>
      <vt:lpstr>Arial Unicode MS</vt:lpstr>
      <vt:lpstr>Calibri</vt:lpstr>
      <vt:lpstr>主题5</vt:lpstr>
      <vt:lpstr>iSlide® PowerPoint standard template.</vt:lpstr>
      <vt:lpstr>PowerPoint 演示文稿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PowerPoint 演示文稿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Thanks. And Your Slogan Here.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大象</cp:lastModifiedBy>
  <cp:revision>7</cp:revision>
  <cp:lastPrinted>2018-03-27T16:00:00Z</cp:lastPrinted>
  <dcterms:created xsi:type="dcterms:W3CDTF">2018-03-27T16:00:00Z</dcterms:created>
  <dcterms:modified xsi:type="dcterms:W3CDTF">2020-10-03T05:38:05Z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KSOProductBuildVer">
    <vt:lpwstr>2052-11.1.0.9999</vt:lpwstr>
  </property>
</Properties>
</file>